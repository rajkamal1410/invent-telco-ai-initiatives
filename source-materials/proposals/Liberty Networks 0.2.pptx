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theme/theme2.xml" ContentType="application/vnd.openxmlformats-officedocument.theme+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theme/theme3.xml" ContentType="application/vnd.openxmlformats-officedocument.theme+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theme/theme4.xml" ContentType="application/vnd.openxmlformats-officedocument.theme+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theme/theme5.xml" ContentType="application/vnd.openxmlformats-officedocument.theme+xml"/>
  <Override PartName="/ppt/tags/tag26.xml" ContentType="application/vnd.openxmlformats-officedocument.presentationml.tags+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slideLayouts/slideLayout193.xml" ContentType="application/vnd.openxmlformats-officedocument.presentationml.slideLayout+xml"/>
  <Override PartName="/ppt/slideLayouts/slideLayout194.xml" ContentType="application/vnd.openxmlformats-officedocument.presentationml.slideLayout+xml"/>
  <Override PartName="/ppt/slideLayouts/slideLayout195.xml" ContentType="application/vnd.openxmlformats-officedocument.presentationml.slideLayout+xml"/>
  <Override PartName="/ppt/slideLayouts/slideLayout196.xml" ContentType="application/vnd.openxmlformats-officedocument.presentationml.slideLayout+xml"/>
  <Override PartName="/ppt/slideLayouts/slideLayout197.xml" ContentType="application/vnd.openxmlformats-officedocument.presentationml.slideLayout+xml"/>
  <Override PartName="/ppt/slideLayouts/slideLayout198.xml" ContentType="application/vnd.openxmlformats-officedocument.presentationml.slideLayout+xml"/>
  <Override PartName="/ppt/slideLayouts/slideLayout199.xml" ContentType="application/vnd.openxmlformats-officedocument.presentationml.slideLayout+xml"/>
  <Override PartName="/ppt/slideLayouts/slideLayout200.xml" ContentType="application/vnd.openxmlformats-officedocument.presentationml.slideLayout+xml"/>
  <Override PartName="/ppt/slideLayouts/slideLayout201.xml" ContentType="application/vnd.openxmlformats-officedocument.presentationml.slideLayout+xml"/>
  <Override PartName="/ppt/slideLayouts/slideLayout202.xml" ContentType="application/vnd.openxmlformats-officedocument.presentationml.slideLayout+xml"/>
  <Override PartName="/ppt/slideLayouts/slideLayout203.xml" ContentType="application/vnd.openxmlformats-officedocument.presentationml.slideLayout+xml"/>
  <Override PartName="/ppt/slideLayouts/slideLayout204.xml" ContentType="application/vnd.openxmlformats-officedocument.presentationml.slideLayout+xml"/>
  <Override PartName="/ppt/slideLayouts/slideLayout205.xml" ContentType="application/vnd.openxmlformats-officedocument.presentationml.slideLayout+xml"/>
  <Override PartName="/ppt/slideLayouts/slideLayout206.xml" ContentType="application/vnd.openxmlformats-officedocument.presentationml.slideLayout+xml"/>
  <Override PartName="/ppt/slideLayouts/slideLayout207.xml" ContentType="application/vnd.openxmlformats-officedocument.presentationml.slideLayout+xml"/>
  <Override PartName="/ppt/theme/theme6.xml" ContentType="application/vnd.openxmlformats-officedocument.theme+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slideLayouts/slideLayout208.xml" ContentType="application/vnd.openxmlformats-officedocument.presentationml.slideLayout+xml"/>
  <Override PartName="/ppt/slideLayouts/slideLayout209.xml" ContentType="application/vnd.openxmlformats-officedocument.presentationml.slideLayout+xml"/>
  <Override PartName="/ppt/slideLayouts/slideLayout210.xml" ContentType="application/vnd.openxmlformats-officedocument.presentationml.slideLayout+xml"/>
  <Override PartName="/ppt/slideLayouts/slideLayout211.xml" ContentType="application/vnd.openxmlformats-officedocument.presentationml.slideLayout+xml"/>
  <Override PartName="/ppt/slideLayouts/slideLayout212.xml" ContentType="application/vnd.openxmlformats-officedocument.presentationml.slideLayout+xml"/>
  <Override PartName="/ppt/slideLayouts/slideLayout213.xml" ContentType="application/vnd.openxmlformats-officedocument.presentationml.slideLayout+xml"/>
  <Override PartName="/ppt/slideLayouts/slideLayout214.xml" ContentType="application/vnd.openxmlformats-officedocument.presentationml.slideLayout+xml"/>
  <Override PartName="/ppt/slideLayouts/slideLayout215.xml" ContentType="application/vnd.openxmlformats-officedocument.presentationml.slideLayout+xml"/>
  <Override PartName="/ppt/slideLayouts/slideLayout216.xml" ContentType="application/vnd.openxmlformats-officedocument.presentationml.slideLayout+xml"/>
  <Override PartName="/ppt/slideLayouts/slideLayout217.xml" ContentType="application/vnd.openxmlformats-officedocument.presentationml.slideLayout+xml"/>
  <Override PartName="/ppt/slideLayouts/slideLayout218.xml" ContentType="application/vnd.openxmlformats-officedocument.presentationml.slideLayout+xml"/>
  <Override PartName="/ppt/slideLayouts/slideLayout219.xml" ContentType="application/vnd.openxmlformats-officedocument.presentationml.slideLayout+xml"/>
  <Override PartName="/ppt/slideLayouts/slideLayout220.xml" ContentType="application/vnd.openxmlformats-officedocument.presentationml.slideLayout+xml"/>
  <Override PartName="/ppt/slideLayouts/slideLayout221.xml" ContentType="application/vnd.openxmlformats-officedocument.presentationml.slideLayout+xml"/>
  <Override PartName="/ppt/slideLayouts/slideLayout222.xml" ContentType="application/vnd.openxmlformats-officedocument.presentationml.slideLayout+xml"/>
  <Override PartName="/ppt/slideLayouts/slideLayout223.xml" ContentType="application/vnd.openxmlformats-officedocument.presentationml.slideLayout+xml"/>
  <Override PartName="/ppt/slideLayouts/slideLayout224.xml" ContentType="application/vnd.openxmlformats-officedocument.presentationml.slideLayout+xml"/>
  <Override PartName="/ppt/slideLayouts/slideLayout225.xml" ContentType="application/vnd.openxmlformats-officedocument.presentationml.slideLayout+xml"/>
  <Override PartName="/ppt/slideLayouts/slideLayout226.xml" ContentType="application/vnd.openxmlformats-officedocument.presentationml.slideLayout+xml"/>
  <Override PartName="/ppt/slideLayouts/slideLayout227.xml" ContentType="application/vnd.openxmlformats-officedocument.presentationml.slideLayout+xml"/>
  <Override PartName="/ppt/slideLayouts/slideLayout228.xml" ContentType="application/vnd.openxmlformats-officedocument.presentationml.slideLayout+xml"/>
  <Override PartName="/ppt/slideLayouts/slideLayout229.xml" ContentType="application/vnd.openxmlformats-officedocument.presentationml.slideLayout+xml"/>
  <Override PartName="/ppt/slideLayouts/slideLayout230.xml" ContentType="application/vnd.openxmlformats-officedocument.presentationml.slideLayout+xml"/>
  <Override PartName="/ppt/slideLayouts/slideLayout231.xml" ContentType="application/vnd.openxmlformats-officedocument.presentationml.slideLayout+xml"/>
  <Override PartName="/ppt/slideLayouts/slideLayout232.xml" ContentType="application/vnd.openxmlformats-officedocument.presentationml.slideLayout+xml"/>
  <Override PartName="/ppt/slideLayouts/slideLayout233.xml" ContentType="application/vnd.openxmlformats-officedocument.presentationml.slideLayout+xml"/>
  <Override PartName="/ppt/slideLayouts/slideLayout234.xml" ContentType="application/vnd.openxmlformats-officedocument.presentationml.slideLayout+xml"/>
  <Override PartName="/ppt/slideLayouts/slideLayout235.xml" ContentType="application/vnd.openxmlformats-officedocument.presentationml.slideLayout+xml"/>
  <Override PartName="/ppt/slideLayouts/slideLayout236.xml" ContentType="application/vnd.openxmlformats-officedocument.presentationml.slideLayout+xml"/>
  <Override PartName="/ppt/slideLayouts/slideLayout237.xml" ContentType="application/vnd.openxmlformats-officedocument.presentationml.slideLayout+xml"/>
  <Override PartName="/ppt/slideLayouts/slideLayout238.xml" ContentType="application/vnd.openxmlformats-officedocument.presentationml.slideLayout+xml"/>
  <Override PartName="/ppt/slideLayouts/slideLayout239.xml" ContentType="application/vnd.openxmlformats-officedocument.presentationml.slideLayout+xml"/>
  <Override PartName="/ppt/slideLayouts/slideLayout240.xml" ContentType="application/vnd.openxmlformats-officedocument.presentationml.slideLayout+xml"/>
  <Override PartName="/ppt/slideLayouts/slideLayout241.xml" ContentType="application/vnd.openxmlformats-officedocument.presentationml.slideLayout+xml"/>
  <Override PartName="/ppt/slideLayouts/slideLayout242.xml" ContentType="application/vnd.openxmlformats-officedocument.presentationml.slideLayout+xml"/>
  <Override PartName="/ppt/slideLayouts/slideLayout243.xml" ContentType="application/vnd.openxmlformats-officedocument.presentationml.slideLayout+xml"/>
  <Override PartName="/ppt/slideLayouts/slideLayout244.xml" ContentType="application/vnd.openxmlformats-officedocument.presentationml.slideLayout+xml"/>
  <Override PartName="/ppt/slideLayouts/slideLayout245.xml" ContentType="application/vnd.openxmlformats-officedocument.presentationml.slideLayout+xml"/>
  <Override PartName="/ppt/slideLayouts/slideLayout246.xml" ContentType="application/vnd.openxmlformats-officedocument.presentationml.slideLayout+xml"/>
  <Override PartName="/ppt/slideLayouts/slideLayout247.xml" ContentType="application/vnd.openxmlformats-officedocument.presentationml.slideLayout+xml"/>
  <Override PartName="/ppt/slideLayouts/slideLayout248.xml" ContentType="application/vnd.openxmlformats-officedocument.presentationml.slideLayout+xml"/>
  <Override PartName="/ppt/slideLayouts/slideLayout249.xml" ContentType="application/vnd.openxmlformats-officedocument.presentationml.slideLayout+xml"/>
  <Override PartName="/ppt/slideLayouts/slideLayout250.xml" ContentType="application/vnd.openxmlformats-officedocument.presentationml.slideLayout+xml"/>
  <Override PartName="/ppt/slideLayouts/slideLayout251.xml" ContentType="application/vnd.openxmlformats-officedocument.presentationml.slideLayout+xml"/>
  <Override PartName="/ppt/slideLayouts/slideLayout252.xml" ContentType="application/vnd.openxmlformats-officedocument.presentationml.slideLayout+xml"/>
  <Override PartName="/ppt/slideLayouts/slideLayout253.xml" ContentType="application/vnd.openxmlformats-officedocument.presentationml.slideLayout+xml"/>
  <Override PartName="/ppt/slideLayouts/slideLayout254.xml" ContentType="application/vnd.openxmlformats-officedocument.presentationml.slideLayout+xml"/>
  <Override PartName="/ppt/slideLayouts/slideLayout255.xml" ContentType="application/vnd.openxmlformats-officedocument.presentationml.slideLayout+xml"/>
  <Override PartName="/ppt/slideLayouts/slideLayout256.xml" ContentType="application/vnd.openxmlformats-officedocument.presentationml.slideLayout+xml"/>
  <Override PartName="/ppt/slideLayouts/slideLayout257.xml" ContentType="application/vnd.openxmlformats-officedocument.presentationml.slideLayout+xml"/>
  <Override PartName="/ppt/slideLayouts/slideLayout258.xml" ContentType="application/vnd.openxmlformats-officedocument.presentationml.slideLayout+xml"/>
  <Override PartName="/ppt/slideLayouts/slideLayout259.xml" ContentType="application/vnd.openxmlformats-officedocument.presentationml.slideLayout+xml"/>
  <Override PartName="/ppt/slideLayouts/slideLayout260.xml" ContentType="application/vnd.openxmlformats-officedocument.presentationml.slideLayout+xml"/>
  <Override PartName="/ppt/slideLayouts/slideLayout261.xml" ContentType="application/vnd.openxmlformats-officedocument.presentationml.slideLayout+xml"/>
  <Override PartName="/ppt/slideLayouts/slideLayout262.xml" ContentType="application/vnd.openxmlformats-officedocument.presentationml.slideLayout+xml"/>
  <Override PartName="/ppt/slideLayouts/slideLayout263.xml" ContentType="application/vnd.openxmlformats-officedocument.presentationml.slideLayout+xml"/>
  <Override PartName="/ppt/slideLayouts/slideLayout264.xml" ContentType="application/vnd.openxmlformats-officedocument.presentationml.slideLayout+xml"/>
  <Override PartName="/ppt/slideLayouts/slideLayout265.xml" ContentType="application/vnd.openxmlformats-officedocument.presentationml.slideLayout+xml"/>
  <Override PartName="/ppt/slideLayouts/slideLayout266.xml" ContentType="application/vnd.openxmlformats-officedocument.presentationml.slideLayout+xml"/>
  <Override PartName="/ppt/theme/theme7.xml" ContentType="application/vnd.openxmlformats-officedocument.theme+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slideLayouts/slideLayout267.xml" ContentType="application/vnd.openxmlformats-officedocument.presentationml.slideLayout+xml"/>
  <Override PartName="/ppt/slideLayouts/slideLayout268.xml" ContentType="application/vnd.openxmlformats-officedocument.presentationml.slideLayout+xml"/>
  <Override PartName="/ppt/slideLayouts/slideLayout269.xml" ContentType="application/vnd.openxmlformats-officedocument.presentationml.slideLayout+xml"/>
  <Override PartName="/ppt/slideLayouts/slideLayout270.xml" ContentType="application/vnd.openxmlformats-officedocument.presentationml.slideLayout+xml"/>
  <Override PartName="/ppt/slideLayouts/slideLayout271.xml" ContentType="application/vnd.openxmlformats-officedocument.presentationml.slideLayout+xml"/>
  <Override PartName="/ppt/slideLayouts/slideLayout272.xml" ContentType="application/vnd.openxmlformats-officedocument.presentationml.slideLayout+xml"/>
  <Override PartName="/ppt/slideLayouts/slideLayout273.xml" ContentType="application/vnd.openxmlformats-officedocument.presentationml.slideLayout+xml"/>
  <Override PartName="/ppt/slideLayouts/slideLayout274.xml" ContentType="application/vnd.openxmlformats-officedocument.presentationml.slideLayout+xml"/>
  <Override PartName="/ppt/slideLayouts/slideLayout275.xml" ContentType="application/vnd.openxmlformats-officedocument.presentationml.slideLayout+xml"/>
  <Override PartName="/ppt/slideLayouts/slideLayout276.xml" ContentType="application/vnd.openxmlformats-officedocument.presentationml.slideLayout+xml"/>
  <Override PartName="/ppt/slideLayouts/slideLayout277.xml" ContentType="application/vnd.openxmlformats-officedocument.presentationml.slideLayout+xml"/>
  <Override PartName="/ppt/slideLayouts/slideLayout278.xml" ContentType="application/vnd.openxmlformats-officedocument.presentationml.slideLayout+xml"/>
  <Override PartName="/ppt/slideLayouts/slideLayout279.xml" ContentType="application/vnd.openxmlformats-officedocument.presentationml.slideLayout+xml"/>
  <Override PartName="/ppt/slideLayouts/slideLayout280.xml" ContentType="application/vnd.openxmlformats-officedocument.presentationml.slideLayout+xml"/>
  <Override PartName="/ppt/slideLayouts/slideLayout281.xml" ContentType="application/vnd.openxmlformats-officedocument.presentationml.slideLayout+xml"/>
  <Override PartName="/ppt/slideLayouts/slideLayout282.xml" ContentType="application/vnd.openxmlformats-officedocument.presentationml.slideLayout+xml"/>
  <Override PartName="/ppt/slideLayouts/slideLayout283.xml" ContentType="application/vnd.openxmlformats-officedocument.presentationml.slideLayout+xml"/>
  <Override PartName="/ppt/slideLayouts/slideLayout284.xml" ContentType="application/vnd.openxmlformats-officedocument.presentationml.slideLayout+xml"/>
  <Override PartName="/ppt/slideLayouts/slideLayout285.xml" ContentType="application/vnd.openxmlformats-officedocument.presentationml.slideLayout+xml"/>
  <Override PartName="/ppt/slideLayouts/slideLayout286.xml" ContentType="application/vnd.openxmlformats-officedocument.presentationml.slideLayout+xml"/>
  <Override PartName="/ppt/slideLayouts/slideLayout287.xml" ContentType="application/vnd.openxmlformats-officedocument.presentationml.slideLayout+xml"/>
  <Override PartName="/ppt/slideLayouts/slideLayout288.xml" ContentType="application/vnd.openxmlformats-officedocument.presentationml.slideLayout+xml"/>
  <Override PartName="/ppt/slideLayouts/slideLayout289.xml" ContentType="application/vnd.openxmlformats-officedocument.presentationml.slideLayout+xml"/>
  <Override PartName="/ppt/slideLayouts/slideLayout290.xml" ContentType="application/vnd.openxmlformats-officedocument.presentationml.slideLayout+xml"/>
  <Override PartName="/ppt/slideLayouts/slideLayout291.xml" ContentType="application/vnd.openxmlformats-officedocument.presentationml.slideLayout+xml"/>
  <Override PartName="/ppt/slideLayouts/slideLayout292.xml" ContentType="application/vnd.openxmlformats-officedocument.presentationml.slideLayout+xml"/>
  <Override PartName="/ppt/slideLayouts/slideLayout293.xml" ContentType="application/vnd.openxmlformats-officedocument.presentationml.slideLayout+xml"/>
  <Override PartName="/ppt/slideLayouts/slideLayout294.xml" ContentType="application/vnd.openxmlformats-officedocument.presentationml.slideLayout+xml"/>
  <Override PartName="/ppt/slideLayouts/slideLayout295.xml" ContentType="application/vnd.openxmlformats-officedocument.presentationml.slideLayout+xml"/>
  <Override PartName="/ppt/slideLayouts/slideLayout296.xml" ContentType="application/vnd.openxmlformats-officedocument.presentationml.slideLayout+xml"/>
  <Override PartName="/ppt/slideLayouts/slideLayout297.xml" ContentType="application/vnd.openxmlformats-officedocument.presentationml.slideLayout+xml"/>
  <Override PartName="/ppt/slideLayouts/slideLayout298.xml" ContentType="application/vnd.openxmlformats-officedocument.presentationml.slideLayout+xml"/>
  <Override PartName="/ppt/slideLayouts/slideLayout299.xml" ContentType="application/vnd.openxmlformats-officedocument.presentationml.slideLayout+xml"/>
  <Override PartName="/ppt/slideLayouts/slideLayout300.xml" ContentType="application/vnd.openxmlformats-officedocument.presentationml.slideLayout+xml"/>
  <Override PartName="/ppt/slideLayouts/slideLayout301.xml" ContentType="application/vnd.openxmlformats-officedocument.presentationml.slideLayout+xml"/>
  <Override PartName="/ppt/slideLayouts/slideLayout302.xml" ContentType="application/vnd.openxmlformats-officedocument.presentationml.slideLayout+xml"/>
  <Override PartName="/ppt/slideLayouts/slideLayout303.xml" ContentType="application/vnd.openxmlformats-officedocument.presentationml.slideLayout+xml"/>
  <Override PartName="/ppt/slideLayouts/slideLayout304.xml" ContentType="application/vnd.openxmlformats-officedocument.presentationml.slideLayout+xml"/>
  <Override PartName="/ppt/slideLayouts/slideLayout305.xml" ContentType="application/vnd.openxmlformats-officedocument.presentationml.slideLayout+xml"/>
  <Override PartName="/ppt/slideLayouts/slideLayout306.xml" ContentType="application/vnd.openxmlformats-officedocument.presentationml.slideLayout+xml"/>
  <Override PartName="/ppt/slideLayouts/slideLayout307.xml" ContentType="application/vnd.openxmlformats-officedocument.presentationml.slideLayout+xml"/>
  <Override PartName="/ppt/slideLayouts/slideLayout308.xml" ContentType="application/vnd.openxmlformats-officedocument.presentationml.slideLayout+xml"/>
  <Override PartName="/ppt/slideLayouts/slideLayout309.xml" ContentType="application/vnd.openxmlformats-officedocument.presentationml.slideLayout+xml"/>
  <Override PartName="/ppt/slideLayouts/slideLayout310.xml" ContentType="application/vnd.openxmlformats-officedocument.presentationml.slideLayout+xml"/>
  <Override PartName="/ppt/slideLayouts/slideLayout311.xml" ContentType="application/vnd.openxmlformats-officedocument.presentationml.slideLayout+xml"/>
  <Override PartName="/ppt/slideLayouts/slideLayout312.xml" ContentType="application/vnd.openxmlformats-officedocument.presentationml.slideLayout+xml"/>
  <Override PartName="/ppt/slideLayouts/slideLayout313.xml" ContentType="application/vnd.openxmlformats-officedocument.presentationml.slideLayout+xml"/>
  <Override PartName="/ppt/slideLayouts/slideLayout314.xml" ContentType="application/vnd.openxmlformats-officedocument.presentationml.slideLayout+xml"/>
  <Override PartName="/ppt/slideLayouts/slideLayout315.xml" ContentType="application/vnd.openxmlformats-officedocument.presentationml.slideLayout+xml"/>
  <Override PartName="/ppt/slideLayouts/slideLayout316.xml" ContentType="application/vnd.openxmlformats-officedocument.presentationml.slideLayout+xml"/>
  <Override PartName="/ppt/slideLayouts/slideLayout317.xml" ContentType="application/vnd.openxmlformats-officedocument.presentationml.slideLayout+xml"/>
  <Override PartName="/ppt/slideLayouts/slideLayout318.xml" ContentType="application/vnd.openxmlformats-officedocument.presentationml.slideLayout+xml"/>
  <Override PartName="/ppt/slideLayouts/slideLayout319.xml" ContentType="application/vnd.openxmlformats-officedocument.presentationml.slideLayout+xml"/>
  <Override PartName="/ppt/slideLayouts/slideLayout320.xml" ContentType="application/vnd.openxmlformats-officedocument.presentationml.slideLayout+xml"/>
  <Override PartName="/ppt/slideLayouts/slideLayout321.xml" ContentType="application/vnd.openxmlformats-officedocument.presentationml.slideLayout+xml"/>
  <Override PartName="/ppt/slideLayouts/slideLayout322.xml" ContentType="application/vnd.openxmlformats-officedocument.presentationml.slideLayout+xml"/>
  <Override PartName="/ppt/slideLayouts/slideLayout323.xml" ContentType="application/vnd.openxmlformats-officedocument.presentationml.slideLayout+xml"/>
  <Override PartName="/ppt/slideLayouts/slideLayout324.xml" ContentType="application/vnd.openxmlformats-officedocument.presentationml.slideLayout+xml"/>
  <Override PartName="/ppt/slideLayouts/slideLayout325.xml" ContentType="application/vnd.openxmlformats-officedocument.presentationml.slideLayout+xml"/>
  <Override PartName="/ppt/slideLayouts/slideLayout326.xml" ContentType="application/vnd.openxmlformats-officedocument.presentationml.slideLayout+xml"/>
  <Override PartName="/ppt/slideLayouts/slideLayout327.xml" ContentType="application/vnd.openxmlformats-officedocument.presentationml.slideLayout+xml"/>
  <Override PartName="/ppt/theme/theme8.xml" ContentType="application/vnd.openxmlformats-officedocument.theme+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heme/theme9.xml" ContentType="application/vnd.openxmlformats-officedocument.theme+xml"/>
  <Override PartName="/ppt/theme/theme10.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7" Type="http://schemas.microsoft.com/office/2020/02/relationships/classificationlabels" Target="docMetadata/LabelInfo.xml"/><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4118" r:id="rId4"/>
    <p:sldMasterId id="2147484353" r:id="rId5"/>
    <p:sldMasterId id="2147484454" r:id="rId6"/>
    <p:sldMasterId id="2147484475" r:id="rId7"/>
    <p:sldMasterId id="2147485060" r:id="rId8"/>
    <p:sldMasterId id="2147485069" r:id="rId9"/>
    <p:sldMasterId id="2147485145" r:id="rId10"/>
    <p:sldMasterId id="2147485205" r:id="rId11"/>
  </p:sldMasterIdLst>
  <p:notesMasterIdLst>
    <p:notesMasterId r:id="rId41"/>
  </p:notesMasterIdLst>
  <p:handoutMasterIdLst>
    <p:handoutMasterId r:id="rId42"/>
  </p:handoutMasterIdLst>
  <p:sldIdLst>
    <p:sldId id="2147471933" r:id="rId12"/>
    <p:sldId id="7778" r:id="rId13"/>
    <p:sldId id="258" r:id="rId14"/>
    <p:sldId id="285" r:id="rId15"/>
    <p:sldId id="295" r:id="rId16"/>
    <p:sldId id="290" r:id="rId17"/>
    <p:sldId id="276" r:id="rId18"/>
    <p:sldId id="296" r:id="rId19"/>
    <p:sldId id="2147483636" r:id="rId20"/>
    <p:sldId id="269" r:id="rId21"/>
    <p:sldId id="297" r:id="rId22"/>
    <p:sldId id="2147477786" r:id="rId23"/>
    <p:sldId id="2147483646" r:id="rId24"/>
    <p:sldId id="2147482957" r:id="rId25"/>
    <p:sldId id="2147480486" r:id="rId26"/>
    <p:sldId id="292" r:id="rId27"/>
    <p:sldId id="538" r:id="rId28"/>
    <p:sldId id="536" r:id="rId29"/>
    <p:sldId id="300" r:id="rId30"/>
    <p:sldId id="301" r:id="rId31"/>
    <p:sldId id="302" r:id="rId32"/>
    <p:sldId id="303" r:id="rId33"/>
    <p:sldId id="2147483640" r:id="rId34"/>
    <p:sldId id="2147483641" r:id="rId35"/>
    <p:sldId id="304" r:id="rId36"/>
    <p:sldId id="307" r:id="rId37"/>
    <p:sldId id="283" r:id="rId38"/>
    <p:sldId id="306" r:id="rId39"/>
    <p:sldId id="2147483551" r:id="rId40"/>
  </p:sldIdLst>
  <p:sldSz cx="12192000" cy="6858000"/>
  <p:notesSz cx="9601200" cy="15087600"/>
  <p:custDataLst>
    <p:tags r:id="rId43"/>
  </p:custDataLst>
  <p:defaultText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432" userDrawn="1">
          <p15:clr>
            <a:srgbClr val="A4A3A4"/>
          </p15:clr>
        </p15:guide>
        <p15:guide id="2" pos="384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A9D6DC0D-6D1E-5BA7-D5D0-5228B407E9DD}" name="Gehrmann, Philipp" initials="GP" userId="S::philipp.gehrmann@capgemini.com::756296fd-0450-408f-9e12-fb1899ab0bec" providerId="AD"/>
  <p188:author id="{D5577A37-2970-896C-1586-4B18FD66D658}" name="Drohmann, Alexander Patrick" initials="AD" userId="S::alexander-patrick.drohmann@capgemini.com::c0b63085-9236-4e6b-951d-0c1b99ddaf23" providerId="AD"/>
  <p188:author id="{7AEE003A-6991-31BA-EEB7-136808EF5932}" name="AGARD, Anne-Flore" initials="" userId="S::anne-flore.agard@capgemini.com::b76d9cdc-e636-4c17-82fd-99d204edd461" providerId="AD"/>
  <p188:author id="{46906A3F-9E2C-3328-2658-C44943FD7E14}" name="Dadrasnia Nouri, Ehsan" initials="DNE" userId="S::ehsan.dadrasnia-nouri@capgemini.com::5024204a-650a-43d6-9a1a-7ad1cc2557c3" providerId="AD"/>
  <p188:author id="{F66FDA75-80C7-9F04-03AA-A28F4D38854B}" name="Atulkumar, Shah Parth" initials="SA" userId="S::shah-parth.atulkumar@capgemini.com::0fe34b7c-4b4b-47d5-b8e4-ccf4deb0bb0e" providerId="AD"/>
  <p188:author id="{50BF8697-9C5A-4D6A-412D-780219A2CD51}" name="Dinde, Prakash" initials="PD" userId="S::prakash-makarand.dinde@capgemini.com::7f47c879-666e-4b6f-8d89-89d71c3006a4" providerId="AD"/>
  <p188:author id="{1E36E1BE-B942-2489-F61A-A30FE3FEEE20}" name="MARTEL, Yannick" initials="MY" userId="S::yannick.martel@capgemini.com::8f06d204-5cc0-4fb5-a001-f483a16a4872" providerId="AD"/>
  <p188:author id="{B5DBA3C4-3DAA-8950-5E60-0723A7098356}" name="Gupta, Himanshu Vinod" initials="HG" userId="S::himanshu-vinod.gupta@capgemini.com::2a50b46c-199b-4b51-af43-aee3533e3670" providerId="AD"/>
  <p188:author id="{995347C5-FF19-83BD-B5AA-53E8FD8EFF46}" name="Ewald, Thilo" initials="ET" userId="S::thilo.ewald@capgemini.com::d786413d-4fde-43b9-ba73-1b4beb8335b3" providerId="AD"/>
  <p188:author id="{808B90CA-EFF0-EFAB-0F4C-459D5A0B6EB6}" name="Shivarajan, Nilesh" initials="NS" userId="S::nilesh.shivarajan@capgemini.com::c26e7a95-5581-457b-ad66-92525fb48378" providerId="AD"/>
  <p188:author id="{0B0145CE-706B-7CD9-4D78-EDA692C33230}" name="Joshi, Amit" initials="AJ" userId="S::amit.a.joshi@capgemini.com::81515d6e-bbc6-42b0-a870-581130595a28" providerId="AD"/>
  <p188:author id="{8C002DDE-1634-C079-5472-FFDB85495158}" name="Wedge, William" initials="WW" userId="S::william.wedge@capgemini.com::7f5db250-1b08-4c2b-9158-942d70585992" providerId="AD"/>
  <p188:author id="{764D49ED-6C59-8721-5800-8399383DCCF4}" name="Chakraborty, Srishti" initials="SC" userId="S::srishti.chakraborty@capgemini.com::7b9f2904-b2c3-4a7a-b76a-cde4499c06cd" providerId="AD"/>
  <p188:author id="{5EAE71F0-EE3C-F564-D2DA-38520027A849}" name="Patil, Sayli" initials="SP" userId="S::sayli.s.patil@capgemini.com::38f00081-9ce8-4d0d-8f7a-2509a6507bca" providerId="AD"/>
  <p188:author id="{57E91DFE-4413-91AA-C91F-2608094B39A4}" name="Venugopal, Balaji" initials="BV" userId="S::balaji.venugopal@capgemini.com::55d98592-c461-486d-a6c8-e0791d2c15d9"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4" name="Author" initials="A" lastIdx="0" clrIdx="3"/>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1D2959"/>
    <a:srgbClr val="B5F9FF"/>
    <a:srgbClr val="12ABDB"/>
    <a:srgbClr val="349CFF"/>
    <a:srgbClr val="1983A9"/>
    <a:srgbClr val="57CF80"/>
    <a:srgbClr val="46C6F4"/>
    <a:srgbClr val="120940"/>
    <a:srgbClr val="272936"/>
    <a:srgbClr val="C99A0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4660"/>
  </p:normalViewPr>
  <p:slideViewPr>
    <p:cSldViewPr snapToGrid="0">
      <p:cViewPr varScale="1">
        <p:scale>
          <a:sx n="111" d="100"/>
          <a:sy n="111" d="100"/>
        </p:scale>
        <p:origin x="558" y="96"/>
      </p:cViewPr>
      <p:guideLst>
        <p:guide orient="horz" pos="2432"/>
        <p:guide pos="3840"/>
      </p:guideLst>
    </p:cSldViewPr>
  </p:slideViewPr>
  <p:notesTextViewPr>
    <p:cViewPr>
      <p:scale>
        <a:sx n="1" d="1"/>
        <a:sy n="1" d="1"/>
      </p:scale>
      <p:origin x="0" y="0"/>
    </p:cViewPr>
  </p:notesTextViewPr>
  <p:sorterViewPr>
    <p:cViewPr>
      <p:scale>
        <a:sx n="100" d="100"/>
        <a:sy n="100" d="100"/>
      </p:scale>
      <p:origin x="0" y="-28944"/>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2.xml"/><Relationship Id="rId18" Type="http://schemas.openxmlformats.org/officeDocument/2006/relationships/slide" Target="slides/slide7.xml"/><Relationship Id="rId26" Type="http://schemas.openxmlformats.org/officeDocument/2006/relationships/slide" Target="slides/slide15.xml"/><Relationship Id="rId39" Type="http://schemas.openxmlformats.org/officeDocument/2006/relationships/slide" Target="slides/slide28.xml"/><Relationship Id="rId21" Type="http://schemas.openxmlformats.org/officeDocument/2006/relationships/slide" Target="slides/slide10.xml"/><Relationship Id="rId34" Type="http://schemas.openxmlformats.org/officeDocument/2006/relationships/slide" Target="slides/slide23.xml"/><Relationship Id="rId42" Type="http://schemas.openxmlformats.org/officeDocument/2006/relationships/handoutMaster" Target="handoutMasters/handoutMaster1.xml"/><Relationship Id="rId47" Type="http://schemas.openxmlformats.org/officeDocument/2006/relationships/theme" Target="theme/theme1.xml"/><Relationship Id="rId50" Type="http://schemas.microsoft.com/office/2018/10/relationships/authors" Target="authors.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5.xml"/><Relationship Id="rId29" Type="http://schemas.openxmlformats.org/officeDocument/2006/relationships/slide" Target="slides/slide18.xml"/><Relationship Id="rId11" Type="http://schemas.openxmlformats.org/officeDocument/2006/relationships/slideMaster" Target="slideMasters/slideMaster8.xml"/><Relationship Id="rId24" Type="http://schemas.openxmlformats.org/officeDocument/2006/relationships/slide" Target="slides/slide13.xml"/><Relationship Id="rId32" Type="http://schemas.openxmlformats.org/officeDocument/2006/relationships/slide" Target="slides/slide21.xml"/><Relationship Id="rId37" Type="http://schemas.openxmlformats.org/officeDocument/2006/relationships/slide" Target="slides/slide26.xml"/><Relationship Id="rId40" Type="http://schemas.openxmlformats.org/officeDocument/2006/relationships/slide" Target="slides/slide29.xml"/><Relationship Id="rId45" Type="http://schemas.openxmlformats.org/officeDocument/2006/relationships/presProps" Target="presProps.xml"/><Relationship Id="rId5" Type="http://schemas.openxmlformats.org/officeDocument/2006/relationships/slideMaster" Target="slideMasters/slideMaster2.xml"/><Relationship Id="rId15" Type="http://schemas.openxmlformats.org/officeDocument/2006/relationships/slide" Target="slides/slide4.xml"/><Relationship Id="rId23" Type="http://schemas.openxmlformats.org/officeDocument/2006/relationships/slide" Target="slides/slide12.xml"/><Relationship Id="rId28" Type="http://schemas.openxmlformats.org/officeDocument/2006/relationships/slide" Target="slides/slide17.xml"/><Relationship Id="rId36" Type="http://schemas.openxmlformats.org/officeDocument/2006/relationships/slide" Target="slides/slide25.xml"/><Relationship Id="rId49" Type="http://schemas.microsoft.com/office/2016/11/relationships/changesInfo" Target="changesInfos/changesInfo1.xml"/><Relationship Id="rId10" Type="http://schemas.openxmlformats.org/officeDocument/2006/relationships/slideMaster" Target="slideMasters/slideMaster7.xml"/><Relationship Id="rId19" Type="http://schemas.openxmlformats.org/officeDocument/2006/relationships/slide" Target="slides/slide8.xml"/><Relationship Id="rId31" Type="http://schemas.openxmlformats.org/officeDocument/2006/relationships/slide" Target="slides/slide20.xml"/><Relationship Id="rId44"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 Target="slides/slide3.xml"/><Relationship Id="rId22" Type="http://schemas.openxmlformats.org/officeDocument/2006/relationships/slide" Target="slides/slide11.xml"/><Relationship Id="rId27" Type="http://schemas.openxmlformats.org/officeDocument/2006/relationships/slide" Target="slides/slide16.xml"/><Relationship Id="rId30" Type="http://schemas.openxmlformats.org/officeDocument/2006/relationships/slide" Target="slides/slide19.xml"/><Relationship Id="rId35" Type="http://schemas.openxmlformats.org/officeDocument/2006/relationships/slide" Target="slides/slide24.xml"/><Relationship Id="rId43" Type="http://schemas.openxmlformats.org/officeDocument/2006/relationships/tags" Target="tags/tag1.xml"/><Relationship Id="rId48" Type="http://schemas.openxmlformats.org/officeDocument/2006/relationships/tableStyles" Target="tableStyles.xml"/><Relationship Id="rId8" Type="http://schemas.openxmlformats.org/officeDocument/2006/relationships/slideMaster" Target="slideMasters/slideMaster5.xml"/><Relationship Id="rId3" Type="http://schemas.openxmlformats.org/officeDocument/2006/relationships/customXml" Target="../customXml/item3.xml"/><Relationship Id="rId12" Type="http://schemas.openxmlformats.org/officeDocument/2006/relationships/slide" Target="slides/slide1.xml"/><Relationship Id="rId17" Type="http://schemas.openxmlformats.org/officeDocument/2006/relationships/slide" Target="slides/slide6.xml"/><Relationship Id="rId25" Type="http://schemas.openxmlformats.org/officeDocument/2006/relationships/slide" Target="slides/slide14.xml"/><Relationship Id="rId33" Type="http://schemas.openxmlformats.org/officeDocument/2006/relationships/slide" Target="slides/slide22.xml"/><Relationship Id="rId38" Type="http://schemas.openxmlformats.org/officeDocument/2006/relationships/slide" Target="slides/slide27.xml"/><Relationship Id="rId46" Type="http://schemas.openxmlformats.org/officeDocument/2006/relationships/viewProps" Target="viewProps.xml"/><Relationship Id="rId20" Type="http://schemas.openxmlformats.org/officeDocument/2006/relationships/slide" Target="slides/slide9.xml"/><Relationship Id="rId41"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Master" Target="slideMasters/slideMaster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obinson, Matthew" userId="f5d7fa19-be39-4aa6-9516-a3007b56eece" providerId="ADAL" clId="{9B1B578D-3D45-4F27-9A0C-761ED4A8D122}"/>
    <pc:docChg chg="modSld sldOrd">
      <pc:chgData name="Robinson, Matthew" userId="f5d7fa19-be39-4aa6-9516-a3007b56eece" providerId="ADAL" clId="{9B1B578D-3D45-4F27-9A0C-761ED4A8D122}" dt="2026-03-02T15:24:11.543" v="10" actId="20577"/>
      <pc:docMkLst>
        <pc:docMk/>
      </pc:docMkLst>
      <pc:sldChg chg="modSp mod ord">
        <pc:chgData name="Robinson, Matthew" userId="f5d7fa19-be39-4aa6-9516-a3007b56eece" providerId="ADAL" clId="{9B1B578D-3D45-4F27-9A0C-761ED4A8D122}" dt="2026-03-02T15:24:11.543" v="10" actId="20577"/>
        <pc:sldMkLst>
          <pc:docMk/>
          <pc:sldMk cId="1883247945" sldId="280"/>
        </pc:sldMkLst>
        <pc:spChg chg="mod">
          <ac:chgData name="Robinson, Matthew" userId="f5d7fa19-be39-4aa6-9516-a3007b56eece" providerId="ADAL" clId="{9B1B578D-3D45-4F27-9A0C-761ED4A8D122}" dt="2026-03-02T15:24:11.543" v="10" actId="20577"/>
          <ac:spMkLst>
            <pc:docMk/>
            <pc:sldMk cId="1883247945" sldId="280"/>
            <ac:spMk id="14" creationId="{131F6141-9D9E-16F7-7A9A-C1F6B145EB84}"/>
          </ac:spMkLst>
        </pc:spChg>
      </pc:sldChg>
    </pc:docChg>
  </pc:docChgLst>
  <pc:docChgLst>
    <pc:chgData name="Venugopal, Balaji" userId="55d98592-c461-486d-a6c8-e0791d2c15d9" providerId="ADAL" clId="{2BEBB850-0CF3-4697-9984-B816B78CBE50}"/>
    <pc:docChg chg="undo custSel modSld">
      <pc:chgData name="Venugopal, Balaji" userId="55d98592-c461-486d-a6c8-e0791d2c15d9" providerId="ADAL" clId="{2BEBB850-0CF3-4697-9984-B816B78CBE50}" dt="2026-03-02T08:27:27.824" v="1566" actId="20577"/>
      <pc:docMkLst>
        <pc:docMk/>
      </pc:docMkLst>
      <pc:sldChg chg="addSp delSp modSp mod">
        <pc:chgData name="Venugopal, Balaji" userId="55d98592-c461-486d-a6c8-e0791d2c15d9" providerId="ADAL" clId="{2BEBB850-0CF3-4697-9984-B816B78CBE50}" dt="2026-03-02T07:11:24.237" v="494" actId="20577"/>
        <pc:sldMkLst>
          <pc:docMk/>
          <pc:sldMk cId="3441025785" sldId="262"/>
        </pc:sldMkLst>
        <pc:spChg chg="add mod">
          <ac:chgData name="Venugopal, Balaji" userId="55d98592-c461-486d-a6c8-e0791d2c15d9" providerId="ADAL" clId="{2BEBB850-0CF3-4697-9984-B816B78CBE50}" dt="2026-03-02T07:11:24.237" v="494" actId="20577"/>
          <ac:spMkLst>
            <pc:docMk/>
            <pc:sldMk cId="3441025785" sldId="262"/>
            <ac:spMk id="12" creationId="{D00C51D7-91E8-77E7-AF53-42C848C0AF76}"/>
          </ac:spMkLst>
        </pc:spChg>
        <pc:spChg chg="add mod">
          <ac:chgData name="Venugopal, Balaji" userId="55d98592-c461-486d-a6c8-e0791d2c15d9" providerId="ADAL" clId="{2BEBB850-0CF3-4697-9984-B816B78CBE50}" dt="2026-03-02T07:03:10.419" v="320" actId="1076"/>
          <ac:spMkLst>
            <pc:docMk/>
            <pc:sldMk cId="3441025785" sldId="262"/>
            <ac:spMk id="17" creationId="{3519E6F2-D2E2-5EEA-4E73-D97F0257997C}"/>
          </ac:spMkLst>
        </pc:spChg>
        <pc:spChg chg="add mod">
          <ac:chgData name="Venugopal, Balaji" userId="55d98592-c461-486d-a6c8-e0791d2c15d9" providerId="ADAL" clId="{2BEBB850-0CF3-4697-9984-B816B78CBE50}" dt="2026-03-02T07:06:08.597" v="384" actId="1036"/>
          <ac:spMkLst>
            <pc:docMk/>
            <pc:sldMk cId="3441025785" sldId="262"/>
            <ac:spMk id="19" creationId="{E68CB580-0701-E7CC-4EA2-2BDA0C0F9C97}"/>
          </ac:spMkLst>
        </pc:spChg>
        <pc:graphicFrameChg chg="add mod modGraphic">
          <ac:chgData name="Venugopal, Balaji" userId="55d98592-c461-486d-a6c8-e0791d2c15d9" providerId="ADAL" clId="{2BEBB850-0CF3-4697-9984-B816B78CBE50}" dt="2026-03-02T07:07:50.076" v="429" actId="20577"/>
          <ac:graphicFrameMkLst>
            <pc:docMk/>
            <pc:sldMk cId="3441025785" sldId="262"/>
            <ac:graphicFrameMk id="13" creationId="{F8EB1A80-6F32-EA53-5E85-B76C64BE0D72}"/>
          </ac:graphicFrameMkLst>
        </pc:graphicFrameChg>
        <pc:graphicFrameChg chg="add mod modGraphic">
          <ac:chgData name="Venugopal, Balaji" userId="55d98592-c461-486d-a6c8-e0791d2c15d9" providerId="ADAL" clId="{2BEBB850-0CF3-4697-9984-B816B78CBE50}" dt="2026-03-02T07:08:33.987" v="441" actId="572"/>
          <ac:graphicFrameMkLst>
            <pc:docMk/>
            <pc:sldMk cId="3441025785" sldId="262"/>
            <ac:graphicFrameMk id="14" creationId="{C904DFC3-B4E6-38CC-1B12-4B09E0E192EB}"/>
          </ac:graphicFrameMkLst>
        </pc:graphicFrameChg>
      </pc:sldChg>
      <pc:sldChg chg="addSp delSp modSp mod">
        <pc:chgData name="Venugopal, Balaji" userId="55d98592-c461-486d-a6c8-e0791d2c15d9" providerId="ADAL" clId="{2BEBB850-0CF3-4697-9984-B816B78CBE50}" dt="2026-03-02T08:27:27.824" v="1566" actId="20577"/>
        <pc:sldMkLst>
          <pc:docMk/>
          <pc:sldMk cId="3999605558" sldId="283"/>
        </pc:sldMkLst>
        <pc:graphicFrameChg chg="mod modGraphic">
          <ac:chgData name="Venugopal, Balaji" userId="55d98592-c461-486d-a6c8-e0791d2c15d9" providerId="ADAL" clId="{2BEBB850-0CF3-4697-9984-B816B78CBE50}" dt="2026-03-02T08:27:27.824" v="1566" actId="20577"/>
          <ac:graphicFrameMkLst>
            <pc:docMk/>
            <pc:sldMk cId="3999605558" sldId="283"/>
            <ac:graphicFrameMk id="5" creationId="{3E0444C0-D6D1-C59D-3174-1683CB0CAA93}"/>
          </ac:graphicFrameMkLst>
        </pc:graphicFrameChg>
      </pc:sldChg>
      <pc:sldChg chg="addSp delSp modSp mod">
        <pc:chgData name="Venugopal, Balaji" userId="55d98592-c461-486d-a6c8-e0791d2c15d9" providerId="ADAL" clId="{2BEBB850-0CF3-4697-9984-B816B78CBE50}" dt="2026-03-02T08:11:12.618" v="975" actId="14100"/>
        <pc:sldMkLst>
          <pc:docMk/>
          <pc:sldMk cId="4100201483" sldId="536"/>
        </pc:sldMkLst>
        <pc:spChg chg="mod topLvl">
          <ac:chgData name="Venugopal, Balaji" userId="55d98592-c461-486d-a6c8-e0791d2c15d9" providerId="ADAL" clId="{2BEBB850-0CF3-4697-9984-B816B78CBE50}" dt="2026-03-02T08:09:21.830" v="972" actId="1035"/>
          <ac:spMkLst>
            <pc:docMk/>
            <pc:sldMk cId="4100201483" sldId="536"/>
            <ac:spMk id="15" creationId="{00000000-0000-0000-0000-000000000000}"/>
          </ac:spMkLst>
        </pc:spChg>
        <pc:spChg chg="mod topLvl">
          <ac:chgData name="Venugopal, Balaji" userId="55d98592-c461-486d-a6c8-e0791d2c15d9" providerId="ADAL" clId="{2BEBB850-0CF3-4697-9984-B816B78CBE50}" dt="2026-03-02T08:04:32.230" v="955" actId="20577"/>
          <ac:spMkLst>
            <pc:docMk/>
            <pc:sldMk cId="4100201483" sldId="536"/>
            <ac:spMk id="16" creationId="{00000000-0000-0000-0000-000000000000}"/>
          </ac:spMkLst>
        </pc:spChg>
        <pc:spChg chg="mod">
          <ac:chgData name="Venugopal, Balaji" userId="55d98592-c461-486d-a6c8-e0791d2c15d9" providerId="ADAL" clId="{2BEBB850-0CF3-4697-9984-B816B78CBE50}" dt="2026-03-02T08:00:55.363" v="802"/>
          <ac:spMkLst>
            <pc:docMk/>
            <pc:sldMk cId="4100201483" sldId="536"/>
            <ac:spMk id="23" creationId="{00000000-0000-0000-0000-000000000000}"/>
          </ac:spMkLst>
        </pc:spChg>
        <pc:spChg chg="mod">
          <ac:chgData name="Venugopal, Balaji" userId="55d98592-c461-486d-a6c8-e0791d2c15d9" providerId="ADAL" clId="{2BEBB850-0CF3-4697-9984-B816B78CBE50}" dt="2026-03-02T08:01:17.738" v="824" actId="108"/>
          <ac:spMkLst>
            <pc:docMk/>
            <pc:sldMk cId="4100201483" sldId="536"/>
            <ac:spMk id="24" creationId="{00000000-0000-0000-0000-000000000000}"/>
          </ac:spMkLst>
        </pc:spChg>
        <pc:spChg chg="mod">
          <ac:chgData name="Venugopal, Balaji" userId="55d98592-c461-486d-a6c8-e0791d2c15d9" providerId="ADAL" clId="{2BEBB850-0CF3-4697-9984-B816B78CBE50}" dt="2026-03-02T07:59:26.770" v="750" actId="1076"/>
          <ac:spMkLst>
            <pc:docMk/>
            <pc:sldMk cId="4100201483" sldId="536"/>
            <ac:spMk id="36" creationId="{00000000-0000-0000-0000-000000000000}"/>
          </ac:spMkLst>
        </pc:spChg>
        <pc:spChg chg="mod">
          <ac:chgData name="Venugopal, Balaji" userId="55d98592-c461-486d-a6c8-e0791d2c15d9" providerId="ADAL" clId="{2BEBB850-0CF3-4697-9984-B816B78CBE50}" dt="2026-03-02T07:59:26.770" v="750" actId="1076"/>
          <ac:spMkLst>
            <pc:docMk/>
            <pc:sldMk cId="4100201483" sldId="536"/>
            <ac:spMk id="37" creationId="{00000000-0000-0000-0000-000000000000}"/>
          </ac:spMkLst>
        </pc:spChg>
        <pc:spChg chg="mod">
          <ac:chgData name="Venugopal, Balaji" userId="55d98592-c461-486d-a6c8-e0791d2c15d9" providerId="ADAL" clId="{2BEBB850-0CF3-4697-9984-B816B78CBE50}" dt="2026-03-02T08:11:12.618" v="975" actId="14100"/>
          <ac:spMkLst>
            <pc:docMk/>
            <pc:sldMk cId="4100201483" sldId="536"/>
            <ac:spMk id="50" creationId="{00000000-0000-0000-0000-000000000000}"/>
          </ac:spMkLst>
        </pc:spChg>
        <pc:spChg chg="mod">
          <ac:chgData name="Venugopal, Balaji" userId="55d98592-c461-486d-a6c8-e0791d2c15d9" providerId="ADAL" clId="{2BEBB850-0CF3-4697-9984-B816B78CBE50}" dt="2026-03-02T08:11:12.618" v="975" actId="14100"/>
          <ac:spMkLst>
            <pc:docMk/>
            <pc:sldMk cId="4100201483" sldId="536"/>
            <ac:spMk id="51" creationId="{00000000-0000-0000-0000-000000000000}"/>
          </ac:spMkLst>
        </pc:spChg>
        <pc:grpChg chg="mod">
          <ac:chgData name="Venugopal, Balaji" userId="55d98592-c461-486d-a6c8-e0791d2c15d9" providerId="ADAL" clId="{2BEBB850-0CF3-4697-9984-B816B78CBE50}" dt="2026-03-02T08:00:55.363" v="802"/>
          <ac:grpSpMkLst>
            <pc:docMk/>
            <pc:sldMk cId="4100201483" sldId="536"/>
            <ac:grpSpMk id="22" creationId="{00000000-0000-0000-0000-000000000000}"/>
          </ac:grpSpMkLst>
        </pc:grpChg>
        <pc:grpChg chg="mod">
          <ac:chgData name="Venugopal, Balaji" userId="55d98592-c461-486d-a6c8-e0791d2c15d9" providerId="ADAL" clId="{2BEBB850-0CF3-4697-9984-B816B78CBE50}" dt="2026-03-02T08:11:12.618" v="975" actId="14100"/>
          <ac:grpSpMkLst>
            <pc:docMk/>
            <pc:sldMk cId="4100201483" sldId="536"/>
            <ac:grpSpMk id="48" creationId="{00000000-0000-0000-0000-000000000000}"/>
          </ac:grpSpMkLst>
        </pc:grpChg>
        <pc:picChg chg="mod">
          <ac:chgData name="Venugopal, Balaji" userId="55d98592-c461-486d-a6c8-e0791d2c15d9" providerId="ADAL" clId="{2BEBB850-0CF3-4697-9984-B816B78CBE50}" dt="2026-03-02T08:11:12.618" v="975" actId="14100"/>
          <ac:picMkLst>
            <pc:docMk/>
            <pc:sldMk cId="4100201483" sldId="536"/>
            <ac:picMk id="49" creationId="{00000000-0000-0000-0000-000000000000}"/>
          </ac:picMkLst>
        </pc:picChg>
        <pc:picChg chg="add mod">
          <ac:chgData name="Venugopal, Balaji" userId="55d98592-c461-486d-a6c8-e0791d2c15d9" providerId="ADAL" clId="{2BEBB850-0CF3-4697-9984-B816B78CBE50}" dt="2026-03-02T08:09:29.072" v="974" actId="14100"/>
          <ac:picMkLst>
            <pc:docMk/>
            <pc:sldMk cId="4100201483" sldId="536"/>
            <ac:picMk id="56" creationId="{A05B3127-142B-2984-7D2A-8065BA23C0D5}"/>
          </ac:picMkLst>
        </pc:picChg>
      </pc:sldChg>
      <pc:sldChg chg="addSp delSp modSp mod">
        <pc:chgData name="Venugopal, Balaji" userId="55d98592-c461-486d-a6c8-e0791d2c15d9" providerId="ADAL" clId="{2BEBB850-0CF3-4697-9984-B816B78CBE50}" dt="2026-03-02T08:02:16.684" v="832" actId="478"/>
        <pc:sldMkLst>
          <pc:docMk/>
          <pc:sldMk cId="1792707872" sldId="538"/>
        </pc:sldMkLst>
        <pc:spChg chg="mod">
          <ac:chgData name="Venugopal, Balaji" userId="55d98592-c461-486d-a6c8-e0791d2c15d9" providerId="ADAL" clId="{2BEBB850-0CF3-4697-9984-B816B78CBE50}" dt="2026-03-02T07:54:52.329" v="509" actId="1076"/>
          <ac:spMkLst>
            <pc:docMk/>
            <pc:sldMk cId="1792707872" sldId="538"/>
            <ac:spMk id="19" creationId="{00000000-0000-0000-0000-000000000000}"/>
          </ac:spMkLst>
        </pc:spChg>
        <pc:spChg chg="mod">
          <ac:chgData name="Venugopal, Balaji" userId="55d98592-c461-486d-a6c8-e0791d2c15d9" providerId="ADAL" clId="{2BEBB850-0CF3-4697-9984-B816B78CBE50}" dt="2026-03-02T07:54:52.329" v="509" actId="1076"/>
          <ac:spMkLst>
            <pc:docMk/>
            <pc:sldMk cId="1792707872" sldId="538"/>
            <ac:spMk id="21" creationId="{00000000-0000-0000-0000-000000000000}"/>
          </ac:spMkLst>
        </pc:spChg>
        <pc:spChg chg="mod">
          <ac:chgData name="Venugopal, Balaji" userId="55d98592-c461-486d-a6c8-e0791d2c15d9" providerId="ADAL" clId="{2BEBB850-0CF3-4697-9984-B816B78CBE50}" dt="2026-03-02T07:54:52.329" v="509" actId="1076"/>
          <ac:spMkLst>
            <pc:docMk/>
            <pc:sldMk cId="1792707872" sldId="538"/>
            <ac:spMk id="23" creationId="{00000000-0000-0000-0000-000000000000}"/>
          </ac:spMkLst>
        </pc:spChg>
        <pc:spChg chg="mod">
          <ac:chgData name="Venugopal, Balaji" userId="55d98592-c461-486d-a6c8-e0791d2c15d9" providerId="ADAL" clId="{2BEBB850-0CF3-4697-9984-B816B78CBE50}" dt="2026-03-02T07:54:52.329" v="509" actId="1076"/>
          <ac:spMkLst>
            <pc:docMk/>
            <pc:sldMk cId="1792707872" sldId="538"/>
            <ac:spMk id="25" creationId="{00000000-0000-0000-0000-000000000000}"/>
          </ac:spMkLst>
        </pc:spChg>
        <pc:spChg chg="mod">
          <ac:chgData name="Venugopal, Balaji" userId="55d98592-c461-486d-a6c8-e0791d2c15d9" providerId="ADAL" clId="{2BEBB850-0CF3-4697-9984-B816B78CBE50}" dt="2026-03-02T07:58:05.349" v="724" actId="1037"/>
          <ac:spMkLst>
            <pc:docMk/>
            <pc:sldMk cId="1792707872" sldId="538"/>
            <ac:spMk id="35" creationId="{00000000-0000-0000-0000-000000000000}"/>
          </ac:spMkLst>
        </pc:spChg>
        <pc:spChg chg="mod">
          <ac:chgData name="Venugopal, Balaji" userId="55d98592-c461-486d-a6c8-e0791d2c15d9" providerId="ADAL" clId="{2BEBB850-0CF3-4697-9984-B816B78CBE50}" dt="2026-03-02T07:58:05.349" v="724" actId="1037"/>
          <ac:spMkLst>
            <pc:docMk/>
            <pc:sldMk cId="1792707872" sldId="538"/>
            <ac:spMk id="36" creationId="{00000000-0000-0000-0000-000000000000}"/>
          </ac:spMkLst>
        </pc:spChg>
        <pc:spChg chg="mod">
          <ac:chgData name="Venugopal, Balaji" userId="55d98592-c461-486d-a6c8-e0791d2c15d9" providerId="ADAL" clId="{2BEBB850-0CF3-4697-9984-B816B78CBE50}" dt="2026-03-02T07:58:05.349" v="724" actId="1037"/>
          <ac:spMkLst>
            <pc:docMk/>
            <pc:sldMk cId="1792707872" sldId="538"/>
            <ac:spMk id="39" creationId="{00000000-0000-0000-0000-000000000000}"/>
          </ac:spMkLst>
        </pc:spChg>
        <pc:spChg chg="mod">
          <ac:chgData name="Venugopal, Balaji" userId="55d98592-c461-486d-a6c8-e0791d2c15d9" providerId="ADAL" clId="{2BEBB850-0CF3-4697-9984-B816B78CBE50}" dt="2026-03-02T07:58:05.349" v="724" actId="1037"/>
          <ac:spMkLst>
            <pc:docMk/>
            <pc:sldMk cId="1792707872" sldId="538"/>
            <ac:spMk id="40" creationId="{00000000-0000-0000-0000-000000000000}"/>
          </ac:spMkLst>
        </pc:spChg>
        <pc:spChg chg="add mod">
          <ac:chgData name="Venugopal, Balaji" userId="55d98592-c461-486d-a6c8-e0791d2c15d9" providerId="ADAL" clId="{2BEBB850-0CF3-4697-9984-B816B78CBE50}" dt="2026-03-02T07:58:20.700" v="744" actId="1035"/>
          <ac:spMkLst>
            <pc:docMk/>
            <pc:sldMk cId="1792707872" sldId="538"/>
            <ac:spMk id="45" creationId="{D9EC72A4-8771-29A5-309A-156204930F3A}"/>
          </ac:spMkLst>
        </pc:spChg>
        <pc:spChg chg="add mod">
          <ac:chgData name="Venugopal, Balaji" userId="55d98592-c461-486d-a6c8-e0791d2c15d9" providerId="ADAL" clId="{2BEBB850-0CF3-4697-9984-B816B78CBE50}" dt="2026-03-02T07:58:07.465" v="729" actId="1037"/>
          <ac:spMkLst>
            <pc:docMk/>
            <pc:sldMk cId="1792707872" sldId="538"/>
            <ac:spMk id="46" creationId="{9A4EE815-D145-2184-0160-2E2FC205F408}"/>
          </ac:spMkLst>
        </pc:spChg>
        <pc:grpChg chg="mod">
          <ac:chgData name="Venugopal, Balaji" userId="55d98592-c461-486d-a6c8-e0791d2c15d9" providerId="ADAL" clId="{2BEBB850-0CF3-4697-9984-B816B78CBE50}" dt="2026-03-02T07:54:52.329" v="509" actId="1076"/>
          <ac:grpSpMkLst>
            <pc:docMk/>
            <pc:sldMk cId="1792707872" sldId="538"/>
            <ac:grpSpMk id="18" creationId="{00000000-0000-0000-0000-000000000000}"/>
          </ac:grpSpMkLst>
        </pc:grpChg>
        <pc:grpChg chg="mod">
          <ac:chgData name="Venugopal, Balaji" userId="55d98592-c461-486d-a6c8-e0791d2c15d9" providerId="ADAL" clId="{2BEBB850-0CF3-4697-9984-B816B78CBE50}" dt="2026-03-02T07:54:52.329" v="509" actId="1076"/>
          <ac:grpSpMkLst>
            <pc:docMk/>
            <pc:sldMk cId="1792707872" sldId="538"/>
            <ac:grpSpMk id="22" creationId="{00000000-0000-0000-0000-000000000000}"/>
          </ac:grpSpMkLst>
        </pc:grpChg>
        <pc:grpChg chg="mod">
          <ac:chgData name="Venugopal, Balaji" userId="55d98592-c461-486d-a6c8-e0791d2c15d9" providerId="ADAL" clId="{2BEBB850-0CF3-4697-9984-B816B78CBE50}" dt="2026-03-02T07:58:05.349" v="724" actId="1037"/>
          <ac:grpSpMkLst>
            <pc:docMk/>
            <pc:sldMk cId="1792707872" sldId="538"/>
            <ac:grpSpMk id="34" creationId="{00000000-0000-0000-0000-000000000000}"/>
          </ac:grpSpMkLst>
        </pc:grpChg>
        <pc:grpChg chg="mod">
          <ac:chgData name="Venugopal, Balaji" userId="55d98592-c461-486d-a6c8-e0791d2c15d9" providerId="ADAL" clId="{2BEBB850-0CF3-4697-9984-B816B78CBE50}" dt="2026-03-02T07:58:05.349" v="724" actId="1037"/>
          <ac:grpSpMkLst>
            <pc:docMk/>
            <pc:sldMk cId="1792707872" sldId="538"/>
            <ac:grpSpMk id="38" creationId="{00000000-0000-0000-0000-000000000000}"/>
          </ac:grpSpMkLst>
        </pc:grpChg>
        <pc:grpChg chg="add mod">
          <ac:chgData name="Venugopal, Balaji" userId="55d98592-c461-486d-a6c8-e0791d2c15d9" providerId="ADAL" clId="{2BEBB850-0CF3-4697-9984-B816B78CBE50}" dt="2026-03-02T07:58:07.465" v="729" actId="1037"/>
          <ac:grpSpMkLst>
            <pc:docMk/>
            <pc:sldMk cId="1792707872" sldId="538"/>
            <ac:grpSpMk id="47" creationId="{24563396-4F60-FBE6-33A6-8466278180A9}"/>
          </ac:grpSpMkLst>
        </pc:grpChg>
        <pc:picChg chg="mod">
          <ac:chgData name="Venugopal, Balaji" userId="55d98592-c461-486d-a6c8-e0791d2c15d9" providerId="ADAL" clId="{2BEBB850-0CF3-4697-9984-B816B78CBE50}" dt="2026-03-02T07:54:52.329" v="509" actId="1076"/>
          <ac:picMkLst>
            <pc:docMk/>
            <pc:sldMk cId="1792707872" sldId="538"/>
            <ac:picMk id="20" creationId="{00000000-0000-0000-0000-000000000000}"/>
          </ac:picMkLst>
        </pc:picChg>
        <pc:picChg chg="mod">
          <ac:chgData name="Venugopal, Balaji" userId="55d98592-c461-486d-a6c8-e0791d2c15d9" providerId="ADAL" clId="{2BEBB850-0CF3-4697-9984-B816B78CBE50}" dt="2026-03-02T07:54:52.329" v="509" actId="1076"/>
          <ac:picMkLst>
            <pc:docMk/>
            <pc:sldMk cId="1792707872" sldId="538"/>
            <ac:picMk id="24" creationId="{00000000-0000-0000-0000-000000000000}"/>
          </ac:picMkLst>
        </pc:picChg>
        <pc:picChg chg="mod">
          <ac:chgData name="Venugopal, Balaji" userId="55d98592-c461-486d-a6c8-e0791d2c15d9" providerId="ADAL" clId="{2BEBB850-0CF3-4697-9984-B816B78CBE50}" dt="2026-03-02T07:58:05.349" v="724" actId="1037"/>
          <ac:picMkLst>
            <pc:docMk/>
            <pc:sldMk cId="1792707872" sldId="538"/>
            <ac:picMk id="37" creationId="{00000000-0000-0000-0000-000000000000}"/>
          </ac:picMkLst>
        </pc:picChg>
        <pc:picChg chg="mod">
          <ac:chgData name="Venugopal, Balaji" userId="55d98592-c461-486d-a6c8-e0791d2c15d9" providerId="ADAL" clId="{2BEBB850-0CF3-4697-9984-B816B78CBE50}" dt="2026-03-02T07:58:05.349" v="724" actId="1037"/>
          <ac:picMkLst>
            <pc:docMk/>
            <pc:sldMk cId="1792707872" sldId="538"/>
            <ac:picMk id="41" creationId="{00000000-0000-0000-0000-000000000000}"/>
          </ac:picMkLst>
        </pc:picChg>
        <pc:picChg chg="add del mod topLvl">
          <ac:chgData name="Venugopal, Balaji" userId="55d98592-c461-486d-a6c8-e0791d2c15d9" providerId="ADAL" clId="{2BEBB850-0CF3-4697-9984-B816B78CBE50}" dt="2026-03-02T07:58:07.465" v="729" actId="1037"/>
          <ac:picMkLst>
            <pc:docMk/>
            <pc:sldMk cId="1792707872" sldId="538"/>
            <ac:picMk id="43" creationId="{E91F7D8C-5E12-1F55-87B5-C33646A06603}"/>
          </ac:picMkLst>
        </pc:picChg>
      </pc:sldChg>
      <pc:sldChg chg="addSp delSp modSp mod">
        <pc:chgData name="Venugopal, Balaji" userId="55d98592-c461-486d-a6c8-e0791d2c15d9" providerId="ADAL" clId="{2BEBB850-0CF3-4697-9984-B816B78CBE50}" dt="2026-03-02T08:18:36.205" v="1122" actId="1076"/>
        <pc:sldMkLst>
          <pc:docMk/>
          <pc:sldMk cId="1508187385" sldId="2147480486"/>
        </pc:sldMkLst>
      </pc:sldChg>
      <pc:sldChg chg="addSp delSp modSp mod">
        <pc:chgData name="Venugopal, Balaji" userId="55d98592-c461-486d-a6c8-e0791d2c15d9" providerId="ADAL" clId="{2BEBB850-0CF3-4697-9984-B816B78CBE50}" dt="2026-03-02T06:17:56.228" v="42" actId="552"/>
        <pc:sldMkLst>
          <pc:docMk/>
          <pc:sldMk cId="1139542921" sldId="2147482957"/>
        </pc:sldMkLst>
        <pc:spChg chg="mod">
          <ac:chgData name="Venugopal, Balaji" userId="55d98592-c461-486d-a6c8-e0791d2c15d9" providerId="ADAL" clId="{2BEBB850-0CF3-4697-9984-B816B78CBE50}" dt="2026-03-02T06:16:56.748" v="35" actId="404"/>
          <ac:spMkLst>
            <pc:docMk/>
            <pc:sldMk cId="1139542921" sldId="2147482957"/>
            <ac:spMk id="73" creationId="{AB83F725-6E4E-76CB-1C9E-32322BA2CD94}"/>
          </ac:spMkLst>
        </pc:spChg>
        <pc:spChg chg="mod">
          <ac:chgData name="Venugopal, Balaji" userId="55d98592-c461-486d-a6c8-e0791d2c15d9" providerId="ADAL" clId="{2BEBB850-0CF3-4697-9984-B816B78CBE50}" dt="2026-03-02T06:17:56.228" v="42" actId="552"/>
          <ac:spMkLst>
            <pc:docMk/>
            <pc:sldMk cId="1139542921" sldId="2147482957"/>
            <ac:spMk id="87" creationId="{DD07FDA4-33BF-0581-8269-86ACE670142B}"/>
          </ac:spMkLst>
        </pc:spChg>
        <pc:spChg chg="mod">
          <ac:chgData name="Venugopal, Balaji" userId="55d98592-c461-486d-a6c8-e0791d2c15d9" providerId="ADAL" clId="{2BEBB850-0CF3-4697-9984-B816B78CBE50}" dt="2026-03-02T06:17:56.228" v="42" actId="552"/>
          <ac:spMkLst>
            <pc:docMk/>
            <pc:sldMk cId="1139542921" sldId="2147482957"/>
            <ac:spMk id="88" creationId="{EA745EE0-9BED-6342-D95C-5A967E82E486}"/>
          </ac:spMkLst>
        </pc:spChg>
      </pc:sldChg>
    </pc:docChg>
  </pc:docChgLst>
  <pc:docChgLst>
    <pc:chgData name="T Augustin, Anup" userId="94279981-7859-4c5e-91ca-653179e5f6d0" providerId="ADAL" clId="{60A9B420-E075-42ED-B6E2-19096B3F6BBE}"/>
    <pc:docChg chg="undo custSel addSld modSld sldOrd">
      <pc:chgData name="T Augustin, Anup" userId="94279981-7859-4c5e-91ca-653179e5f6d0" providerId="ADAL" clId="{60A9B420-E075-42ED-B6E2-19096B3F6BBE}" dt="2026-03-02T13:26:43.052" v="366" actId="113"/>
      <pc:docMkLst>
        <pc:docMk/>
      </pc:docMkLst>
      <pc:sldChg chg="ord">
        <pc:chgData name="T Augustin, Anup" userId="94279981-7859-4c5e-91ca-653179e5f6d0" providerId="ADAL" clId="{60A9B420-E075-42ED-B6E2-19096B3F6BBE}" dt="2026-03-02T12:49:28.664" v="0" actId="20578"/>
        <pc:sldMkLst>
          <pc:docMk/>
          <pc:sldMk cId="616379574" sldId="258"/>
        </pc:sldMkLst>
      </pc:sldChg>
      <pc:sldChg chg="delSp modSp add mod">
        <pc:chgData name="T Augustin, Anup" userId="94279981-7859-4c5e-91ca-653179e5f6d0" providerId="ADAL" clId="{60A9B420-E075-42ED-B6E2-19096B3F6BBE}" dt="2026-03-02T13:26:43.052" v="366" actId="113"/>
        <pc:sldMkLst>
          <pc:docMk/>
          <pc:sldMk cId="2908794465" sldId="299"/>
        </pc:sldMkLst>
        <pc:spChg chg="mod">
          <ac:chgData name="T Augustin, Anup" userId="94279981-7859-4c5e-91ca-653179e5f6d0" providerId="ADAL" clId="{60A9B420-E075-42ED-B6E2-19096B3F6BBE}" dt="2026-03-02T12:57:32.967" v="12"/>
          <ac:spMkLst>
            <pc:docMk/>
            <pc:sldMk cId="2908794465" sldId="299"/>
            <ac:spMk id="7" creationId="{23FDB2B4-2680-C6F8-97A2-C11DE96954A1}"/>
          </ac:spMkLst>
        </pc:spChg>
        <pc:spChg chg="mod">
          <ac:chgData name="T Augustin, Anup" userId="94279981-7859-4c5e-91ca-653179e5f6d0" providerId="ADAL" clId="{60A9B420-E075-42ED-B6E2-19096B3F6BBE}" dt="2026-03-02T12:57:54.458" v="15" actId="14100"/>
          <ac:spMkLst>
            <pc:docMk/>
            <pc:sldMk cId="2908794465" sldId="299"/>
            <ac:spMk id="8" creationId="{219964DE-DF46-041E-4B1E-C54BA71E41C8}"/>
          </ac:spMkLst>
        </pc:spChg>
        <pc:spChg chg="mod">
          <ac:chgData name="T Augustin, Anup" userId="94279981-7859-4c5e-91ca-653179e5f6d0" providerId="ADAL" clId="{60A9B420-E075-42ED-B6E2-19096B3F6BBE}" dt="2026-03-02T13:01:10.602" v="102" actId="20577"/>
          <ac:spMkLst>
            <pc:docMk/>
            <pc:sldMk cId="2908794465" sldId="299"/>
            <ac:spMk id="10" creationId="{558943F6-3180-8DD9-AC7C-C22AA9463FC1}"/>
          </ac:spMkLst>
        </pc:spChg>
        <pc:spChg chg="mod">
          <ac:chgData name="T Augustin, Anup" userId="94279981-7859-4c5e-91ca-653179e5f6d0" providerId="ADAL" clId="{60A9B420-E075-42ED-B6E2-19096B3F6BBE}" dt="2026-03-02T13:05:37.997" v="123"/>
          <ac:spMkLst>
            <pc:docMk/>
            <pc:sldMk cId="2908794465" sldId="299"/>
            <ac:spMk id="11" creationId="{62E3F51C-5779-F1AC-FAF9-477D8B3D4014}"/>
          </ac:spMkLst>
        </pc:spChg>
        <pc:spChg chg="mod">
          <ac:chgData name="T Augustin, Anup" userId="94279981-7859-4c5e-91ca-653179e5f6d0" providerId="ADAL" clId="{60A9B420-E075-42ED-B6E2-19096B3F6BBE}" dt="2026-03-02T13:05:59.001" v="126" actId="20577"/>
          <ac:spMkLst>
            <pc:docMk/>
            <pc:sldMk cId="2908794465" sldId="299"/>
            <ac:spMk id="13" creationId="{D1981094-8E10-1EFC-C9F9-F3E95236023B}"/>
          </ac:spMkLst>
        </pc:spChg>
        <pc:spChg chg="mod">
          <ac:chgData name="T Augustin, Anup" userId="94279981-7859-4c5e-91ca-653179e5f6d0" providerId="ADAL" clId="{60A9B420-E075-42ED-B6E2-19096B3F6BBE}" dt="2026-03-02T13:07:19.617" v="241" actId="20577"/>
          <ac:spMkLst>
            <pc:docMk/>
            <pc:sldMk cId="2908794465" sldId="299"/>
            <ac:spMk id="16" creationId="{6CB9C03A-9D7A-22C4-AB9C-8ED17F6FA5C7}"/>
          </ac:spMkLst>
        </pc:spChg>
        <pc:spChg chg="mod">
          <ac:chgData name="T Augustin, Anup" userId="94279981-7859-4c5e-91ca-653179e5f6d0" providerId="ADAL" clId="{60A9B420-E075-42ED-B6E2-19096B3F6BBE}" dt="2026-03-02T13:21:11.290" v="351" actId="20577"/>
          <ac:spMkLst>
            <pc:docMk/>
            <pc:sldMk cId="2908794465" sldId="299"/>
            <ac:spMk id="20" creationId="{FD8EF6C6-5BE6-F121-8DF2-D2D91DB16178}"/>
          </ac:spMkLst>
        </pc:spChg>
        <pc:spChg chg="mod">
          <ac:chgData name="T Augustin, Anup" userId="94279981-7859-4c5e-91ca-653179e5f6d0" providerId="ADAL" clId="{60A9B420-E075-42ED-B6E2-19096B3F6BBE}" dt="2026-03-02T13:26:43.052" v="366" actId="113"/>
          <ac:spMkLst>
            <pc:docMk/>
            <pc:sldMk cId="2908794465" sldId="299"/>
            <ac:spMk id="22" creationId="{8D237953-EE6B-678A-C57C-6B48E71BC172}"/>
          </ac:spMkLst>
        </pc:spChg>
        <pc:spChg chg="mod">
          <ac:chgData name="T Augustin, Anup" userId="94279981-7859-4c5e-91ca-653179e5f6d0" providerId="ADAL" clId="{60A9B420-E075-42ED-B6E2-19096B3F6BBE}" dt="2026-03-02T12:57:06.829" v="11" actId="14826"/>
          <ac:spMkLst>
            <pc:docMk/>
            <pc:sldMk cId="2908794465" sldId="299"/>
            <ac:spMk id="28" creationId="{C5A6AD5A-C817-B3E7-9946-995EA30BCBDB}"/>
          </ac:spMkLst>
        </pc:spChg>
        <pc:grpChg chg="mod">
          <ac:chgData name="T Augustin, Anup" userId="94279981-7859-4c5e-91ca-653179e5f6d0" providerId="ADAL" clId="{60A9B420-E075-42ED-B6E2-19096B3F6BBE}" dt="2026-03-02T12:57:06.829" v="11" actId="14826"/>
          <ac:grpSpMkLst>
            <pc:docMk/>
            <pc:sldMk cId="2908794465" sldId="299"/>
            <ac:grpSpMk id="2" creationId="{2065A22D-DD23-6114-C730-E4CB6D139CAF}"/>
          </ac:grpSpMkLst>
        </pc:grpChg>
        <pc:grpChg chg="mod">
          <ac:chgData name="T Augustin, Anup" userId="94279981-7859-4c5e-91ca-653179e5f6d0" providerId="ADAL" clId="{60A9B420-E075-42ED-B6E2-19096B3F6BBE}" dt="2026-03-02T13:07:07.680" v="209" actId="1035"/>
          <ac:grpSpMkLst>
            <pc:docMk/>
            <pc:sldMk cId="2908794465" sldId="299"/>
            <ac:grpSpMk id="17" creationId="{00AA274A-0FEB-53BF-9012-72B43F1F9B54}"/>
          </ac:grpSpMkLst>
        </pc:grpChg>
        <pc:grpChg chg="mod">
          <ac:chgData name="T Augustin, Anup" userId="94279981-7859-4c5e-91ca-653179e5f6d0" providerId="ADAL" clId="{60A9B420-E075-42ED-B6E2-19096B3F6BBE}" dt="2026-03-02T13:05:37.997" v="123"/>
          <ac:grpSpMkLst>
            <pc:docMk/>
            <pc:sldMk cId="2908794465" sldId="299"/>
            <ac:grpSpMk id="23" creationId="{01995ABA-2250-1F27-285D-F61F6CA8C816}"/>
          </ac:grpSpMkLst>
        </pc:grpChg>
        <pc:picChg chg="mod">
          <ac:chgData name="T Augustin, Anup" userId="94279981-7859-4c5e-91ca-653179e5f6d0" providerId="ADAL" clId="{60A9B420-E075-42ED-B6E2-19096B3F6BBE}" dt="2026-03-02T12:57:06.829" v="11" actId="14826"/>
          <ac:picMkLst>
            <pc:docMk/>
            <pc:sldMk cId="2908794465" sldId="299"/>
            <ac:picMk id="29" creationId="{62F388A6-5973-D245-B588-50E5BEE034D1}"/>
          </ac:picMkLst>
        </pc:picChg>
        <pc:cxnChg chg="mod">
          <ac:chgData name="T Augustin, Anup" userId="94279981-7859-4c5e-91ca-653179e5f6d0" providerId="ADAL" clId="{60A9B420-E075-42ED-B6E2-19096B3F6BBE}" dt="2026-03-02T13:05:37.997" v="123"/>
          <ac:cxnSpMkLst>
            <pc:docMk/>
            <pc:sldMk cId="2908794465" sldId="299"/>
            <ac:cxnSpMk id="12" creationId="{F5C88C51-DE8B-47F7-A495-8F6C1AD90A84}"/>
          </ac:cxnSpMkLst>
        </pc:cxnChg>
      </pc:sldChg>
    </pc:docChg>
  </pc:docChgLst>
  <pc:docChgLst>
    <pc:chgData name="Patil, Sayli" userId="38f00081-9ce8-4d0d-8f7a-2509a6507bca" providerId="ADAL" clId="{60C1F934-7308-4A07-BA8E-5726F5211625}"/>
    <pc:docChg chg="undo custSel modSld">
      <pc:chgData name="Patil, Sayli" userId="38f00081-9ce8-4d0d-8f7a-2509a6507bca" providerId="ADAL" clId="{60C1F934-7308-4A07-BA8E-5726F5211625}" dt="2026-03-02T09:58:24.268" v="825" actId="14100"/>
      <pc:docMkLst>
        <pc:docMk/>
      </pc:docMkLst>
      <pc:sldChg chg="addSp delSp modSp mod setBg">
        <pc:chgData name="Patil, Sayli" userId="38f00081-9ce8-4d0d-8f7a-2509a6507bca" providerId="ADAL" clId="{60C1F934-7308-4A07-BA8E-5726F5211625}" dt="2026-03-02T09:51:50.372" v="676" actId="1036"/>
        <pc:sldMkLst>
          <pc:docMk/>
          <pc:sldMk cId="3441025785" sldId="262"/>
        </pc:sldMkLst>
        <pc:spChg chg="add mod ord">
          <ac:chgData name="Patil, Sayli" userId="38f00081-9ce8-4d0d-8f7a-2509a6507bca" providerId="ADAL" clId="{60C1F934-7308-4A07-BA8E-5726F5211625}" dt="2026-03-02T09:51:50.372" v="676" actId="1036"/>
          <ac:spMkLst>
            <pc:docMk/>
            <pc:sldMk cId="3441025785" sldId="262"/>
            <ac:spMk id="7" creationId="{A8C8D0D8-9695-5AD3-87D9-9131A655F060}"/>
          </ac:spMkLst>
        </pc:spChg>
        <pc:spChg chg="add mod">
          <ac:chgData name="Patil, Sayli" userId="38f00081-9ce8-4d0d-8f7a-2509a6507bca" providerId="ADAL" clId="{60C1F934-7308-4A07-BA8E-5726F5211625}" dt="2026-03-02T09:51:44.269" v="669" actId="1036"/>
          <ac:spMkLst>
            <pc:docMk/>
            <pc:sldMk cId="3441025785" sldId="262"/>
            <ac:spMk id="8" creationId="{889F8086-DD1D-3D3B-D1DE-266E9ED62D4E}"/>
          </ac:spMkLst>
        </pc:spChg>
        <pc:spChg chg="mod">
          <ac:chgData name="Patil, Sayli" userId="38f00081-9ce8-4d0d-8f7a-2509a6507bca" providerId="ADAL" clId="{60C1F934-7308-4A07-BA8E-5726F5211625}" dt="2026-03-02T09:42:06.652" v="525" actId="1076"/>
          <ac:spMkLst>
            <pc:docMk/>
            <pc:sldMk cId="3441025785" sldId="262"/>
            <ac:spMk id="12" creationId="{D00C51D7-91E8-77E7-AF53-42C848C0AF76}"/>
          </ac:spMkLst>
        </pc:spChg>
        <pc:graphicFrameChg chg="mod modGraphic">
          <ac:chgData name="Patil, Sayli" userId="38f00081-9ce8-4d0d-8f7a-2509a6507bca" providerId="ADAL" clId="{60C1F934-7308-4A07-BA8E-5726F5211625}" dt="2026-03-02T09:51:36.199" v="665"/>
          <ac:graphicFrameMkLst>
            <pc:docMk/>
            <pc:sldMk cId="3441025785" sldId="262"/>
            <ac:graphicFrameMk id="13" creationId="{F8EB1A80-6F32-EA53-5E85-B76C64BE0D72}"/>
          </ac:graphicFrameMkLst>
        </pc:graphicFrameChg>
      </pc:sldChg>
      <pc:sldChg chg="addSp delSp modSp mod">
        <pc:chgData name="Patil, Sayli" userId="38f00081-9ce8-4d0d-8f7a-2509a6507bca" providerId="ADAL" clId="{60C1F934-7308-4A07-BA8E-5726F5211625}" dt="2026-03-02T08:59:01.472" v="434" actId="20577"/>
        <pc:sldMkLst>
          <pc:docMk/>
          <pc:sldMk cId="4100201483" sldId="536"/>
        </pc:sldMkLst>
        <pc:spChg chg="mod">
          <ac:chgData name="Patil, Sayli" userId="38f00081-9ce8-4d0d-8f7a-2509a6507bca" providerId="ADAL" clId="{60C1F934-7308-4A07-BA8E-5726F5211625}" dt="2026-03-02T08:55:44.456" v="319" actId="1035"/>
          <ac:spMkLst>
            <pc:docMk/>
            <pc:sldMk cId="4100201483" sldId="536"/>
            <ac:spMk id="23" creationId="{00000000-0000-0000-0000-000000000000}"/>
          </ac:spMkLst>
        </pc:spChg>
        <pc:spChg chg="mod">
          <ac:chgData name="Patil, Sayli" userId="38f00081-9ce8-4d0d-8f7a-2509a6507bca" providerId="ADAL" clId="{60C1F934-7308-4A07-BA8E-5726F5211625}" dt="2026-03-02T08:55:44.456" v="319" actId="1035"/>
          <ac:spMkLst>
            <pc:docMk/>
            <pc:sldMk cId="4100201483" sldId="536"/>
            <ac:spMk id="24" creationId="{00000000-0000-0000-0000-000000000000}"/>
          </ac:spMkLst>
        </pc:spChg>
        <pc:spChg chg="mod topLvl">
          <ac:chgData name="Patil, Sayli" userId="38f00081-9ce8-4d0d-8f7a-2509a6507bca" providerId="ADAL" clId="{60C1F934-7308-4A07-BA8E-5726F5211625}" dt="2026-03-02T08:51:05.468" v="178" actId="20577"/>
          <ac:spMkLst>
            <pc:docMk/>
            <pc:sldMk cId="4100201483" sldId="536"/>
            <ac:spMk id="36" creationId="{00000000-0000-0000-0000-000000000000}"/>
          </ac:spMkLst>
        </pc:spChg>
        <pc:spChg chg="mod topLvl">
          <ac:chgData name="Patil, Sayli" userId="38f00081-9ce8-4d0d-8f7a-2509a6507bca" providerId="ADAL" clId="{60C1F934-7308-4A07-BA8E-5726F5211625}" dt="2026-03-02T08:51:35.624" v="219" actId="20577"/>
          <ac:spMkLst>
            <pc:docMk/>
            <pc:sldMk cId="4100201483" sldId="536"/>
            <ac:spMk id="37" creationId="{00000000-0000-0000-0000-000000000000}"/>
          </ac:spMkLst>
        </pc:spChg>
        <pc:spChg chg="mod topLvl">
          <ac:chgData name="Patil, Sayli" userId="38f00081-9ce8-4d0d-8f7a-2509a6507bca" providerId="ADAL" clId="{60C1F934-7308-4A07-BA8E-5726F5211625}" dt="2026-03-02T08:57:06.358" v="367" actId="20577"/>
          <ac:spMkLst>
            <pc:docMk/>
            <pc:sldMk cId="4100201483" sldId="536"/>
            <ac:spMk id="40" creationId="{00000000-0000-0000-0000-000000000000}"/>
          </ac:spMkLst>
        </pc:spChg>
        <pc:spChg chg="mod topLvl">
          <ac:chgData name="Patil, Sayli" userId="38f00081-9ce8-4d0d-8f7a-2509a6507bca" providerId="ADAL" clId="{60C1F934-7308-4A07-BA8E-5726F5211625}" dt="2026-03-02T08:59:01.472" v="434" actId="20577"/>
          <ac:spMkLst>
            <pc:docMk/>
            <pc:sldMk cId="4100201483" sldId="536"/>
            <ac:spMk id="41" creationId="{00000000-0000-0000-0000-000000000000}"/>
          </ac:spMkLst>
        </pc:spChg>
        <pc:grpChg chg="mod">
          <ac:chgData name="Patil, Sayli" userId="38f00081-9ce8-4d0d-8f7a-2509a6507bca" providerId="ADAL" clId="{60C1F934-7308-4A07-BA8E-5726F5211625}" dt="2026-03-02T08:55:44.456" v="319" actId="1035"/>
          <ac:grpSpMkLst>
            <pc:docMk/>
            <pc:sldMk cId="4100201483" sldId="536"/>
            <ac:grpSpMk id="22" creationId="{00000000-0000-0000-0000-000000000000}"/>
          </ac:grpSpMkLst>
        </pc:grpChg>
        <pc:picChg chg="add mod">
          <ac:chgData name="Patil, Sayli" userId="38f00081-9ce8-4d0d-8f7a-2509a6507bca" providerId="ADAL" clId="{60C1F934-7308-4A07-BA8E-5726F5211625}" dt="2026-03-02T08:50:56.577" v="169" actId="14100"/>
          <ac:picMkLst>
            <pc:docMk/>
            <pc:sldMk cId="4100201483" sldId="536"/>
            <ac:picMk id="44" creationId="{81E9FC82-DF83-6E44-D020-959661ADF567}"/>
          </ac:picMkLst>
        </pc:picChg>
        <pc:picChg chg="add del mod">
          <ac:chgData name="Patil, Sayli" userId="38f00081-9ce8-4d0d-8f7a-2509a6507bca" providerId="ADAL" clId="{60C1F934-7308-4A07-BA8E-5726F5211625}" dt="2026-03-02T08:53:36.349" v="243" actId="478"/>
          <ac:picMkLst>
            <pc:docMk/>
            <pc:sldMk cId="4100201483" sldId="536"/>
            <ac:picMk id="45" creationId="{848B13B9-FA7B-1447-F555-426F9DC7EA2B}"/>
          </ac:picMkLst>
        </pc:picChg>
        <pc:picChg chg="add mod">
          <ac:chgData name="Patil, Sayli" userId="38f00081-9ce8-4d0d-8f7a-2509a6507bca" providerId="ADAL" clId="{60C1F934-7308-4A07-BA8E-5726F5211625}" dt="2026-03-02T08:55:37.074" v="303" actId="14100"/>
          <ac:picMkLst>
            <pc:docMk/>
            <pc:sldMk cId="4100201483" sldId="536"/>
            <ac:picMk id="46" creationId="{4450222F-FA82-67E7-98F1-E1A321C93C5B}"/>
          </ac:picMkLst>
        </pc:picChg>
        <pc:picChg chg="add mod">
          <ac:chgData name="Patil, Sayli" userId="38f00081-9ce8-4d0d-8f7a-2509a6507bca" providerId="ADAL" clId="{60C1F934-7308-4A07-BA8E-5726F5211625}" dt="2026-03-02T08:57:56.090" v="369" actId="14100"/>
          <ac:picMkLst>
            <pc:docMk/>
            <pc:sldMk cId="4100201483" sldId="536"/>
            <ac:picMk id="52" creationId="{723F21A2-40D0-E3BF-B749-D3E399205AAC}"/>
          </ac:picMkLst>
        </pc:picChg>
      </pc:sldChg>
      <pc:sldChg chg="addSp delSp modSp mod">
        <pc:chgData name="Patil, Sayli" userId="38f00081-9ce8-4d0d-8f7a-2509a6507bca" providerId="ADAL" clId="{60C1F934-7308-4A07-BA8E-5726F5211625}" dt="2026-03-02T08:44:59.498" v="159" actId="14100"/>
        <pc:sldMkLst>
          <pc:docMk/>
          <pc:sldMk cId="1139542921" sldId="2147482957"/>
        </pc:sldMkLst>
        <pc:spChg chg="add mod">
          <ac:chgData name="Patil, Sayli" userId="38f00081-9ce8-4d0d-8f7a-2509a6507bca" providerId="ADAL" clId="{60C1F934-7308-4A07-BA8E-5726F5211625}" dt="2026-03-02T08:41:49.634" v="108" actId="12788"/>
          <ac:spMkLst>
            <pc:docMk/>
            <pc:sldMk cId="1139542921" sldId="2147482957"/>
            <ac:spMk id="3" creationId="{0647BB88-51F0-BB04-D38C-EFCEE641E555}"/>
          </ac:spMkLst>
        </pc:spChg>
        <pc:spChg chg="mod">
          <ac:chgData name="Patil, Sayli" userId="38f00081-9ce8-4d0d-8f7a-2509a6507bca" providerId="ADAL" clId="{60C1F934-7308-4A07-BA8E-5726F5211625}" dt="2026-03-02T05:39:22.433" v="1" actId="2711"/>
          <ac:spMkLst>
            <pc:docMk/>
            <pc:sldMk cId="1139542921" sldId="2147482957"/>
            <ac:spMk id="71" creationId="{FFA4E091-4182-0398-BEA2-0EE415D3A59A}"/>
          </ac:spMkLst>
        </pc:spChg>
        <pc:spChg chg="mod">
          <ac:chgData name="Patil, Sayli" userId="38f00081-9ce8-4d0d-8f7a-2509a6507bca" providerId="ADAL" clId="{60C1F934-7308-4A07-BA8E-5726F5211625}" dt="2026-03-02T08:40:27.123" v="21" actId="404"/>
          <ac:spMkLst>
            <pc:docMk/>
            <pc:sldMk cId="1139542921" sldId="2147482957"/>
            <ac:spMk id="73" creationId="{AB83F725-6E4E-76CB-1C9E-32322BA2CD94}"/>
          </ac:spMkLst>
        </pc:spChg>
        <pc:spChg chg="mod">
          <ac:chgData name="Patil, Sayli" userId="38f00081-9ce8-4d0d-8f7a-2509a6507bca" providerId="ADAL" clId="{60C1F934-7308-4A07-BA8E-5726F5211625}" dt="2026-03-02T05:39:22.433" v="1" actId="2711"/>
          <ac:spMkLst>
            <pc:docMk/>
            <pc:sldMk cId="1139542921" sldId="2147482957"/>
            <ac:spMk id="74" creationId="{A519D451-6759-1914-81A9-DB19E2D8CF7E}"/>
          </ac:spMkLst>
        </pc:spChg>
        <pc:spChg chg="mod">
          <ac:chgData name="Patil, Sayli" userId="38f00081-9ce8-4d0d-8f7a-2509a6507bca" providerId="ADAL" clId="{60C1F934-7308-4A07-BA8E-5726F5211625}" dt="2026-03-02T05:39:22.433" v="1" actId="2711"/>
          <ac:spMkLst>
            <pc:docMk/>
            <pc:sldMk cId="1139542921" sldId="2147482957"/>
            <ac:spMk id="75" creationId="{19E9D9C6-B9C1-7467-4EE5-724F71869055}"/>
          </ac:spMkLst>
        </pc:spChg>
        <pc:spChg chg="mod topLvl">
          <ac:chgData name="Patil, Sayli" userId="38f00081-9ce8-4d0d-8f7a-2509a6507bca" providerId="ADAL" clId="{60C1F934-7308-4A07-BA8E-5726F5211625}" dt="2026-03-02T08:39:30.864" v="6" actId="404"/>
          <ac:spMkLst>
            <pc:docMk/>
            <pc:sldMk cId="1139542921" sldId="2147482957"/>
            <ac:spMk id="77" creationId="{3002A93C-C77C-38A9-87DB-198CDB2E5597}"/>
          </ac:spMkLst>
        </pc:spChg>
        <pc:spChg chg="mod topLvl">
          <ac:chgData name="Patil, Sayli" userId="38f00081-9ce8-4d0d-8f7a-2509a6507bca" providerId="ADAL" clId="{60C1F934-7308-4A07-BA8E-5726F5211625}" dt="2026-03-02T08:41:49.634" v="108" actId="12788"/>
          <ac:spMkLst>
            <pc:docMk/>
            <pc:sldMk cId="1139542921" sldId="2147482957"/>
            <ac:spMk id="78" creationId="{AACB90A8-B992-17EF-B578-676E7FE143A6}"/>
          </ac:spMkLst>
        </pc:spChg>
        <pc:spChg chg="mod topLvl">
          <ac:chgData name="Patil, Sayli" userId="38f00081-9ce8-4d0d-8f7a-2509a6507bca" providerId="ADAL" clId="{60C1F934-7308-4A07-BA8E-5726F5211625}" dt="2026-03-02T08:39:25.871" v="4" actId="404"/>
          <ac:spMkLst>
            <pc:docMk/>
            <pc:sldMk cId="1139542921" sldId="2147482957"/>
            <ac:spMk id="79" creationId="{120EE15E-A0D1-2650-34F1-DA27F8198FDE}"/>
          </ac:spMkLst>
        </pc:spChg>
        <pc:spChg chg="mod topLvl">
          <ac:chgData name="Patil, Sayli" userId="38f00081-9ce8-4d0d-8f7a-2509a6507bca" providerId="ADAL" clId="{60C1F934-7308-4A07-BA8E-5726F5211625}" dt="2026-03-02T08:39:53.093" v="11" actId="404"/>
          <ac:spMkLst>
            <pc:docMk/>
            <pc:sldMk cId="1139542921" sldId="2147482957"/>
            <ac:spMk id="80" creationId="{E0408035-842B-6667-EA84-7E46A3C61470}"/>
          </ac:spMkLst>
        </pc:spChg>
        <pc:spChg chg="mod">
          <ac:chgData name="Patil, Sayli" userId="38f00081-9ce8-4d0d-8f7a-2509a6507bca" providerId="ADAL" clId="{60C1F934-7308-4A07-BA8E-5726F5211625}" dt="2026-03-02T08:44:27.085" v="150" actId="1076"/>
          <ac:spMkLst>
            <pc:docMk/>
            <pc:sldMk cId="1139542921" sldId="2147482957"/>
            <ac:spMk id="86" creationId="{3BEEEF67-61C0-A6EA-C442-5C028F934142}"/>
          </ac:spMkLst>
        </pc:spChg>
        <pc:spChg chg="mod">
          <ac:chgData name="Patil, Sayli" userId="38f00081-9ce8-4d0d-8f7a-2509a6507bca" providerId="ADAL" clId="{60C1F934-7308-4A07-BA8E-5726F5211625}" dt="2026-03-02T08:42:23.681" v="134" actId="14100"/>
          <ac:spMkLst>
            <pc:docMk/>
            <pc:sldMk cId="1139542921" sldId="2147482957"/>
            <ac:spMk id="87" creationId="{DD07FDA4-33BF-0581-8269-86ACE670142B}"/>
          </ac:spMkLst>
        </pc:spChg>
        <pc:spChg chg="mod">
          <ac:chgData name="Patil, Sayli" userId="38f00081-9ce8-4d0d-8f7a-2509a6507bca" providerId="ADAL" clId="{60C1F934-7308-4A07-BA8E-5726F5211625}" dt="2026-03-02T08:42:23.681" v="134" actId="14100"/>
          <ac:spMkLst>
            <pc:docMk/>
            <pc:sldMk cId="1139542921" sldId="2147482957"/>
            <ac:spMk id="88" creationId="{EA745EE0-9BED-6342-D95C-5A967E82E486}"/>
          </ac:spMkLst>
        </pc:spChg>
        <pc:spChg chg="mod topLvl">
          <ac:chgData name="Patil, Sayli" userId="38f00081-9ce8-4d0d-8f7a-2509a6507bca" providerId="ADAL" clId="{60C1F934-7308-4A07-BA8E-5726F5211625}" dt="2026-03-02T08:39:58.517" v="13" actId="404"/>
          <ac:spMkLst>
            <pc:docMk/>
            <pc:sldMk cId="1139542921" sldId="2147482957"/>
            <ac:spMk id="92" creationId="{E21CC388-3B53-26B5-5C40-D9FAF5A2CDDA}"/>
          </ac:spMkLst>
        </pc:spChg>
        <pc:spChg chg="mod topLvl">
          <ac:chgData name="Patil, Sayli" userId="38f00081-9ce8-4d0d-8f7a-2509a6507bca" providerId="ADAL" clId="{60C1F934-7308-4A07-BA8E-5726F5211625}" dt="2026-03-02T08:40:05.854" v="17" actId="404"/>
          <ac:spMkLst>
            <pc:docMk/>
            <pc:sldMk cId="1139542921" sldId="2147482957"/>
            <ac:spMk id="93" creationId="{F217CC43-66C2-B7B3-C834-1836A2C85063}"/>
          </ac:spMkLst>
        </pc:spChg>
        <pc:spChg chg="mod topLvl">
          <ac:chgData name="Patil, Sayli" userId="38f00081-9ce8-4d0d-8f7a-2509a6507bca" providerId="ADAL" clId="{60C1F934-7308-4A07-BA8E-5726F5211625}" dt="2026-03-02T08:40:19.563" v="20" actId="404"/>
          <ac:spMkLst>
            <pc:docMk/>
            <pc:sldMk cId="1139542921" sldId="2147482957"/>
            <ac:spMk id="94" creationId="{1D434269-DF70-CCCF-197E-358FBB8663D5}"/>
          </ac:spMkLst>
        </pc:spChg>
        <pc:spChg chg="mod topLvl">
          <ac:chgData name="Patil, Sayli" userId="38f00081-9ce8-4d0d-8f7a-2509a6507bca" providerId="ADAL" clId="{60C1F934-7308-4A07-BA8E-5726F5211625}" dt="2026-03-02T08:39:50.257" v="10" actId="404"/>
          <ac:spMkLst>
            <pc:docMk/>
            <pc:sldMk cId="1139542921" sldId="2147482957"/>
            <ac:spMk id="95" creationId="{2DEAB0F0-95F3-1533-6581-C662AFF14A23}"/>
          </ac:spMkLst>
        </pc:spChg>
        <pc:spChg chg="mod">
          <ac:chgData name="Patil, Sayli" userId="38f00081-9ce8-4d0d-8f7a-2509a6507bca" providerId="ADAL" clId="{60C1F934-7308-4A07-BA8E-5726F5211625}" dt="2026-03-02T05:39:22.433" v="1" actId="2711"/>
          <ac:spMkLst>
            <pc:docMk/>
            <pc:sldMk cId="1139542921" sldId="2147482957"/>
            <ac:spMk id="105" creationId="{1BB0F811-31E9-A03D-D8B6-551246735CCB}"/>
          </ac:spMkLst>
        </pc:spChg>
        <pc:spChg chg="mod">
          <ac:chgData name="Patil, Sayli" userId="38f00081-9ce8-4d0d-8f7a-2509a6507bca" providerId="ADAL" clId="{60C1F934-7308-4A07-BA8E-5726F5211625}" dt="2026-03-02T05:39:22.433" v="1" actId="2711"/>
          <ac:spMkLst>
            <pc:docMk/>
            <pc:sldMk cId="1139542921" sldId="2147482957"/>
            <ac:spMk id="126" creationId="{152BDD44-99C6-3CCC-9A3B-235C6C0AF085}"/>
          </ac:spMkLst>
        </pc:spChg>
        <pc:spChg chg="mod topLvl">
          <ac:chgData name="Patil, Sayli" userId="38f00081-9ce8-4d0d-8f7a-2509a6507bca" providerId="ADAL" clId="{60C1F934-7308-4A07-BA8E-5726F5211625}" dt="2026-03-02T08:44:59.498" v="159" actId="14100"/>
          <ac:spMkLst>
            <pc:docMk/>
            <pc:sldMk cId="1139542921" sldId="2147482957"/>
            <ac:spMk id="218" creationId="{1A4EA0EC-C922-25E1-EC97-2BAD51DDA5EE}"/>
          </ac:spMkLst>
        </pc:spChg>
        <pc:spChg chg="mod topLvl">
          <ac:chgData name="Patil, Sayli" userId="38f00081-9ce8-4d0d-8f7a-2509a6507bca" providerId="ADAL" clId="{60C1F934-7308-4A07-BA8E-5726F5211625}" dt="2026-03-02T08:44:59.498" v="159" actId="14100"/>
          <ac:spMkLst>
            <pc:docMk/>
            <pc:sldMk cId="1139542921" sldId="2147482957"/>
            <ac:spMk id="219" creationId="{A6E00EA6-BFC4-FA06-C8BF-F6DC8F283373}"/>
          </ac:spMkLst>
        </pc:spChg>
        <pc:picChg chg="mod">
          <ac:chgData name="Patil, Sayli" userId="38f00081-9ce8-4d0d-8f7a-2509a6507bca" providerId="ADAL" clId="{60C1F934-7308-4A07-BA8E-5726F5211625}" dt="2026-03-02T08:42:01.867" v="109" actId="552"/>
          <ac:picMkLst>
            <pc:docMk/>
            <pc:sldMk cId="1139542921" sldId="2147482957"/>
            <ac:picMk id="70" creationId="{221B1072-8D0B-4173-156B-5BE2887FAE3E}"/>
          </ac:picMkLst>
        </pc:picChg>
        <pc:picChg chg="mod">
          <ac:chgData name="Patil, Sayli" userId="38f00081-9ce8-4d0d-8f7a-2509a6507bca" providerId="ADAL" clId="{60C1F934-7308-4A07-BA8E-5726F5211625}" dt="2026-03-02T08:42:01.867" v="109" actId="552"/>
          <ac:picMkLst>
            <pc:docMk/>
            <pc:sldMk cId="1139542921" sldId="2147482957"/>
            <ac:picMk id="96" creationId="{13F86C45-01A7-9613-06D8-4189715DE491}"/>
          </ac:picMkLst>
        </pc:picChg>
        <pc:picChg chg="mod">
          <ac:chgData name="Patil, Sayli" userId="38f00081-9ce8-4d0d-8f7a-2509a6507bca" providerId="ADAL" clId="{60C1F934-7308-4A07-BA8E-5726F5211625}" dt="2026-03-02T08:42:46.370" v="136" actId="208"/>
          <ac:picMkLst>
            <pc:docMk/>
            <pc:sldMk cId="1139542921" sldId="2147482957"/>
            <ac:picMk id="113" creationId="{1B145FE3-9372-94D8-6E75-67138ED583D6}"/>
          </ac:picMkLst>
        </pc:picChg>
        <pc:picChg chg="mod">
          <ac:chgData name="Patil, Sayli" userId="38f00081-9ce8-4d0d-8f7a-2509a6507bca" providerId="ADAL" clId="{60C1F934-7308-4A07-BA8E-5726F5211625}" dt="2026-03-02T08:44:36.788" v="151" actId="1076"/>
          <ac:picMkLst>
            <pc:docMk/>
            <pc:sldMk cId="1139542921" sldId="2147482957"/>
            <ac:picMk id="220" creationId="{C8F2BCE0-04AA-EF82-587C-B27825CD97EC}"/>
          </ac:picMkLst>
        </pc:picChg>
        <pc:picChg chg="mod">
          <ac:chgData name="Patil, Sayli" userId="38f00081-9ce8-4d0d-8f7a-2509a6507bca" providerId="ADAL" clId="{60C1F934-7308-4A07-BA8E-5726F5211625}" dt="2026-03-02T08:44:36.788" v="151" actId="1076"/>
          <ac:picMkLst>
            <pc:docMk/>
            <pc:sldMk cId="1139542921" sldId="2147482957"/>
            <ac:picMk id="221" creationId="{DD15688A-917F-02B4-CB68-4B7EBD208C81}"/>
          </ac:picMkLst>
        </pc:picChg>
        <pc:cxnChg chg="mod">
          <ac:chgData name="Patil, Sayli" userId="38f00081-9ce8-4d0d-8f7a-2509a6507bca" providerId="ADAL" clId="{60C1F934-7308-4A07-BA8E-5726F5211625}" dt="2026-03-02T08:42:01.867" v="109" actId="552"/>
          <ac:cxnSpMkLst>
            <pc:docMk/>
            <pc:sldMk cId="1139542921" sldId="2147482957"/>
            <ac:cxnSpMk id="84" creationId="{F0937399-AB10-1ED5-688D-D949FD9BD4F2}"/>
          </ac:cxnSpMkLst>
        </pc:cxnChg>
        <pc:cxnChg chg="mod">
          <ac:chgData name="Patil, Sayli" userId="38f00081-9ce8-4d0d-8f7a-2509a6507bca" providerId="ADAL" clId="{60C1F934-7308-4A07-BA8E-5726F5211625}" dt="2026-03-02T08:42:01.867" v="109" actId="552"/>
          <ac:cxnSpMkLst>
            <pc:docMk/>
            <pc:sldMk cId="1139542921" sldId="2147482957"/>
            <ac:cxnSpMk id="85" creationId="{71D9AD1B-25F2-017B-D166-A453795E07AF}"/>
          </ac:cxnSpMkLst>
        </pc:cxnChg>
      </pc:sldChg>
      <pc:sldChg chg="modSp">
        <pc:chgData name="Patil, Sayli" userId="38f00081-9ce8-4d0d-8f7a-2509a6507bca" providerId="ADAL" clId="{60C1F934-7308-4A07-BA8E-5726F5211625}" dt="2026-03-02T05:27:37.699" v="0"/>
        <pc:sldMkLst>
          <pc:docMk/>
          <pc:sldMk cId="1874532828" sldId="2147483386"/>
        </pc:sldMkLst>
        <pc:spChg chg="mod">
          <ac:chgData name="Patil, Sayli" userId="38f00081-9ce8-4d0d-8f7a-2509a6507bca" providerId="ADAL" clId="{60C1F934-7308-4A07-BA8E-5726F5211625}" dt="2026-03-02T05:27:37.699" v="0"/>
          <ac:spMkLst>
            <pc:docMk/>
            <pc:sldMk cId="1874532828" sldId="2147483386"/>
            <ac:spMk id="54" creationId="{24757B8D-7D3C-3CB2-DCB9-F2A52697175C}"/>
          </ac:spMkLst>
        </pc:spChg>
      </pc:sldChg>
      <pc:sldChg chg="addSp delSp modSp mod">
        <pc:chgData name="Patil, Sayli" userId="38f00081-9ce8-4d0d-8f7a-2509a6507bca" providerId="ADAL" clId="{60C1F934-7308-4A07-BA8E-5726F5211625}" dt="2026-03-02T09:58:24.268" v="825" actId="14100"/>
        <pc:sldMkLst>
          <pc:docMk/>
          <pc:sldMk cId="902939176" sldId="2147483645"/>
        </pc:sldMkLst>
        <pc:spChg chg="mod">
          <ac:chgData name="Patil, Sayli" userId="38f00081-9ce8-4d0d-8f7a-2509a6507bca" providerId="ADAL" clId="{60C1F934-7308-4A07-BA8E-5726F5211625}" dt="2026-03-02T09:54:38.907" v="757" actId="1076"/>
          <ac:spMkLst>
            <pc:docMk/>
            <pc:sldMk cId="902939176" sldId="2147483645"/>
            <ac:spMk id="3" creationId="{98F8ECF8-8D3D-BF20-CF07-D8F74E92E503}"/>
          </ac:spMkLst>
        </pc:spChg>
        <pc:spChg chg="mod">
          <ac:chgData name="Patil, Sayli" userId="38f00081-9ce8-4d0d-8f7a-2509a6507bca" providerId="ADAL" clId="{60C1F934-7308-4A07-BA8E-5726F5211625}" dt="2026-03-02T09:56:15.289" v="797" actId="12789"/>
          <ac:spMkLst>
            <pc:docMk/>
            <pc:sldMk cId="902939176" sldId="2147483645"/>
            <ac:spMk id="5" creationId="{A8EE6FCE-8041-6FE2-C2CB-9DF6C6C15BB9}"/>
          </ac:spMkLst>
        </pc:spChg>
        <pc:spChg chg="mod">
          <ac:chgData name="Patil, Sayli" userId="38f00081-9ce8-4d0d-8f7a-2509a6507bca" providerId="ADAL" clId="{60C1F934-7308-4A07-BA8E-5726F5211625}" dt="2026-03-02T09:55:12.237" v="792" actId="1038"/>
          <ac:spMkLst>
            <pc:docMk/>
            <pc:sldMk cId="902939176" sldId="2147483645"/>
            <ac:spMk id="7" creationId="{0DCF27A5-98A1-98FC-73F5-566252CEE332}"/>
          </ac:spMkLst>
        </pc:spChg>
        <pc:spChg chg="mod">
          <ac:chgData name="Patil, Sayli" userId="38f00081-9ce8-4d0d-8f7a-2509a6507bca" providerId="ADAL" clId="{60C1F934-7308-4A07-BA8E-5726F5211625}" dt="2026-03-02T09:56:56.185" v="812" actId="1036"/>
          <ac:spMkLst>
            <pc:docMk/>
            <pc:sldMk cId="902939176" sldId="2147483645"/>
            <ac:spMk id="10" creationId="{EE08D2A6-E8A6-3EC7-1AE9-E622A762CD84}"/>
          </ac:spMkLst>
        </pc:spChg>
        <pc:spChg chg="mod">
          <ac:chgData name="Patil, Sayli" userId="38f00081-9ce8-4d0d-8f7a-2509a6507bca" providerId="ADAL" clId="{60C1F934-7308-4A07-BA8E-5726F5211625}" dt="2026-03-02T09:56:56.185" v="812" actId="1036"/>
          <ac:spMkLst>
            <pc:docMk/>
            <pc:sldMk cId="902939176" sldId="2147483645"/>
            <ac:spMk id="16" creationId="{A5216657-47E5-96D7-9038-930C32E0C5F6}"/>
          </ac:spMkLst>
        </pc:spChg>
        <pc:spChg chg="mod">
          <ac:chgData name="Patil, Sayli" userId="38f00081-9ce8-4d0d-8f7a-2509a6507bca" providerId="ADAL" clId="{60C1F934-7308-4A07-BA8E-5726F5211625}" dt="2026-03-02T09:56:56.185" v="812" actId="1036"/>
          <ac:spMkLst>
            <pc:docMk/>
            <pc:sldMk cId="902939176" sldId="2147483645"/>
            <ac:spMk id="19" creationId="{FAA6B221-0F49-61B1-ABDA-6505B4F7A614}"/>
          </ac:spMkLst>
        </pc:spChg>
        <pc:spChg chg="mod">
          <ac:chgData name="Patil, Sayli" userId="38f00081-9ce8-4d0d-8f7a-2509a6507bca" providerId="ADAL" clId="{60C1F934-7308-4A07-BA8E-5726F5211625}" dt="2026-03-02T09:56:15.289" v="797" actId="12789"/>
          <ac:spMkLst>
            <pc:docMk/>
            <pc:sldMk cId="902939176" sldId="2147483645"/>
            <ac:spMk id="41" creationId="{D5FDDDC6-FE91-026C-B265-41D511DE9C87}"/>
          </ac:spMkLst>
        </pc:spChg>
        <pc:spChg chg="mod">
          <ac:chgData name="Patil, Sayli" userId="38f00081-9ce8-4d0d-8f7a-2509a6507bca" providerId="ADAL" clId="{60C1F934-7308-4A07-BA8E-5726F5211625}" dt="2026-03-02T09:56:15.289" v="797" actId="12789"/>
          <ac:spMkLst>
            <pc:docMk/>
            <pc:sldMk cId="902939176" sldId="2147483645"/>
            <ac:spMk id="44" creationId="{3879D10B-3559-5388-8993-BF91AF3CA7F8}"/>
          </ac:spMkLst>
        </pc:spChg>
        <pc:spChg chg="mod">
          <ac:chgData name="Patil, Sayli" userId="38f00081-9ce8-4d0d-8f7a-2509a6507bca" providerId="ADAL" clId="{60C1F934-7308-4A07-BA8E-5726F5211625}" dt="2026-03-02T09:57:55.527" v="824" actId="14100"/>
          <ac:spMkLst>
            <pc:docMk/>
            <pc:sldMk cId="902939176" sldId="2147483645"/>
            <ac:spMk id="46" creationId="{21A0FA04-A2E7-ABFE-287B-DBB82D681972}"/>
          </ac:spMkLst>
        </pc:spChg>
        <pc:spChg chg="mod">
          <ac:chgData name="Patil, Sayli" userId="38f00081-9ce8-4d0d-8f7a-2509a6507bca" providerId="ADAL" clId="{60C1F934-7308-4A07-BA8E-5726F5211625}" dt="2026-03-02T09:57:55.527" v="824" actId="14100"/>
          <ac:spMkLst>
            <pc:docMk/>
            <pc:sldMk cId="902939176" sldId="2147483645"/>
            <ac:spMk id="107" creationId="{94EDD9C4-5B17-74BE-DE09-2978025D1BEE}"/>
          </ac:spMkLst>
        </pc:spChg>
        <pc:spChg chg="mod">
          <ac:chgData name="Patil, Sayli" userId="38f00081-9ce8-4d0d-8f7a-2509a6507bca" providerId="ADAL" clId="{60C1F934-7308-4A07-BA8E-5726F5211625}" dt="2026-03-02T09:56:08.787" v="796" actId="1076"/>
          <ac:spMkLst>
            <pc:docMk/>
            <pc:sldMk cId="902939176" sldId="2147483645"/>
            <ac:spMk id="125" creationId="{2B92226E-FC37-75A8-70CD-873765198F84}"/>
          </ac:spMkLst>
        </pc:spChg>
        <pc:cxnChg chg="mod">
          <ac:chgData name="Patil, Sayli" userId="38f00081-9ce8-4d0d-8f7a-2509a6507bca" providerId="ADAL" clId="{60C1F934-7308-4A07-BA8E-5726F5211625}" dt="2026-03-02T09:56:15.289" v="797" actId="12789"/>
          <ac:cxnSpMkLst>
            <pc:docMk/>
            <pc:sldMk cId="902939176" sldId="2147483645"/>
            <ac:cxnSpMk id="12" creationId="{4402C58D-DD3C-91F2-2250-CD6124B88468}"/>
          </ac:cxnSpMkLst>
        </pc:cxnChg>
        <pc:cxnChg chg="mod">
          <ac:chgData name="Patil, Sayli" userId="38f00081-9ce8-4d0d-8f7a-2509a6507bca" providerId="ADAL" clId="{60C1F934-7308-4A07-BA8E-5726F5211625}" dt="2026-03-02T09:56:15.289" v="797" actId="12789"/>
          <ac:cxnSpMkLst>
            <pc:docMk/>
            <pc:sldMk cId="902939176" sldId="2147483645"/>
            <ac:cxnSpMk id="29" creationId="{FEC042A8-2169-B646-2965-4D2BA1AA5F2B}"/>
          </ac:cxnSpMkLst>
        </pc:cxnChg>
        <pc:cxnChg chg="mod">
          <ac:chgData name="Patil, Sayli" userId="38f00081-9ce8-4d0d-8f7a-2509a6507bca" providerId="ADAL" clId="{60C1F934-7308-4A07-BA8E-5726F5211625}" dt="2026-03-02T09:56:56.185" v="812" actId="1036"/>
          <ac:cxnSpMkLst>
            <pc:docMk/>
            <pc:sldMk cId="902939176" sldId="2147483645"/>
            <ac:cxnSpMk id="59" creationId="{E877B039-F628-B2AD-DDDC-E982F939BDFD}"/>
          </ac:cxnSpMkLst>
        </pc:cxnChg>
        <pc:cxnChg chg="mod">
          <ac:chgData name="Patil, Sayli" userId="38f00081-9ce8-4d0d-8f7a-2509a6507bca" providerId="ADAL" clId="{60C1F934-7308-4A07-BA8E-5726F5211625}" dt="2026-03-02T09:56:56.185" v="812" actId="1036"/>
          <ac:cxnSpMkLst>
            <pc:docMk/>
            <pc:sldMk cId="902939176" sldId="2147483645"/>
            <ac:cxnSpMk id="60" creationId="{AAF82143-ADC6-DCC8-C588-17FD4C6424F9}"/>
          </ac:cxnSpMkLst>
        </pc:cxnChg>
        <pc:cxnChg chg="mod">
          <ac:chgData name="Patil, Sayli" userId="38f00081-9ce8-4d0d-8f7a-2509a6507bca" providerId="ADAL" clId="{60C1F934-7308-4A07-BA8E-5726F5211625}" dt="2026-03-02T09:56:56.185" v="812" actId="1036"/>
          <ac:cxnSpMkLst>
            <pc:docMk/>
            <pc:sldMk cId="902939176" sldId="2147483645"/>
            <ac:cxnSpMk id="64" creationId="{94AA1102-5FB5-1DC3-4112-4B5D59FF5CCA}"/>
          </ac:cxnSpMkLst>
        </pc:cxnChg>
        <pc:cxnChg chg="mod">
          <ac:chgData name="Patil, Sayli" userId="38f00081-9ce8-4d0d-8f7a-2509a6507bca" providerId="ADAL" clId="{60C1F934-7308-4A07-BA8E-5726F5211625}" dt="2026-03-02T09:56:56.185" v="812" actId="1036"/>
          <ac:cxnSpMkLst>
            <pc:docMk/>
            <pc:sldMk cId="902939176" sldId="2147483645"/>
            <ac:cxnSpMk id="71" creationId="{D4C3AE42-E025-A126-BDEB-65CB4CE3264E}"/>
          </ac:cxnSpMkLst>
        </pc:cxnChg>
        <pc:cxnChg chg="add mod">
          <ac:chgData name="Patil, Sayli" userId="38f00081-9ce8-4d0d-8f7a-2509a6507bca" providerId="ADAL" clId="{60C1F934-7308-4A07-BA8E-5726F5211625}" dt="2026-03-02T09:57:41.414" v="820" actId="108"/>
          <ac:cxnSpMkLst>
            <pc:docMk/>
            <pc:sldMk cId="902939176" sldId="2147483645"/>
            <ac:cxnSpMk id="84" creationId="{6CB6942A-E514-9DC2-1B2A-D7763734B6F8}"/>
          </ac:cxnSpMkLst>
        </pc:cxnChg>
        <pc:cxnChg chg="add del mod">
          <ac:chgData name="Patil, Sayli" userId="38f00081-9ce8-4d0d-8f7a-2509a6507bca" providerId="ADAL" clId="{60C1F934-7308-4A07-BA8E-5726F5211625}" dt="2026-03-02T09:58:24.268" v="825" actId="14100"/>
          <ac:cxnSpMkLst>
            <pc:docMk/>
            <pc:sldMk cId="902939176" sldId="2147483645"/>
            <ac:cxnSpMk id="86" creationId="{DF01A4F4-CD55-3EA4-9DA2-6F3746FDC8EE}"/>
          </ac:cxnSpMkLst>
        </pc:cxnChg>
        <pc:cxnChg chg="add mod">
          <ac:chgData name="Patil, Sayli" userId="38f00081-9ce8-4d0d-8f7a-2509a6507bca" providerId="ADAL" clId="{60C1F934-7308-4A07-BA8E-5726F5211625}" dt="2026-03-02T09:57:44.812" v="821" actId="108"/>
          <ac:cxnSpMkLst>
            <pc:docMk/>
            <pc:sldMk cId="902939176" sldId="2147483645"/>
            <ac:cxnSpMk id="87" creationId="{F93F4B3C-22D5-67F9-B0B5-8A846BC503EC}"/>
          </ac:cxnSpMkLst>
        </pc:cxnChg>
      </pc:sldChg>
    </pc:docChg>
  </pc:docChgLst>
  <pc:docChgLst>
    <pc:chgData name="Joshi, Amit" userId="81515d6e-bbc6-42b0-a870-581130595a28" providerId="ADAL" clId="{F9C47A26-F224-43CB-9AF9-0992CA7FBB19}"/>
    <pc:docChg chg="undo custSel addSld delSld modSld sldOrd delMainMaster">
      <pc:chgData name="Joshi, Amit" userId="81515d6e-bbc6-42b0-a870-581130595a28" providerId="ADAL" clId="{F9C47A26-F224-43CB-9AF9-0992CA7FBB19}" dt="2026-03-02T15:35:36.003" v="5070" actId="108"/>
      <pc:docMkLst>
        <pc:docMk/>
      </pc:docMkLst>
      <pc:sldChg chg="modSp mod">
        <pc:chgData name="Joshi, Amit" userId="81515d6e-bbc6-42b0-a870-581130595a28" providerId="ADAL" clId="{F9C47A26-F224-43CB-9AF9-0992CA7FBB19}" dt="2026-03-02T15:13:26.517" v="4866" actId="208"/>
        <pc:sldMkLst>
          <pc:docMk/>
          <pc:sldMk cId="1741720251" sldId="256"/>
        </pc:sldMkLst>
        <pc:spChg chg="mod">
          <ac:chgData name="Joshi, Amit" userId="81515d6e-bbc6-42b0-a870-581130595a28" providerId="ADAL" clId="{F9C47A26-F224-43CB-9AF9-0992CA7FBB19}" dt="2026-03-02T15:13:26.517" v="4866" actId="208"/>
          <ac:spMkLst>
            <pc:docMk/>
            <pc:sldMk cId="1741720251" sldId="256"/>
            <ac:spMk id="10" creationId="{C741BA04-45C4-AA37-0632-0C84B60FA497}"/>
          </ac:spMkLst>
        </pc:spChg>
        <pc:spChg chg="mod">
          <ac:chgData name="Joshi, Amit" userId="81515d6e-bbc6-42b0-a870-581130595a28" providerId="ADAL" clId="{F9C47A26-F224-43CB-9AF9-0992CA7FBB19}" dt="2026-03-02T15:13:26.517" v="4866" actId="208"/>
          <ac:spMkLst>
            <pc:docMk/>
            <pc:sldMk cId="1741720251" sldId="256"/>
            <ac:spMk id="11" creationId="{A1306094-D270-94C2-04C3-CFBC9F9A22C6}"/>
          </ac:spMkLst>
        </pc:spChg>
        <pc:spChg chg="mod">
          <ac:chgData name="Joshi, Amit" userId="81515d6e-bbc6-42b0-a870-581130595a28" providerId="ADAL" clId="{F9C47A26-F224-43CB-9AF9-0992CA7FBB19}" dt="2026-03-02T15:13:26.517" v="4866" actId="208"/>
          <ac:spMkLst>
            <pc:docMk/>
            <pc:sldMk cId="1741720251" sldId="256"/>
            <ac:spMk id="12" creationId="{13EEE17F-675E-E274-7B35-45336DC25964}"/>
          </ac:spMkLst>
        </pc:spChg>
        <pc:spChg chg="mod">
          <ac:chgData name="Joshi, Amit" userId="81515d6e-bbc6-42b0-a870-581130595a28" providerId="ADAL" clId="{F9C47A26-F224-43CB-9AF9-0992CA7FBB19}" dt="2026-03-02T15:13:26.517" v="4866" actId="208"/>
          <ac:spMkLst>
            <pc:docMk/>
            <pc:sldMk cId="1741720251" sldId="256"/>
            <ac:spMk id="13" creationId="{C382797F-99C0-4B4C-92CA-59AFBAF7F51B}"/>
          </ac:spMkLst>
        </pc:spChg>
        <pc:spChg chg="mod">
          <ac:chgData name="Joshi, Amit" userId="81515d6e-bbc6-42b0-a870-581130595a28" providerId="ADAL" clId="{F9C47A26-F224-43CB-9AF9-0992CA7FBB19}" dt="2026-03-02T15:13:26.517" v="4866" actId="208"/>
          <ac:spMkLst>
            <pc:docMk/>
            <pc:sldMk cId="1741720251" sldId="256"/>
            <ac:spMk id="14" creationId="{818993EB-0E02-ACC0-3850-4C3FF8FB0F99}"/>
          </ac:spMkLst>
        </pc:spChg>
        <pc:spChg chg="mod">
          <ac:chgData name="Joshi, Amit" userId="81515d6e-bbc6-42b0-a870-581130595a28" providerId="ADAL" clId="{F9C47A26-F224-43CB-9AF9-0992CA7FBB19}" dt="2026-03-02T15:13:26.517" v="4866" actId="208"/>
          <ac:spMkLst>
            <pc:docMk/>
            <pc:sldMk cId="1741720251" sldId="256"/>
            <ac:spMk id="15" creationId="{1ED969A9-3716-B66D-F432-FD81707EDAE0}"/>
          </ac:spMkLst>
        </pc:spChg>
        <pc:spChg chg="mod">
          <ac:chgData name="Joshi, Amit" userId="81515d6e-bbc6-42b0-a870-581130595a28" providerId="ADAL" clId="{F9C47A26-F224-43CB-9AF9-0992CA7FBB19}" dt="2026-03-02T15:13:26.517" v="4866" actId="208"/>
          <ac:spMkLst>
            <pc:docMk/>
            <pc:sldMk cId="1741720251" sldId="256"/>
            <ac:spMk id="16" creationId="{5981113B-6DD1-CE79-B780-B299B5415760}"/>
          </ac:spMkLst>
        </pc:spChg>
        <pc:spChg chg="mod">
          <ac:chgData name="Joshi, Amit" userId="81515d6e-bbc6-42b0-a870-581130595a28" providerId="ADAL" clId="{F9C47A26-F224-43CB-9AF9-0992CA7FBB19}" dt="2026-03-02T15:13:26.517" v="4866" actId="208"/>
          <ac:spMkLst>
            <pc:docMk/>
            <pc:sldMk cId="1741720251" sldId="256"/>
            <ac:spMk id="17" creationId="{E39D2B0F-FE9D-3269-13B2-ED7DFCF1B17E}"/>
          </ac:spMkLst>
        </pc:spChg>
        <pc:spChg chg="mod">
          <ac:chgData name="Joshi, Amit" userId="81515d6e-bbc6-42b0-a870-581130595a28" providerId="ADAL" clId="{F9C47A26-F224-43CB-9AF9-0992CA7FBB19}" dt="2026-03-02T15:13:26.517" v="4866" actId="208"/>
          <ac:spMkLst>
            <pc:docMk/>
            <pc:sldMk cId="1741720251" sldId="256"/>
            <ac:spMk id="18" creationId="{84FCE029-E433-2A25-299E-FC837C94CFDA}"/>
          </ac:spMkLst>
        </pc:spChg>
        <pc:spChg chg="mod">
          <ac:chgData name="Joshi, Amit" userId="81515d6e-bbc6-42b0-a870-581130595a28" providerId="ADAL" clId="{F9C47A26-F224-43CB-9AF9-0992CA7FBB19}" dt="2026-03-02T15:13:26.517" v="4866" actId="208"/>
          <ac:spMkLst>
            <pc:docMk/>
            <pc:sldMk cId="1741720251" sldId="256"/>
            <ac:spMk id="19" creationId="{B73B90B4-52BC-B09C-A362-2000717F0C6C}"/>
          </ac:spMkLst>
        </pc:spChg>
      </pc:sldChg>
      <pc:sldChg chg="delSp modSp add mod">
        <pc:chgData name="Joshi, Amit" userId="81515d6e-bbc6-42b0-a870-581130595a28" providerId="ADAL" clId="{F9C47A26-F224-43CB-9AF9-0992CA7FBB19}" dt="2026-03-02T04:25:42.266" v="2124" actId="255"/>
        <pc:sldMkLst>
          <pc:docMk/>
          <pc:sldMk cId="3090202877" sldId="261"/>
        </pc:sldMkLst>
        <pc:spChg chg="mod">
          <ac:chgData name="Joshi, Amit" userId="81515d6e-bbc6-42b0-a870-581130595a28" providerId="ADAL" clId="{F9C47A26-F224-43CB-9AF9-0992CA7FBB19}" dt="2026-03-01T16:50:19.062" v="2035" actId="20577"/>
          <ac:spMkLst>
            <pc:docMk/>
            <pc:sldMk cId="3090202877" sldId="261"/>
            <ac:spMk id="5" creationId="{E3C386B2-0213-3A38-4125-5DADFB5ACCE5}"/>
          </ac:spMkLst>
        </pc:spChg>
        <pc:spChg chg="mod">
          <ac:chgData name="Joshi, Amit" userId="81515d6e-bbc6-42b0-a870-581130595a28" providerId="ADAL" clId="{F9C47A26-F224-43CB-9AF9-0992CA7FBB19}" dt="2026-03-02T04:24:52.835" v="2117" actId="404"/>
          <ac:spMkLst>
            <pc:docMk/>
            <pc:sldMk cId="3090202877" sldId="261"/>
            <ac:spMk id="64" creationId="{86976A94-5012-B110-F37D-1B666B5BE018}"/>
          </ac:spMkLst>
        </pc:spChg>
        <pc:spChg chg="mod">
          <ac:chgData name="Joshi, Amit" userId="81515d6e-bbc6-42b0-a870-581130595a28" providerId="ADAL" clId="{F9C47A26-F224-43CB-9AF9-0992CA7FBB19}" dt="2026-03-02T04:25:42.266" v="2124" actId="255"/>
          <ac:spMkLst>
            <pc:docMk/>
            <pc:sldMk cId="3090202877" sldId="261"/>
            <ac:spMk id="75" creationId="{8FF08763-28AA-3B8C-657D-78AE13C7D96A}"/>
          </ac:spMkLst>
        </pc:spChg>
        <pc:spChg chg="mod">
          <ac:chgData name="Joshi, Amit" userId="81515d6e-bbc6-42b0-a870-581130595a28" providerId="ADAL" clId="{F9C47A26-F224-43CB-9AF9-0992CA7FBB19}" dt="2026-03-01T16:50:35.953" v="2043" actId="6549"/>
          <ac:spMkLst>
            <pc:docMk/>
            <pc:sldMk cId="3090202877" sldId="261"/>
            <ac:spMk id="87" creationId="{4C5ABF5A-8E7A-27BC-B527-C51A5C50A7F8}"/>
          </ac:spMkLst>
        </pc:spChg>
      </pc:sldChg>
      <pc:sldChg chg="addSp modSp mod ord">
        <pc:chgData name="Joshi, Amit" userId="81515d6e-bbc6-42b0-a870-581130595a28" providerId="ADAL" clId="{F9C47A26-F224-43CB-9AF9-0992CA7FBB19}" dt="2026-03-02T12:56:31.912" v="4752" actId="1076"/>
        <pc:sldMkLst>
          <pc:docMk/>
          <pc:sldMk cId="3441025785" sldId="262"/>
        </pc:sldMkLst>
        <pc:spChg chg="mod">
          <ac:chgData name="Joshi, Amit" userId="81515d6e-bbc6-42b0-a870-581130595a28" providerId="ADAL" clId="{F9C47A26-F224-43CB-9AF9-0992CA7FBB19}" dt="2026-03-02T09:34:52.899" v="4037" actId="20577"/>
          <ac:spMkLst>
            <pc:docMk/>
            <pc:sldMk cId="3441025785" sldId="262"/>
            <ac:spMk id="2" creationId="{83245330-FF60-6EA2-7C68-6C216D1153D2}"/>
          </ac:spMkLst>
        </pc:spChg>
        <pc:spChg chg="mod">
          <ac:chgData name="Joshi, Amit" userId="81515d6e-bbc6-42b0-a870-581130595a28" providerId="ADAL" clId="{F9C47A26-F224-43CB-9AF9-0992CA7FBB19}" dt="2026-03-02T10:03:22.365" v="4088" actId="20577"/>
          <ac:spMkLst>
            <pc:docMk/>
            <pc:sldMk cId="3441025785" sldId="262"/>
            <ac:spMk id="7" creationId="{A8C8D0D8-9695-5AD3-87D9-9131A655F060}"/>
          </ac:spMkLst>
        </pc:spChg>
        <pc:spChg chg="mod">
          <ac:chgData name="Joshi, Amit" userId="81515d6e-bbc6-42b0-a870-581130595a28" providerId="ADAL" clId="{F9C47A26-F224-43CB-9AF9-0992CA7FBB19}" dt="2026-03-02T05:17:41.415" v="2764" actId="1076"/>
          <ac:spMkLst>
            <pc:docMk/>
            <pc:sldMk cId="3441025785" sldId="262"/>
            <ac:spMk id="12" creationId="{D00C51D7-91E8-77E7-AF53-42C848C0AF76}"/>
          </ac:spMkLst>
        </pc:spChg>
      </pc:sldChg>
      <pc:sldChg chg="addSp modSp mod">
        <pc:chgData name="Joshi, Amit" userId="81515d6e-bbc6-42b0-a870-581130595a28" providerId="ADAL" clId="{F9C47A26-F224-43CB-9AF9-0992CA7FBB19}" dt="2026-03-02T15:35:02.325" v="5059" actId="20577"/>
        <pc:sldMkLst>
          <pc:docMk/>
          <pc:sldMk cId="2238673647" sldId="266"/>
        </pc:sldMkLst>
        <pc:spChg chg="add mod">
          <ac:chgData name="Joshi, Amit" userId="81515d6e-bbc6-42b0-a870-581130595a28" providerId="ADAL" clId="{F9C47A26-F224-43CB-9AF9-0992CA7FBB19}" dt="2026-03-02T15:35:02.325" v="5059" actId="20577"/>
          <ac:spMkLst>
            <pc:docMk/>
            <pc:sldMk cId="2238673647" sldId="266"/>
            <ac:spMk id="27" creationId="{887F8D1D-E38B-ECF7-874C-EBCA52CCFFAC}"/>
          </ac:spMkLst>
        </pc:spChg>
      </pc:sldChg>
      <pc:sldChg chg="modSp mod">
        <pc:chgData name="Joshi, Amit" userId="81515d6e-bbc6-42b0-a870-581130595a28" providerId="ADAL" clId="{F9C47A26-F224-43CB-9AF9-0992CA7FBB19}" dt="2026-03-02T13:04:28.466" v="4793" actId="6549"/>
        <pc:sldMkLst>
          <pc:docMk/>
          <pc:sldMk cId="3116726353" sldId="269"/>
        </pc:sldMkLst>
        <pc:spChg chg="mod">
          <ac:chgData name="Joshi, Amit" userId="81515d6e-bbc6-42b0-a870-581130595a28" providerId="ADAL" clId="{F9C47A26-F224-43CB-9AF9-0992CA7FBB19}" dt="2026-03-02T13:04:28.466" v="4793" actId="6549"/>
          <ac:spMkLst>
            <pc:docMk/>
            <pc:sldMk cId="3116726353" sldId="269"/>
            <ac:spMk id="38" creationId="{EF6B61CB-9EF7-AD47-67B1-39D31FD26E0E}"/>
          </ac:spMkLst>
        </pc:spChg>
        <pc:spChg chg="mod">
          <ac:chgData name="Joshi, Amit" userId="81515d6e-bbc6-42b0-a870-581130595a28" providerId="ADAL" clId="{F9C47A26-F224-43CB-9AF9-0992CA7FBB19}" dt="2026-03-01T14:55:04.893" v="335" actId="20577"/>
          <ac:spMkLst>
            <pc:docMk/>
            <pc:sldMk cId="3116726353" sldId="269"/>
            <ac:spMk id="41" creationId="{AC6C0353-7015-BD4A-043B-DDEFB55AF629}"/>
          </ac:spMkLst>
        </pc:spChg>
        <pc:spChg chg="mod">
          <ac:chgData name="Joshi, Amit" userId="81515d6e-bbc6-42b0-a870-581130595a28" providerId="ADAL" clId="{F9C47A26-F224-43CB-9AF9-0992CA7FBB19}" dt="2026-03-01T14:54:52.926" v="290" actId="1076"/>
          <ac:spMkLst>
            <pc:docMk/>
            <pc:sldMk cId="3116726353" sldId="269"/>
            <ac:spMk id="43" creationId="{78D20BD6-7E52-932A-3BC2-C017441642AF}"/>
          </ac:spMkLst>
        </pc:spChg>
      </pc:sldChg>
      <pc:sldChg chg="modSp mod">
        <pc:chgData name="Joshi, Amit" userId="81515d6e-bbc6-42b0-a870-581130595a28" providerId="ADAL" clId="{F9C47A26-F224-43CB-9AF9-0992CA7FBB19}" dt="2026-03-02T15:31:52.939" v="4999" actId="108"/>
        <pc:sldMkLst>
          <pc:docMk/>
          <pc:sldMk cId="4264813641" sldId="270"/>
        </pc:sldMkLst>
        <pc:picChg chg="mod">
          <ac:chgData name="Joshi, Amit" userId="81515d6e-bbc6-42b0-a870-581130595a28" providerId="ADAL" clId="{F9C47A26-F224-43CB-9AF9-0992CA7FBB19}" dt="2026-03-02T15:31:52.939" v="4999" actId="108"/>
          <ac:picMkLst>
            <pc:docMk/>
            <pc:sldMk cId="4264813641" sldId="270"/>
            <ac:picMk id="29" creationId="{17E6A9E8-053E-4045-84F3-641B8D404975}"/>
          </ac:picMkLst>
        </pc:picChg>
      </pc:sldChg>
      <pc:sldChg chg="addSp modSp mod">
        <pc:chgData name="Joshi, Amit" userId="81515d6e-bbc6-42b0-a870-581130595a28" providerId="ADAL" clId="{F9C47A26-F224-43CB-9AF9-0992CA7FBB19}" dt="2026-03-02T15:32:40.300" v="5022" actId="20577"/>
        <pc:sldMkLst>
          <pc:docMk/>
          <pc:sldMk cId="4156435828" sldId="271"/>
        </pc:sldMkLst>
        <pc:spChg chg="add mod">
          <ac:chgData name="Joshi, Amit" userId="81515d6e-bbc6-42b0-a870-581130595a28" providerId="ADAL" clId="{F9C47A26-F224-43CB-9AF9-0992CA7FBB19}" dt="2026-03-02T15:32:40.300" v="5022" actId="20577"/>
          <ac:spMkLst>
            <pc:docMk/>
            <pc:sldMk cId="4156435828" sldId="271"/>
            <ac:spMk id="23" creationId="{BCED550A-03C3-28DE-4815-F73418E93612}"/>
          </ac:spMkLst>
        </pc:spChg>
        <pc:picChg chg="mod">
          <ac:chgData name="Joshi, Amit" userId="81515d6e-bbc6-42b0-a870-581130595a28" providerId="ADAL" clId="{F9C47A26-F224-43CB-9AF9-0992CA7FBB19}" dt="2026-03-02T15:32:15.010" v="5001" actId="108"/>
          <ac:picMkLst>
            <pc:docMk/>
            <pc:sldMk cId="4156435828" sldId="271"/>
            <ac:picMk id="29" creationId="{0CFED574-6C70-25D1-2026-358889043BE1}"/>
          </ac:picMkLst>
        </pc:picChg>
      </pc:sldChg>
      <pc:sldChg chg="addSp modSp">
        <pc:chgData name="Joshi, Amit" userId="81515d6e-bbc6-42b0-a870-581130595a28" providerId="ADAL" clId="{F9C47A26-F224-43CB-9AF9-0992CA7FBB19}" dt="2026-03-02T15:35:09.214" v="5060"/>
        <pc:sldMkLst>
          <pc:docMk/>
          <pc:sldMk cId="490671425" sldId="273"/>
        </pc:sldMkLst>
        <pc:spChg chg="add mod">
          <ac:chgData name="Joshi, Amit" userId="81515d6e-bbc6-42b0-a870-581130595a28" providerId="ADAL" clId="{F9C47A26-F224-43CB-9AF9-0992CA7FBB19}" dt="2026-03-02T15:35:09.214" v="5060"/>
          <ac:spMkLst>
            <pc:docMk/>
            <pc:sldMk cId="490671425" sldId="273"/>
            <ac:spMk id="26" creationId="{49144BA5-A38A-9BE0-1883-48CF28F7F59A}"/>
          </ac:spMkLst>
        </pc:spChg>
      </pc:sldChg>
      <pc:sldChg chg="modSp mod ord">
        <pc:chgData name="Joshi, Amit" userId="81515d6e-bbc6-42b0-a870-581130595a28" providerId="ADAL" clId="{F9C47A26-F224-43CB-9AF9-0992CA7FBB19}" dt="2026-03-01T13:49:30.995" v="105"/>
        <pc:sldMkLst>
          <pc:docMk/>
          <pc:sldMk cId="3627975907" sldId="276"/>
        </pc:sldMkLst>
        <pc:spChg chg="mod">
          <ac:chgData name="Joshi, Amit" userId="81515d6e-bbc6-42b0-a870-581130595a28" providerId="ADAL" clId="{F9C47A26-F224-43CB-9AF9-0992CA7FBB19}" dt="2026-03-01T13:48:52.771" v="101" actId="1076"/>
          <ac:spMkLst>
            <pc:docMk/>
            <pc:sldMk cId="3627975907" sldId="276"/>
            <ac:spMk id="66" creationId="{FC3E7162-D89F-0720-973F-BB1429C65BF8}"/>
          </ac:spMkLst>
        </pc:spChg>
      </pc:sldChg>
      <pc:sldChg chg="modSp mod">
        <pc:chgData name="Joshi, Amit" userId="81515d6e-bbc6-42b0-a870-581130595a28" providerId="ADAL" clId="{F9C47A26-F224-43CB-9AF9-0992CA7FBB19}" dt="2026-03-02T15:27:22.282" v="4981" actId="207"/>
        <pc:sldMkLst>
          <pc:docMk/>
          <pc:sldMk cId="4163232624" sldId="277"/>
        </pc:sldMkLst>
        <pc:spChg chg="mod">
          <ac:chgData name="Joshi, Amit" userId="81515d6e-bbc6-42b0-a870-581130595a28" providerId="ADAL" clId="{F9C47A26-F224-43CB-9AF9-0992CA7FBB19}" dt="2026-03-02T09:57:20.435" v="4082" actId="13926"/>
          <ac:spMkLst>
            <pc:docMk/>
            <pc:sldMk cId="4163232624" sldId="277"/>
            <ac:spMk id="8" creationId="{A0D52976-D49F-E220-E6D0-064218275D4E}"/>
          </ac:spMkLst>
        </pc:spChg>
        <pc:spChg chg="mod">
          <ac:chgData name="Joshi, Amit" userId="81515d6e-bbc6-42b0-a870-581130595a28" providerId="ADAL" clId="{F9C47A26-F224-43CB-9AF9-0992CA7FBB19}" dt="2026-03-02T11:15:54.218" v="4571" actId="14100"/>
          <ac:spMkLst>
            <pc:docMk/>
            <pc:sldMk cId="4163232624" sldId="277"/>
            <ac:spMk id="15" creationId="{8F9D4ABE-9B93-2C14-DD68-398846DC34F9}"/>
          </ac:spMkLst>
        </pc:spChg>
        <pc:graphicFrameChg chg="modGraphic">
          <ac:chgData name="Joshi, Amit" userId="81515d6e-bbc6-42b0-a870-581130595a28" providerId="ADAL" clId="{F9C47A26-F224-43CB-9AF9-0992CA7FBB19}" dt="2026-03-02T15:27:22.282" v="4981" actId="207"/>
          <ac:graphicFrameMkLst>
            <pc:docMk/>
            <pc:sldMk cId="4163232624" sldId="277"/>
            <ac:graphicFrameMk id="10" creationId="{4E2870E8-0D8A-DBB1-1063-6EFC7A95C49B}"/>
          </ac:graphicFrameMkLst>
        </pc:graphicFrameChg>
      </pc:sldChg>
      <pc:sldChg chg="addSp modSp mod">
        <pc:chgData name="Joshi, Amit" userId="81515d6e-bbc6-42b0-a870-581130595a28" providerId="ADAL" clId="{F9C47A26-F224-43CB-9AF9-0992CA7FBB19}" dt="2026-03-02T06:43:49.173" v="3336" actId="20577"/>
        <pc:sldMkLst>
          <pc:docMk/>
          <pc:sldMk cId="2070303900" sldId="278"/>
        </pc:sldMkLst>
      </pc:sldChg>
      <pc:sldChg chg="modSp mod">
        <pc:chgData name="Joshi, Amit" userId="81515d6e-bbc6-42b0-a870-581130595a28" providerId="ADAL" clId="{F9C47A26-F224-43CB-9AF9-0992CA7FBB19}" dt="2026-03-02T15:32:58.394" v="5024" actId="108"/>
        <pc:sldMkLst>
          <pc:docMk/>
          <pc:sldMk cId="406297120" sldId="279"/>
        </pc:sldMkLst>
        <pc:spChg chg="mod">
          <ac:chgData name="Joshi, Amit" userId="81515d6e-bbc6-42b0-a870-581130595a28" providerId="ADAL" clId="{F9C47A26-F224-43CB-9AF9-0992CA7FBB19}" dt="2026-03-02T15:32:58.394" v="5024" actId="108"/>
          <ac:spMkLst>
            <pc:docMk/>
            <pc:sldMk cId="406297120" sldId="279"/>
            <ac:spMk id="2" creationId="{4EE39760-82F7-B31F-08F4-63A35B6324DC}"/>
          </ac:spMkLst>
        </pc:spChg>
      </pc:sldChg>
      <pc:sldChg chg="add del">
        <pc:chgData name="Joshi, Amit" userId="81515d6e-bbc6-42b0-a870-581130595a28" providerId="ADAL" clId="{F9C47A26-F224-43CB-9AF9-0992CA7FBB19}" dt="2026-03-02T11:14:51.281" v="4555"/>
        <pc:sldMkLst>
          <pc:docMk/>
          <pc:sldMk cId="1883247945" sldId="280"/>
        </pc:sldMkLst>
      </pc:sldChg>
      <pc:sldChg chg="modSp mod">
        <pc:chgData name="Joshi, Amit" userId="81515d6e-bbc6-42b0-a870-581130595a28" providerId="ADAL" clId="{F9C47A26-F224-43CB-9AF9-0992CA7FBB19}" dt="2026-03-02T15:32:54.875" v="5023" actId="1076"/>
        <pc:sldMkLst>
          <pc:docMk/>
          <pc:sldMk cId="3065000986" sldId="282"/>
        </pc:sldMkLst>
        <pc:spChg chg="mod">
          <ac:chgData name="Joshi, Amit" userId="81515d6e-bbc6-42b0-a870-581130595a28" providerId="ADAL" clId="{F9C47A26-F224-43CB-9AF9-0992CA7FBB19}" dt="2026-03-02T15:32:54.875" v="5023" actId="1076"/>
          <ac:spMkLst>
            <pc:docMk/>
            <pc:sldMk cId="3065000986" sldId="282"/>
            <ac:spMk id="4" creationId="{B4B047C0-4AB5-1FE1-B583-A8EED3C504E3}"/>
          </ac:spMkLst>
        </pc:spChg>
      </pc:sldChg>
      <pc:sldChg chg="modSp mod">
        <pc:chgData name="Joshi, Amit" userId="81515d6e-bbc6-42b0-a870-581130595a28" providerId="ADAL" clId="{F9C47A26-F224-43CB-9AF9-0992CA7FBB19}" dt="2026-03-02T15:28:10.358" v="4986" actId="20577"/>
        <pc:sldMkLst>
          <pc:docMk/>
          <pc:sldMk cId="3999605558" sldId="283"/>
        </pc:sldMkLst>
        <pc:graphicFrameChg chg="modGraphic">
          <ac:chgData name="Joshi, Amit" userId="81515d6e-bbc6-42b0-a870-581130595a28" providerId="ADAL" clId="{F9C47A26-F224-43CB-9AF9-0992CA7FBB19}" dt="2026-03-02T15:28:10.358" v="4986" actId="20577"/>
          <ac:graphicFrameMkLst>
            <pc:docMk/>
            <pc:sldMk cId="3999605558" sldId="283"/>
            <ac:graphicFrameMk id="5" creationId="{3E0444C0-D6D1-C59D-3174-1683CB0CAA93}"/>
          </ac:graphicFrameMkLst>
        </pc:graphicFrameChg>
      </pc:sldChg>
      <pc:sldChg chg="addSp delSp modSp mod">
        <pc:chgData name="Joshi, Amit" userId="81515d6e-bbc6-42b0-a870-581130595a28" providerId="ADAL" clId="{F9C47A26-F224-43CB-9AF9-0992CA7FBB19}" dt="2026-03-02T11:22:26.973" v="4751" actId="20577"/>
        <pc:sldMkLst>
          <pc:docMk/>
          <pc:sldMk cId="3661484831" sldId="284"/>
        </pc:sldMkLst>
        <pc:spChg chg="mod">
          <ac:chgData name="Joshi, Amit" userId="81515d6e-bbc6-42b0-a870-581130595a28" providerId="ADAL" clId="{F9C47A26-F224-43CB-9AF9-0992CA7FBB19}" dt="2026-03-02T07:09:54.967" v="3995" actId="1076"/>
          <ac:spMkLst>
            <pc:docMk/>
            <pc:sldMk cId="3661484831" sldId="284"/>
            <ac:spMk id="15" creationId="{0527B91B-D493-28D8-7B5D-60A1C77E260D}"/>
          </ac:spMkLst>
        </pc:spChg>
        <pc:spChg chg="mod">
          <ac:chgData name="Joshi, Amit" userId="81515d6e-bbc6-42b0-a870-581130595a28" providerId="ADAL" clId="{F9C47A26-F224-43CB-9AF9-0992CA7FBB19}" dt="2026-03-02T07:09:54.967" v="3995" actId="1076"/>
          <ac:spMkLst>
            <pc:docMk/>
            <pc:sldMk cId="3661484831" sldId="284"/>
            <ac:spMk id="16" creationId="{C3453EB4-1EA5-1C6F-9627-C2A79FF7CB41}"/>
          </ac:spMkLst>
        </pc:spChg>
        <pc:spChg chg="mod">
          <ac:chgData name="Joshi, Amit" userId="81515d6e-bbc6-42b0-a870-581130595a28" providerId="ADAL" clId="{F9C47A26-F224-43CB-9AF9-0992CA7FBB19}" dt="2026-03-02T07:09:54.967" v="3995" actId="1076"/>
          <ac:spMkLst>
            <pc:docMk/>
            <pc:sldMk cId="3661484831" sldId="284"/>
            <ac:spMk id="18" creationId="{25674CCE-6CB6-F57F-D01D-757566A61A43}"/>
          </ac:spMkLst>
        </pc:spChg>
        <pc:spChg chg="mod topLvl">
          <ac:chgData name="Joshi, Amit" userId="81515d6e-bbc6-42b0-a870-581130595a28" providerId="ADAL" clId="{F9C47A26-F224-43CB-9AF9-0992CA7FBB19}" dt="2026-03-02T07:10:58.386" v="4003" actId="478"/>
          <ac:spMkLst>
            <pc:docMk/>
            <pc:sldMk cId="3661484831" sldId="284"/>
            <ac:spMk id="20" creationId="{336A9BC9-14D8-A31E-9601-430CB72F0B69}"/>
          </ac:spMkLst>
        </pc:spChg>
        <pc:spChg chg="add del mod topLvl">
          <ac:chgData name="Joshi, Amit" userId="81515d6e-bbc6-42b0-a870-581130595a28" providerId="ADAL" clId="{F9C47A26-F224-43CB-9AF9-0992CA7FBB19}" dt="2026-03-02T07:11:10.102" v="4005" actId="6549"/>
          <ac:spMkLst>
            <pc:docMk/>
            <pc:sldMk cId="3661484831" sldId="284"/>
            <ac:spMk id="21" creationId="{1A53E9BF-D2FC-2663-048D-837EECC29FD6}"/>
          </ac:spMkLst>
        </pc:spChg>
        <pc:spChg chg="mod">
          <ac:chgData name="Joshi, Amit" userId="81515d6e-bbc6-42b0-a870-581130595a28" providerId="ADAL" clId="{F9C47A26-F224-43CB-9AF9-0992CA7FBB19}" dt="2026-03-02T11:07:34.617" v="4471" actId="1076"/>
          <ac:spMkLst>
            <pc:docMk/>
            <pc:sldMk cId="3661484831" sldId="284"/>
            <ac:spMk id="22" creationId="{972C47BB-246E-2311-84D4-776062611350}"/>
          </ac:spMkLst>
        </pc:spChg>
        <pc:spChg chg="mod">
          <ac:chgData name="Joshi, Amit" userId="81515d6e-bbc6-42b0-a870-581130595a28" providerId="ADAL" clId="{F9C47A26-F224-43CB-9AF9-0992CA7FBB19}" dt="2026-03-02T11:08:28.828" v="4479" actId="6549"/>
          <ac:spMkLst>
            <pc:docMk/>
            <pc:sldMk cId="3661484831" sldId="284"/>
            <ac:spMk id="23" creationId="{B0968677-C07F-71EB-AA51-3DD202929E91}"/>
          </ac:spMkLst>
        </pc:spChg>
        <pc:spChg chg="mod">
          <ac:chgData name="Joshi, Amit" userId="81515d6e-bbc6-42b0-a870-581130595a28" providerId="ADAL" clId="{F9C47A26-F224-43CB-9AF9-0992CA7FBB19}" dt="2026-03-02T11:09:55.686" v="4491" actId="1076"/>
          <ac:spMkLst>
            <pc:docMk/>
            <pc:sldMk cId="3661484831" sldId="284"/>
            <ac:spMk id="24" creationId="{1C932CD1-75E6-4B84-4487-075581879C9E}"/>
          </ac:spMkLst>
        </pc:spChg>
        <pc:spChg chg="mod">
          <ac:chgData name="Joshi, Amit" userId="81515d6e-bbc6-42b0-a870-581130595a28" providerId="ADAL" clId="{F9C47A26-F224-43CB-9AF9-0992CA7FBB19}" dt="2026-03-02T11:10:10.290" v="4496" actId="14100"/>
          <ac:spMkLst>
            <pc:docMk/>
            <pc:sldMk cId="3661484831" sldId="284"/>
            <ac:spMk id="25" creationId="{40D9148F-E4BC-CF75-6E43-57612C02EE08}"/>
          </ac:spMkLst>
        </pc:spChg>
        <pc:spChg chg="mod">
          <ac:chgData name="Joshi, Amit" userId="81515d6e-bbc6-42b0-a870-581130595a28" providerId="ADAL" clId="{F9C47A26-F224-43CB-9AF9-0992CA7FBB19}" dt="2026-03-02T11:11:57.298" v="4551" actId="20577"/>
          <ac:spMkLst>
            <pc:docMk/>
            <pc:sldMk cId="3661484831" sldId="284"/>
            <ac:spMk id="27" creationId="{99FAF8AE-2253-2E35-FC72-9768CF0C370B}"/>
          </ac:spMkLst>
        </pc:spChg>
        <pc:spChg chg="mod">
          <ac:chgData name="Joshi, Amit" userId="81515d6e-bbc6-42b0-a870-581130595a28" providerId="ADAL" clId="{F9C47A26-F224-43CB-9AF9-0992CA7FBB19}" dt="2026-03-02T11:22:26.973" v="4751" actId="20577"/>
          <ac:spMkLst>
            <pc:docMk/>
            <pc:sldMk cId="3661484831" sldId="284"/>
            <ac:spMk id="28" creationId="{FDA6D27D-0B0A-4C6F-998D-5A9FC8204800}"/>
          </ac:spMkLst>
        </pc:spChg>
        <pc:spChg chg="mod">
          <ac:chgData name="Joshi, Amit" userId="81515d6e-bbc6-42b0-a870-581130595a28" providerId="ADAL" clId="{F9C47A26-F224-43CB-9AF9-0992CA7FBB19}" dt="2026-03-02T07:09:54.967" v="3995" actId="1076"/>
          <ac:spMkLst>
            <pc:docMk/>
            <pc:sldMk cId="3661484831" sldId="284"/>
            <ac:spMk id="29" creationId="{45B1526D-6575-AB1C-0079-C8BE42BEB288}"/>
          </ac:spMkLst>
        </pc:spChg>
        <pc:spChg chg="mod">
          <ac:chgData name="Joshi, Amit" userId="81515d6e-bbc6-42b0-a870-581130595a28" providerId="ADAL" clId="{F9C47A26-F224-43CB-9AF9-0992CA7FBB19}" dt="2026-03-02T07:09:54.967" v="3995" actId="1076"/>
          <ac:spMkLst>
            <pc:docMk/>
            <pc:sldMk cId="3661484831" sldId="284"/>
            <ac:spMk id="30" creationId="{C61008BE-4026-DD69-4517-16F651E3AD9A}"/>
          </ac:spMkLst>
        </pc:spChg>
        <pc:spChg chg="mod">
          <ac:chgData name="Joshi, Amit" userId="81515d6e-bbc6-42b0-a870-581130595a28" providerId="ADAL" clId="{F9C47A26-F224-43CB-9AF9-0992CA7FBB19}" dt="2026-03-02T11:21:37.474" v="4731" actId="20577"/>
          <ac:spMkLst>
            <pc:docMk/>
            <pc:sldMk cId="3661484831" sldId="284"/>
            <ac:spMk id="34" creationId="{A082094A-3F8D-1DA2-9F37-D85D0E0FBD9E}"/>
          </ac:spMkLst>
        </pc:spChg>
        <pc:spChg chg="mod">
          <ac:chgData name="Joshi, Amit" userId="81515d6e-bbc6-42b0-a870-581130595a28" providerId="ADAL" clId="{F9C47A26-F224-43CB-9AF9-0992CA7FBB19}" dt="2026-03-02T11:21:32.436" v="4730" actId="20577"/>
          <ac:spMkLst>
            <pc:docMk/>
            <pc:sldMk cId="3661484831" sldId="284"/>
            <ac:spMk id="35" creationId="{DFECD70D-4AEB-8359-9FD2-6341C28CD1B8}"/>
          </ac:spMkLst>
        </pc:spChg>
        <pc:spChg chg="mod">
          <ac:chgData name="Joshi, Amit" userId="81515d6e-bbc6-42b0-a870-581130595a28" providerId="ADAL" clId="{F9C47A26-F224-43CB-9AF9-0992CA7FBB19}" dt="2026-03-02T07:10:07.072" v="3998" actId="1076"/>
          <ac:spMkLst>
            <pc:docMk/>
            <pc:sldMk cId="3661484831" sldId="284"/>
            <ac:spMk id="42" creationId="{15A53189-4E7F-40A1-56E2-5CE69B19218F}"/>
          </ac:spMkLst>
        </pc:spChg>
        <pc:spChg chg="mod">
          <ac:chgData name="Joshi, Amit" userId="81515d6e-bbc6-42b0-a870-581130595a28" providerId="ADAL" clId="{F9C47A26-F224-43CB-9AF9-0992CA7FBB19}" dt="2026-03-02T07:10:00.918" v="3997" actId="404"/>
          <ac:spMkLst>
            <pc:docMk/>
            <pc:sldMk cId="3661484831" sldId="284"/>
            <ac:spMk id="43" creationId="{48DFDD81-C000-6E1A-6321-2DB10855AFCB}"/>
          </ac:spMkLst>
        </pc:spChg>
        <pc:spChg chg="mod">
          <ac:chgData name="Joshi, Amit" userId="81515d6e-bbc6-42b0-a870-581130595a28" providerId="ADAL" clId="{F9C47A26-F224-43CB-9AF9-0992CA7FBB19}" dt="2026-03-02T11:22:07.191" v="4748" actId="20577"/>
          <ac:spMkLst>
            <pc:docMk/>
            <pc:sldMk cId="3661484831" sldId="284"/>
            <ac:spMk id="47" creationId="{D30263E9-CE40-D4C6-244E-0083BF587440}"/>
          </ac:spMkLst>
        </pc:spChg>
        <pc:spChg chg="mod">
          <ac:chgData name="Joshi, Amit" userId="81515d6e-bbc6-42b0-a870-581130595a28" providerId="ADAL" clId="{F9C47A26-F224-43CB-9AF9-0992CA7FBB19}" dt="2026-03-02T11:21:49.984" v="4746" actId="20577"/>
          <ac:spMkLst>
            <pc:docMk/>
            <pc:sldMk cId="3661484831" sldId="284"/>
            <ac:spMk id="48" creationId="{0E01151E-5E68-BDC8-27CC-57841F595BE1}"/>
          </ac:spMkLst>
        </pc:spChg>
        <pc:spChg chg="mod">
          <ac:chgData name="Joshi, Amit" userId="81515d6e-bbc6-42b0-a870-581130595a28" providerId="ADAL" clId="{F9C47A26-F224-43CB-9AF9-0992CA7FBB19}" dt="2026-03-02T07:09:54.967" v="3995" actId="1076"/>
          <ac:spMkLst>
            <pc:docMk/>
            <pc:sldMk cId="3661484831" sldId="284"/>
            <ac:spMk id="75" creationId="{8021AFFA-1520-601B-1729-CFBFFF6C5776}"/>
          </ac:spMkLst>
        </pc:spChg>
        <pc:grpChg chg="mod">
          <ac:chgData name="Joshi, Amit" userId="81515d6e-bbc6-42b0-a870-581130595a28" providerId="ADAL" clId="{F9C47A26-F224-43CB-9AF9-0992CA7FBB19}" dt="2026-03-02T07:10:15.418" v="3999" actId="688"/>
          <ac:grpSpMkLst>
            <pc:docMk/>
            <pc:sldMk cId="3661484831" sldId="284"/>
            <ac:grpSpMk id="3" creationId="{63262059-CD8E-A798-1CC6-28B1A28B8A2D}"/>
          </ac:grpSpMkLst>
        </pc:grpChg>
        <pc:grpChg chg="add mod">
          <ac:chgData name="Joshi, Amit" userId="81515d6e-bbc6-42b0-a870-581130595a28" providerId="ADAL" clId="{F9C47A26-F224-43CB-9AF9-0992CA7FBB19}" dt="2026-03-02T11:17:50.439" v="4573" actId="1076"/>
          <ac:grpSpMkLst>
            <pc:docMk/>
            <pc:sldMk cId="3661484831" sldId="284"/>
            <ac:grpSpMk id="31" creationId="{401ABF09-6E0A-6718-3363-95CD6FC1C93F}"/>
          </ac:grpSpMkLst>
        </pc:grpChg>
        <pc:grpChg chg="mod">
          <ac:chgData name="Joshi, Amit" userId="81515d6e-bbc6-42b0-a870-581130595a28" providerId="ADAL" clId="{F9C47A26-F224-43CB-9AF9-0992CA7FBB19}" dt="2026-03-02T11:11:38.167" v="4500" actId="1076"/>
          <ac:grpSpMkLst>
            <pc:docMk/>
            <pc:sldMk cId="3661484831" sldId="284"/>
            <ac:grpSpMk id="38" creationId="{FE8691FF-F4E8-9F3C-29D8-CDF6BFF5F4A4}"/>
          </ac:grpSpMkLst>
        </pc:grpChg>
        <pc:grpChg chg="mod">
          <ac:chgData name="Joshi, Amit" userId="81515d6e-bbc6-42b0-a870-581130595a28" providerId="ADAL" clId="{F9C47A26-F224-43CB-9AF9-0992CA7FBB19}" dt="2026-03-02T11:10:02.967" v="4495" actId="1037"/>
          <ac:grpSpMkLst>
            <pc:docMk/>
            <pc:sldMk cId="3661484831" sldId="284"/>
            <ac:grpSpMk id="40" creationId="{13FC14A0-84AC-37F5-4614-3DB3DF337119}"/>
          </ac:grpSpMkLst>
        </pc:grpChg>
        <pc:grpChg chg="add del mod">
          <ac:chgData name="Joshi, Amit" userId="81515d6e-bbc6-42b0-a870-581130595a28" providerId="ADAL" clId="{F9C47A26-F224-43CB-9AF9-0992CA7FBB19}" dt="2026-03-02T07:11:15.134" v="4006" actId="14100"/>
          <ac:grpSpMkLst>
            <pc:docMk/>
            <pc:sldMk cId="3661484831" sldId="284"/>
            <ac:grpSpMk id="41" creationId="{0A38570A-94BB-E447-B7D4-1486899B6C7D}"/>
          </ac:grpSpMkLst>
        </pc:grpChg>
        <pc:grpChg chg="add mod">
          <ac:chgData name="Joshi, Amit" userId="81515d6e-bbc6-42b0-a870-581130595a28" providerId="ADAL" clId="{F9C47A26-F224-43CB-9AF9-0992CA7FBB19}" dt="2026-03-02T11:21:46.182" v="4733" actId="1076"/>
          <ac:grpSpMkLst>
            <pc:docMk/>
            <pc:sldMk cId="3661484831" sldId="284"/>
            <ac:grpSpMk id="46" creationId="{B2C54EC0-D08B-9B18-8F7F-65AAF9010AB9}"/>
          </ac:grpSpMkLst>
        </pc:grpChg>
      </pc:sldChg>
      <pc:sldChg chg="ord">
        <pc:chgData name="Joshi, Amit" userId="81515d6e-bbc6-42b0-a870-581130595a28" providerId="ADAL" clId="{F9C47A26-F224-43CB-9AF9-0992CA7FBB19}" dt="2026-03-02T08:55:20.188" v="4010"/>
        <pc:sldMkLst>
          <pc:docMk/>
          <pc:sldMk cId="2019825405" sldId="286"/>
        </pc:sldMkLst>
      </pc:sldChg>
      <pc:sldChg chg="modSp mod ord">
        <pc:chgData name="Joshi, Amit" userId="81515d6e-bbc6-42b0-a870-581130595a28" providerId="ADAL" clId="{F9C47A26-F224-43CB-9AF9-0992CA7FBB19}" dt="2026-03-02T15:26:25.273" v="4979" actId="1076"/>
        <pc:sldMkLst>
          <pc:docMk/>
          <pc:sldMk cId="435032822" sldId="287"/>
        </pc:sldMkLst>
        <pc:spChg chg="mod">
          <ac:chgData name="Joshi, Amit" userId="81515d6e-bbc6-42b0-a870-581130595a28" providerId="ADAL" clId="{F9C47A26-F224-43CB-9AF9-0992CA7FBB19}" dt="2026-03-02T15:26:18.615" v="4977" actId="20577"/>
          <ac:spMkLst>
            <pc:docMk/>
            <pc:sldMk cId="435032822" sldId="287"/>
            <ac:spMk id="17" creationId="{55B9EE9F-CCF0-2F83-536A-12A8F99193D0}"/>
          </ac:spMkLst>
        </pc:spChg>
        <pc:picChg chg="mod">
          <ac:chgData name="Joshi, Amit" userId="81515d6e-bbc6-42b0-a870-581130595a28" providerId="ADAL" clId="{F9C47A26-F224-43CB-9AF9-0992CA7FBB19}" dt="2026-03-02T15:26:25.273" v="4979" actId="1076"/>
          <ac:picMkLst>
            <pc:docMk/>
            <pc:sldMk cId="435032822" sldId="287"/>
            <ac:picMk id="54" creationId="{06D10C6B-BCA2-5945-6D65-710B2B327C14}"/>
          </ac:picMkLst>
        </pc:picChg>
      </pc:sldChg>
      <pc:sldChg chg="addSp modSp">
        <pc:chgData name="Joshi, Amit" userId="81515d6e-bbc6-42b0-a870-581130595a28" providerId="ADAL" clId="{F9C47A26-F224-43CB-9AF9-0992CA7FBB19}" dt="2026-03-02T06:44:15.513" v="3337"/>
        <pc:sldMkLst>
          <pc:docMk/>
          <pc:sldMk cId="3179448566" sldId="288"/>
        </pc:sldMkLst>
      </pc:sldChg>
      <pc:sldChg chg="addSp delSp modSp add mod">
        <pc:chgData name="Joshi, Amit" userId="81515d6e-bbc6-42b0-a870-581130595a28" providerId="ADAL" clId="{F9C47A26-F224-43CB-9AF9-0992CA7FBB19}" dt="2026-03-02T14:56:46.178" v="4797"/>
        <pc:sldMkLst>
          <pc:docMk/>
          <pc:sldMk cId="3895348122" sldId="292"/>
        </pc:sldMkLst>
        <pc:spChg chg="mod">
          <ac:chgData name="Joshi, Amit" userId="81515d6e-bbc6-42b0-a870-581130595a28" providerId="ADAL" clId="{F9C47A26-F224-43CB-9AF9-0992CA7FBB19}" dt="2026-03-02T10:15:40.021" v="4331" actId="20577"/>
          <ac:spMkLst>
            <pc:docMk/>
            <pc:sldMk cId="3895348122" sldId="292"/>
            <ac:spMk id="2" creationId="{EBB130EE-5007-E561-F85F-54A59333FC95}"/>
          </ac:spMkLst>
        </pc:spChg>
        <pc:spChg chg="add mod">
          <ac:chgData name="Joshi, Amit" userId="81515d6e-bbc6-42b0-a870-581130595a28" providerId="ADAL" clId="{F9C47A26-F224-43CB-9AF9-0992CA7FBB19}" dt="2026-03-02T10:08:42.148" v="4190" actId="1076"/>
          <ac:spMkLst>
            <pc:docMk/>
            <pc:sldMk cId="3895348122" sldId="292"/>
            <ac:spMk id="3" creationId="{C6567E24-BECE-4AD6-1779-F5A33123A258}"/>
          </ac:spMkLst>
        </pc:spChg>
        <pc:spChg chg="add mod">
          <ac:chgData name="Joshi, Amit" userId="81515d6e-bbc6-42b0-a870-581130595a28" providerId="ADAL" clId="{F9C47A26-F224-43CB-9AF9-0992CA7FBB19}" dt="2026-03-02T10:09:44.990" v="4201" actId="1076"/>
          <ac:spMkLst>
            <pc:docMk/>
            <pc:sldMk cId="3895348122" sldId="292"/>
            <ac:spMk id="10" creationId="{59ACC003-A97A-C13C-57C8-9912EE48D69F}"/>
          </ac:spMkLst>
        </pc:spChg>
        <pc:spChg chg="add mod">
          <ac:chgData name="Joshi, Amit" userId="81515d6e-bbc6-42b0-a870-581130595a28" providerId="ADAL" clId="{F9C47A26-F224-43CB-9AF9-0992CA7FBB19}" dt="2026-03-02T10:09:56.951" v="4204" actId="1076"/>
          <ac:spMkLst>
            <pc:docMk/>
            <pc:sldMk cId="3895348122" sldId="292"/>
            <ac:spMk id="12" creationId="{B73B61F2-D054-2A96-BA0D-61006CAE4A16}"/>
          </ac:spMkLst>
        </pc:spChg>
        <pc:spChg chg="mod">
          <ac:chgData name="Joshi, Amit" userId="81515d6e-bbc6-42b0-a870-581130595a28" providerId="ADAL" clId="{F9C47A26-F224-43CB-9AF9-0992CA7FBB19}" dt="2026-03-02T10:18:28.453" v="4360" actId="207"/>
          <ac:spMkLst>
            <pc:docMk/>
            <pc:sldMk cId="3895348122" sldId="292"/>
            <ac:spMk id="13" creationId="{6F286185-92BD-B788-CDE0-C9C64A096B4F}"/>
          </ac:spMkLst>
        </pc:spChg>
        <pc:spChg chg="mod">
          <ac:chgData name="Joshi, Amit" userId="81515d6e-bbc6-42b0-a870-581130595a28" providerId="ADAL" clId="{F9C47A26-F224-43CB-9AF9-0992CA7FBB19}" dt="2026-03-02T10:18:28.453" v="4360" actId="207"/>
          <ac:spMkLst>
            <pc:docMk/>
            <pc:sldMk cId="3895348122" sldId="292"/>
            <ac:spMk id="14" creationId="{F855B69A-2747-73E6-41D9-4314BE9CE5C7}"/>
          </ac:spMkLst>
        </pc:spChg>
        <pc:spChg chg="mod">
          <ac:chgData name="Joshi, Amit" userId="81515d6e-bbc6-42b0-a870-581130595a28" providerId="ADAL" clId="{F9C47A26-F224-43CB-9AF9-0992CA7FBB19}" dt="2026-03-02T10:18:28.453" v="4360" actId="207"/>
          <ac:spMkLst>
            <pc:docMk/>
            <pc:sldMk cId="3895348122" sldId="292"/>
            <ac:spMk id="15" creationId="{AD1A4DB4-BFE7-A929-C59C-530ECB50320E}"/>
          </ac:spMkLst>
        </pc:spChg>
        <pc:spChg chg="mod">
          <ac:chgData name="Joshi, Amit" userId="81515d6e-bbc6-42b0-a870-581130595a28" providerId="ADAL" clId="{F9C47A26-F224-43CB-9AF9-0992CA7FBB19}" dt="2026-03-02T10:18:28.453" v="4360" actId="207"/>
          <ac:spMkLst>
            <pc:docMk/>
            <pc:sldMk cId="3895348122" sldId="292"/>
            <ac:spMk id="16" creationId="{CF91CA39-601B-B755-74EE-96B94105C11E}"/>
          </ac:spMkLst>
        </pc:spChg>
        <pc:spChg chg="mod">
          <ac:chgData name="Joshi, Amit" userId="81515d6e-bbc6-42b0-a870-581130595a28" providerId="ADAL" clId="{F9C47A26-F224-43CB-9AF9-0992CA7FBB19}" dt="2026-03-02T10:18:28.453" v="4360" actId="207"/>
          <ac:spMkLst>
            <pc:docMk/>
            <pc:sldMk cId="3895348122" sldId="292"/>
            <ac:spMk id="17" creationId="{8D682856-5E38-C5FB-04D9-4BEA9574832A}"/>
          </ac:spMkLst>
        </pc:spChg>
        <pc:spChg chg="mod">
          <ac:chgData name="Joshi, Amit" userId="81515d6e-bbc6-42b0-a870-581130595a28" providerId="ADAL" clId="{F9C47A26-F224-43CB-9AF9-0992CA7FBB19}" dt="2026-03-02T10:07:42.272" v="4185" actId="207"/>
          <ac:spMkLst>
            <pc:docMk/>
            <pc:sldMk cId="3895348122" sldId="292"/>
            <ac:spMk id="44" creationId="{63006CCD-D922-9AC9-ECCF-6284D8789991}"/>
          </ac:spMkLst>
        </pc:spChg>
        <pc:spChg chg="mod">
          <ac:chgData name="Joshi, Amit" userId="81515d6e-bbc6-42b0-a870-581130595a28" providerId="ADAL" clId="{F9C47A26-F224-43CB-9AF9-0992CA7FBB19}" dt="2026-03-02T10:16:21.214" v="4339" actId="207"/>
          <ac:spMkLst>
            <pc:docMk/>
            <pc:sldMk cId="3895348122" sldId="292"/>
            <ac:spMk id="45" creationId="{7813BF40-72AC-1FA6-6A07-75C5E7867F2C}"/>
          </ac:spMkLst>
        </pc:spChg>
        <pc:spChg chg="mod">
          <ac:chgData name="Joshi, Amit" userId="81515d6e-bbc6-42b0-a870-581130595a28" providerId="ADAL" clId="{F9C47A26-F224-43CB-9AF9-0992CA7FBB19}" dt="2026-03-02T10:16:24.747" v="4340" actId="207"/>
          <ac:spMkLst>
            <pc:docMk/>
            <pc:sldMk cId="3895348122" sldId="292"/>
            <ac:spMk id="47" creationId="{86903245-B8FA-8183-A810-8C455E85823D}"/>
          </ac:spMkLst>
        </pc:spChg>
        <pc:spChg chg="mod">
          <ac:chgData name="Joshi, Amit" userId="81515d6e-bbc6-42b0-a870-581130595a28" providerId="ADAL" clId="{F9C47A26-F224-43CB-9AF9-0992CA7FBB19}" dt="2026-03-02T14:56:15.287" v="4794" actId="207"/>
          <ac:spMkLst>
            <pc:docMk/>
            <pc:sldMk cId="3895348122" sldId="292"/>
            <ac:spMk id="48" creationId="{DFFB85E1-5750-4CE9-7D79-45C2F782A438}"/>
          </ac:spMkLst>
        </pc:spChg>
        <pc:spChg chg="mod">
          <ac:chgData name="Joshi, Amit" userId="81515d6e-bbc6-42b0-a870-581130595a28" providerId="ADAL" clId="{F9C47A26-F224-43CB-9AF9-0992CA7FBB19}" dt="2026-03-02T14:56:15.287" v="4794" actId="207"/>
          <ac:spMkLst>
            <pc:docMk/>
            <pc:sldMk cId="3895348122" sldId="292"/>
            <ac:spMk id="49" creationId="{53BB00AF-6D7F-11EF-4450-3FC7EFF4CF72}"/>
          </ac:spMkLst>
        </pc:spChg>
        <pc:spChg chg="mod">
          <ac:chgData name="Joshi, Amit" userId="81515d6e-bbc6-42b0-a870-581130595a28" providerId="ADAL" clId="{F9C47A26-F224-43CB-9AF9-0992CA7FBB19}" dt="2026-03-02T14:56:19.746" v="4795" actId="207"/>
          <ac:spMkLst>
            <pc:docMk/>
            <pc:sldMk cId="3895348122" sldId="292"/>
            <ac:spMk id="50" creationId="{E90B7A13-5440-3AD5-DDF5-4AE3D2AC7EC9}"/>
          </ac:spMkLst>
        </pc:spChg>
        <pc:spChg chg="mod">
          <ac:chgData name="Joshi, Amit" userId="81515d6e-bbc6-42b0-a870-581130595a28" providerId="ADAL" clId="{F9C47A26-F224-43CB-9AF9-0992CA7FBB19}" dt="2026-03-02T14:56:15.287" v="4794" actId="207"/>
          <ac:spMkLst>
            <pc:docMk/>
            <pc:sldMk cId="3895348122" sldId="292"/>
            <ac:spMk id="51" creationId="{9536A804-D71E-1D4C-B91B-4177C5D4C9A5}"/>
          </ac:spMkLst>
        </pc:spChg>
        <pc:spChg chg="mod">
          <ac:chgData name="Joshi, Amit" userId="81515d6e-bbc6-42b0-a870-581130595a28" providerId="ADAL" clId="{F9C47A26-F224-43CB-9AF9-0992CA7FBB19}" dt="2026-03-02T14:56:15.287" v="4794" actId="207"/>
          <ac:spMkLst>
            <pc:docMk/>
            <pc:sldMk cId="3895348122" sldId="292"/>
            <ac:spMk id="52" creationId="{26E27957-8481-8A22-2A31-1185FB4579E0}"/>
          </ac:spMkLst>
        </pc:spChg>
        <pc:spChg chg="add mod">
          <ac:chgData name="Joshi, Amit" userId="81515d6e-bbc6-42b0-a870-581130595a28" providerId="ADAL" clId="{F9C47A26-F224-43CB-9AF9-0992CA7FBB19}" dt="2026-03-02T10:10:29.160" v="4207" actId="1076"/>
          <ac:spMkLst>
            <pc:docMk/>
            <pc:sldMk cId="3895348122" sldId="292"/>
            <ac:spMk id="60" creationId="{4DFBF670-6AFE-6D8D-B689-3FEF76EDBB69}"/>
          </ac:spMkLst>
        </pc:spChg>
        <pc:spChg chg="add mod">
          <ac:chgData name="Joshi, Amit" userId="81515d6e-bbc6-42b0-a870-581130595a28" providerId="ADAL" clId="{F9C47A26-F224-43CB-9AF9-0992CA7FBB19}" dt="2026-03-02T10:10:47.849" v="4211" actId="1076"/>
          <ac:spMkLst>
            <pc:docMk/>
            <pc:sldMk cId="3895348122" sldId="292"/>
            <ac:spMk id="76" creationId="{0B64E24D-BFF9-84F1-868E-21EFCED0CB41}"/>
          </ac:spMkLst>
        </pc:spChg>
        <pc:spChg chg="mod">
          <ac:chgData name="Joshi, Amit" userId="81515d6e-bbc6-42b0-a870-581130595a28" providerId="ADAL" clId="{F9C47A26-F224-43CB-9AF9-0992CA7FBB19}" dt="2026-03-02T10:08:55.318" v="4194" actId="20577"/>
          <ac:spMkLst>
            <pc:docMk/>
            <pc:sldMk cId="3895348122" sldId="292"/>
            <ac:spMk id="86" creationId="{0CD9940D-E07D-F31D-C0F1-E2A066F5BA2A}"/>
          </ac:spMkLst>
        </pc:spChg>
        <pc:picChg chg="add mod">
          <ac:chgData name="Joshi, Amit" userId="81515d6e-bbc6-42b0-a870-581130595a28" providerId="ADAL" clId="{F9C47A26-F224-43CB-9AF9-0992CA7FBB19}" dt="2026-03-02T10:08:42.148" v="4190" actId="1076"/>
          <ac:picMkLst>
            <pc:docMk/>
            <pc:sldMk cId="3895348122" sldId="292"/>
            <ac:picMk id="5" creationId="{A9A64BED-B0F1-DBAF-9B14-698D8A1AB94E}"/>
          </ac:picMkLst>
        </pc:picChg>
        <pc:picChg chg="add mod">
          <ac:chgData name="Joshi, Amit" userId="81515d6e-bbc6-42b0-a870-581130595a28" providerId="ADAL" clId="{F9C47A26-F224-43CB-9AF9-0992CA7FBB19}" dt="2026-03-02T10:09:44.990" v="4201" actId="1076"/>
          <ac:picMkLst>
            <pc:docMk/>
            <pc:sldMk cId="3895348122" sldId="292"/>
            <ac:picMk id="11" creationId="{6FCABF99-EFE4-07D3-E71A-9773E52406A1}"/>
          </ac:picMkLst>
        </pc:picChg>
        <pc:picChg chg="add mod">
          <ac:chgData name="Joshi, Amit" userId="81515d6e-bbc6-42b0-a870-581130595a28" providerId="ADAL" clId="{F9C47A26-F224-43CB-9AF9-0992CA7FBB19}" dt="2026-03-02T10:09:56.951" v="4204" actId="1076"/>
          <ac:picMkLst>
            <pc:docMk/>
            <pc:sldMk cId="3895348122" sldId="292"/>
            <ac:picMk id="43" creationId="{9A47E123-A81A-A0EC-44AC-C2E112A3A873}"/>
          </ac:picMkLst>
        </pc:picChg>
        <pc:picChg chg="add mod">
          <ac:chgData name="Joshi, Amit" userId="81515d6e-bbc6-42b0-a870-581130595a28" providerId="ADAL" clId="{F9C47A26-F224-43CB-9AF9-0992CA7FBB19}" dt="2026-03-02T10:10:29.160" v="4207" actId="1076"/>
          <ac:picMkLst>
            <pc:docMk/>
            <pc:sldMk cId="3895348122" sldId="292"/>
            <ac:picMk id="75" creationId="{FE8B1672-4F04-69D6-A741-DCFB197E554A}"/>
          </ac:picMkLst>
        </pc:picChg>
        <pc:picChg chg="add mod">
          <ac:chgData name="Joshi, Amit" userId="81515d6e-bbc6-42b0-a870-581130595a28" providerId="ADAL" clId="{F9C47A26-F224-43CB-9AF9-0992CA7FBB19}" dt="2026-03-02T10:10:47.849" v="4211" actId="1076"/>
          <ac:picMkLst>
            <pc:docMk/>
            <pc:sldMk cId="3895348122" sldId="292"/>
            <ac:picMk id="89" creationId="{9437187F-C9AA-BA60-7515-EBE00980E7D9}"/>
          </ac:picMkLst>
        </pc:picChg>
        <pc:picChg chg="mod">
          <ac:chgData name="Joshi, Amit" userId="81515d6e-bbc6-42b0-a870-581130595a28" providerId="ADAL" clId="{F9C47A26-F224-43CB-9AF9-0992CA7FBB19}" dt="2026-03-02T10:09:21.613" v="4197"/>
          <ac:picMkLst>
            <pc:docMk/>
            <pc:sldMk cId="3895348122" sldId="292"/>
            <ac:picMk id="99" creationId="{0A67A11B-8029-BAF2-FBC4-02D637B65B88}"/>
          </ac:picMkLst>
        </pc:picChg>
        <pc:picChg chg="mod">
          <ac:chgData name="Joshi, Amit" userId="81515d6e-bbc6-42b0-a870-581130595a28" providerId="ADAL" clId="{F9C47A26-F224-43CB-9AF9-0992CA7FBB19}" dt="2026-03-02T14:56:46.178" v="4797"/>
          <ac:picMkLst>
            <pc:docMk/>
            <pc:sldMk cId="3895348122" sldId="292"/>
            <ac:picMk id="104" creationId="{2E28D468-1E24-AE99-3734-9BD7B7B49BD3}"/>
          </ac:picMkLst>
        </pc:picChg>
      </pc:sldChg>
      <pc:sldChg chg="modSp mod">
        <pc:chgData name="Joshi, Amit" userId="81515d6e-bbc6-42b0-a870-581130595a28" providerId="ADAL" clId="{F9C47A26-F224-43CB-9AF9-0992CA7FBB19}" dt="2026-03-02T15:22:52.386" v="4940" actId="1076"/>
        <pc:sldMkLst>
          <pc:docMk/>
          <pc:sldMk cId="3578420882" sldId="293"/>
        </pc:sldMkLst>
        <pc:spChg chg="mod">
          <ac:chgData name="Joshi, Amit" userId="81515d6e-bbc6-42b0-a870-581130595a28" providerId="ADAL" clId="{F9C47A26-F224-43CB-9AF9-0992CA7FBB19}" dt="2026-03-02T09:45:26.828" v="4040" actId="2711"/>
          <ac:spMkLst>
            <pc:docMk/>
            <pc:sldMk cId="3578420882" sldId="293"/>
            <ac:spMk id="84" creationId="{8DE94CBC-1C81-CCAF-5A16-9E50441D1832}"/>
          </ac:spMkLst>
        </pc:spChg>
        <pc:spChg chg="mod">
          <ac:chgData name="Joshi, Amit" userId="81515d6e-bbc6-42b0-a870-581130595a28" providerId="ADAL" clId="{F9C47A26-F224-43CB-9AF9-0992CA7FBB19}" dt="2026-03-02T15:22:52.386" v="4940" actId="1076"/>
          <ac:spMkLst>
            <pc:docMk/>
            <pc:sldMk cId="3578420882" sldId="293"/>
            <ac:spMk id="90" creationId="{5753385B-49E8-88BE-2464-141AE5446C5F}"/>
          </ac:spMkLst>
        </pc:spChg>
        <pc:spChg chg="mod">
          <ac:chgData name="Joshi, Amit" userId="81515d6e-bbc6-42b0-a870-581130595a28" providerId="ADAL" clId="{F9C47A26-F224-43CB-9AF9-0992CA7FBB19}" dt="2026-03-02T15:22:48.547" v="4939" actId="207"/>
          <ac:spMkLst>
            <pc:docMk/>
            <pc:sldMk cId="3578420882" sldId="293"/>
            <ac:spMk id="92" creationId="{18A924BF-68DA-50F3-EE30-2AEBEFF885B0}"/>
          </ac:spMkLst>
        </pc:spChg>
        <pc:grpChg chg="mod">
          <ac:chgData name="Joshi, Amit" userId="81515d6e-bbc6-42b0-a870-581130595a28" providerId="ADAL" clId="{F9C47A26-F224-43CB-9AF9-0992CA7FBB19}" dt="2026-03-02T15:22:48.547" v="4939" actId="207"/>
          <ac:grpSpMkLst>
            <pc:docMk/>
            <pc:sldMk cId="3578420882" sldId="293"/>
            <ac:grpSpMk id="91" creationId="{7AC3F5AA-435C-0849-64DA-6295DEED70D0}"/>
          </ac:grpSpMkLst>
        </pc:grpChg>
        <pc:picChg chg="mod">
          <ac:chgData name="Joshi, Amit" userId="81515d6e-bbc6-42b0-a870-581130595a28" providerId="ADAL" clId="{F9C47A26-F224-43CB-9AF9-0992CA7FBB19}" dt="2026-03-02T15:22:48.547" v="4939" actId="207"/>
          <ac:picMkLst>
            <pc:docMk/>
            <pc:sldMk cId="3578420882" sldId="293"/>
            <ac:picMk id="93" creationId="{FC6DF1F6-5E8D-DA5A-709A-E67D23AA05AE}"/>
          </ac:picMkLst>
        </pc:picChg>
        <pc:cxnChg chg="mod">
          <ac:chgData name="Joshi, Amit" userId="81515d6e-bbc6-42b0-a870-581130595a28" providerId="ADAL" clId="{F9C47A26-F224-43CB-9AF9-0992CA7FBB19}" dt="2026-03-02T15:22:29.541" v="4935" actId="208"/>
          <ac:cxnSpMkLst>
            <pc:docMk/>
            <pc:sldMk cId="3578420882" sldId="293"/>
            <ac:cxnSpMk id="27" creationId="{8ED87596-B04A-9C8D-E59F-E324A75B2BDD}"/>
          </ac:cxnSpMkLst>
        </pc:cxnChg>
        <pc:cxnChg chg="mod">
          <ac:chgData name="Joshi, Amit" userId="81515d6e-bbc6-42b0-a870-581130595a28" providerId="ADAL" clId="{F9C47A26-F224-43CB-9AF9-0992CA7FBB19}" dt="2026-03-02T15:22:29.541" v="4935" actId="208"/>
          <ac:cxnSpMkLst>
            <pc:docMk/>
            <pc:sldMk cId="3578420882" sldId="293"/>
            <ac:cxnSpMk id="30" creationId="{E1545A88-271C-B4AF-CC87-CA61A25C4266}"/>
          </ac:cxnSpMkLst>
        </pc:cxnChg>
      </pc:sldChg>
      <pc:sldChg chg="addSp delSp modSp add mod">
        <pc:chgData name="Joshi, Amit" userId="81515d6e-bbc6-42b0-a870-581130595a28" providerId="ADAL" clId="{F9C47A26-F224-43CB-9AF9-0992CA7FBB19}" dt="2026-03-02T14:57:04.933" v="4799" actId="1076"/>
        <pc:sldMkLst>
          <pc:docMk/>
          <pc:sldMk cId="4008323085" sldId="294"/>
        </pc:sldMkLst>
        <pc:spChg chg="add mod">
          <ac:chgData name="Joshi, Amit" userId="81515d6e-bbc6-42b0-a870-581130595a28" providerId="ADAL" clId="{F9C47A26-F224-43CB-9AF9-0992CA7FBB19}" dt="2026-03-02T14:57:04.933" v="4799" actId="1076"/>
          <ac:spMkLst>
            <pc:docMk/>
            <pc:sldMk cId="4008323085" sldId="294"/>
            <ac:spMk id="10" creationId="{A4D58E53-A473-9DA2-D82D-3331325D8942}"/>
          </ac:spMkLst>
        </pc:spChg>
        <pc:spChg chg="mod">
          <ac:chgData name="Joshi, Amit" userId="81515d6e-bbc6-42b0-a870-581130595a28" providerId="ADAL" clId="{F9C47A26-F224-43CB-9AF9-0992CA7FBB19}" dt="2026-03-02T10:18:43.390" v="4361" actId="207"/>
          <ac:spMkLst>
            <pc:docMk/>
            <pc:sldMk cId="4008323085" sldId="294"/>
            <ac:spMk id="11" creationId="{AD218BFC-7C4A-D5EF-463D-F325CA29681E}"/>
          </ac:spMkLst>
        </pc:spChg>
        <pc:spChg chg="mod">
          <ac:chgData name="Joshi, Amit" userId="81515d6e-bbc6-42b0-a870-581130595a28" providerId="ADAL" clId="{F9C47A26-F224-43CB-9AF9-0992CA7FBB19}" dt="2026-03-02T10:18:43.390" v="4361" actId="207"/>
          <ac:spMkLst>
            <pc:docMk/>
            <pc:sldMk cId="4008323085" sldId="294"/>
            <ac:spMk id="12" creationId="{E9E9FEA5-B874-5116-DD59-1C5901B05292}"/>
          </ac:spMkLst>
        </pc:spChg>
        <pc:spChg chg="mod">
          <ac:chgData name="Joshi, Amit" userId="81515d6e-bbc6-42b0-a870-581130595a28" providerId="ADAL" clId="{F9C47A26-F224-43CB-9AF9-0992CA7FBB19}" dt="2026-03-02T10:18:43.390" v="4361" actId="207"/>
          <ac:spMkLst>
            <pc:docMk/>
            <pc:sldMk cId="4008323085" sldId="294"/>
            <ac:spMk id="13" creationId="{C7125358-163C-85B3-05C2-AD001CB8910F}"/>
          </ac:spMkLst>
        </pc:spChg>
        <pc:spChg chg="mod">
          <ac:chgData name="Joshi, Amit" userId="81515d6e-bbc6-42b0-a870-581130595a28" providerId="ADAL" clId="{F9C47A26-F224-43CB-9AF9-0992CA7FBB19}" dt="2026-03-02T10:18:43.390" v="4361" actId="207"/>
          <ac:spMkLst>
            <pc:docMk/>
            <pc:sldMk cId="4008323085" sldId="294"/>
            <ac:spMk id="14" creationId="{14600D5E-0EEE-957E-2442-CEE2DC13E11F}"/>
          </ac:spMkLst>
        </pc:spChg>
        <pc:spChg chg="mod">
          <ac:chgData name="Joshi, Amit" userId="81515d6e-bbc6-42b0-a870-581130595a28" providerId="ADAL" clId="{F9C47A26-F224-43CB-9AF9-0992CA7FBB19}" dt="2026-03-02T10:18:43.390" v="4361" actId="207"/>
          <ac:spMkLst>
            <pc:docMk/>
            <pc:sldMk cId="4008323085" sldId="294"/>
            <ac:spMk id="15" creationId="{E21CB8E6-5A02-8297-D7B5-BE94759C1CF2}"/>
          </ac:spMkLst>
        </pc:spChg>
        <pc:spChg chg="mod">
          <ac:chgData name="Joshi, Amit" userId="81515d6e-bbc6-42b0-a870-581130595a28" providerId="ADAL" clId="{F9C47A26-F224-43CB-9AF9-0992CA7FBB19}" dt="2026-03-02T10:17:18.769" v="4351" actId="6549"/>
          <ac:spMkLst>
            <pc:docMk/>
            <pc:sldMk cId="4008323085" sldId="294"/>
            <ac:spMk id="59" creationId="{18D6E34E-FA4F-E723-4B1E-F38FE958C918}"/>
          </ac:spMkLst>
        </pc:spChg>
        <pc:spChg chg="mod">
          <ac:chgData name="Joshi, Amit" userId="81515d6e-bbc6-42b0-a870-581130595a28" providerId="ADAL" clId="{F9C47A26-F224-43CB-9AF9-0992CA7FBB19}" dt="2026-03-02T10:18:01.618" v="4359" actId="20577"/>
          <ac:spMkLst>
            <pc:docMk/>
            <pc:sldMk cId="4008323085" sldId="294"/>
            <ac:spMk id="81" creationId="{FE6B16A6-6EBC-CC9A-83BE-B42F244120F8}"/>
          </ac:spMkLst>
        </pc:spChg>
        <pc:spChg chg="mod">
          <ac:chgData name="Joshi, Amit" userId="81515d6e-bbc6-42b0-a870-581130595a28" providerId="ADAL" clId="{F9C47A26-F224-43CB-9AF9-0992CA7FBB19}" dt="2026-03-02T10:17:42.537" v="4353" actId="20577"/>
          <ac:spMkLst>
            <pc:docMk/>
            <pc:sldMk cId="4008323085" sldId="294"/>
            <ac:spMk id="83" creationId="{4CE79ED9-6C37-1CC7-1FA7-1DFD7964C963}"/>
          </ac:spMkLst>
        </pc:spChg>
        <pc:spChg chg="mod">
          <ac:chgData name="Joshi, Amit" userId="81515d6e-bbc6-42b0-a870-581130595a28" providerId="ADAL" clId="{F9C47A26-F224-43CB-9AF9-0992CA7FBB19}" dt="2026-03-02T10:17:48.623" v="4355" actId="20577"/>
          <ac:spMkLst>
            <pc:docMk/>
            <pc:sldMk cId="4008323085" sldId="294"/>
            <ac:spMk id="85" creationId="{67DFC5DC-95F9-56CC-57CA-15EE0BCE3E41}"/>
          </ac:spMkLst>
        </pc:spChg>
        <pc:spChg chg="mod">
          <ac:chgData name="Joshi, Amit" userId="81515d6e-bbc6-42b0-a870-581130595a28" providerId="ADAL" clId="{F9C47A26-F224-43CB-9AF9-0992CA7FBB19}" dt="2026-03-02T10:16:48.654" v="4341" actId="108"/>
          <ac:spMkLst>
            <pc:docMk/>
            <pc:sldMk cId="4008323085" sldId="294"/>
            <ac:spMk id="87" creationId="{D88DD831-634D-EB99-24B7-28F1DC9BD266}"/>
          </ac:spMkLst>
        </pc:spChg>
        <pc:spChg chg="mod">
          <ac:chgData name="Joshi, Amit" userId="81515d6e-bbc6-42b0-a870-581130595a28" providerId="ADAL" clId="{F9C47A26-F224-43CB-9AF9-0992CA7FBB19}" dt="2026-03-02T10:16:57.340" v="4344" actId="6549"/>
          <ac:spMkLst>
            <pc:docMk/>
            <pc:sldMk cId="4008323085" sldId="294"/>
            <ac:spMk id="88" creationId="{3AA92780-ED13-0ECC-5960-211830448D3F}"/>
          </ac:spMkLst>
        </pc:spChg>
      </pc:sldChg>
      <pc:sldChg chg="modSp mod">
        <pc:chgData name="Joshi, Amit" userId="81515d6e-bbc6-42b0-a870-581130595a28" providerId="ADAL" clId="{F9C47A26-F224-43CB-9AF9-0992CA7FBB19}" dt="2026-03-02T14:58:12.011" v="4803" actId="1076"/>
        <pc:sldMkLst>
          <pc:docMk/>
          <pc:sldMk cId="684173832" sldId="298"/>
        </pc:sldMkLst>
        <pc:spChg chg="mod">
          <ac:chgData name="Joshi, Amit" userId="81515d6e-bbc6-42b0-a870-581130595a28" providerId="ADAL" clId="{F9C47A26-F224-43CB-9AF9-0992CA7FBB19}" dt="2026-03-02T14:58:12.011" v="4803" actId="1076"/>
          <ac:spMkLst>
            <pc:docMk/>
            <pc:sldMk cId="684173832" sldId="298"/>
            <ac:spMk id="30" creationId="{5275D27B-3AF5-12A6-1464-84932FF2259F}"/>
          </ac:spMkLst>
        </pc:spChg>
      </pc:sldChg>
      <pc:sldChg chg="addSp modSp mod">
        <pc:chgData name="Joshi, Amit" userId="81515d6e-bbc6-42b0-a870-581130595a28" providerId="ADAL" clId="{F9C47A26-F224-43CB-9AF9-0992CA7FBB19}" dt="2026-03-02T15:35:36.003" v="5070" actId="108"/>
        <pc:sldMkLst>
          <pc:docMk/>
          <pc:sldMk cId="2908794465" sldId="299"/>
        </pc:sldMkLst>
        <pc:spChg chg="mod">
          <ac:chgData name="Joshi, Amit" userId="81515d6e-bbc6-42b0-a870-581130595a28" providerId="ADAL" clId="{F9C47A26-F224-43CB-9AF9-0992CA7FBB19}" dt="2026-03-02T15:29:58.033" v="4998" actId="20577"/>
          <ac:spMkLst>
            <pc:docMk/>
            <pc:sldMk cId="2908794465" sldId="299"/>
            <ac:spMk id="8" creationId="{219964DE-DF46-041E-4B1E-C54BA71E41C8}"/>
          </ac:spMkLst>
        </pc:spChg>
        <pc:spChg chg="add mod">
          <ac:chgData name="Joshi, Amit" userId="81515d6e-bbc6-42b0-a870-581130595a28" providerId="ADAL" clId="{F9C47A26-F224-43CB-9AF9-0992CA7FBB19}" dt="2026-03-02T15:35:18.812" v="5069" actId="20577"/>
          <ac:spMkLst>
            <pc:docMk/>
            <pc:sldMk cId="2908794465" sldId="299"/>
            <ac:spMk id="18" creationId="{F72A01F5-2827-6B2B-2751-EE9ECCDC2692}"/>
          </ac:spMkLst>
        </pc:spChg>
        <pc:picChg chg="mod">
          <ac:chgData name="Joshi, Amit" userId="81515d6e-bbc6-42b0-a870-581130595a28" providerId="ADAL" clId="{F9C47A26-F224-43CB-9AF9-0992CA7FBB19}" dt="2026-03-02T15:35:36.003" v="5070" actId="108"/>
          <ac:picMkLst>
            <pc:docMk/>
            <pc:sldMk cId="2908794465" sldId="299"/>
            <ac:picMk id="29" creationId="{62F388A6-5973-D245-B588-50E5BEE034D1}"/>
          </ac:picMkLst>
        </pc:picChg>
      </pc:sldChg>
      <pc:sldChg chg="modSp mod">
        <pc:chgData name="Joshi, Amit" userId="81515d6e-bbc6-42b0-a870-581130595a28" providerId="ADAL" clId="{F9C47A26-F224-43CB-9AF9-0992CA7FBB19}" dt="2026-03-02T15:12:49.337" v="4863" actId="207"/>
        <pc:sldMkLst>
          <pc:docMk/>
          <pc:sldMk cId="646053314" sldId="301"/>
        </pc:sldMkLst>
        <pc:spChg chg="mod">
          <ac:chgData name="Joshi, Amit" userId="81515d6e-bbc6-42b0-a870-581130595a28" providerId="ADAL" clId="{F9C47A26-F224-43CB-9AF9-0992CA7FBB19}" dt="2026-03-02T15:12:49.337" v="4863" actId="207"/>
          <ac:spMkLst>
            <pc:docMk/>
            <pc:sldMk cId="646053314" sldId="301"/>
            <ac:spMk id="109" creationId="{64C871A0-768B-FFD0-3A96-2F2055BC6BA3}"/>
          </ac:spMkLst>
        </pc:spChg>
        <pc:spChg chg="mod">
          <ac:chgData name="Joshi, Amit" userId="81515d6e-bbc6-42b0-a870-581130595a28" providerId="ADAL" clId="{F9C47A26-F224-43CB-9AF9-0992CA7FBB19}" dt="2026-03-02T15:12:49.337" v="4863" actId="207"/>
          <ac:spMkLst>
            <pc:docMk/>
            <pc:sldMk cId="646053314" sldId="301"/>
            <ac:spMk id="110" creationId="{DD2EDB48-402B-5B80-C44B-F37D34DFCCBF}"/>
          </ac:spMkLst>
        </pc:spChg>
        <pc:spChg chg="mod">
          <ac:chgData name="Joshi, Amit" userId="81515d6e-bbc6-42b0-a870-581130595a28" providerId="ADAL" clId="{F9C47A26-F224-43CB-9AF9-0992CA7FBB19}" dt="2026-03-02T15:12:49.337" v="4863" actId="207"/>
          <ac:spMkLst>
            <pc:docMk/>
            <pc:sldMk cId="646053314" sldId="301"/>
            <ac:spMk id="111" creationId="{B6DEDA2E-9935-6D1B-2387-4AF163EF9FD9}"/>
          </ac:spMkLst>
        </pc:spChg>
        <pc:spChg chg="mod">
          <ac:chgData name="Joshi, Amit" userId="81515d6e-bbc6-42b0-a870-581130595a28" providerId="ADAL" clId="{F9C47A26-F224-43CB-9AF9-0992CA7FBB19}" dt="2026-03-02T15:12:49.337" v="4863" actId="207"/>
          <ac:spMkLst>
            <pc:docMk/>
            <pc:sldMk cId="646053314" sldId="301"/>
            <ac:spMk id="112" creationId="{1DE73727-44F8-D53C-A685-27F6F8A885BB}"/>
          </ac:spMkLst>
        </pc:spChg>
      </pc:sldChg>
      <pc:sldChg chg="addSp delSp modSp add mod">
        <pc:chgData name="Joshi, Amit" userId="81515d6e-bbc6-42b0-a870-581130595a28" providerId="ADAL" clId="{F9C47A26-F224-43CB-9AF9-0992CA7FBB19}" dt="2026-03-02T15:12:21.628" v="4862" actId="1076"/>
        <pc:sldMkLst>
          <pc:docMk/>
          <pc:sldMk cId="4100201483" sldId="536"/>
        </pc:sldMkLst>
        <pc:spChg chg="mod">
          <ac:chgData name="Joshi, Amit" userId="81515d6e-bbc6-42b0-a870-581130595a28" providerId="ADAL" clId="{F9C47A26-F224-43CB-9AF9-0992CA7FBB19}" dt="2026-03-02T15:12:21.628" v="4862" actId="1076"/>
          <ac:spMkLst>
            <pc:docMk/>
            <pc:sldMk cId="4100201483" sldId="536"/>
            <ac:spMk id="2" creationId="{9F41B466-424A-A031-B39B-6CC4ED4B3794}"/>
          </ac:spMkLst>
        </pc:spChg>
        <pc:spChg chg="mod">
          <ac:chgData name="Joshi, Amit" userId="81515d6e-bbc6-42b0-a870-581130595a28" providerId="ADAL" clId="{F9C47A26-F224-43CB-9AF9-0992CA7FBB19}" dt="2026-03-02T10:22:02.473" v="4466" actId="6549"/>
          <ac:spMkLst>
            <pc:docMk/>
            <pc:sldMk cId="4100201483" sldId="536"/>
            <ac:spMk id="3" creationId="{00000000-0000-0000-0000-000000000000}"/>
          </ac:spMkLst>
        </pc:spChg>
        <pc:spChg chg="mod">
          <ac:chgData name="Joshi, Amit" userId="81515d6e-bbc6-42b0-a870-581130595a28" providerId="ADAL" clId="{F9C47A26-F224-43CB-9AF9-0992CA7FBB19}" dt="2026-03-01T17:01:51.429" v="2056" actId="208"/>
          <ac:spMkLst>
            <pc:docMk/>
            <pc:sldMk cId="4100201483" sldId="536"/>
            <ac:spMk id="4" creationId="{00000000-0000-0000-0000-000000000000}"/>
          </ac:spMkLst>
        </pc:spChg>
        <pc:grpChg chg="mod">
          <ac:chgData name="Joshi, Amit" userId="81515d6e-bbc6-42b0-a870-581130595a28" providerId="ADAL" clId="{F9C47A26-F224-43CB-9AF9-0992CA7FBB19}" dt="2026-03-01T17:01:37.206" v="2053" actId="207"/>
          <ac:grpSpMkLst>
            <pc:docMk/>
            <pc:sldMk cId="4100201483" sldId="536"/>
            <ac:grpSpMk id="6" creationId="{00000000-0000-0000-0000-000000000000}"/>
          </ac:grpSpMkLst>
        </pc:grpChg>
        <pc:grpChg chg="mod">
          <ac:chgData name="Joshi, Amit" userId="81515d6e-bbc6-42b0-a870-581130595a28" providerId="ADAL" clId="{F9C47A26-F224-43CB-9AF9-0992CA7FBB19}" dt="2026-03-01T17:01:37.206" v="2053" actId="207"/>
          <ac:grpSpMkLst>
            <pc:docMk/>
            <pc:sldMk cId="4100201483" sldId="536"/>
            <ac:grpSpMk id="10" creationId="{00000000-0000-0000-0000-000000000000}"/>
          </ac:grpSpMkLst>
        </pc:grpChg>
        <pc:grpChg chg="mod">
          <ac:chgData name="Joshi, Amit" userId="81515d6e-bbc6-42b0-a870-581130595a28" providerId="ADAL" clId="{F9C47A26-F224-43CB-9AF9-0992CA7FBB19}" dt="2026-03-01T17:01:37.206" v="2053" actId="207"/>
          <ac:grpSpMkLst>
            <pc:docMk/>
            <pc:sldMk cId="4100201483" sldId="536"/>
            <ac:grpSpMk id="18" creationId="{00000000-0000-0000-0000-000000000000}"/>
          </ac:grpSpMkLst>
        </pc:grpChg>
        <pc:grpChg chg="mod">
          <ac:chgData name="Joshi, Amit" userId="81515d6e-bbc6-42b0-a870-581130595a28" providerId="ADAL" clId="{F9C47A26-F224-43CB-9AF9-0992CA7FBB19}" dt="2026-03-01T17:01:42.489" v="2054" actId="207"/>
          <ac:grpSpMkLst>
            <pc:docMk/>
            <pc:sldMk cId="4100201483" sldId="536"/>
            <ac:grpSpMk id="22" creationId="{00000000-0000-0000-0000-000000000000}"/>
          </ac:grpSpMkLst>
        </pc:grpChg>
        <pc:grpChg chg="mod">
          <ac:chgData name="Joshi, Amit" userId="81515d6e-bbc6-42b0-a870-581130595a28" providerId="ADAL" clId="{F9C47A26-F224-43CB-9AF9-0992CA7FBB19}" dt="2026-03-01T17:01:42.489" v="2054" actId="207"/>
          <ac:grpSpMkLst>
            <pc:docMk/>
            <pc:sldMk cId="4100201483" sldId="536"/>
            <ac:grpSpMk id="26" creationId="{00000000-0000-0000-0000-000000000000}"/>
          </ac:grpSpMkLst>
        </pc:grpChg>
        <pc:grpChg chg="mod">
          <ac:chgData name="Joshi, Amit" userId="81515d6e-bbc6-42b0-a870-581130595a28" providerId="ADAL" clId="{F9C47A26-F224-43CB-9AF9-0992CA7FBB19}" dt="2026-03-01T17:01:42.489" v="2054" actId="207"/>
          <ac:grpSpMkLst>
            <pc:docMk/>
            <pc:sldMk cId="4100201483" sldId="536"/>
            <ac:grpSpMk id="30" creationId="{00000000-0000-0000-0000-000000000000}"/>
          </ac:grpSpMkLst>
        </pc:grpChg>
        <pc:grpChg chg="mod">
          <ac:chgData name="Joshi, Amit" userId="81515d6e-bbc6-42b0-a870-581130595a28" providerId="ADAL" clId="{F9C47A26-F224-43CB-9AF9-0992CA7FBB19}" dt="2026-03-01T17:01:37.206" v="2053" actId="207"/>
          <ac:grpSpMkLst>
            <pc:docMk/>
            <pc:sldMk cId="4100201483" sldId="536"/>
            <ac:grpSpMk id="48" creationId="{00000000-0000-0000-0000-000000000000}"/>
          </ac:grpSpMkLst>
        </pc:grpChg>
      </pc:sldChg>
      <pc:sldChg chg="addSp delSp modSp add mod">
        <pc:chgData name="Joshi, Amit" userId="81515d6e-bbc6-42b0-a870-581130595a28" providerId="ADAL" clId="{F9C47A26-F224-43CB-9AF9-0992CA7FBB19}" dt="2026-03-02T15:12:15.430" v="4861" actId="478"/>
        <pc:sldMkLst>
          <pc:docMk/>
          <pc:sldMk cId="1792707872" sldId="538"/>
        </pc:sldMkLst>
        <pc:spChg chg="mod">
          <ac:chgData name="Joshi, Amit" userId="81515d6e-bbc6-42b0-a870-581130595a28" providerId="ADAL" clId="{F9C47A26-F224-43CB-9AF9-0992CA7FBB19}" dt="2026-03-02T10:21:44.181" v="4445" actId="20577"/>
          <ac:spMkLst>
            <pc:docMk/>
            <pc:sldMk cId="1792707872" sldId="538"/>
            <ac:spMk id="3" creationId="{00000000-0000-0000-0000-000000000000}"/>
          </ac:spMkLst>
        </pc:spChg>
        <pc:spChg chg="mod">
          <ac:chgData name="Joshi, Amit" userId="81515d6e-bbc6-42b0-a870-581130595a28" providerId="ADAL" clId="{F9C47A26-F224-43CB-9AF9-0992CA7FBB19}" dt="2026-03-01T17:03:47.449" v="2102" actId="20577"/>
          <ac:spMkLst>
            <pc:docMk/>
            <pc:sldMk cId="1792707872" sldId="538"/>
            <ac:spMk id="49" creationId="{00000000-0000-0000-0000-000000000000}"/>
          </ac:spMkLst>
        </pc:spChg>
        <pc:spChg chg="mod">
          <ac:chgData name="Joshi, Amit" userId="81515d6e-bbc6-42b0-a870-581130595a28" providerId="ADAL" clId="{F9C47A26-F224-43CB-9AF9-0992CA7FBB19}" dt="2026-03-01T17:01:23.935" v="2051" actId="207"/>
          <ac:spMkLst>
            <pc:docMk/>
            <pc:sldMk cId="1792707872" sldId="538"/>
            <ac:spMk id="50" creationId="{00000000-0000-0000-0000-000000000000}"/>
          </ac:spMkLst>
        </pc:spChg>
        <pc:grpChg chg="mod">
          <ac:chgData name="Joshi, Amit" userId="81515d6e-bbc6-42b0-a870-581130595a28" providerId="ADAL" clId="{F9C47A26-F224-43CB-9AF9-0992CA7FBB19}" dt="2026-03-01T17:01:23.935" v="2051" actId="207"/>
          <ac:grpSpMkLst>
            <pc:docMk/>
            <pc:sldMk cId="1792707872" sldId="538"/>
            <ac:grpSpMk id="5" creationId="{00000000-0000-0000-0000-000000000000}"/>
          </ac:grpSpMkLst>
        </pc:grpChg>
        <pc:grpChg chg="mod">
          <ac:chgData name="Joshi, Amit" userId="81515d6e-bbc6-42b0-a870-581130595a28" providerId="ADAL" clId="{F9C47A26-F224-43CB-9AF9-0992CA7FBB19}" dt="2026-03-01T17:01:23.935" v="2051" actId="207"/>
          <ac:grpSpMkLst>
            <pc:docMk/>
            <pc:sldMk cId="1792707872" sldId="538"/>
            <ac:grpSpMk id="10" creationId="{00000000-0000-0000-0000-000000000000}"/>
          </ac:grpSpMkLst>
        </pc:grpChg>
        <pc:grpChg chg="mod">
          <ac:chgData name="Joshi, Amit" userId="81515d6e-bbc6-42b0-a870-581130595a28" providerId="ADAL" clId="{F9C47A26-F224-43CB-9AF9-0992CA7FBB19}" dt="2026-03-01T17:01:23.935" v="2051" actId="207"/>
          <ac:grpSpMkLst>
            <pc:docMk/>
            <pc:sldMk cId="1792707872" sldId="538"/>
            <ac:grpSpMk id="14" creationId="{00000000-0000-0000-0000-000000000000}"/>
          </ac:grpSpMkLst>
        </pc:grpChg>
        <pc:grpChg chg="mod">
          <ac:chgData name="Joshi, Amit" userId="81515d6e-bbc6-42b0-a870-581130595a28" providerId="ADAL" clId="{F9C47A26-F224-43CB-9AF9-0992CA7FBB19}" dt="2026-03-01T17:01:29.401" v="2052" actId="207"/>
          <ac:grpSpMkLst>
            <pc:docMk/>
            <pc:sldMk cId="1792707872" sldId="538"/>
            <ac:grpSpMk id="18" creationId="{00000000-0000-0000-0000-000000000000}"/>
          </ac:grpSpMkLst>
        </pc:grpChg>
        <pc:grpChg chg="mod">
          <ac:chgData name="Joshi, Amit" userId="81515d6e-bbc6-42b0-a870-581130595a28" providerId="ADAL" clId="{F9C47A26-F224-43CB-9AF9-0992CA7FBB19}" dt="2026-03-01T17:01:29.401" v="2052" actId="207"/>
          <ac:grpSpMkLst>
            <pc:docMk/>
            <pc:sldMk cId="1792707872" sldId="538"/>
            <ac:grpSpMk id="22" creationId="{00000000-0000-0000-0000-000000000000}"/>
          </ac:grpSpMkLst>
        </pc:grpChg>
        <pc:grpChg chg="mod">
          <ac:chgData name="Joshi, Amit" userId="81515d6e-bbc6-42b0-a870-581130595a28" providerId="ADAL" clId="{F9C47A26-F224-43CB-9AF9-0992CA7FBB19}" dt="2026-03-01T17:01:23.935" v="2051" actId="207"/>
          <ac:grpSpMkLst>
            <pc:docMk/>
            <pc:sldMk cId="1792707872" sldId="538"/>
            <ac:grpSpMk id="30" creationId="{00000000-0000-0000-0000-000000000000}"/>
          </ac:grpSpMkLst>
        </pc:grpChg>
        <pc:grpChg chg="mod">
          <ac:chgData name="Joshi, Amit" userId="81515d6e-bbc6-42b0-a870-581130595a28" providerId="ADAL" clId="{F9C47A26-F224-43CB-9AF9-0992CA7FBB19}" dt="2026-03-01T17:01:29.401" v="2052" actId="207"/>
          <ac:grpSpMkLst>
            <pc:docMk/>
            <pc:sldMk cId="1792707872" sldId="538"/>
            <ac:grpSpMk id="34" creationId="{00000000-0000-0000-0000-000000000000}"/>
          </ac:grpSpMkLst>
        </pc:grpChg>
        <pc:grpChg chg="mod">
          <ac:chgData name="Joshi, Amit" userId="81515d6e-bbc6-42b0-a870-581130595a28" providerId="ADAL" clId="{F9C47A26-F224-43CB-9AF9-0992CA7FBB19}" dt="2026-03-01T17:01:29.401" v="2052" actId="207"/>
          <ac:grpSpMkLst>
            <pc:docMk/>
            <pc:sldMk cId="1792707872" sldId="538"/>
            <ac:grpSpMk id="38" creationId="{00000000-0000-0000-0000-000000000000}"/>
          </ac:grpSpMkLst>
        </pc:grpChg>
      </pc:sldChg>
      <pc:sldChg chg="modSp add mod">
        <pc:chgData name="Joshi, Amit" userId="81515d6e-bbc6-42b0-a870-581130595a28" providerId="ADAL" clId="{F9C47A26-F224-43CB-9AF9-0992CA7FBB19}" dt="2026-03-02T06:47:50.577" v="3378" actId="1076"/>
        <pc:sldMkLst>
          <pc:docMk/>
          <pc:sldMk cId="1113418968" sldId="2147375957"/>
        </pc:sldMkLst>
        <pc:spChg chg="mod">
          <ac:chgData name="Joshi, Amit" userId="81515d6e-bbc6-42b0-a870-581130595a28" providerId="ADAL" clId="{F9C47A26-F224-43CB-9AF9-0992CA7FBB19}" dt="2026-03-02T06:47:50.577" v="3378" actId="1076"/>
          <ac:spMkLst>
            <pc:docMk/>
            <pc:sldMk cId="1113418968" sldId="2147375957"/>
            <ac:spMk id="2" creationId="{DF67DC09-A93F-B3D4-9BDE-5D82D02D6C31}"/>
          </ac:spMkLst>
        </pc:spChg>
      </pc:sldChg>
      <pc:sldChg chg="addSp modSp add mod ord">
        <pc:chgData name="Joshi, Amit" userId="81515d6e-bbc6-42b0-a870-581130595a28" providerId="ADAL" clId="{F9C47A26-F224-43CB-9AF9-0992CA7FBB19}" dt="2026-03-02T04:59:41.832" v="2759"/>
        <pc:sldMkLst>
          <pc:docMk/>
          <pc:sldMk cId="657932122" sldId="2147473540"/>
        </pc:sldMkLst>
        <pc:spChg chg="mod">
          <ac:chgData name="Joshi, Amit" userId="81515d6e-bbc6-42b0-a870-581130595a28" providerId="ADAL" clId="{F9C47A26-F224-43CB-9AF9-0992CA7FBB19}" dt="2026-03-02T04:44:44.568" v="2372" actId="14100"/>
          <ac:spMkLst>
            <pc:docMk/>
            <pc:sldMk cId="657932122" sldId="2147473540"/>
            <ac:spMk id="7" creationId="{AB2A257C-9AAC-8950-7B18-06A435DC53D0}"/>
          </ac:spMkLst>
        </pc:spChg>
      </pc:sldChg>
      <pc:sldChg chg="addSp delSp modSp add mod">
        <pc:chgData name="Joshi, Amit" userId="81515d6e-bbc6-42b0-a870-581130595a28" providerId="ADAL" clId="{F9C47A26-F224-43CB-9AF9-0992CA7FBB19}" dt="2026-03-02T15:01:37.799" v="4816" actId="122"/>
        <pc:sldMkLst>
          <pc:docMk/>
          <pc:sldMk cId="4107191023" sldId="2147477786"/>
        </pc:sldMkLst>
        <pc:spChg chg="mod">
          <ac:chgData name="Joshi, Amit" userId="81515d6e-bbc6-42b0-a870-581130595a28" providerId="ADAL" clId="{F9C47A26-F224-43CB-9AF9-0992CA7FBB19}" dt="2026-03-02T14:59:24.485" v="4806" actId="1076"/>
          <ac:spMkLst>
            <pc:docMk/>
            <pc:sldMk cId="4107191023" sldId="2147477786"/>
            <ac:spMk id="8" creationId="{BAFEBFC7-C5F3-CDDB-FB5A-3057C2CDA5E7}"/>
          </ac:spMkLst>
        </pc:spChg>
        <pc:spChg chg="mod">
          <ac:chgData name="Joshi, Amit" userId="81515d6e-bbc6-42b0-a870-581130595a28" providerId="ADAL" clId="{F9C47A26-F224-43CB-9AF9-0992CA7FBB19}" dt="2026-03-02T04:39:37.648" v="2229" actId="20577"/>
          <ac:spMkLst>
            <pc:docMk/>
            <pc:sldMk cId="4107191023" sldId="2147477786"/>
            <ac:spMk id="12" creationId="{AE0097BF-187D-020D-495D-9959A8040185}"/>
          </ac:spMkLst>
        </pc:spChg>
        <pc:spChg chg="mod">
          <ac:chgData name="Joshi, Amit" userId="81515d6e-bbc6-42b0-a870-581130595a28" providerId="ADAL" clId="{F9C47A26-F224-43CB-9AF9-0992CA7FBB19}" dt="2026-03-02T15:00:15.218" v="4810" actId="478"/>
          <ac:spMkLst>
            <pc:docMk/>
            <pc:sldMk cId="4107191023" sldId="2147477786"/>
            <ac:spMk id="17" creationId="{48FC43D5-DDEA-5E10-1F9D-475C58694111}"/>
          </ac:spMkLst>
        </pc:spChg>
        <pc:spChg chg="mod">
          <ac:chgData name="Joshi, Amit" userId="81515d6e-bbc6-42b0-a870-581130595a28" providerId="ADAL" clId="{F9C47A26-F224-43CB-9AF9-0992CA7FBB19}" dt="2026-03-02T04:40:12.389" v="2244" actId="6549"/>
          <ac:spMkLst>
            <pc:docMk/>
            <pc:sldMk cId="4107191023" sldId="2147477786"/>
            <ac:spMk id="37" creationId="{B0EBFAAC-1B10-85CB-86BA-710BDD7AACD5}"/>
          </ac:spMkLst>
        </pc:spChg>
        <pc:spChg chg="mod">
          <ac:chgData name="Joshi, Amit" userId="81515d6e-bbc6-42b0-a870-581130595a28" providerId="ADAL" clId="{F9C47A26-F224-43CB-9AF9-0992CA7FBB19}" dt="2026-03-02T04:41:03.872" v="2249" actId="6549"/>
          <ac:spMkLst>
            <pc:docMk/>
            <pc:sldMk cId="4107191023" sldId="2147477786"/>
            <ac:spMk id="38" creationId="{7876F22A-219F-CC00-BEFF-9E4867A3D299}"/>
          </ac:spMkLst>
        </pc:spChg>
        <pc:spChg chg="mod">
          <ac:chgData name="Joshi, Amit" userId="81515d6e-bbc6-42b0-a870-581130595a28" providerId="ADAL" clId="{F9C47A26-F224-43CB-9AF9-0992CA7FBB19}" dt="2026-03-02T04:40:22.361" v="2245" actId="6549"/>
          <ac:spMkLst>
            <pc:docMk/>
            <pc:sldMk cId="4107191023" sldId="2147477786"/>
            <ac:spMk id="39" creationId="{77BCE7A3-6242-C737-D1A9-DDFE72748D35}"/>
          </ac:spMkLst>
        </pc:spChg>
        <pc:spChg chg="mod">
          <ac:chgData name="Joshi, Amit" userId="81515d6e-bbc6-42b0-a870-581130595a28" providerId="ADAL" clId="{F9C47A26-F224-43CB-9AF9-0992CA7FBB19}" dt="2026-03-02T04:41:13.686" v="2250" actId="6549"/>
          <ac:spMkLst>
            <pc:docMk/>
            <pc:sldMk cId="4107191023" sldId="2147477786"/>
            <ac:spMk id="40" creationId="{BE88208E-527D-73AF-FAF0-77B03547732D}"/>
          </ac:spMkLst>
        </pc:spChg>
        <pc:spChg chg="mod">
          <ac:chgData name="Joshi, Amit" userId="81515d6e-bbc6-42b0-a870-581130595a28" providerId="ADAL" clId="{F9C47A26-F224-43CB-9AF9-0992CA7FBB19}" dt="2026-03-02T04:41:25.790" v="2251" actId="6549"/>
          <ac:spMkLst>
            <pc:docMk/>
            <pc:sldMk cId="4107191023" sldId="2147477786"/>
            <ac:spMk id="41" creationId="{A040D13B-98C1-B3E0-6E1A-AAC09C98C957}"/>
          </ac:spMkLst>
        </pc:spChg>
        <pc:spChg chg="mod">
          <ac:chgData name="Joshi, Amit" userId="81515d6e-bbc6-42b0-a870-581130595a28" providerId="ADAL" clId="{F9C47A26-F224-43CB-9AF9-0992CA7FBB19}" dt="2026-03-02T15:01:37.799" v="4816" actId="122"/>
          <ac:spMkLst>
            <pc:docMk/>
            <pc:sldMk cId="4107191023" sldId="2147477786"/>
            <ac:spMk id="50" creationId="{282F4152-DC30-E67E-B008-8F8FF6C73285}"/>
          </ac:spMkLst>
        </pc:spChg>
        <pc:spChg chg="mod">
          <ac:chgData name="Joshi, Amit" userId="81515d6e-bbc6-42b0-a870-581130595a28" providerId="ADAL" clId="{F9C47A26-F224-43CB-9AF9-0992CA7FBB19}" dt="2026-03-02T15:01:37.799" v="4816" actId="122"/>
          <ac:spMkLst>
            <pc:docMk/>
            <pc:sldMk cId="4107191023" sldId="2147477786"/>
            <ac:spMk id="52" creationId="{D2E9B7B6-D1BE-0464-331D-5779B1965033}"/>
          </ac:spMkLst>
        </pc:spChg>
        <pc:spChg chg="mod">
          <ac:chgData name="Joshi, Amit" userId="81515d6e-bbc6-42b0-a870-581130595a28" providerId="ADAL" clId="{F9C47A26-F224-43CB-9AF9-0992CA7FBB19}" dt="2026-03-02T15:01:37.799" v="4816" actId="122"/>
          <ac:spMkLst>
            <pc:docMk/>
            <pc:sldMk cId="4107191023" sldId="2147477786"/>
            <ac:spMk id="55" creationId="{799C0A4B-D5A1-9015-AEFD-963E5412569D}"/>
          </ac:spMkLst>
        </pc:spChg>
        <pc:grpChg chg="mod">
          <ac:chgData name="Joshi, Amit" userId="81515d6e-bbc6-42b0-a870-581130595a28" providerId="ADAL" clId="{F9C47A26-F224-43CB-9AF9-0992CA7FBB19}" dt="2026-03-02T15:00:08.327" v="4808" actId="207"/>
          <ac:grpSpMkLst>
            <pc:docMk/>
            <pc:sldMk cId="4107191023" sldId="2147477786"/>
            <ac:grpSpMk id="19" creationId="{023F52DB-5BE8-6371-7E71-38C4D5F9C7EF}"/>
          </ac:grpSpMkLst>
        </pc:grpChg>
        <pc:grpChg chg="mod">
          <ac:chgData name="Joshi, Amit" userId="81515d6e-bbc6-42b0-a870-581130595a28" providerId="ADAL" clId="{F9C47A26-F224-43CB-9AF9-0992CA7FBB19}" dt="2026-03-02T15:00:05.736" v="4807" actId="207"/>
          <ac:grpSpMkLst>
            <pc:docMk/>
            <pc:sldMk cId="4107191023" sldId="2147477786"/>
            <ac:grpSpMk id="27" creationId="{05E3F4FD-230C-D0F6-1410-449B47F463A4}"/>
          </ac:grpSpMkLst>
        </pc:grpChg>
        <pc:cxnChg chg="mod">
          <ac:chgData name="Joshi, Amit" userId="81515d6e-bbc6-42b0-a870-581130595a28" providerId="ADAL" clId="{F9C47A26-F224-43CB-9AF9-0992CA7FBB19}" dt="2026-03-02T15:00:24.847" v="4811" actId="208"/>
          <ac:cxnSpMkLst>
            <pc:docMk/>
            <pc:sldMk cId="4107191023" sldId="2147477786"/>
            <ac:cxnSpMk id="10" creationId="{07D74149-063E-896F-8D5E-BECAC938596E}"/>
          </ac:cxnSpMkLst>
        </pc:cxnChg>
        <pc:cxnChg chg="mod">
          <ac:chgData name="Joshi, Amit" userId="81515d6e-bbc6-42b0-a870-581130595a28" providerId="ADAL" clId="{F9C47A26-F224-43CB-9AF9-0992CA7FBB19}" dt="2026-03-02T15:00:28.266" v="4812" actId="208"/>
          <ac:cxnSpMkLst>
            <pc:docMk/>
            <pc:sldMk cId="4107191023" sldId="2147477786"/>
            <ac:cxnSpMk id="45" creationId="{F6D5B66D-72F6-733C-D7BA-AD18B076662A}"/>
          </ac:cxnSpMkLst>
        </pc:cxnChg>
      </pc:sldChg>
      <pc:sldChg chg="addSp delSp modSp add mod">
        <pc:chgData name="Joshi, Amit" userId="81515d6e-bbc6-42b0-a870-581130595a28" providerId="ADAL" clId="{F9C47A26-F224-43CB-9AF9-0992CA7FBB19}" dt="2026-03-02T15:20:16.151" v="4934" actId="1076"/>
        <pc:sldMkLst>
          <pc:docMk/>
          <pc:sldMk cId="1508187385" sldId="2147480486"/>
        </pc:sldMkLst>
        <pc:spChg chg="mod">
          <ac:chgData name="Joshi, Amit" userId="81515d6e-bbc6-42b0-a870-581130595a28" providerId="ADAL" clId="{F9C47A26-F224-43CB-9AF9-0992CA7FBB19}" dt="2026-03-02T14:57:17.934" v="4801" actId="1076"/>
          <ac:spMkLst>
            <pc:docMk/>
            <pc:sldMk cId="1508187385" sldId="2147480486"/>
            <ac:spMk id="2" creationId="{30F06C1A-CDD2-ADDC-32FE-231AE5F832F1}"/>
          </ac:spMkLst>
        </pc:spChg>
        <pc:spChg chg="mod">
          <ac:chgData name="Joshi, Amit" userId="81515d6e-bbc6-42b0-a870-581130595a28" providerId="ADAL" clId="{F9C47A26-F224-43CB-9AF9-0992CA7FBB19}" dt="2026-03-02T15:18:31.515" v="4921" actId="1076"/>
          <ac:spMkLst>
            <pc:docMk/>
            <pc:sldMk cId="1508187385" sldId="2147480486"/>
            <ac:spMk id="341" creationId="{D47D89A4-6E78-FB94-43F0-0BC999EE6D3F}"/>
          </ac:spMkLst>
        </pc:spChg>
        <pc:spChg chg="mod">
          <ac:chgData name="Joshi, Amit" userId="81515d6e-bbc6-42b0-a870-581130595a28" providerId="ADAL" clId="{F9C47A26-F224-43CB-9AF9-0992CA7FBB19}" dt="2026-03-02T15:17:41.033" v="4914" actId="1076"/>
          <ac:spMkLst>
            <pc:docMk/>
            <pc:sldMk cId="1508187385" sldId="2147480486"/>
            <ac:spMk id="356" creationId="{2C11F383-7C83-295A-377E-2AD625DF820C}"/>
          </ac:spMkLst>
        </pc:spChg>
        <pc:spChg chg="mod">
          <ac:chgData name="Joshi, Amit" userId="81515d6e-bbc6-42b0-a870-581130595a28" providerId="ADAL" clId="{F9C47A26-F224-43CB-9AF9-0992CA7FBB19}" dt="2026-03-02T15:19:10.097" v="4927" actId="1076"/>
          <ac:spMkLst>
            <pc:docMk/>
            <pc:sldMk cId="1508187385" sldId="2147480486"/>
            <ac:spMk id="399" creationId="{08344C69-CDA8-7144-DAAB-DAFBA25D51A6}"/>
          </ac:spMkLst>
        </pc:spChg>
        <pc:spChg chg="mod topLvl">
          <ac:chgData name="Joshi, Amit" userId="81515d6e-bbc6-42b0-a870-581130595a28" providerId="ADAL" clId="{F9C47A26-F224-43CB-9AF9-0992CA7FBB19}" dt="2026-03-02T15:16:59.359" v="4907" actId="1076"/>
          <ac:spMkLst>
            <pc:docMk/>
            <pc:sldMk cId="1508187385" sldId="2147480486"/>
            <ac:spMk id="402" creationId="{968849AB-A8E1-2176-610B-C634423F865B}"/>
          </ac:spMkLst>
        </pc:spChg>
        <pc:spChg chg="mod topLvl">
          <ac:chgData name="Joshi, Amit" userId="81515d6e-bbc6-42b0-a870-581130595a28" providerId="ADAL" clId="{F9C47A26-F224-43CB-9AF9-0992CA7FBB19}" dt="2026-03-02T15:16:44.655" v="4901" actId="1076"/>
          <ac:spMkLst>
            <pc:docMk/>
            <pc:sldMk cId="1508187385" sldId="2147480486"/>
            <ac:spMk id="403" creationId="{F169DB4E-B175-3827-80F4-1DE5069DB9A7}"/>
          </ac:spMkLst>
        </pc:spChg>
        <pc:spChg chg="mod">
          <ac:chgData name="Joshi, Amit" userId="81515d6e-bbc6-42b0-a870-581130595a28" providerId="ADAL" clId="{F9C47A26-F224-43CB-9AF9-0992CA7FBB19}" dt="2026-03-02T15:14:57.309" v="4881" actId="207"/>
          <ac:spMkLst>
            <pc:docMk/>
            <pc:sldMk cId="1508187385" sldId="2147480486"/>
            <ac:spMk id="407" creationId="{F7A4B22F-F17B-5E19-D3FD-8BE3F90D9F52}"/>
          </ac:spMkLst>
        </pc:spChg>
        <pc:spChg chg="mod">
          <ac:chgData name="Joshi, Amit" userId="81515d6e-bbc6-42b0-a870-581130595a28" providerId="ADAL" clId="{F9C47A26-F224-43CB-9AF9-0992CA7FBB19}" dt="2026-03-02T15:18:31.515" v="4921" actId="1076"/>
          <ac:spMkLst>
            <pc:docMk/>
            <pc:sldMk cId="1508187385" sldId="2147480486"/>
            <ac:spMk id="413" creationId="{8B054D7E-CB3F-EBF3-E68E-1F7D6E0BB20E}"/>
          </ac:spMkLst>
        </pc:spChg>
        <pc:spChg chg="mod">
          <ac:chgData name="Joshi, Amit" userId="81515d6e-bbc6-42b0-a870-581130595a28" providerId="ADAL" clId="{F9C47A26-F224-43CB-9AF9-0992CA7FBB19}" dt="2026-03-02T15:19:40.283" v="4930" actId="1076"/>
          <ac:spMkLst>
            <pc:docMk/>
            <pc:sldMk cId="1508187385" sldId="2147480486"/>
            <ac:spMk id="415" creationId="{A9ED24B7-B3F9-3D28-2763-A0D477B96CF0}"/>
          </ac:spMkLst>
        </pc:spChg>
        <pc:spChg chg="mod">
          <ac:chgData name="Joshi, Amit" userId="81515d6e-bbc6-42b0-a870-581130595a28" providerId="ADAL" clId="{F9C47A26-F224-43CB-9AF9-0992CA7FBB19}" dt="2026-03-02T15:14:48.161" v="4878" actId="207"/>
          <ac:spMkLst>
            <pc:docMk/>
            <pc:sldMk cId="1508187385" sldId="2147480486"/>
            <ac:spMk id="416" creationId="{5CE13CB0-ACBC-3C76-B3E5-380CD0AAA32B}"/>
          </ac:spMkLst>
        </pc:spChg>
        <pc:spChg chg="mod">
          <ac:chgData name="Joshi, Amit" userId="81515d6e-bbc6-42b0-a870-581130595a28" providerId="ADAL" clId="{F9C47A26-F224-43CB-9AF9-0992CA7FBB19}" dt="2026-03-02T15:16:51.449" v="4903" actId="1076"/>
          <ac:spMkLst>
            <pc:docMk/>
            <pc:sldMk cId="1508187385" sldId="2147480486"/>
            <ac:spMk id="417" creationId="{885277D5-CEB1-CC2A-2D4A-C03F40587DB1}"/>
          </ac:spMkLst>
        </pc:spChg>
        <pc:spChg chg="mod">
          <ac:chgData name="Joshi, Amit" userId="81515d6e-bbc6-42b0-a870-581130595a28" providerId="ADAL" clId="{F9C47A26-F224-43CB-9AF9-0992CA7FBB19}" dt="2026-03-02T15:18:35.402" v="4922" actId="1076"/>
          <ac:spMkLst>
            <pc:docMk/>
            <pc:sldMk cId="1508187385" sldId="2147480486"/>
            <ac:spMk id="418" creationId="{F4DF877C-D2FE-2428-6D93-6120CF7FDCBA}"/>
          </ac:spMkLst>
        </pc:spChg>
        <pc:spChg chg="mod">
          <ac:chgData name="Joshi, Amit" userId="81515d6e-bbc6-42b0-a870-581130595a28" providerId="ADAL" clId="{F9C47A26-F224-43CB-9AF9-0992CA7FBB19}" dt="2026-03-02T15:18:18.359" v="4918" actId="1076"/>
          <ac:spMkLst>
            <pc:docMk/>
            <pc:sldMk cId="1508187385" sldId="2147480486"/>
            <ac:spMk id="419" creationId="{BE28E913-DC92-EF55-FE01-B66BFD6C3185}"/>
          </ac:spMkLst>
        </pc:spChg>
        <pc:spChg chg="mod">
          <ac:chgData name="Joshi, Amit" userId="81515d6e-bbc6-42b0-a870-581130595a28" providerId="ADAL" clId="{F9C47A26-F224-43CB-9AF9-0992CA7FBB19}" dt="2026-03-02T15:15:13.552" v="4883" actId="1076"/>
          <ac:spMkLst>
            <pc:docMk/>
            <pc:sldMk cId="1508187385" sldId="2147480486"/>
            <ac:spMk id="445" creationId="{A8AAA53C-0FA9-189F-4F65-5A3039FD89DC}"/>
          </ac:spMkLst>
        </pc:spChg>
        <pc:spChg chg="add mod">
          <ac:chgData name="Joshi, Amit" userId="81515d6e-bbc6-42b0-a870-581130595a28" providerId="ADAL" clId="{F9C47A26-F224-43CB-9AF9-0992CA7FBB19}" dt="2026-03-02T15:20:10.861" v="4933" actId="1076"/>
          <ac:spMkLst>
            <pc:docMk/>
            <pc:sldMk cId="1508187385" sldId="2147480486"/>
            <ac:spMk id="447" creationId="{654997BB-5A71-81C5-F8D6-1F6EAE84A676}"/>
          </ac:spMkLst>
        </pc:spChg>
        <pc:spChg chg="add mod">
          <ac:chgData name="Joshi, Amit" userId="81515d6e-bbc6-42b0-a870-581130595a28" providerId="ADAL" clId="{F9C47A26-F224-43CB-9AF9-0992CA7FBB19}" dt="2026-03-02T15:20:10.861" v="4933" actId="1076"/>
          <ac:spMkLst>
            <pc:docMk/>
            <pc:sldMk cId="1508187385" sldId="2147480486"/>
            <ac:spMk id="448" creationId="{4520336F-B6F9-4806-1548-2F2497830464}"/>
          </ac:spMkLst>
        </pc:spChg>
        <pc:spChg chg="add mod">
          <ac:chgData name="Joshi, Amit" userId="81515d6e-bbc6-42b0-a870-581130595a28" providerId="ADAL" clId="{F9C47A26-F224-43CB-9AF9-0992CA7FBB19}" dt="2026-03-02T15:18:59.898" v="4923" actId="1076"/>
          <ac:spMkLst>
            <pc:docMk/>
            <pc:sldMk cId="1508187385" sldId="2147480486"/>
            <ac:spMk id="450" creationId="{43E113D7-DD95-C1EA-FA40-2639C60C6AA7}"/>
          </ac:spMkLst>
        </pc:spChg>
        <pc:spChg chg="add mod">
          <ac:chgData name="Joshi, Amit" userId="81515d6e-bbc6-42b0-a870-581130595a28" providerId="ADAL" clId="{F9C47A26-F224-43CB-9AF9-0992CA7FBB19}" dt="2026-03-02T15:18:59.898" v="4923" actId="1076"/>
          <ac:spMkLst>
            <pc:docMk/>
            <pc:sldMk cId="1508187385" sldId="2147480486"/>
            <ac:spMk id="451" creationId="{479232DD-7C54-0580-B0EE-C2C7D2E98BC8}"/>
          </ac:spMkLst>
        </pc:spChg>
        <pc:spChg chg="add mod">
          <ac:chgData name="Joshi, Amit" userId="81515d6e-bbc6-42b0-a870-581130595a28" providerId="ADAL" clId="{F9C47A26-F224-43CB-9AF9-0992CA7FBB19}" dt="2026-03-02T15:19:56.048" v="4932" actId="1076"/>
          <ac:spMkLst>
            <pc:docMk/>
            <pc:sldMk cId="1508187385" sldId="2147480486"/>
            <ac:spMk id="453" creationId="{F209698D-DC49-DB3A-EBD5-8FA144C93207}"/>
          </ac:spMkLst>
        </pc:spChg>
        <pc:picChg chg="mod">
          <ac:chgData name="Joshi, Amit" userId="81515d6e-bbc6-42b0-a870-581130595a28" providerId="ADAL" clId="{F9C47A26-F224-43CB-9AF9-0992CA7FBB19}" dt="2026-03-02T15:16:54.436" v="4904" actId="1076"/>
          <ac:picMkLst>
            <pc:docMk/>
            <pc:sldMk cId="1508187385" sldId="2147480486"/>
            <ac:picMk id="437" creationId="{5F8FFC4E-1AFF-4721-D516-826F596ED004}"/>
          </ac:picMkLst>
        </pc:picChg>
        <pc:picChg chg="mod">
          <ac:chgData name="Joshi, Amit" userId="81515d6e-bbc6-42b0-a870-581130595a28" providerId="ADAL" clId="{F9C47A26-F224-43CB-9AF9-0992CA7FBB19}" dt="2026-03-02T15:14:21.340" v="4874" actId="1076"/>
          <ac:picMkLst>
            <pc:docMk/>
            <pc:sldMk cId="1508187385" sldId="2147480486"/>
            <ac:picMk id="446" creationId="{991265A7-F089-B2DD-511D-0DC071D01F33}"/>
          </ac:picMkLst>
        </pc:picChg>
        <pc:picChg chg="add mod">
          <ac:chgData name="Joshi, Amit" userId="81515d6e-bbc6-42b0-a870-581130595a28" providerId="ADAL" clId="{F9C47A26-F224-43CB-9AF9-0992CA7FBB19}" dt="2026-03-02T15:20:16.151" v="4934" actId="1076"/>
          <ac:picMkLst>
            <pc:docMk/>
            <pc:sldMk cId="1508187385" sldId="2147480486"/>
            <ac:picMk id="449" creationId="{A82647A9-3AD7-316D-92D2-4822B3F40893}"/>
          </ac:picMkLst>
        </pc:picChg>
        <pc:picChg chg="add mod">
          <ac:chgData name="Joshi, Amit" userId="81515d6e-bbc6-42b0-a870-581130595a28" providerId="ADAL" clId="{F9C47A26-F224-43CB-9AF9-0992CA7FBB19}" dt="2026-03-02T15:18:59.898" v="4923" actId="1076"/>
          <ac:picMkLst>
            <pc:docMk/>
            <pc:sldMk cId="1508187385" sldId="2147480486"/>
            <ac:picMk id="452" creationId="{967FBB64-DB95-8A07-2D61-73D7C6485F23}"/>
          </ac:picMkLst>
        </pc:picChg>
        <pc:cxnChg chg="mod topLvl">
          <ac:chgData name="Joshi, Amit" userId="81515d6e-bbc6-42b0-a870-581130595a28" providerId="ADAL" clId="{F9C47A26-F224-43CB-9AF9-0992CA7FBB19}" dt="2026-03-02T15:19:03.609" v="4924" actId="1076"/>
          <ac:cxnSpMkLst>
            <pc:docMk/>
            <pc:sldMk cId="1508187385" sldId="2147480486"/>
            <ac:cxnSpMk id="406" creationId="{9A339276-BE0D-2A80-D679-D7FCCE0BD4F1}"/>
          </ac:cxnSpMkLst>
        </pc:cxnChg>
        <pc:cxnChg chg="add mod">
          <ac:chgData name="Joshi, Amit" userId="81515d6e-bbc6-42b0-a870-581130595a28" providerId="ADAL" clId="{F9C47A26-F224-43CB-9AF9-0992CA7FBB19}" dt="2026-03-02T15:19:56.048" v="4932" actId="1076"/>
          <ac:cxnSpMkLst>
            <pc:docMk/>
            <pc:sldMk cId="1508187385" sldId="2147480486"/>
            <ac:cxnSpMk id="454" creationId="{EA6A2E02-EE8E-0F58-A34A-ABFC505D157C}"/>
          </ac:cxnSpMkLst>
        </pc:cxnChg>
      </pc:sldChg>
      <pc:sldChg chg="addSp delSp modSp add mod">
        <pc:chgData name="Joshi, Amit" userId="81515d6e-bbc6-42b0-a870-581130595a28" providerId="ADAL" clId="{F9C47A26-F224-43CB-9AF9-0992CA7FBB19}" dt="2026-03-02T09:42:21.819" v="4038" actId="478"/>
        <pc:sldMkLst>
          <pc:docMk/>
          <pc:sldMk cId="1139542921" sldId="2147482957"/>
        </pc:sldMkLst>
      </pc:sldChg>
      <pc:sldChg chg="addSp delSp modSp add mod">
        <pc:chgData name="Joshi, Amit" userId="81515d6e-bbc6-42b0-a870-581130595a28" providerId="ADAL" clId="{F9C47A26-F224-43CB-9AF9-0992CA7FBB19}" dt="2026-03-02T15:05:31.367" v="4825" actId="2085"/>
        <pc:sldMkLst>
          <pc:docMk/>
          <pc:sldMk cId="3424198103" sldId="2147483330"/>
        </pc:sldMkLst>
        <pc:spChg chg="mod">
          <ac:chgData name="Joshi, Amit" userId="81515d6e-bbc6-42b0-a870-581130595a28" providerId="ADAL" clId="{F9C47A26-F224-43CB-9AF9-0992CA7FBB19}" dt="2026-03-02T15:05:31.367" v="4825" actId="2085"/>
          <ac:spMkLst>
            <pc:docMk/>
            <pc:sldMk cId="3424198103" sldId="2147483330"/>
            <ac:spMk id="3" creationId="{4EF3A1D1-0460-B476-2867-F959E779406E}"/>
          </ac:spMkLst>
        </pc:spChg>
        <pc:spChg chg="mod">
          <ac:chgData name="Joshi, Amit" userId="81515d6e-bbc6-42b0-a870-581130595a28" providerId="ADAL" clId="{F9C47A26-F224-43CB-9AF9-0992CA7FBB19}" dt="2026-03-02T15:05:31.367" v="4825" actId="2085"/>
          <ac:spMkLst>
            <pc:docMk/>
            <pc:sldMk cId="3424198103" sldId="2147483330"/>
            <ac:spMk id="6" creationId="{EF066BAB-0090-0C53-26B5-2DDE29E0CD31}"/>
          </ac:spMkLst>
        </pc:spChg>
        <pc:spChg chg="mod">
          <ac:chgData name="Joshi, Amit" userId="81515d6e-bbc6-42b0-a870-581130595a28" providerId="ADAL" clId="{F9C47A26-F224-43CB-9AF9-0992CA7FBB19}" dt="2026-03-02T15:05:31.367" v="4825" actId="2085"/>
          <ac:spMkLst>
            <pc:docMk/>
            <pc:sldMk cId="3424198103" sldId="2147483330"/>
            <ac:spMk id="11" creationId="{21B7024F-06AA-6785-273E-593BBE16D479}"/>
          </ac:spMkLst>
        </pc:spChg>
        <pc:spChg chg="mod">
          <ac:chgData name="Joshi, Amit" userId="81515d6e-bbc6-42b0-a870-581130595a28" providerId="ADAL" clId="{F9C47A26-F224-43CB-9AF9-0992CA7FBB19}" dt="2026-03-02T15:05:31.367" v="4825" actId="2085"/>
          <ac:spMkLst>
            <pc:docMk/>
            <pc:sldMk cId="3424198103" sldId="2147483330"/>
            <ac:spMk id="13" creationId="{5FD1779B-789E-4777-10DD-143CDA56BFC1}"/>
          </ac:spMkLst>
        </pc:spChg>
        <pc:spChg chg="mod">
          <ac:chgData name="Joshi, Amit" userId="81515d6e-bbc6-42b0-a870-581130595a28" providerId="ADAL" clId="{F9C47A26-F224-43CB-9AF9-0992CA7FBB19}" dt="2026-03-02T15:05:31.367" v="4825" actId="2085"/>
          <ac:spMkLst>
            <pc:docMk/>
            <pc:sldMk cId="3424198103" sldId="2147483330"/>
            <ac:spMk id="24" creationId="{8E1835A7-92BD-695C-915E-48741C5FFABD}"/>
          </ac:spMkLst>
        </pc:spChg>
        <pc:spChg chg="mod">
          <ac:chgData name="Joshi, Amit" userId="81515d6e-bbc6-42b0-a870-581130595a28" providerId="ADAL" clId="{F9C47A26-F224-43CB-9AF9-0992CA7FBB19}" dt="2026-03-02T14:59:08.897" v="4804" actId="108"/>
          <ac:spMkLst>
            <pc:docMk/>
            <pc:sldMk cId="3424198103" sldId="2147483330"/>
            <ac:spMk id="47" creationId="{E6748195-7157-C9F3-4DC3-3F3C3E233A28}"/>
          </ac:spMkLst>
        </pc:spChg>
      </pc:sldChg>
      <pc:sldChg chg="modSp add mod">
        <pc:chgData name="Joshi, Amit" userId="81515d6e-bbc6-42b0-a870-581130595a28" providerId="ADAL" clId="{F9C47A26-F224-43CB-9AF9-0992CA7FBB19}" dt="2026-03-02T15:05:26.023" v="4824" actId="2085"/>
        <pc:sldMkLst>
          <pc:docMk/>
          <pc:sldMk cId="1874532828" sldId="2147483386"/>
        </pc:sldMkLst>
        <pc:spChg chg="mod">
          <ac:chgData name="Joshi, Amit" userId="81515d6e-bbc6-42b0-a870-581130595a28" providerId="ADAL" clId="{F9C47A26-F224-43CB-9AF9-0992CA7FBB19}" dt="2026-03-02T15:05:26.023" v="4824" actId="2085"/>
          <ac:spMkLst>
            <pc:docMk/>
            <pc:sldMk cId="1874532828" sldId="2147483386"/>
            <ac:spMk id="3" creationId="{D8CF3D0B-A89D-3567-E194-A996AA46055A}"/>
          </ac:spMkLst>
        </pc:spChg>
        <pc:spChg chg="mod">
          <ac:chgData name="Joshi, Amit" userId="81515d6e-bbc6-42b0-a870-581130595a28" providerId="ADAL" clId="{F9C47A26-F224-43CB-9AF9-0992CA7FBB19}" dt="2026-03-02T15:03:28.347" v="4820" actId="207"/>
          <ac:spMkLst>
            <pc:docMk/>
            <pc:sldMk cId="1874532828" sldId="2147483386"/>
            <ac:spMk id="4" creationId="{0CC9A3E1-D381-16F0-1C20-C053A871D8BF}"/>
          </ac:spMkLst>
        </pc:spChg>
        <pc:spChg chg="mod">
          <ac:chgData name="Joshi, Amit" userId="81515d6e-bbc6-42b0-a870-581130595a28" providerId="ADAL" clId="{F9C47A26-F224-43CB-9AF9-0992CA7FBB19}" dt="2026-03-02T15:03:28.347" v="4820" actId="207"/>
          <ac:spMkLst>
            <pc:docMk/>
            <pc:sldMk cId="1874532828" sldId="2147483386"/>
            <ac:spMk id="15" creationId="{A7784D9C-F7C1-5A12-5873-E16F20BE2034}"/>
          </ac:spMkLst>
        </pc:spChg>
        <pc:spChg chg="mod">
          <ac:chgData name="Joshi, Amit" userId="81515d6e-bbc6-42b0-a870-581130595a28" providerId="ADAL" clId="{F9C47A26-F224-43CB-9AF9-0992CA7FBB19}" dt="2026-03-02T15:03:28.347" v="4820" actId="207"/>
          <ac:spMkLst>
            <pc:docMk/>
            <pc:sldMk cId="1874532828" sldId="2147483386"/>
            <ac:spMk id="17" creationId="{05BC1AC7-80AF-8FB8-9810-BA2FF799AD4D}"/>
          </ac:spMkLst>
        </pc:spChg>
        <pc:spChg chg="mod">
          <ac:chgData name="Joshi, Amit" userId="81515d6e-bbc6-42b0-a870-581130595a28" providerId="ADAL" clId="{F9C47A26-F224-43CB-9AF9-0992CA7FBB19}" dt="2026-03-02T15:03:28.347" v="4820" actId="207"/>
          <ac:spMkLst>
            <pc:docMk/>
            <pc:sldMk cId="1874532828" sldId="2147483386"/>
            <ac:spMk id="18" creationId="{F18BEA4E-466C-423B-2132-728C5E71A430}"/>
          </ac:spMkLst>
        </pc:spChg>
        <pc:spChg chg="mod">
          <ac:chgData name="Joshi, Amit" userId="81515d6e-bbc6-42b0-a870-581130595a28" providerId="ADAL" clId="{F9C47A26-F224-43CB-9AF9-0992CA7FBB19}" dt="2026-03-02T15:03:28.347" v="4820" actId="207"/>
          <ac:spMkLst>
            <pc:docMk/>
            <pc:sldMk cId="1874532828" sldId="2147483386"/>
            <ac:spMk id="19" creationId="{FAE4B0F5-D81D-CE50-04DD-173DAA6F2509}"/>
          </ac:spMkLst>
        </pc:spChg>
        <pc:spChg chg="mod">
          <ac:chgData name="Joshi, Amit" userId="81515d6e-bbc6-42b0-a870-581130595a28" providerId="ADAL" clId="{F9C47A26-F224-43CB-9AF9-0992CA7FBB19}" dt="2026-03-02T15:03:28.347" v="4820" actId="207"/>
          <ac:spMkLst>
            <pc:docMk/>
            <pc:sldMk cId="1874532828" sldId="2147483386"/>
            <ac:spMk id="20" creationId="{2DEA33F8-B389-0687-6BBE-5273FBBA39F6}"/>
          </ac:spMkLst>
        </pc:spChg>
        <pc:spChg chg="mod">
          <ac:chgData name="Joshi, Amit" userId="81515d6e-bbc6-42b0-a870-581130595a28" providerId="ADAL" clId="{F9C47A26-F224-43CB-9AF9-0992CA7FBB19}" dt="2026-03-02T15:03:13.677" v="4819" actId="207"/>
          <ac:spMkLst>
            <pc:docMk/>
            <pc:sldMk cId="1874532828" sldId="2147483386"/>
            <ac:spMk id="27" creationId="{DFBC5657-FD83-C9B9-45E2-E60CF9F3BC05}"/>
          </ac:spMkLst>
        </pc:spChg>
        <pc:spChg chg="mod">
          <ac:chgData name="Joshi, Amit" userId="81515d6e-bbc6-42b0-a870-581130595a28" providerId="ADAL" clId="{F9C47A26-F224-43CB-9AF9-0992CA7FBB19}" dt="2026-03-02T15:03:13.677" v="4819" actId="207"/>
          <ac:spMkLst>
            <pc:docMk/>
            <pc:sldMk cId="1874532828" sldId="2147483386"/>
            <ac:spMk id="31" creationId="{8F25FF5E-DC01-23F4-D523-0DFFDA2D6F85}"/>
          </ac:spMkLst>
        </pc:spChg>
        <pc:spChg chg="mod">
          <ac:chgData name="Joshi, Amit" userId="81515d6e-bbc6-42b0-a870-581130595a28" providerId="ADAL" clId="{F9C47A26-F224-43CB-9AF9-0992CA7FBB19}" dt="2026-03-02T15:03:13.677" v="4819" actId="207"/>
          <ac:spMkLst>
            <pc:docMk/>
            <pc:sldMk cId="1874532828" sldId="2147483386"/>
            <ac:spMk id="39" creationId="{FE2718DA-1021-8595-F646-C30DCBF29A73}"/>
          </ac:spMkLst>
        </pc:spChg>
        <pc:spChg chg="mod">
          <ac:chgData name="Joshi, Amit" userId="81515d6e-bbc6-42b0-a870-581130595a28" providerId="ADAL" clId="{F9C47A26-F224-43CB-9AF9-0992CA7FBB19}" dt="2026-03-02T15:03:13.677" v="4819" actId="207"/>
          <ac:spMkLst>
            <pc:docMk/>
            <pc:sldMk cId="1874532828" sldId="2147483386"/>
            <ac:spMk id="43" creationId="{D2490958-3292-6BA8-6ECE-F6743EA39FB0}"/>
          </ac:spMkLst>
        </pc:spChg>
        <pc:spChg chg="mod">
          <ac:chgData name="Joshi, Amit" userId="81515d6e-bbc6-42b0-a870-581130595a28" providerId="ADAL" clId="{F9C47A26-F224-43CB-9AF9-0992CA7FBB19}" dt="2026-03-02T15:03:07.228" v="4818" actId="207"/>
          <ac:spMkLst>
            <pc:docMk/>
            <pc:sldMk cId="1874532828" sldId="2147483386"/>
            <ac:spMk id="48" creationId="{7676DD15-1190-3053-E3A4-E466EE7C8D32}"/>
          </ac:spMkLst>
        </pc:spChg>
        <pc:spChg chg="mod">
          <ac:chgData name="Joshi, Amit" userId="81515d6e-bbc6-42b0-a870-581130595a28" providerId="ADAL" clId="{F9C47A26-F224-43CB-9AF9-0992CA7FBB19}" dt="2026-03-02T15:03:28.347" v="4820" actId="207"/>
          <ac:spMkLst>
            <pc:docMk/>
            <pc:sldMk cId="1874532828" sldId="2147483386"/>
            <ac:spMk id="162" creationId="{B8C317D1-CE99-038A-8DD2-AA3E5D0B1A91}"/>
          </ac:spMkLst>
        </pc:spChg>
        <pc:spChg chg="mod">
          <ac:chgData name="Joshi, Amit" userId="81515d6e-bbc6-42b0-a870-581130595a28" providerId="ADAL" clId="{F9C47A26-F224-43CB-9AF9-0992CA7FBB19}" dt="2026-03-02T15:03:28.347" v="4820" actId="207"/>
          <ac:spMkLst>
            <pc:docMk/>
            <pc:sldMk cId="1874532828" sldId="2147483386"/>
            <ac:spMk id="182" creationId="{F41F2133-ECBB-3BD9-3E73-FE8F1D64C688}"/>
          </ac:spMkLst>
        </pc:spChg>
        <pc:spChg chg="mod">
          <ac:chgData name="Joshi, Amit" userId="81515d6e-bbc6-42b0-a870-581130595a28" providerId="ADAL" clId="{F9C47A26-F224-43CB-9AF9-0992CA7FBB19}" dt="2026-03-02T15:03:28.347" v="4820" actId="207"/>
          <ac:spMkLst>
            <pc:docMk/>
            <pc:sldMk cId="1874532828" sldId="2147483386"/>
            <ac:spMk id="183" creationId="{B57B811B-0F2D-4F8C-8AF1-FBE832FA288E}"/>
          </ac:spMkLst>
        </pc:spChg>
        <pc:spChg chg="mod">
          <ac:chgData name="Joshi, Amit" userId="81515d6e-bbc6-42b0-a870-581130595a28" providerId="ADAL" clId="{F9C47A26-F224-43CB-9AF9-0992CA7FBB19}" dt="2026-03-02T15:03:28.347" v="4820" actId="207"/>
          <ac:spMkLst>
            <pc:docMk/>
            <pc:sldMk cId="1874532828" sldId="2147483386"/>
            <ac:spMk id="184" creationId="{68870A2A-4F2E-CB51-4183-77FA51FD622F}"/>
          </ac:spMkLst>
        </pc:spChg>
        <pc:spChg chg="mod">
          <ac:chgData name="Joshi, Amit" userId="81515d6e-bbc6-42b0-a870-581130595a28" providerId="ADAL" clId="{F9C47A26-F224-43CB-9AF9-0992CA7FBB19}" dt="2026-03-02T15:04:28.378" v="4822" actId="404"/>
          <ac:spMkLst>
            <pc:docMk/>
            <pc:sldMk cId="1874532828" sldId="2147483386"/>
            <ac:spMk id="188" creationId="{A4A87EF0-BA4C-A423-196C-3EE73E4C7FC9}"/>
          </ac:spMkLst>
        </pc:spChg>
      </pc:sldChg>
      <pc:sldChg chg="add del">
        <pc:chgData name="Joshi, Amit" userId="81515d6e-bbc6-42b0-a870-581130595a28" providerId="ADAL" clId="{F9C47A26-F224-43CB-9AF9-0992CA7FBB19}" dt="2026-03-02T05:15:49.967" v="2763"/>
        <pc:sldMkLst>
          <pc:docMk/>
          <pc:sldMk cId="1588082156" sldId="2147483551"/>
        </pc:sldMkLst>
      </pc:sldChg>
      <pc:sldChg chg="addSp delSp modSp mod">
        <pc:chgData name="Joshi, Amit" userId="81515d6e-bbc6-42b0-a870-581130595a28" providerId="ADAL" clId="{F9C47A26-F224-43CB-9AF9-0992CA7FBB19}" dt="2026-03-02T13:03:11.706" v="4778" actId="6549"/>
        <pc:sldMkLst>
          <pc:docMk/>
          <pc:sldMk cId="1073578091" sldId="2147483636"/>
        </pc:sldMkLst>
        <pc:spChg chg="mod">
          <ac:chgData name="Joshi, Amit" userId="81515d6e-bbc6-42b0-a870-581130595a28" providerId="ADAL" clId="{F9C47A26-F224-43CB-9AF9-0992CA7FBB19}" dt="2026-03-01T14:55:19.277" v="347" actId="20577"/>
          <ac:spMkLst>
            <pc:docMk/>
            <pc:sldMk cId="1073578091" sldId="2147483636"/>
            <ac:spMk id="5" creationId="{822308ED-3C5B-B45C-D770-862BF305CB27}"/>
          </ac:spMkLst>
        </pc:spChg>
        <pc:spChg chg="add mod">
          <ac:chgData name="Joshi, Amit" userId="81515d6e-bbc6-42b0-a870-581130595a28" providerId="ADAL" clId="{F9C47A26-F224-43CB-9AF9-0992CA7FBB19}" dt="2026-03-02T13:02:50.072" v="4776" actId="14100"/>
          <ac:spMkLst>
            <pc:docMk/>
            <pc:sldMk cId="1073578091" sldId="2147483636"/>
            <ac:spMk id="6" creationId="{AE938A5D-5605-31EF-79EF-5909E787CFEA}"/>
          </ac:spMkLst>
        </pc:spChg>
        <pc:spChg chg="mod">
          <ac:chgData name="Joshi, Amit" userId="81515d6e-bbc6-42b0-a870-581130595a28" providerId="ADAL" clId="{F9C47A26-F224-43CB-9AF9-0992CA7FBB19}" dt="2026-03-02T13:03:11.706" v="4778" actId="6549"/>
          <ac:spMkLst>
            <pc:docMk/>
            <pc:sldMk cId="1073578091" sldId="2147483636"/>
            <ac:spMk id="51" creationId="{0E16A9E5-46DB-B2FC-7D22-98BFE85C2928}"/>
          </ac:spMkLst>
        </pc:spChg>
      </pc:sldChg>
      <pc:sldChg chg="delSp modSp mod">
        <pc:chgData name="Joshi, Amit" userId="81515d6e-bbc6-42b0-a870-581130595a28" providerId="ADAL" clId="{F9C47A26-F224-43CB-9AF9-0992CA7FBB19}" dt="2026-03-02T06:28:11.599" v="3196" actId="6549"/>
        <pc:sldMkLst>
          <pc:docMk/>
          <pc:sldMk cId="219357949" sldId="2147483640"/>
        </pc:sldMkLst>
        <pc:spChg chg="mod">
          <ac:chgData name="Joshi, Amit" userId="81515d6e-bbc6-42b0-a870-581130595a28" providerId="ADAL" clId="{F9C47A26-F224-43CB-9AF9-0992CA7FBB19}" dt="2026-03-02T06:25:22.027" v="3148" actId="20577"/>
          <ac:spMkLst>
            <pc:docMk/>
            <pc:sldMk cId="219357949" sldId="2147483640"/>
            <ac:spMk id="5" creationId="{A606673D-6D92-8361-9DB8-3865CD33ECE2}"/>
          </ac:spMkLst>
        </pc:spChg>
        <pc:spChg chg="mod">
          <ac:chgData name="Joshi, Amit" userId="81515d6e-bbc6-42b0-a870-581130595a28" providerId="ADAL" clId="{F9C47A26-F224-43CB-9AF9-0992CA7FBB19}" dt="2026-03-02T06:24:43.635" v="3141" actId="20577"/>
          <ac:spMkLst>
            <pc:docMk/>
            <pc:sldMk cId="219357949" sldId="2147483640"/>
            <ac:spMk id="9" creationId="{3E7B54B0-454A-2431-EF07-B8292F042045}"/>
          </ac:spMkLst>
        </pc:spChg>
        <pc:spChg chg="mod">
          <ac:chgData name="Joshi, Amit" userId="81515d6e-bbc6-42b0-a870-581130595a28" providerId="ADAL" clId="{F9C47A26-F224-43CB-9AF9-0992CA7FBB19}" dt="2026-03-02T06:28:11.599" v="3196" actId="6549"/>
          <ac:spMkLst>
            <pc:docMk/>
            <pc:sldMk cId="219357949" sldId="2147483640"/>
            <ac:spMk id="12" creationId="{D96CAC4E-7D0E-F1D9-107C-492EE1373F18}"/>
          </ac:spMkLst>
        </pc:spChg>
        <pc:spChg chg="mod">
          <ac:chgData name="Joshi, Amit" userId="81515d6e-bbc6-42b0-a870-581130595a28" providerId="ADAL" clId="{F9C47A26-F224-43CB-9AF9-0992CA7FBB19}" dt="2026-03-02T06:26:01.800" v="3162" actId="20577"/>
          <ac:spMkLst>
            <pc:docMk/>
            <pc:sldMk cId="219357949" sldId="2147483640"/>
            <ac:spMk id="14" creationId="{49948648-6B3B-6DDA-02D0-25F5892BC5F0}"/>
          </ac:spMkLst>
        </pc:spChg>
        <pc:spChg chg="mod">
          <ac:chgData name="Joshi, Amit" userId="81515d6e-bbc6-42b0-a870-581130595a28" providerId="ADAL" clId="{F9C47A26-F224-43CB-9AF9-0992CA7FBB19}" dt="2026-03-02T06:26:09.095" v="3165" actId="20577"/>
          <ac:spMkLst>
            <pc:docMk/>
            <pc:sldMk cId="219357949" sldId="2147483640"/>
            <ac:spMk id="16" creationId="{FDAC784D-37AB-76D4-951A-01960284452C}"/>
          </ac:spMkLst>
        </pc:spChg>
      </pc:sldChg>
      <pc:sldChg chg="modSp mod">
        <pc:chgData name="Joshi, Amit" userId="81515d6e-bbc6-42b0-a870-581130595a28" providerId="ADAL" clId="{F9C47A26-F224-43CB-9AF9-0992CA7FBB19}" dt="2026-03-02T06:30:39.942" v="3216" actId="20577"/>
        <pc:sldMkLst>
          <pc:docMk/>
          <pc:sldMk cId="3137043187" sldId="2147483641"/>
        </pc:sldMkLst>
        <pc:graphicFrameChg chg="modGraphic">
          <ac:chgData name="Joshi, Amit" userId="81515d6e-bbc6-42b0-a870-581130595a28" providerId="ADAL" clId="{F9C47A26-F224-43CB-9AF9-0992CA7FBB19}" dt="2026-03-02T06:30:39.942" v="3216" actId="20577"/>
          <ac:graphicFrameMkLst>
            <pc:docMk/>
            <pc:sldMk cId="3137043187" sldId="2147483641"/>
            <ac:graphicFrameMk id="25" creationId="{1AF6B286-8849-3D48-9F63-3E449DF03863}"/>
          </ac:graphicFrameMkLst>
        </pc:graphicFrameChg>
      </pc:sldChg>
      <pc:sldChg chg="modSp mod">
        <pc:chgData name="Joshi, Amit" userId="81515d6e-bbc6-42b0-a870-581130595a28" providerId="ADAL" clId="{F9C47A26-F224-43CB-9AF9-0992CA7FBB19}" dt="2026-03-02T15:24:42.729" v="4942" actId="207"/>
        <pc:sldMkLst>
          <pc:docMk/>
          <pc:sldMk cId="902939176" sldId="2147483645"/>
        </pc:sldMkLst>
        <pc:spChg chg="mod">
          <ac:chgData name="Joshi, Amit" userId="81515d6e-bbc6-42b0-a870-581130595a28" providerId="ADAL" clId="{F9C47A26-F224-43CB-9AF9-0992CA7FBB19}" dt="2026-03-02T15:24:40.371" v="4941" actId="207"/>
          <ac:spMkLst>
            <pc:docMk/>
            <pc:sldMk cId="902939176" sldId="2147483645"/>
            <ac:spMk id="46" creationId="{21A0FA04-A2E7-ABFE-287B-DBB82D681972}"/>
          </ac:spMkLst>
        </pc:spChg>
        <pc:spChg chg="mod">
          <ac:chgData name="Joshi, Amit" userId="81515d6e-bbc6-42b0-a870-581130595a28" providerId="ADAL" clId="{F9C47A26-F224-43CB-9AF9-0992CA7FBB19}" dt="2026-03-02T09:46:48.609" v="4049" actId="20577"/>
          <ac:spMkLst>
            <pc:docMk/>
            <pc:sldMk cId="902939176" sldId="2147483645"/>
            <ac:spMk id="55" creationId="{78AE540E-253D-39C7-0E01-60B79192E0E1}"/>
          </ac:spMkLst>
        </pc:spChg>
        <pc:spChg chg="mod">
          <ac:chgData name="Joshi, Amit" userId="81515d6e-bbc6-42b0-a870-581130595a28" providerId="ADAL" clId="{F9C47A26-F224-43CB-9AF9-0992CA7FBB19}" dt="2026-03-02T15:24:42.729" v="4942" actId="207"/>
          <ac:spMkLst>
            <pc:docMk/>
            <pc:sldMk cId="902939176" sldId="2147483645"/>
            <ac:spMk id="107" creationId="{94EDD9C4-5B17-74BE-DE09-2978025D1BEE}"/>
          </ac:spMkLst>
        </pc:spChg>
      </pc:sldChg>
      <pc:sldChg chg="delSp modSp add mod">
        <pc:chgData name="Joshi, Amit" userId="81515d6e-bbc6-42b0-a870-581130595a28" providerId="ADAL" clId="{F9C47A26-F224-43CB-9AF9-0992CA7FBB19}" dt="2026-03-02T15:01:15.354" v="4815" actId="478"/>
        <pc:sldMkLst>
          <pc:docMk/>
          <pc:sldMk cId="1944773028" sldId="2147483646"/>
        </pc:sldMkLst>
        <pc:spChg chg="mod">
          <ac:chgData name="Joshi, Amit" userId="81515d6e-bbc6-42b0-a870-581130595a28" providerId="ADAL" clId="{F9C47A26-F224-43CB-9AF9-0992CA7FBB19}" dt="2026-03-02T04:38:03.432" v="2227" actId="1076"/>
          <ac:spMkLst>
            <pc:docMk/>
            <pc:sldMk cId="1944773028" sldId="2147483646"/>
            <ac:spMk id="31" creationId="{1DBFA0A2-3F13-5889-CA50-1A0ED3487B32}"/>
          </ac:spMkLst>
        </pc:spChg>
      </pc:sldChg>
      <pc:sldChg chg="modSp mod">
        <pc:chgData name="Joshi, Amit" userId="81515d6e-bbc6-42b0-a870-581130595a28" providerId="ADAL" clId="{F9C47A26-F224-43CB-9AF9-0992CA7FBB19}" dt="2026-03-02T15:33:32.542" v="5046" actId="20577"/>
        <pc:sldMkLst>
          <pc:docMk/>
          <pc:sldMk cId="1546170917" sldId="2147483647"/>
        </pc:sldMkLst>
        <pc:spChg chg="mod">
          <ac:chgData name="Joshi, Amit" userId="81515d6e-bbc6-42b0-a870-581130595a28" providerId="ADAL" clId="{F9C47A26-F224-43CB-9AF9-0992CA7FBB19}" dt="2026-03-02T15:33:32.542" v="5046" actId="20577"/>
          <ac:spMkLst>
            <pc:docMk/>
            <pc:sldMk cId="1546170917" sldId="2147483647"/>
            <ac:spMk id="8" creationId="{75F4A94F-FD11-1894-86DE-9490AB5FD73F}"/>
          </ac:spMkLst>
        </pc:spChg>
        <pc:spChg chg="mod">
          <ac:chgData name="Joshi, Amit" userId="81515d6e-bbc6-42b0-a870-581130595a28" providerId="ADAL" clId="{F9C47A26-F224-43CB-9AF9-0992CA7FBB19}" dt="2026-03-02T15:33:18.401" v="5037" actId="20577"/>
          <ac:spMkLst>
            <pc:docMk/>
            <pc:sldMk cId="1546170917" sldId="2147483647"/>
            <ac:spMk id="16" creationId="{E85554E4-7A5C-FA59-0200-C51B2161D2FB}"/>
          </ac:spMkLst>
        </pc:spChg>
        <pc:picChg chg="mod">
          <ac:chgData name="Joshi, Amit" userId="81515d6e-bbc6-42b0-a870-581130595a28" providerId="ADAL" clId="{F9C47A26-F224-43CB-9AF9-0992CA7FBB19}" dt="2026-03-02T15:32:01.912" v="5000" actId="108"/>
          <ac:picMkLst>
            <pc:docMk/>
            <pc:sldMk cId="1546170917" sldId="2147483647"/>
            <ac:picMk id="29" creationId="{235694BA-06E2-3F6D-D24A-3FB070200759}"/>
          </ac:picMkLst>
        </pc:picChg>
      </pc:sldChg>
      <pc:sldMasterChg chg="delSldLayout">
        <pc:chgData name="Joshi, Amit" userId="81515d6e-bbc6-42b0-a870-581130595a28" providerId="ADAL" clId="{F9C47A26-F224-43CB-9AF9-0992CA7FBB19}" dt="2026-03-02T04:43:26.393" v="2370" actId="47"/>
        <pc:sldMasterMkLst>
          <pc:docMk/>
          <pc:sldMasterMk cId="2719133398" sldId="2147484118"/>
        </pc:sldMasterMkLst>
      </pc:sldMasterChg>
    </pc:docChg>
  </pc:docChgLst>
  <pc:docChgLst>
    <pc:chgData name="Indoria, Priyanka Maruti" userId="c749efdb-d61c-4470-8df0-f0977f9f6ec1" providerId="ADAL" clId="{018107F5-3B83-4C00-A80B-A278C699A0CF}"/>
    <pc:docChg chg="undo custSel addSld delSld modSld sldOrd delMainMaster modMainMaster">
      <pc:chgData name="Indoria, Priyanka Maruti" userId="c749efdb-d61c-4470-8df0-f0977f9f6ec1" providerId="ADAL" clId="{018107F5-3B83-4C00-A80B-A278C699A0CF}" dt="2026-03-02T15:23:45.550" v="1482" actId="20577"/>
      <pc:docMkLst>
        <pc:docMk/>
      </pc:docMkLst>
      <pc:sldChg chg="addSp delSp modSp mod modClrScheme chgLayout">
        <pc:chgData name="Indoria, Priyanka Maruti" userId="c749efdb-d61c-4470-8df0-f0977f9f6ec1" providerId="ADAL" clId="{018107F5-3B83-4C00-A80B-A278C699A0CF}" dt="2026-03-02T15:20:54.055" v="1449" actId="3064"/>
        <pc:sldMkLst>
          <pc:docMk/>
          <pc:sldMk cId="1741720251" sldId="256"/>
        </pc:sldMkLst>
        <pc:spChg chg="mod ord">
          <ac:chgData name="Indoria, Priyanka Maruti" userId="c749efdb-d61c-4470-8df0-f0977f9f6ec1" providerId="ADAL" clId="{018107F5-3B83-4C00-A80B-A278C699A0CF}" dt="2026-03-02T15:20:54.055" v="1449" actId="3064"/>
          <ac:spMkLst>
            <pc:docMk/>
            <pc:sldMk cId="1741720251" sldId="256"/>
            <ac:spMk id="4" creationId="{9882BD79-9A8E-0BD7-7F28-605FC11925D0}"/>
          </ac:spMkLst>
        </pc:spChg>
        <pc:spChg chg="mod">
          <ac:chgData name="Indoria, Priyanka Maruti" userId="c749efdb-d61c-4470-8df0-f0977f9f6ec1" providerId="ADAL" clId="{018107F5-3B83-4C00-A80B-A278C699A0CF}" dt="2026-03-02T14:14:50.600" v="1017" actId="1076"/>
          <ac:spMkLst>
            <pc:docMk/>
            <pc:sldMk cId="1741720251" sldId="256"/>
            <ac:spMk id="10" creationId="{C741BA04-45C4-AA37-0632-0C84B60FA497}"/>
          </ac:spMkLst>
        </pc:spChg>
        <pc:spChg chg="mod">
          <ac:chgData name="Indoria, Priyanka Maruti" userId="c749efdb-d61c-4470-8df0-f0977f9f6ec1" providerId="ADAL" clId="{018107F5-3B83-4C00-A80B-A278C699A0CF}" dt="2026-03-02T14:14:50.600" v="1017" actId="1076"/>
          <ac:spMkLst>
            <pc:docMk/>
            <pc:sldMk cId="1741720251" sldId="256"/>
            <ac:spMk id="11" creationId="{A1306094-D270-94C2-04C3-CFBC9F9A22C6}"/>
          </ac:spMkLst>
        </pc:spChg>
        <pc:spChg chg="mod">
          <ac:chgData name="Indoria, Priyanka Maruti" userId="c749efdb-d61c-4470-8df0-f0977f9f6ec1" providerId="ADAL" clId="{018107F5-3B83-4C00-A80B-A278C699A0CF}" dt="2026-03-02T14:14:50.600" v="1017" actId="1076"/>
          <ac:spMkLst>
            <pc:docMk/>
            <pc:sldMk cId="1741720251" sldId="256"/>
            <ac:spMk id="12" creationId="{13EEE17F-675E-E274-7B35-45336DC25964}"/>
          </ac:spMkLst>
        </pc:spChg>
        <pc:spChg chg="mod">
          <ac:chgData name="Indoria, Priyanka Maruti" userId="c749efdb-d61c-4470-8df0-f0977f9f6ec1" providerId="ADAL" clId="{018107F5-3B83-4C00-A80B-A278C699A0CF}" dt="2026-03-02T14:14:50.600" v="1017" actId="1076"/>
          <ac:spMkLst>
            <pc:docMk/>
            <pc:sldMk cId="1741720251" sldId="256"/>
            <ac:spMk id="13" creationId="{C382797F-99C0-4B4C-92CA-59AFBAF7F51B}"/>
          </ac:spMkLst>
        </pc:spChg>
        <pc:spChg chg="mod">
          <ac:chgData name="Indoria, Priyanka Maruti" userId="c749efdb-d61c-4470-8df0-f0977f9f6ec1" providerId="ADAL" clId="{018107F5-3B83-4C00-A80B-A278C699A0CF}" dt="2026-03-02T14:14:50.600" v="1017" actId="1076"/>
          <ac:spMkLst>
            <pc:docMk/>
            <pc:sldMk cId="1741720251" sldId="256"/>
            <ac:spMk id="15" creationId="{1ED969A9-3716-B66D-F432-FD81707EDAE0}"/>
          </ac:spMkLst>
        </pc:spChg>
        <pc:spChg chg="mod">
          <ac:chgData name="Indoria, Priyanka Maruti" userId="c749efdb-d61c-4470-8df0-f0977f9f6ec1" providerId="ADAL" clId="{018107F5-3B83-4C00-A80B-A278C699A0CF}" dt="2026-03-02T14:14:50.600" v="1017" actId="1076"/>
          <ac:spMkLst>
            <pc:docMk/>
            <pc:sldMk cId="1741720251" sldId="256"/>
            <ac:spMk id="16" creationId="{5981113B-6DD1-CE79-B780-B299B5415760}"/>
          </ac:spMkLst>
        </pc:spChg>
        <pc:spChg chg="mod">
          <ac:chgData name="Indoria, Priyanka Maruti" userId="c749efdb-d61c-4470-8df0-f0977f9f6ec1" providerId="ADAL" clId="{018107F5-3B83-4C00-A80B-A278C699A0CF}" dt="2026-03-02T14:14:50.600" v="1017" actId="1076"/>
          <ac:spMkLst>
            <pc:docMk/>
            <pc:sldMk cId="1741720251" sldId="256"/>
            <ac:spMk id="17" creationId="{E39D2B0F-FE9D-3269-13B2-ED7DFCF1B17E}"/>
          </ac:spMkLst>
        </pc:spChg>
        <pc:spChg chg="mod">
          <ac:chgData name="Indoria, Priyanka Maruti" userId="c749efdb-d61c-4470-8df0-f0977f9f6ec1" providerId="ADAL" clId="{018107F5-3B83-4C00-A80B-A278C699A0CF}" dt="2026-03-02T14:14:50.600" v="1017" actId="1076"/>
          <ac:spMkLst>
            <pc:docMk/>
            <pc:sldMk cId="1741720251" sldId="256"/>
            <ac:spMk id="18" creationId="{84FCE029-E433-2A25-299E-FC837C94CFDA}"/>
          </ac:spMkLst>
        </pc:spChg>
        <pc:spChg chg="mod">
          <ac:chgData name="Indoria, Priyanka Maruti" userId="c749efdb-d61c-4470-8df0-f0977f9f6ec1" providerId="ADAL" clId="{018107F5-3B83-4C00-A80B-A278C699A0CF}" dt="2026-03-02T14:14:50.600" v="1017" actId="1076"/>
          <ac:spMkLst>
            <pc:docMk/>
            <pc:sldMk cId="1741720251" sldId="256"/>
            <ac:spMk id="19" creationId="{B73B90B4-52BC-B09C-A362-2000717F0C6C}"/>
          </ac:spMkLst>
        </pc:spChg>
        <pc:spChg chg="mod">
          <ac:chgData name="Indoria, Priyanka Maruti" userId="c749efdb-d61c-4470-8df0-f0977f9f6ec1" providerId="ADAL" clId="{018107F5-3B83-4C00-A80B-A278C699A0CF}" dt="2026-03-02T14:14:50.600" v="1017" actId="1076"/>
          <ac:spMkLst>
            <pc:docMk/>
            <pc:sldMk cId="1741720251" sldId="256"/>
            <ac:spMk id="21" creationId="{129DEB9D-579A-8BC5-975B-8765716DA622}"/>
          </ac:spMkLst>
        </pc:spChg>
      </pc:sldChg>
      <pc:sldChg chg="addSp delSp modSp mod chgLayout">
        <pc:chgData name="Indoria, Priyanka Maruti" userId="c749efdb-d61c-4470-8df0-f0977f9f6ec1" providerId="ADAL" clId="{018107F5-3B83-4C00-A80B-A278C699A0CF}" dt="2026-03-02T15:21:19.781" v="1455" actId="6264"/>
        <pc:sldMkLst>
          <pc:docMk/>
          <pc:sldMk cId="703853927" sldId="257"/>
        </pc:sldMkLst>
        <pc:spChg chg="add mod ord">
          <ac:chgData name="Indoria, Priyanka Maruti" userId="c749efdb-d61c-4470-8df0-f0977f9f6ec1" providerId="ADAL" clId="{018107F5-3B83-4C00-A80B-A278C699A0CF}" dt="2026-03-02T15:21:19.781" v="1455" actId="6264"/>
          <ac:spMkLst>
            <pc:docMk/>
            <pc:sldMk cId="703853927" sldId="257"/>
            <ac:spMk id="10" creationId="{3EBA16BA-F577-BABE-9AFA-A184D0CDDC52}"/>
          </ac:spMkLst>
        </pc:spChg>
        <pc:spChg chg="mod">
          <ac:chgData name="Indoria, Priyanka Maruti" userId="c749efdb-d61c-4470-8df0-f0977f9f6ec1" providerId="ADAL" clId="{018107F5-3B83-4C00-A80B-A278C699A0CF}" dt="2026-03-02T14:47:06.021" v="1304" actId="207"/>
          <ac:spMkLst>
            <pc:docMk/>
            <pc:sldMk cId="703853927" sldId="257"/>
            <ac:spMk id="12" creationId="{C49B7996-D063-81AB-83BB-A61E57B9D6BD}"/>
          </ac:spMkLst>
        </pc:spChg>
        <pc:spChg chg="mod">
          <ac:chgData name="Indoria, Priyanka Maruti" userId="c749efdb-d61c-4470-8df0-f0977f9f6ec1" providerId="ADAL" clId="{018107F5-3B83-4C00-A80B-A278C699A0CF}" dt="2026-03-02T14:47:14.829" v="1305" actId="207"/>
          <ac:spMkLst>
            <pc:docMk/>
            <pc:sldMk cId="703853927" sldId="257"/>
            <ac:spMk id="60" creationId="{76BFA80D-B857-5591-08B2-77F27E98FEE6}"/>
          </ac:spMkLst>
        </pc:spChg>
        <pc:spChg chg="mod">
          <ac:chgData name="Indoria, Priyanka Maruti" userId="c749efdb-d61c-4470-8df0-f0977f9f6ec1" providerId="ADAL" clId="{018107F5-3B83-4C00-A80B-A278C699A0CF}" dt="2026-03-02T14:19:38.397" v="1071" actId="21"/>
          <ac:spMkLst>
            <pc:docMk/>
            <pc:sldMk cId="703853927" sldId="257"/>
            <ac:spMk id="94" creationId="{E109F403-E814-90CC-E520-A30A3B641BB1}"/>
          </ac:spMkLst>
        </pc:spChg>
      </pc:sldChg>
      <pc:sldChg chg="addSp delSp modSp add mod chgLayout">
        <pc:chgData name="Indoria, Priyanka Maruti" userId="c749efdb-d61c-4470-8df0-f0977f9f6ec1" providerId="ADAL" clId="{018107F5-3B83-4C00-A80B-A278C699A0CF}" dt="2026-03-02T12:15:58.173" v="430" actId="255"/>
        <pc:sldMkLst>
          <pc:docMk/>
          <pc:sldMk cId="616379574" sldId="258"/>
        </pc:sldMkLst>
        <pc:spChg chg="add mod ord">
          <ac:chgData name="Indoria, Priyanka Maruti" userId="c749efdb-d61c-4470-8df0-f0977f9f6ec1" providerId="ADAL" clId="{018107F5-3B83-4C00-A80B-A278C699A0CF}" dt="2026-03-02T12:15:58.173" v="430" actId="255"/>
          <ac:spMkLst>
            <pc:docMk/>
            <pc:sldMk cId="616379574" sldId="258"/>
            <ac:spMk id="46" creationId="{EE21EA18-5FEC-FB0F-998D-84A2CB9495AC}"/>
          </ac:spMkLst>
        </pc:spChg>
        <pc:spChg chg="add del mod">
          <ac:chgData name="Indoria, Priyanka Maruti" userId="c749efdb-d61c-4470-8df0-f0977f9f6ec1" providerId="ADAL" clId="{018107F5-3B83-4C00-A80B-A278C699A0CF}" dt="2026-03-02T11:50:28.867" v="205" actId="207"/>
          <ac:spMkLst>
            <pc:docMk/>
            <pc:sldMk cId="616379574" sldId="258"/>
            <ac:spMk id="154" creationId="{B9179860-D371-A907-50AB-01CD14A0FD2E}"/>
          </ac:spMkLst>
        </pc:spChg>
        <pc:spChg chg="mod">
          <ac:chgData name="Indoria, Priyanka Maruti" userId="c749efdb-d61c-4470-8df0-f0977f9f6ec1" providerId="ADAL" clId="{018107F5-3B83-4C00-A80B-A278C699A0CF}" dt="2026-03-02T11:50:33.241" v="206" actId="207"/>
          <ac:spMkLst>
            <pc:docMk/>
            <pc:sldMk cId="616379574" sldId="258"/>
            <ac:spMk id="157" creationId="{41325212-6BAE-A693-0F27-77F503CE20B8}"/>
          </ac:spMkLst>
        </pc:spChg>
        <pc:spChg chg="add mod">
          <ac:chgData name="Indoria, Priyanka Maruti" userId="c749efdb-d61c-4470-8df0-f0977f9f6ec1" providerId="ADAL" clId="{018107F5-3B83-4C00-A80B-A278C699A0CF}" dt="2026-03-02T11:51:41.300" v="224" actId="14100"/>
          <ac:spMkLst>
            <pc:docMk/>
            <pc:sldMk cId="616379574" sldId="258"/>
            <ac:spMk id="192" creationId="{1288C726-DE19-AE01-A1AE-0C71D782D7FC}"/>
          </ac:spMkLst>
        </pc:spChg>
        <pc:spChg chg="mod topLvl">
          <ac:chgData name="Indoria, Priyanka Maruti" userId="c749efdb-d61c-4470-8df0-f0977f9f6ec1" providerId="ADAL" clId="{018107F5-3B83-4C00-A80B-A278C699A0CF}" dt="2026-03-02T11:51:45.733" v="225" actId="1076"/>
          <ac:spMkLst>
            <pc:docMk/>
            <pc:sldMk cId="616379574" sldId="258"/>
            <ac:spMk id="195" creationId="{A54684A3-72BB-3515-1378-0D2C22CBBC4F}"/>
          </ac:spMkLst>
        </pc:spChg>
        <pc:spChg chg="mod">
          <ac:chgData name="Indoria, Priyanka Maruti" userId="c749efdb-d61c-4470-8df0-f0977f9f6ec1" providerId="ADAL" clId="{018107F5-3B83-4C00-A80B-A278C699A0CF}" dt="2026-03-02T11:51:56.637" v="227" actId="1076"/>
          <ac:spMkLst>
            <pc:docMk/>
            <pc:sldMk cId="616379574" sldId="258"/>
            <ac:spMk id="218" creationId="{E6FA97D2-03C1-B6BB-8240-C090DB7099CB}"/>
          </ac:spMkLst>
        </pc:spChg>
        <pc:spChg chg="mod">
          <ac:chgData name="Indoria, Priyanka Maruti" userId="c749efdb-d61c-4470-8df0-f0977f9f6ec1" providerId="ADAL" clId="{018107F5-3B83-4C00-A80B-A278C699A0CF}" dt="2026-03-02T11:51:56.637" v="227" actId="1076"/>
          <ac:spMkLst>
            <pc:docMk/>
            <pc:sldMk cId="616379574" sldId="258"/>
            <ac:spMk id="221" creationId="{CC911A49-D22F-C81D-F6C1-71562532073A}"/>
          </ac:spMkLst>
        </pc:spChg>
        <pc:spChg chg="add mod">
          <ac:chgData name="Indoria, Priyanka Maruti" userId="c749efdb-d61c-4470-8df0-f0977f9f6ec1" providerId="ADAL" clId="{018107F5-3B83-4C00-A80B-A278C699A0CF}" dt="2026-03-02T11:52:23.332" v="234" actId="14100"/>
          <ac:spMkLst>
            <pc:docMk/>
            <pc:sldMk cId="616379574" sldId="258"/>
            <ac:spMk id="241" creationId="{E56C86D4-4F81-B153-CEE8-4BF0756CCCA6}"/>
          </ac:spMkLst>
        </pc:spChg>
        <pc:spChg chg="add mod">
          <ac:chgData name="Indoria, Priyanka Maruti" userId="c749efdb-d61c-4470-8df0-f0977f9f6ec1" providerId="ADAL" clId="{018107F5-3B83-4C00-A80B-A278C699A0CF}" dt="2026-03-02T11:53:27.942" v="252" actId="1076"/>
          <ac:spMkLst>
            <pc:docMk/>
            <pc:sldMk cId="616379574" sldId="258"/>
            <ac:spMk id="243" creationId="{90A9D8AF-4237-62D7-813C-41895306386C}"/>
          </ac:spMkLst>
        </pc:spChg>
        <pc:spChg chg="add mod">
          <ac:chgData name="Indoria, Priyanka Maruti" userId="c749efdb-d61c-4470-8df0-f0977f9f6ec1" providerId="ADAL" clId="{018107F5-3B83-4C00-A80B-A278C699A0CF}" dt="2026-03-02T11:52:28.008" v="236" actId="14100"/>
          <ac:spMkLst>
            <pc:docMk/>
            <pc:sldMk cId="616379574" sldId="258"/>
            <ac:spMk id="245" creationId="{087394A9-E194-2030-7D40-BD1DD6055B8D}"/>
          </ac:spMkLst>
        </pc:spChg>
        <pc:picChg chg="add mod">
          <ac:chgData name="Indoria, Priyanka Maruti" userId="c749efdb-d61c-4470-8df0-f0977f9f6ec1" providerId="ADAL" clId="{018107F5-3B83-4C00-A80B-A278C699A0CF}" dt="2026-03-02T11:53:25.437" v="251" actId="1076"/>
          <ac:picMkLst>
            <pc:docMk/>
            <pc:sldMk cId="616379574" sldId="258"/>
            <ac:picMk id="246" creationId="{10D4862B-584D-F8F9-67EE-92409A25A798}"/>
          </ac:picMkLst>
        </pc:picChg>
        <pc:picChg chg="add mod">
          <ac:chgData name="Indoria, Priyanka Maruti" userId="c749efdb-d61c-4470-8df0-f0977f9f6ec1" providerId="ADAL" clId="{018107F5-3B83-4C00-A80B-A278C699A0CF}" dt="2026-03-02T11:54:02.679" v="261" actId="1076"/>
          <ac:picMkLst>
            <pc:docMk/>
            <pc:sldMk cId="616379574" sldId="258"/>
            <ac:picMk id="1028" creationId="{5202BBF2-061F-009E-4F9E-94F75AEF5749}"/>
          </ac:picMkLst>
        </pc:picChg>
        <pc:picChg chg="add mod">
          <ac:chgData name="Indoria, Priyanka Maruti" userId="c749efdb-d61c-4470-8df0-f0977f9f6ec1" providerId="ADAL" clId="{018107F5-3B83-4C00-A80B-A278C699A0CF}" dt="2026-03-02T11:54:30.494" v="271" actId="1076"/>
          <ac:picMkLst>
            <pc:docMk/>
            <pc:sldMk cId="616379574" sldId="258"/>
            <ac:picMk id="1030" creationId="{336B1FA9-2883-7921-D476-5CC6E9ADBA2B}"/>
          </ac:picMkLst>
        </pc:picChg>
      </pc:sldChg>
      <pc:sldChg chg="addSp delSp modSp mod chgLayout">
        <pc:chgData name="Indoria, Priyanka Maruti" userId="c749efdb-d61c-4470-8df0-f0977f9f6ec1" providerId="ADAL" clId="{018107F5-3B83-4C00-A80B-A278C699A0CF}" dt="2026-03-02T13:58:00.977" v="943" actId="207"/>
        <pc:sldMkLst>
          <pc:docMk/>
          <pc:sldMk cId="3090202877" sldId="261"/>
        </pc:sldMkLst>
        <pc:spChg chg="mod ord">
          <ac:chgData name="Indoria, Priyanka Maruti" userId="c749efdb-d61c-4470-8df0-f0977f9f6ec1" providerId="ADAL" clId="{018107F5-3B83-4C00-A80B-A278C699A0CF}" dt="2026-03-02T13:55:09.418" v="912" actId="700"/>
          <ac:spMkLst>
            <pc:docMk/>
            <pc:sldMk cId="3090202877" sldId="261"/>
            <ac:spMk id="5" creationId="{E3C386B2-0213-3A38-4125-5DADFB5ACCE5}"/>
          </ac:spMkLst>
        </pc:spChg>
        <pc:spChg chg="mod">
          <ac:chgData name="Indoria, Priyanka Maruti" userId="c749efdb-d61c-4470-8df0-f0977f9f6ec1" providerId="ADAL" clId="{018107F5-3B83-4C00-A80B-A278C699A0CF}" dt="2026-03-02T13:57:20.368" v="936" actId="207"/>
          <ac:spMkLst>
            <pc:docMk/>
            <pc:sldMk cId="3090202877" sldId="261"/>
            <ac:spMk id="9" creationId="{4033215A-C1EA-527A-52B7-B1D524521C8E}"/>
          </ac:spMkLst>
        </pc:spChg>
        <pc:spChg chg="mod">
          <ac:chgData name="Indoria, Priyanka Maruti" userId="c749efdb-d61c-4470-8df0-f0977f9f6ec1" providerId="ADAL" clId="{018107F5-3B83-4C00-A80B-A278C699A0CF}" dt="2026-03-02T13:56:05.017" v="918" actId="207"/>
          <ac:spMkLst>
            <pc:docMk/>
            <pc:sldMk cId="3090202877" sldId="261"/>
            <ac:spMk id="12" creationId="{2E06D88F-B84E-3A81-F1AE-9ACD5345FE93}"/>
          </ac:spMkLst>
        </pc:spChg>
        <pc:spChg chg="mod">
          <ac:chgData name="Indoria, Priyanka Maruti" userId="c749efdb-d61c-4470-8df0-f0977f9f6ec1" providerId="ADAL" clId="{018107F5-3B83-4C00-A80B-A278C699A0CF}" dt="2026-03-02T13:56:05.017" v="918" actId="207"/>
          <ac:spMkLst>
            <pc:docMk/>
            <pc:sldMk cId="3090202877" sldId="261"/>
            <ac:spMk id="13" creationId="{9FD6A7AC-F490-D4F0-4693-C2A1CB37CB95}"/>
          </ac:spMkLst>
        </pc:spChg>
        <pc:spChg chg="mod">
          <ac:chgData name="Indoria, Priyanka Maruti" userId="c749efdb-d61c-4470-8df0-f0977f9f6ec1" providerId="ADAL" clId="{018107F5-3B83-4C00-A80B-A278C699A0CF}" dt="2026-03-02T13:56:05.017" v="918" actId="207"/>
          <ac:spMkLst>
            <pc:docMk/>
            <pc:sldMk cId="3090202877" sldId="261"/>
            <ac:spMk id="14" creationId="{9370C970-315E-3B76-61A2-FB04DDC298F7}"/>
          </ac:spMkLst>
        </pc:spChg>
        <pc:spChg chg="mod">
          <ac:chgData name="Indoria, Priyanka Maruti" userId="c749efdb-d61c-4470-8df0-f0977f9f6ec1" providerId="ADAL" clId="{018107F5-3B83-4C00-A80B-A278C699A0CF}" dt="2026-03-02T13:56:44.352" v="925" actId="207"/>
          <ac:spMkLst>
            <pc:docMk/>
            <pc:sldMk cId="3090202877" sldId="261"/>
            <ac:spMk id="15" creationId="{FF589AF5-A9E3-2082-3DD6-2DF1B9B0AC9B}"/>
          </ac:spMkLst>
        </pc:spChg>
        <pc:spChg chg="mod">
          <ac:chgData name="Indoria, Priyanka Maruti" userId="c749efdb-d61c-4470-8df0-f0977f9f6ec1" providerId="ADAL" clId="{018107F5-3B83-4C00-A80B-A278C699A0CF}" dt="2026-03-02T13:56:35.107" v="924" actId="207"/>
          <ac:spMkLst>
            <pc:docMk/>
            <pc:sldMk cId="3090202877" sldId="261"/>
            <ac:spMk id="16" creationId="{2255FE4A-04DD-B1D9-199F-8C4FC70C6C03}"/>
          </ac:spMkLst>
        </pc:spChg>
        <pc:spChg chg="mod">
          <ac:chgData name="Indoria, Priyanka Maruti" userId="c749efdb-d61c-4470-8df0-f0977f9f6ec1" providerId="ADAL" clId="{018107F5-3B83-4C00-A80B-A278C699A0CF}" dt="2026-03-02T13:56:57.868" v="930" actId="207"/>
          <ac:spMkLst>
            <pc:docMk/>
            <pc:sldMk cId="3090202877" sldId="261"/>
            <ac:spMk id="19" creationId="{4737E667-3721-029A-72FD-236D2CD09E93}"/>
          </ac:spMkLst>
        </pc:spChg>
        <pc:spChg chg="mod">
          <ac:chgData name="Indoria, Priyanka Maruti" userId="c749efdb-d61c-4470-8df0-f0977f9f6ec1" providerId="ADAL" clId="{018107F5-3B83-4C00-A80B-A278C699A0CF}" dt="2026-03-02T13:55:16.411" v="913" actId="1076"/>
          <ac:spMkLst>
            <pc:docMk/>
            <pc:sldMk cId="3090202877" sldId="261"/>
            <ac:spMk id="21" creationId="{E11FA3B2-D041-5617-715D-30368A3DDE69}"/>
          </ac:spMkLst>
        </pc:spChg>
        <pc:spChg chg="mod">
          <ac:chgData name="Indoria, Priyanka Maruti" userId="c749efdb-d61c-4470-8df0-f0977f9f6ec1" providerId="ADAL" clId="{018107F5-3B83-4C00-A80B-A278C699A0CF}" dt="2026-03-02T13:57:20.368" v="936" actId="207"/>
          <ac:spMkLst>
            <pc:docMk/>
            <pc:sldMk cId="3090202877" sldId="261"/>
            <ac:spMk id="30" creationId="{3F95277A-D77F-B3BB-E43D-D92D1CE25013}"/>
          </ac:spMkLst>
        </pc:spChg>
        <pc:spChg chg="mod">
          <ac:chgData name="Indoria, Priyanka Maruti" userId="c749efdb-d61c-4470-8df0-f0977f9f6ec1" providerId="ADAL" clId="{018107F5-3B83-4C00-A80B-A278C699A0CF}" dt="2026-03-02T13:57:20.368" v="936" actId="207"/>
          <ac:spMkLst>
            <pc:docMk/>
            <pc:sldMk cId="3090202877" sldId="261"/>
            <ac:spMk id="31" creationId="{A9817BD7-AEDB-37F9-E85A-8B2C690DD510}"/>
          </ac:spMkLst>
        </pc:spChg>
        <pc:spChg chg="mod">
          <ac:chgData name="Indoria, Priyanka Maruti" userId="c749efdb-d61c-4470-8df0-f0977f9f6ec1" providerId="ADAL" clId="{018107F5-3B83-4C00-A80B-A278C699A0CF}" dt="2026-03-02T13:57:41.285" v="941" actId="14100"/>
          <ac:spMkLst>
            <pc:docMk/>
            <pc:sldMk cId="3090202877" sldId="261"/>
            <ac:spMk id="32" creationId="{C59DDBD5-6772-3F9A-CA4A-3A7C1F73B3CA}"/>
          </ac:spMkLst>
        </pc:spChg>
        <pc:spChg chg="mod">
          <ac:chgData name="Indoria, Priyanka Maruti" userId="c749efdb-d61c-4470-8df0-f0977f9f6ec1" providerId="ADAL" clId="{018107F5-3B83-4C00-A80B-A278C699A0CF}" dt="2026-03-02T13:57:20.368" v="936" actId="207"/>
          <ac:spMkLst>
            <pc:docMk/>
            <pc:sldMk cId="3090202877" sldId="261"/>
            <ac:spMk id="33" creationId="{F548546E-89F1-5C93-12E2-923207C0855D}"/>
          </ac:spMkLst>
        </pc:spChg>
        <pc:spChg chg="mod">
          <ac:chgData name="Indoria, Priyanka Maruti" userId="c749efdb-d61c-4470-8df0-f0977f9f6ec1" providerId="ADAL" clId="{018107F5-3B83-4C00-A80B-A278C699A0CF}" dt="2026-03-02T13:55:18.371" v="914" actId="207"/>
          <ac:spMkLst>
            <pc:docMk/>
            <pc:sldMk cId="3090202877" sldId="261"/>
            <ac:spMk id="34" creationId="{53376883-3B58-0939-2FE0-B5D00341F693}"/>
          </ac:spMkLst>
        </pc:spChg>
        <pc:spChg chg="mod">
          <ac:chgData name="Indoria, Priyanka Maruti" userId="c749efdb-d61c-4470-8df0-f0977f9f6ec1" providerId="ADAL" clId="{018107F5-3B83-4C00-A80B-A278C699A0CF}" dt="2026-03-02T13:55:18.371" v="914" actId="207"/>
          <ac:spMkLst>
            <pc:docMk/>
            <pc:sldMk cId="3090202877" sldId="261"/>
            <ac:spMk id="35" creationId="{973DBAA6-92B3-4E2F-DEBE-C5A7F1790F5A}"/>
          </ac:spMkLst>
        </pc:spChg>
        <pc:spChg chg="mod">
          <ac:chgData name="Indoria, Priyanka Maruti" userId="c749efdb-d61c-4470-8df0-f0977f9f6ec1" providerId="ADAL" clId="{018107F5-3B83-4C00-A80B-A278C699A0CF}" dt="2026-03-02T13:56:05.017" v="918" actId="207"/>
          <ac:spMkLst>
            <pc:docMk/>
            <pc:sldMk cId="3090202877" sldId="261"/>
            <ac:spMk id="37" creationId="{4B9AC3ED-347B-1BAE-9263-9FF6880D5D00}"/>
          </ac:spMkLst>
        </pc:spChg>
        <pc:spChg chg="mod">
          <ac:chgData name="Indoria, Priyanka Maruti" userId="c749efdb-d61c-4470-8df0-f0977f9f6ec1" providerId="ADAL" clId="{018107F5-3B83-4C00-A80B-A278C699A0CF}" dt="2026-03-02T13:56:05.017" v="918" actId="207"/>
          <ac:spMkLst>
            <pc:docMk/>
            <pc:sldMk cId="3090202877" sldId="261"/>
            <ac:spMk id="38" creationId="{F09E2C5D-1605-B795-4B6F-F484C3FD67F0}"/>
          </ac:spMkLst>
        </pc:spChg>
        <pc:spChg chg="mod">
          <ac:chgData name="Indoria, Priyanka Maruti" userId="c749efdb-d61c-4470-8df0-f0977f9f6ec1" providerId="ADAL" clId="{018107F5-3B83-4C00-A80B-A278C699A0CF}" dt="2026-03-02T13:56:05.017" v="918" actId="207"/>
          <ac:spMkLst>
            <pc:docMk/>
            <pc:sldMk cId="3090202877" sldId="261"/>
            <ac:spMk id="39" creationId="{6EDF6BD3-2177-6FB2-3F97-131556036BED}"/>
          </ac:spMkLst>
        </pc:spChg>
        <pc:spChg chg="mod">
          <ac:chgData name="Indoria, Priyanka Maruti" userId="c749efdb-d61c-4470-8df0-f0977f9f6ec1" providerId="ADAL" clId="{018107F5-3B83-4C00-A80B-A278C699A0CF}" dt="2026-03-02T13:57:34.090" v="939" actId="207"/>
          <ac:spMkLst>
            <pc:docMk/>
            <pc:sldMk cId="3090202877" sldId="261"/>
            <ac:spMk id="42" creationId="{2F5630DF-AC95-A1BF-2B18-1299C78AE303}"/>
          </ac:spMkLst>
        </pc:spChg>
        <pc:spChg chg="mod">
          <ac:chgData name="Indoria, Priyanka Maruti" userId="c749efdb-d61c-4470-8df0-f0977f9f6ec1" providerId="ADAL" clId="{018107F5-3B83-4C00-A80B-A278C699A0CF}" dt="2026-03-02T13:56:53.317" v="928" actId="207"/>
          <ac:spMkLst>
            <pc:docMk/>
            <pc:sldMk cId="3090202877" sldId="261"/>
            <ac:spMk id="43" creationId="{D32D252D-0A89-6923-4AEB-3D1094CA836A}"/>
          </ac:spMkLst>
        </pc:spChg>
        <pc:spChg chg="mod">
          <ac:chgData name="Indoria, Priyanka Maruti" userId="c749efdb-d61c-4470-8df0-f0977f9f6ec1" providerId="ADAL" clId="{018107F5-3B83-4C00-A80B-A278C699A0CF}" dt="2026-03-02T13:55:16.411" v="913" actId="1076"/>
          <ac:spMkLst>
            <pc:docMk/>
            <pc:sldMk cId="3090202877" sldId="261"/>
            <ac:spMk id="45" creationId="{19ADD93A-7E14-55FD-C202-A440F951C0D3}"/>
          </ac:spMkLst>
        </pc:spChg>
        <pc:spChg chg="mod">
          <ac:chgData name="Indoria, Priyanka Maruti" userId="c749efdb-d61c-4470-8df0-f0977f9f6ec1" providerId="ADAL" clId="{018107F5-3B83-4C00-A80B-A278C699A0CF}" dt="2026-03-02T13:55:18.371" v="914" actId="207"/>
          <ac:spMkLst>
            <pc:docMk/>
            <pc:sldMk cId="3090202877" sldId="261"/>
            <ac:spMk id="46" creationId="{4617EB76-848C-4C6F-66F8-1D35029181C5}"/>
          </ac:spMkLst>
        </pc:spChg>
        <pc:spChg chg="mod">
          <ac:chgData name="Indoria, Priyanka Maruti" userId="c749efdb-d61c-4470-8df0-f0977f9f6ec1" providerId="ADAL" clId="{018107F5-3B83-4C00-A80B-A278C699A0CF}" dt="2026-03-02T13:55:18.371" v="914" actId="207"/>
          <ac:spMkLst>
            <pc:docMk/>
            <pc:sldMk cId="3090202877" sldId="261"/>
            <ac:spMk id="50" creationId="{D23CCE5C-AF37-CF12-2E78-6A5A7BB78803}"/>
          </ac:spMkLst>
        </pc:spChg>
        <pc:spChg chg="mod">
          <ac:chgData name="Indoria, Priyanka Maruti" userId="c749efdb-d61c-4470-8df0-f0977f9f6ec1" providerId="ADAL" clId="{018107F5-3B83-4C00-A80B-A278C699A0CF}" dt="2026-03-02T13:55:18.371" v="914" actId="207"/>
          <ac:spMkLst>
            <pc:docMk/>
            <pc:sldMk cId="3090202877" sldId="261"/>
            <ac:spMk id="58" creationId="{01CD1A7A-7851-4925-F591-F0D6620B675D}"/>
          </ac:spMkLst>
        </pc:spChg>
        <pc:spChg chg="mod">
          <ac:chgData name="Indoria, Priyanka Maruti" userId="c749efdb-d61c-4470-8df0-f0977f9f6ec1" providerId="ADAL" clId="{018107F5-3B83-4C00-A80B-A278C699A0CF}" dt="2026-03-02T13:56:05.017" v="918" actId="207"/>
          <ac:spMkLst>
            <pc:docMk/>
            <pc:sldMk cId="3090202877" sldId="261"/>
            <ac:spMk id="62" creationId="{2C57571D-EA6B-1155-8553-60BB53B46691}"/>
          </ac:spMkLst>
        </pc:spChg>
        <pc:spChg chg="mod">
          <ac:chgData name="Indoria, Priyanka Maruti" userId="c749efdb-d61c-4470-8df0-f0977f9f6ec1" providerId="ADAL" clId="{018107F5-3B83-4C00-A80B-A278C699A0CF}" dt="2026-03-02T13:55:16.411" v="913" actId="1076"/>
          <ac:spMkLst>
            <pc:docMk/>
            <pc:sldMk cId="3090202877" sldId="261"/>
            <ac:spMk id="64" creationId="{86976A94-5012-B110-F37D-1B666B5BE018}"/>
          </ac:spMkLst>
        </pc:spChg>
        <pc:spChg chg="mod">
          <ac:chgData name="Indoria, Priyanka Maruti" userId="c749efdb-d61c-4470-8df0-f0977f9f6ec1" providerId="ADAL" clId="{018107F5-3B83-4C00-A80B-A278C699A0CF}" dt="2026-03-02T13:56:05.017" v="918" actId="207"/>
          <ac:spMkLst>
            <pc:docMk/>
            <pc:sldMk cId="3090202877" sldId="261"/>
            <ac:spMk id="65" creationId="{D63F936F-E32E-7BD1-7561-2FBF3448B61C}"/>
          </ac:spMkLst>
        </pc:spChg>
        <pc:spChg chg="mod">
          <ac:chgData name="Indoria, Priyanka Maruti" userId="c749efdb-d61c-4470-8df0-f0977f9f6ec1" providerId="ADAL" clId="{018107F5-3B83-4C00-A80B-A278C699A0CF}" dt="2026-03-02T13:57:20.368" v="936" actId="207"/>
          <ac:spMkLst>
            <pc:docMk/>
            <pc:sldMk cId="3090202877" sldId="261"/>
            <ac:spMk id="66" creationId="{6C5B916C-7954-8817-0E57-75DF7F2496F0}"/>
          </ac:spMkLst>
        </pc:spChg>
        <pc:spChg chg="mod">
          <ac:chgData name="Indoria, Priyanka Maruti" userId="c749efdb-d61c-4470-8df0-f0977f9f6ec1" providerId="ADAL" clId="{018107F5-3B83-4C00-A80B-A278C699A0CF}" dt="2026-03-02T13:56:52.210" v="927" actId="207"/>
          <ac:spMkLst>
            <pc:docMk/>
            <pc:sldMk cId="3090202877" sldId="261"/>
            <ac:spMk id="70" creationId="{14C48FC4-0358-4D37-6073-4FF6367963CC}"/>
          </ac:spMkLst>
        </pc:spChg>
        <pc:spChg chg="mod">
          <ac:chgData name="Indoria, Priyanka Maruti" userId="c749efdb-d61c-4470-8df0-f0977f9f6ec1" providerId="ADAL" clId="{018107F5-3B83-4C00-A80B-A278C699A0CF}" dt="2026-03-02T13:56:24.317" v="922" actId="207"/>
          <ac:spMkLst>
            <pc:docMk/>
            <pc:sldMk cId="3090202877" sldId="261"/>
            <ac:spMk id="71" creationId="{78DECDED-106C-C2F9-5928-15A9A1171342}"/>
          </ac:spMkLst>
        </pc:spChg>
        <pc:spChg chg="mod">
          <ac:chgData name="Indoria, Priyanka Maruti" userId="c749efdb-d61c-4470-8df0-f0977f9f6ec1" providerId="ADAL" clId="{018107F5-3B83-4C00-A80B-A278C699A0CF}" dt="2026-03-02T13:55:16.411" v="913" actId="1076"/>
          <ac:spMkLst>
            <pc:docMk/>
            <pc:sldMk cId="3090202877" sldId="261"/>
            <ac:spMk id="75" creationId="{8FF08763-28AA-3B8C-657D-78AE13C7D96A}"/>
          </ac:spMkLst>
        </pc:spChg>
        <pc:spChg chg="mod">
          <ac:chgData name="Indoria, Priyanka Maruti" userId="c749efdb-d61c-4470-8df0-f0977f9f6ec1" providerId="ADAL" clId="{018107F5-3B83-4C00-A80B-A278C699A0CF}" dt="2026-03-02T13:56:05.017" v="918" actId="207"/>
          <ac:spMkLst>
            <pc:docMk/>
            <pc:sldMk cId="3090202877" sldId="261"/>
            <ac:spMk id="76" creationId="{98331F4E-33F3-2201-BC3F-3BB31F694AB0}"/>
          </ac:spMkLst>
        </pc:spChg>
        <pc:spChg chg="mod">
          <ac:chgData name="Indoria, Priyanka Maruti" userId="c749efdb-d61c-4470-8df0-f0977f9f6ec1" providerId="ADAL" clId="{018107F5-3B83-4C00-A80B-A278C699A0CF}" dt="2026-03-02T13:57:20.368" v="936" actId="207"/>
          <ac:spMkLst>
            <pc:docMk/>
            <pc:sldMk cId="3090202877" sldId="261"/>
            <ac:spMk id="77" creationId="{A2878AFF-AA4F-6001-906F-8882C184D71D}"/>
          </ac:spMkLst>
        </pc:spChg>
        <pc:spChg chg="mod">
          <ac:chgData name="Indoria, Priyanka Maruti" userId="c749efdb-d61c-4470-8df0-f0977f9f6ec1" providerId="ADAL" clId="{018107F5-3B83-4C00-A80B-A278C699A0CF}" dt="2026-03-02T13:57:20.368" v="936" actId="207"/>
          <ac:spMkLst>
            <pc:docMk/>
            <pc:sldMk cId="3090202877" sldId="261"/>
            <ac:spMk id="78" creationId="{AE09278A-8DB8-1564-6758-F774A4C71099}"/>
          </ac:spMkLst>
        </pc:spChg>
        <pc:spChg chg="mod">
          <ac:chgData name="Indoria, Priyanka Maruti" userId="c749efdb-d61c-4470-8df0-f0977f9f6ec1" providerId="ADAL" clId="{018107F5-3B83-4C00-A80B-A278C699A0CF}" dt="2026-03-02T13:56:56.637" v="929" actId="207"/>
          <ac:spMkLst>
            <pc:docMk/>
            <pc:sldMk cId="3090202877" sldId="261"/>
            <ac:spMk id="80" creationId="{95BB8019-11FD-2A26-A845-06E6D4C7E775}"/>
          </ac:spMkLst>
        </pc:spChg>
        <pc:spChg chg="mod">
          <ac:chgData name="Indoria, Priyanka Maruti" userId="c749efdb-d61c-4470-8df0-f0977f9f6ec1" providerId="ADAL" clId="{018107F5-3B83-4C00-A80B-A278C699A0CF}" dt="2026-03-02T13:57:20.368" v="936" actId="207"/>
          <ac:spMkLst>
            <pc:docMk/>
            <pc:sldMk cId="3090202877" sldId="261"/>
            <ac:spMk id="81" creationId="{1E0573D6-0257-88C7-007F-200385A96F6F}"/>
          </ac:spMkLst>
        </pc:spChg>
        <pc:spChg chg="mod">
          <ac:chgData name="Indoria, Priyanka Maruti" userId="c749efdb-d61c-4470-8df0-f0977f9f6ec1" providerId="ADAL" clId="{018107F5-3B83-4C00-A80B-A278C699A0CF}" dt="2026-03-02T13:55:16.411" v="913" actId="1076"/>
          <ac:spMkLst>
            <pc:docMk/>
            <pc:sldMk cId="3090202877" sldId="261"/>
            <ac:spMk id="82" creationId="{63644B18-097B-60FB-8E5C-F45F31919362}"/>
          </ac:spMkLst>
        </pc:spChg>
        <pc:spChg chg="mod">
          <ac:chgData name="Indoria, Priyanka Maruti" userId="c749efdb-d61c-4470-8df0-f0977f9f6ec1" providerId="ADAL" clId="{018107F5-3B83-4C00-A80B-A278C699A0CF}" dt="2026-03-02T13:55:18.371" v="914" actId="207"/>
          <ac:spMkLst>
            <pc:docMk/>
            <pc:sldMk cId="3090202877" sldId="261"/>
            <ac:spMk id="86" creationId="{D1C859DD-AEDF-B66C-B78D-77BA9034D8B0}"/>
          </ac:spMkLst>
        </pc:spChg>
        <pc:spChg chg="mod">
          <ac:chgData name="Indoria, Priyanka Maruti" userId="c749efdb-d61c-4470-8df0-f0977f9f6ec1" providerId="ADAL" clId="{018107F5-3B83-4C00-A80B-A278C699A0CF}" dt="2026-03-02T13:56:05.017" v="918" actId="207"/>
          <ac:spMkLst>
            <pc:docMk/>
            <pc:sldMk cId="3090202877" sldId="261"/>
            <ac:spMk id="87" creationId="{4C5ABF5A-8E7A-27BC-B527-C51A5C50A7F8}"/>
          </ac:spMkLst>
        </pc:spChg>
        <pc:spChg chg="mod">
          <ac:chgData name="Indoria, Priyanka Maruti" userId="c749efdb-d61c-4470-8df0-f0977f9f6ec1" providerId="ADAL" clId="{018107F5-3B83-4C00-A80B-A278C699A0CF}" dt="2026-03-02T13:57:20.368" v="936" actId="207"/>
          <ac:spMkLst>
            <pc:docMk/>
            <pc:sldMk cId="3090202877" sldId="261"/>
            <ac:spMk id="89" creationId="{87410F52-5733-AAF0-6A2F-98FE0B0A4559}"/>
          </ac:spMkLst>
        </pc:spChg>
        <pc:spChg chg="mod">
          <ac:chgData name="Indoria, Priyanka Maruti" userId="c749efdb-d61c-4470-8df0-f0977f9f6ec1" providerId="ADAL" clId="{018107F5-3B83-4C00-A80B-A278C699A0CF}" dt="2026-03-02T13:56:49.802" v="926" actId="207"/>
          <ac:spMkLst>
            <pc:docMk/>
            <pc:sldMk cId="3090202877" sldId="261"/>
            <ac:spMk id="91" creationId="{ADE8233C-C662-E19A-32D1-899866EAC015}"/>
          </ac:spMkLst>
        </pc:spChg>
        <pc:spChg chg="mod">
          <ac:chgData name="Indoria, Priyanka Maruti" userId="c749efdb-d61c-4470-8df0-f0977f9f6ec1" providerId="ADAL" clId="{018107F5-3B83-4C00-A80B-A278C699A0CF}" dt="2026-03-02T13:56:16.553" v="920" actId="207"/>
          <ac:spMkLst>
            <pc:docMk/>
            <pc:sldMk cId="3090202877" sldId="261"/>
            <ac:spMk id="92" creationId="{2466433E-992E-C7E1-D0C2-7C3B774A7BA8}"/>
          </ac:spMkLst>
        </pc:spChg>
        <pc:spChg chg="mod">
          <ac:chgData name="Indoria, Priyanka Maruti" userId="c749efdb-d61c-4470-8df0-f0977f9f6ec1" providerId="ADAL" clId="{018107F5-3B83-4C00-A80B-A278C699A0CF}" dt="2026-03-02T13:58:00.977" v="943" actId="207"/>
          <ac:spMkLst>
            <pc:docMk/>
            <pc:sldMk cId="3090202877" sldId="261"/>
            <ac:spMk id="96" creationId="{A74B1577-BFB3-A98B-56F3-CB181C29685D}"/>
          </ac:spMkLst>
        </pc:spChg>
        <pc:grpChg chg="mod">
          <ac:chgData name="Indoria, Priyanka Maruti" userId="c749efdb-d61c-4470-8df0-f0977f9f6ec1" providerId="ADAL" clId="{018107F5-3B83-4C00-A80B-A278C699A0CF}" dt="2026-03-02T13:55:16.411" v="913" actId="1076"/>
          <ac:grpSpMkLst>
            <pc:docMk/>
            <pc:sldMk cId="3090202877" sldId="261"/>
            <ac:grpSpMk id="121" creationId="{7650133C-5F13-7AC0-A8C0-A837BDE05469}"/>
          </ac:grpSpMkLst>
        </pc:grpChg>
        <pc:grpChg chg="mod">
          <ac:chgData name="Indoria, Priyanka Maruti" userId="c749efdb-d61c-4470-8df0-f0977f9f6ec1" providerId="ADAL" clId="{018107F5-3B83-4C00-A80B-A278C699A0CF}" dt="2026-03-02T13:56:19.858" v="921" actId="1076"/>
          <ac:grpSpMkLst>
            <pc:docMk/>
            <pc:sldMk cId="3090202877" sldId="261"/>
            <ac:grpSpMk id="135" creationId="{37A9BAF4-FCF1-52DB-CF83-57275C980179}"/>
          </ac:grpSpMkLst>
        </pc:grpChg>
      </pc:sldChg>
      <pc:sldChg chg="addSp delSp modSp mod modClrScheme chgLayout">
        <pc:chgData name="Indoria, Priyanka Maruti" userId="c749efdb-d61c-4470-8df0-f0977f9f6ec1" providerId="ADAL" clId="{018107F5-3B83-4C00-A80B-A278C699A0CF}" dt="2026-03-02T12:37:32.223" v="650" actId="207"/>
        <pc:sldMkLst>
          <pc:docMk/>
          <pc:sldMk cId="3441025785" sldId="262"/>
        </pc:sldMkLst>
        <pc:spChg chg="mod ord">
          <ac:chgData name="Indoria, Priyanka Maruti" userId="c749efdb-d61c-4470-8df0-f0977f9f6ec1" providerId="ADAL" clId="{018107F5-3B83-4C00-A80B-A278C699A0CF}" dt="2026-03-02T12:21:20.100" v="494" actId="255"/>
          <ac:spMkLst>
            <pc:docMk/>
            <pc:sldMk cId="3441025785" sldId="262"/>
            <ac:spMk id="2" creationId="{83245330-FF60-6EA2-7C68-6C216D1153D2}"/>
          </ac:spMkLst>
        </pc:spChg>
        <pc:spChg chg="mod">
          <ac:chgData name="Indoria, Priyanka Maruti" userId="c749efdb-d61c-4470-8df0-f0977f9f6ec1" providerId="ADAL" clId="{018107F5-3B83-4C00-A80B-A278C699A0CF}" dt="2026-03-02T12:37:32.223" v="650" actId="207"/>
          <ac:spMkLst>
            <pc:docMk/>
            <pc:sldMk cId="3441025785" sldId="262"/>
            <ac:spMk id="7" creationId="{A8C8D0D8-9695-5AD3-87D9-9131A655F060}"/>
          </ac:spMkLst>
        </pc:spChg>
        <pc:spChg chg="mod">
          <ac:chgData name="Indoria, Priyanka Maruti" userId="c749efdb-d61c-4470-8df0-f0977f9f6ec1" providerId="ADAL" clId="{018107F5-3B83-4C00-A80B-A278C699A0CF}" dt="2026-03-02T12:21:14.834" v="493" actId="1076"/>
          <ac:spMkLst>
            <pc:docMk/>
            <pc:sldMk cId="3441025785" sldId="262"/>
            <ac:spMk id="8" creationId="{889F8086-DD1D-3D3B-D1DE-266E9ED62D4E}"/>
          </ac:spMkLst>
        </pc:spChg>
        <pc:spChg chg="mod">
          <ac:chgData name="Indoria, Priyanka Maruti" userId="c749efdb-d61c-4470-8df0-f0977f9f6ec1" providerId="ADAL" clId="{018107F5-3B83-4C00-A80B-A278C699A0CF}" dt="2026-03-02T12:37:16.655" v="646" actId="207"/>
          <ac:spMkLst>
            <pc:docMk/>
            <pc:sldMk cId="3441025785" sldId="262"/>
            <ac:spMk id="12" creationId="{D00C51D7-91E8-77E7-AF53-42C848C0AF76}"/>
          </ac:spMkLst>
        </pc:spChg>
        <pc:spChg chg="mod">
          <ac:chgData name="Indoria, Priyanka Maruti" userId="c749efdb-d61c-4470-8df0-f0977f9f6ec1" providerId="ADAL" clId="{018107F5-3B83-4C00-A80B-A278C699A0CF}" dt="2026-03-02T12:21:14.834" v="493" actId="1076"/>
          <ac:spMkLst>
            <pc:docMk/>
            <pc:sldMk cId="3441025785" sldId="262"/>
            <ac:spMk id="17" creationId="{3519E6F2-D2E2-5EEA-4E73-D97F0257997C}"/>
          </ac:spMkLst>
        </pc:spChg>
        <pc:spChg chg="mod">
          <ac:chgData name="Indoria, Priyanka Maruti" userId="c749efdb-d61c-4470-8df0-f0977f9f6ec1" providerId="ADAL" clId="{018107F5-3B83-4C00-A80B-A278C699A0CF}" dt="2026-03-02T12:37:22.871" v="647" actId="207"/>
          <ac:spMkLst>
            <pc:docMk/>
            <pc:sldMk cId="3441025785" sldId="262"/>
            <ac:spMk id="19" creationId="{E68CB580-0701-E7CC-4EA2-2BDA0C0F9C97}"/>
          </ac:spMkLst>
        </pc:spChg>
        <pc:graphicFrameChg chg="mod modGraphic">
          <ac:chgData name="Indoria, Priyanka Maruti" userId="c749efdb-d61c-4470-8df0-f0977f9f6ec1" providerId="ADAL" clId="{018107F5-3B83-4C00-A80B-A278C699A0CF}" dt="2026-03-02T12:37:00.003" v="643" actId="207"/>
          <ac:graphicFrameMkLst>
            <pc:docMk/>
            <pc:sldMk cId="3441025785" sldId="262"/>
            <ac:graphicFrameMk id="13" creationId="{F8EB1A80-6F32-EA53-5E85-B76C64BE0D72}"/>
          </ac:graphicFrameMkLst>
        </pc:graphicFrameChg>
        <pc:graphicFrameChg chg="mod modGraphic">
          <ac:chgData name="Indoria, Priyanka Maruti" userId="c749efdb-d61c-4470-8df0-f0977f9f6ec1" providerId="ADAL" clId="{018107F5-3B83-4C00-A80B-A278C699A0CF}" dt="2026-03-02T12:36:27.767" v="639" actId="14734"/>
          <ac:graphicFrameMkLst>
            <pc:docMk/>
            <pc:sldMk cId="3441025785" sldId="262"/>
            <ac:graphicFrameMk id="14" creationId="{C904DFC3-B4E6-38CC-1B12-4B09E0E192EB}"/>
          </ac:graphicFrameMkLst>
        </pc:graphicFrameChg>
      </pc:sldChg>
      <pc:sldChg chg="addSp delSp modSp mod">
        <pc:chgData name="Indoria, Priyanka Maruti" userId="c749efdb-d61c-4470-8df0-f0977f9f6ec1" providerId="ADAL" clId="{018107F5-3B83-4C00-A80B-A278C699A0CF}" dt="2026-03-02T12:34:12.005" v="620"/>
        <pc:sldMkLst>
          <pc:docMk/>
          <pc:sldMk cId="3116726353" sldId="269"/>
        </pc:sldMkLst>
        <pc:spChg chg="mod">
          <ac:chgData name="Indoria, Priyanka Maruti" userId="c749efdb-d61c-4470-8df0-f0977f9f6ec1" providerId="ADAL" clId="{018107F5-3B83-4C00-A80B-A278C699A0CF}" dt="2026-03-02T12:33:44.544" v="615" actId="208"/>
          <ac:spMkLst>
            <pc:docMk/>
            <pc:sldMk cId="3116726353" sldId="269"/>
            <ac:spMk id="2" creationId="{A98AEC2A-4E61-6748-12D6-3476993BB499}"/>
          </ac:spMkLst>
        </pc:spChg>
        <pc:spChg chg="mod">
          <ac:chgData name="Indoria, Priyanka Maruti" userId="c749efdb-d61c-4470-8df0-f0977f9f6ec1" providerId="ADAL" clId="{018107F5-3B83-4C00-A80B-A278C699A0CF}" dt="2026-03-02T12:33:48.620" v="616" actId="208"/>
          <ac:spMkLst>
            <pc:docMk/>
            <pc:sldMk cId="3116726353" sldId="269"/>
            <ac:spMk id="4" creationId="{9CB46F5D-FFAB-8CDB-8E39-330EF4428D7A}"/>
          </ac:spMkLst>
        </pc:spChg>
        <pc:spChg chg="mod">
          <ac:chgData name="Indoria, Priyanka Maruti" userId="c749efdb-d61c-4470-8df0-f0977f9f6ec1" providerId="ADAL" clId="{018107F5-3B83-4C00-A80B-A278C699A0CF}" dt="2026-03-02T12:33:33.394" v="613" actId="1076"/>
          <ac:spMkLst>
            <pc:docMk/>
            <pc:sldMk cId="3116726353" sldId="269"/>
            <ac:spMk id="6" creationId="{896F388C-668F-597D-F28F-AF87450FA248}"/>
          </ac:spMkLst>
        </pc:spChg>
        <pc:spChg chg="mod">
          <ac:chgData name="Indoria, Priyanka Maruti" userId="c749efdb-d61c-4470-8df0-f0977f9f6ec1" providerId="ADAL" clId="{018107F5-3B83-4C00-A80B-A278C699A0CF}" dt="2026-03-02T12:33:50.291" v="617" actId="208"/>
          <ac:spMkLst>
            <pc:docMk/>
            <pc:sldMk cId="3116726353" sldId="269"/>
            <ac:spMk id="7" creationId="{E3A2E531-5F81-6326-2314-331C1AC27782}"/>
          </ac:spMkLst>
        </pc:spChg>
        <pc:spChg chg="mod">
          <ac:chgData name="Indoria, Priyanka Maruti" userId="c749efdb-d61c-4470-8df0-f0977f9f6ec1" providerId="ADAL" clId="{018107F5-3B83-4C00-A80B-A278C699A0CF}" dt="2026-03-02T12:33:33.394" v="613" actId="1076"/>
          <ac:spMkLst>
            <pc:docMk/>
            <pc:sldMk cId="3116726353" sldId="269"/>
            <ac:spMk id="15" creationId="{259875BB-AA85-32A2-4333-F8758A3B6476}"/>
          </ac:spMkLst>
        </pc:spChg>
        <pc:spChg chg="mod">
          <ac:chgData name="Indoria, Priyanka Maruti" userId="c749efdb-d61c-4470-8df0-f0977f9f6ec1" providerId="ADAL" clId="{018107F5-3B83-4C00-A80B-A278C699A0CF}" dt="2026-03-02T12:33:51.692" v="618" actId="208"/>
          <ac:spMkLst>
            <pc:docMk/>
            <pc:sldMk cId="3116726353" sldId="269"/>
            <ac:spMk id="24" creationId="{F3CEA683-F0B2-8FE2-A015-9C7034180874}"/>
          </ac:spMkLst>
        </pc:spChg>
        <pc:spChg chg="mod">
          <ac:chgData name="Indoria, Priyanka Maruti" userId="c749efdb-d61c-4470-8df0-f0977f9f6ec1" providerId="ADAL" clId="{018107F5-3B83-4C00-A80B-A278C699A0CF}" dt="2026-03-02T12:33:33.394" v="613" actId="1076"/>
          <ac:spMkLst>
            <pc:docMk/>
            <pc:sldMk cId="3116726353" sldId="269"/>
            <ac:spMk id="25" creationId="{E9648AD3-2F86-258C-98B5-493B3E65CDA4}"/>
          </ac:spMkLst>
        </pc:spChg>
        <pc:spChg chg="mod">
          <ac:chgData name="Indoria, Priyanka Maruti" userId="c749efdb-d61c-4470-8df0-f0977f9f6ec1" providerId="ADAL" clId="{018107F5-3B83-4C00-A80B-A278C699A0CF}" dt="2026-03-02T12:33:33.394" v="613" actId="1076"/>
          <ac:spMkLst>
            <pc:docMk/>
            <pc:sldMk cId="3116726353" sldId="269"/>
            <ac:spMk id="34" creationId="{B10CED27-7291-A6EA-F68E-3B9BEF28BA6F}"/>
          </ac:spMkLst>
        </pc:spChg>
        <pc:spChg chg="mod">
          <ac:chgData name="Indoria, Priyanka Maruti" userId="c749efdb-d61c-4470-8df0-f0977f9f6ec1" providerId="ADAL" clId="{018107F5-3B83-4C00-A80B-A278C699A0CF}" dt="2026-03-02T12:33:33.394" v="613" actId="1076"/>
          <ac:spMkLst>
            <pc:docMk/>
            <pc:sldMk cId="3116726353" sldId="269"/>
            <ac:spMk id="35" creationId="{10E52C9B-4BFB-E0DC-07B9-FADE9BC6C830}"/>
          </ac:spMkLst>
        </pc:spChg>
        <pc:spChg chg="mod">
          <ac:chgData name="Indoria, Priyanka Maruti" userId="c749efdb-d61c-4470-8df0-f0977f9f6ec1" providerId="ADAL" clId="{018107F5-3B83-4C00-A80B-A278C699A0CF}" dt="2026-03-02T12:33:33.394" v="613" actId="1076"/>
          <ac:spMkLst>
            <pc:docMk/>
            <pc:sldMk cId="3116726353" sldId="269"/>
            <ac:spMk id="36" creationId="{F724A3A3-A1D0-8DD4-4A34-A491D4A7241C}"/>
          </ac:spMkLst>
        </pc:spChg>
        <pc:spChg chg="mod">
          <ac:chgData name="Indoria, Priyanka Maruti" userId="c749efdb-d61c-4470-8df0-f0977f9f6ec1" providerId="ADAL" clId="{018107F5-3B83-4C00-A80B-A278C699A0CF}" dt="2026-03-02T12:33:33.394" v="613" actId="1076"/>
          <ac:spMkLst>
            <pc:docMk/>
            <pc:sldMk cId="3116726353" sldId="269"/>
            <ac:spMk id="37" creationId="{2B05D5AF-192C-2A3F-ED4C-EDC3165490FE}"/>
          </ac:spMkLst>
        </pc:spChg>
        <pc:spChg chg="mod">
          <ac:chgData name="Indoria, Priyanka Maruti" userId="c749efdb-d61c-4470-8df0-f0977f9f6ec1" providerId="ADAL" clId="{018107F5-3B83-4C00-A80B-A278C699A0CF}" dt="2026-03-02T12:33:53.124" v="619" actId="208"/>
          <ac:spMkLst>
            <pc:docMk/>
            <pc:sldMk cId="3116726353" sldId="269"/>
            <ac:spMk id="38" creationId="{EF6B61CB-9EF7-AD47-67B1-39D31FD26E0E}"/>
          </ac:spMkLst>
        </pc:spChg>
        <pc:spChg chg="mod">
          <ac:chgData name="Indoria, Priyanka Maruti" userId="c749efdb-d61c-4470-8df0-f0977f9f6ec1" providerId="ADAL" clId="{018107F5-3B83-4C00-A80B-A278C699A0CF}" dt="2026-03-02T12:33:33.394" v="613" actId="1076"/>
          <ac:spMkLst>
            <pc:docMk/>
            <pc:sldMk cId="3116726353" sldId="269"/>
            <ac:spMk id="39" creationId="{CD4A25F3-8DB0-E5E3-E916-8B0D9A48050C}"/>
          </ac:spMkLst>
        </pc:spChg>
        <pc:spChg chg="mod">
          <ac:chgData name="Indoria, Priyanka Maruti" userId="c749efdb-d61c-4470-8df0-f0977f9f6ec1" providerId="ADAL" clId="{018107F5-3B83-4C00-A80B-A278C699A0CF}" dt="2026-03-02T12:33:33.394" v="613" actId="1076"/>
          <ac:spMkLst>
            <pc:docMk/>
            <pc:sldMk cId="3116726353" sldId="269"/>
            <ac:spMk id="40" creationId="{41B6A5C8-5779-53C0-D099-7438BAF515D7}"/>
          </ac:spMkLst>
        </pc:spChg>
      </pc:sldChg>
      <pc:sldChg chg="addSp modSp setBg">
        <pc:chgData name="Indoria, Priyanka Maruti" userId="c749efdb-d61c-4470-8df0-f0977f9f6ec1" providerId="ADAL" clId="{018107F5-3B83-4C00-A80B-A278C699A0CF}" dt="2026-03-02T14:38:10.296" v="1228"/>
        <pc:sldMkLst>
          <pc:docMk/>
          <pc:sldMk cId="1428959645" sldId="272"/>
        </pc:sldMkLst>
        <pc:spChg chg="mod">
          <ac:chgData name="Indoria, Priyanka Maruti" userId="c749efdb-d61c-4470-8df0-f0977f9f6ec1" providerId="ADAL" clId="{018107F5-3B83-4C00-A80B-A278C699A0CF}" dt="2026-03-02T11:25:03.438" v="50"/>
          <ac:spMkLst>
            <pc:docMk/>
            <pc:sldMk cId="1428959645" sldId="272"/>
            <ac:spMk id="6" creationId="{1245066C-977A-CE61-8148-23DA7906C1F9}"/>
          </ac:spMkLst>
        </pc:spChg>
        <pc:picChg chg="add mod">
          <ac:chgData name="Indoria, Priyanka Maruti" userId="c749efdb-d61c-4470-8df0-f0977f9f6ec1" providerId="ADAL" clId="{018107F5-3B83-4C00-A80B-A278C699A0CF}" dt="2026-03-02T14:38:10.296" v="1228"/>
          <ac:picMkLst>
            <pc:docMk/>
            <pc:sldMk cId="1428959645" sldId="272"/>
            <ac:picMk id="2" creationId="{200E4BF5-0DBC-E125-2A7F-9ADA2D0B137A}"/>
          </ac:picMkLst>
        </pc:picChg>
      </pc:sldChg>
      <pc:sldChg chg="addSp delSp modSp mod">
        <pc:chgData name="Indoria, Priyanka Maruti" userId="c749efdb-d61c-4470-8df0-f0977f9f6ec1" providerId="ADAL" clId="{018107F5-3B83-4C00-A80B-A278C699A0CF}" dt="2026-03-02T13:01:52.904" v="763" actId="1076"/>
        <pc:sldMkLst>
          <pc:docMk/>
          <pc:sldMk cId="3173590659" sldId="274"/>
        </pc:sldMkLst>
        <pc:spChg chg="mod">
          <ac:chgData name="Indoria, Priyanka Maruti" userId="c749efdb-d61c-4470-8df0-f0977f9f6ec1" providerId="ADAL" clId="{018107F5-3B83-4C00-A80B-A278C699A0CF}" dt="2026-03-02T12:12:05.100" v="399" actId="207"/>
          <ac:spMkLst>
            <pc:docMk/>
            <pc:sldMk cId="3173590659" sldId="274"/>
            <ac:spMk id="4" creationId="{44F74A6B-3FC2-CDFF-79F3-908B1582A8D9}"/>
          </ac:spMkLst>
        </pc:spChg>
        <pc:spChg chg="mod">
          <ac:chgData name="Indoria, Priyanka Maruti" userId="c749efdb-d61c-4470-8df0-f0977f9f6ec1" providerId="ADAL" clId="{018107F5-3B83-4C00-A80B-A278C699A0CF}" dt="2026-03-02T12:12:36.923" v="411" actId="207"/>
          <ac:spMkLst>
            <pc:docMk/>
            <pc:sldMk cId="3173590659" sldId="274"/>
            <ac:spMk id="5" creationId="{765CB4A1-32D0-8B3A-5313-C84B0758A9F7}"/>
          </ac:spMkLst>
        </pc:spChg>
        <pc:spChg chg="mod">
          <ac:chgData name="Indoria, Priyanka Maruti" userId="c749efdb-d61c-4470-8df0-f0977f9f6ec1" providerId="ADAL" clId="{018107F5-3B83-4C00-A80B-A278C699A0CF}" dt="2026-03-02T12:12:36.923" v="411" actId="207"/>
          <ac:spMkLst>
            <pc:docMk/>
            <pc:sldMk cId="3173590659" sldId="274"/>
            <ac:spMk id="7" creationId="{E18E75D9-7B1E-B8DD-7A7F-A73DC8CC93C9}"/>
          </ac:spMkLst>
        </pc:spChg>
        <pc:spChg chg="mod">
          <ac:chgData name="Indoria, Priyanka Maruti" userId="c749efdb-d61c-4470-8df0-f0977f9f6ec1" providerId="ADAL" clId="{018107F5-3B83-4C00-A80B-A278C699A0CF}" dt="2026-03-02T12:03:37.093" v="349" actId="207"/>
          <ac:spMkLst>
            <pc:docMk/>
            <pc:sldMk cId="3173590659" sldId="274"/>
            <ac:spMk id="8" creationId="{5FC3B1F4-35E1-2903-19E4-9C7DCE108EB8}"/>
          </ac:spMkLst>
        </pc:spChg>
        <pc:spChg chg="mod">
          <ac:chgData name="Indoria, Priyanka Maruti" userId="c749efdb-d61c-4470-8df0-f0977f9f6ec1" providerId="ADAL" clId="{018107F5-3B83-4C00-A80B-A278C699A0CF}" dt="2026-03-02T12:03:37.093" v="349" actId="207"/>
          <ac:spMkLst>
            <pc:docMk/>
            <pc:sldMk cId="3173590659" sldId="274"/>
            <ac:spMk id="9" creationId="{58426B4E-C490-02D5-1F78-EF2B224AF434}"/>
          </ac:spMkLst>
        </pc:spChg>
        <pc:spChg chg="mod">
          <ac:chgData name="Indoria, Priyanka Maruti" userId="c749efdb-d61c-4470-8df0-f0977f9f6ec1" providerId="ADAL" clId="{018107F5-3B83-4C00-A80B-A278C699A0CF}" dt="2026-03-02T12:12:36.923" v="411" actId="207"/>
          <ac:spMkLst>
            <pc:docMk/>
            <pc:sldMk cId="3173590659" sldId="274"/>
            <ac:spMk id="10" creationId="{F05B5039-DD64-7E18-5CEC-E78189B6A4E7}"/>
          </ac:spMkLst>
        </pc:spChg>
        <pc:spChg chg="mod">
          <ac:chgData name="Indoria, Priyanka Maruti" userId="c749efdb-d61c-4470-8df0-f0977f9f6ec1" providerId="ADAL" clId="{018107F5-3B83-4C00-A80B-A278C699A0CF}" dt="2026-03-02T12:12:36.923" v="411" actId="207"/>
          <ac:spMkLst>
            <pc:docMk/>
            <pc:sldMk cId="3173590659" sldId="274"/>
            <ac:spMk id="11" creationId="{A5BE2C16-3449-F082-7DA8-4CFC4D7782CB}"/>
          </ac:spMkLst>
        </pc:spChg>
        <pc:spChg chg="mod">
          <ac:chgData name="Indoria, Priyanka Maruti" userId="c749efdb-d61c-4470-8df0-f0977f9f6ec1" providerId="ADAL" clId="{018107F5-3B83-4C00-A80B-A278C699A0CF}" dt="2026-03-02T12:12:28.143" v="410" actId="1035"/>
          <ac:spMkLst>
            <pc:docMk/>
            <pc:sldMk cId="3173590659" sldId="274"/>
            <ac:spMk id="13" creationId="{FC1C34B8-5F82-B864-A4FF-8A5446EC537E}"/>
          </ac:spMkLst>
        </pc:spChg>
        <pc:spChg chg="mod">
          <ac:chgData name="Indoria, Priyanka Maruti" userId="c749efdb-d61c-4470-8df0-f0977f9f6ec1" providerId="ADAL" clId="{018107F5-3B83-4C00-A80B-A278C699A0CF}" dt="2026-03-02T12:12:36.923" v="411" actId="207"/>
          <ac:spMkLst>
            <pc:docMk/>
            <pc:sldMk cId="3173590659" sldId="274"/>
            <ac:spMk id="14" creationId="{589C54BC-EF52-A3A7-13AA-6094B4D601D9}"/>
          </ac:spMkLst>
        </pc:spChg>
        <pc:spChg chg="mod">
          <ac:chgData name="Indoria, Priyanka Maruti" userId="c749efdb-d61c-4470-8df0-f0977f9f6ec1" providerId="ADAL" clId="{018107F5-3B83-4C00-A80B-A278C699A0CF}" dt="2026-03-02T13:01:29.424" v="760" actId="1076"/>
          <ac:spMkLst>
            <pc:docMk/>
            <pc:sldMk cId="3173590659" sldId="274"/>
            <ac:spMk id="18" creationId="{DC39EA8B-FD08-C915-73CF-BB5FCCF4F49E}"/>
          </ac:spMkLst>
        </pc:spChg>
        <pc:spChg chg="mod">
          <ac:chgData name="Indoria, Priyanka Maruti" userId="c749efdb-d61c-4470-8df0-f0977f9f6ec1" providerId="ADAL" clId="{018107F5-3B83-4C00-A80B-A278C699A0CF}" dt="2026-03-02T12:12:28.143" v="410" actId="1035"/>
          <ac:spMkLst>
            <pc:docMk/>
            <pc:sldMk cId="3173590659" sldId="274"/>
            <ac:spMk id="19" creationId="{853789F4-B2FE-818B-86C1-3C2A4D998BD9}"/>
          </ac:spMkLst>
        </pc:spChg>
        <pc:spChg chg="mod">
          <ac:chgData name="Indoria, Priyanka Maruti" userId="c749efdb-d61c-4470-8df0-f0977f9f6ec1" providerId="ADAL" clId="{018107F5-3B83-4C00-A80B-A278C699A0CF}" dt="2026-03-02T12:12:36.923" v="411" actId="207"/>
          <ac:spMkLst>
            <pc:docMk/>
            <pc:sldMk cId="3173590659" sldId="274"/>
            <ac:spMk id="22" creationId="{9B56FE29-A2AC-68CA-2E88-ED2EDFB1D1EE}"/>
          </ac:spMkLst>
        </pc:spChg>
        <pc:spChg chg="mod">
          <ac:chgData name="Indoria, Priyanka Maruti" userId="c749efdb-d61c-4470-8df0-f0977f9f6ec1" providerId="ADAL" clId="{018107F5-3B83-4C00-A80B-A278C699A0CF}" dt="2026-03-02T12:03:37.093" v="349" actId="207"/>
          <ac:spMkLst>
            <pc:docMk/>
            <pc:sldMk cId="3173590659" sldId="274"/>
            <ac:spMk id="24" creationId="{72EE6290-3E6C-9113-E13F-2092EE0B43AF}"/>
          </ac:spMkLst>
        </pc:spChg>
        <pc:spChg chg="mod">
          <ac:chgData name="Indoria, Priyanka Maruti" userId="c749efdb-d61c-4470-8df0-f0977f9f6ec1" providerId="ADAL" clId="{018107F5-3B83-4C00-A80B-A278C699A0CF}" dt="2026-03-02T12:12:36.923" v="411" actId="207"/>
          <ac:spMkLst>
            <pc:docMk/>
            <pc:sldMk cId="3173590659" sldId="274"/>
            <ac:spMk id="25" creationId="{2F80DDD8-A296-9071-C3B4-ECBCF5490ADD}"/>
          </ac:spMkLst>
        </pc:spChg>
        <pc:spChg chg="mod">
          <ac:chgData name="Indoria, Priyanka Maruti" userId="c749efdb-d61c-4470-8df0-f0977f9f6ec1" providerId="ADAL" clId="{018107F5-3B83-4C00-A80B-A278C699A0CF}" dt="2026-03-02T12:12:36.923" v="411" actId="207"/>
          <ac:spMkLst>
            <pc:docMk/>
            <pc:sldMk cId="3173590659" sldId="274"/>
            <ac:spMk id="26" creationId="{CB25879E-4671-D807-7C0B-6C76D239E780}"/>
          </ac:spMkLst>
        </pc:spChg>
        <pc:spChg chg="mod">
          <ac:chgData name="Indoria, Priyanka Maruti" userId="c749efdb-d61c-4470-8df0-f0977f9f6ec1" providerId="ADAL" clId="{018107F5-3B83-4C00-A80B-A278C699A0CF}" dt="2026-03-02T12:03:37.093" v="349" actId="207"/>
          <ac:spMkLst>
            <pc:docMk/>
            <pc:sldMk cId="3173590659" sldId="274"/>
            <ac:spMk id="28" creationId="{BBCA3B52-9AE3-353F-3837-C6130DCC19E7}"/>
          </ac:spMkLst>
        </pc:spChg>
        <pc:spChg chg="mod">
          <ac:chgData name="Indoria, Priyanka Maruti" userId="c749efdb-d61c-4470-8df0-f0977f9f6ec1" providerId="ADAL" clId="{018107F5-3B83-4C00-A80B-A278C699A0CF}" dt="2026-03-02T12:12:36.923" v="411" actId="207"/>
          <ac:spMkLst>
            <pc:docMk/>
            <pc:sldMk cId="3173590659" sldId="274"/>
            <ac:spMk id="49" creationId="{95593CAC-FE07-9A83-D67A-3290E1EB1F59}"/>
          </ac:spMkLst>
        </pc:spChg>
        <pc:spChg chg="mod">
          <ac:chgData name="Indoria, Priyanka Maruti" userId="c749efdb-d61c-4470-8df0-f0977f9f6ec1" providerId="ADAL" clId="{018107F5-3B83-4C00-A80B-A278C699A0CF}" dt="2026-03-02T12:03:37.093" v="349" actId="207"/>
          <ac:spMkLst>
            <pc:docMk/>
            <pc:sldMk cId="3173590659" sldId="274"/>
            <ac:spMk id="53" creationId="{57026F04-BC6B-2034-90E1-C57F6494006A}"/>
          </ac:spMkLst>
        </pc:spChg>
        <pc:spChg chg="mod">
          <ac:chgData name="Indoria, Priyanka Maruti" userId="c749efdb-d61c-4470-8df0-f0977f9f6ec1" providerId="ADAL" clId="{018107F5-3B83-4C00-A80B-A278C699A0CF}" dt="2026-03-02T12:12:28.143" v="410" actId="1035"/>
          <ac:spMkLst>
            <pc:docMk/>
            <pc:sldMk cId="3173590659" sldId="274"/>
            <ac:spMk id="73" creationId="{EFBA2B53-AD65-6045-E52C-10A6ACCF4DE8}"/>
          </ac:spMkLst>
        </pc:spChg>
        <pc:spChg chg="mod">
          <ac:chgData name="Indoria, Priyanka Maruti" userId="c749efdb-d61c-4470-8df0-f0977f9f6ec1" providerId="ADAL" clId="{018107F5-3B83-4C00-A80B-A278C699A0CF}" dt="2026-03-02T12:12:28.143" v="410" actId="1035"/>
          <ac:spMkLst>
            <pc:docMk/>
            <pc:sldMk cId="3173590659" sldId="274"/>
            <ac:spMk id="77" creationId="{8A127DE0-3DD5-138E-F323-392D9F18CAC6}"/>
          </ac:spMkLst>
        </pc:spChg>
        <pc:spChg chg="mod">
          <ac:chgData name="Indoria, Priyanka Maruti" userId="c749efdb-d61c-4470-8df0-f0977f9f6ec1" providerId="ADAL" clId="{018107F5-3B83-4C00-A80B-A278C699A0CF}" dt="2026-03-02T12:12:28.143" v="410" actId="1035"/>
          <ac:spMkLst>
            <pc:docMk/>
            <pc:sldMk cId="3173590659" sldId="274"/>
            <ac:spMk id="88" creationId="{2AEE4D45-9470-A27C-9651-6332794F7114}"/>
          </ac:spMkLst>
        </pc:spChg>
        <pc:spChg chg="mod">
          <ac:chgData name="Indoria, Priyanka Maruti" userId="c749efdb-d61c-4470-8df0-f0977f9f6ec1" providerId="ADAL" clId="{018107F5-3B83-4C00-A80B-A278C699A0CF}" dt="2026-03-02T12:12:28.143" v="410" actId="1035"/>
          <ac:spMkLst>
            <pc:docMk/>
            <pc:sldMk cId="3173590659" sldId="274"/>
            <ac:spMk id="93" creationId="{D1F345A8-B265-3563-3942-A0B1035BCEE4}"/>
          </ac:spMkLst>
        </pc:spChg>
        <pc:spChg chg="mod">
          <ac:chgData name="Indoria, Priyanka Maruti" userId="c749efdb-d61c-4470-8df0-f0977f9f6ec1" providerId="ADAL" clId="{018107F5-3B83-4C00-A80B-A278C699A0CF}" dt="2026-03-02T12:16:07.802" v="431" actId="255"/>
          <ac:spMkLst>
            <pc:docMk/>
            <pc:sldMk cId="3173590659" sldId="274"/>
            <ac:spMk id="97" creationId="{7C6F629D-734D-6F1E-62F0-F5B7B451AE3F}"/>
          </ac:spMkLst>
        </pc:spChg>
        <pc:spChg chg="mod">
          <ac:chgData name="Indoria, Priyanka Maruti" userId="c749efdb-d61c-4470-8df0-f0977f9f6ec1" providerId="ADAL" clId="{018107F5-3B83-4C00-A80B-A278C699A0CF}" dt="2026-03-02T12:12:05.100" v="399" actId="207"/>
          <ac:spMkLst>
            <pc:docMk/>
            <pc:sldMk cId="3173590659" sldId="274"/>
            <ac:spMk id="99" creationId="{C885EDBB-C0F2-DEF5-0411-9AD837BABD2A}"/>
          </ac:spMkLst>
        </pc:spChg>
        <pc:spChg chg="mod">
          <ac:chgData name="Indoria, Priyanka Maruti" userId="c749efdb-d61c-4470-8df0-f0977f9f6ec1" providerId="ADAL" clId="{018107F5-3B83-4C00-A80B-A278C699A0CF}" dt="2026-03-02T12:12:28.143" v="410" actId="1035"/>
          <ac:spMkLst>
            <pc:docMk/>
            <pc:sldMk cId="3173590659" sldId="274"/>
            <ac:spMk id="100" creationId="{813D4783-5D47-3795-AF22-5F2457A99D0E}"/>
          </ac:spMkLst>
        </pc:spChg>
        <pc:spChg chg="mod">
          <ac:chgData name="Indoria, Priyanka Maruti" userId="c749efdb-d61c-4470-8df0-f0977f9f6ec1" providerId="ADAL" clId="{018107F5-3B83-4C00-A80B-A278C699A0CF}" dt="2026-03-02T12:12:05.100" v="399" actId="207"/>
          <ac:spMkLst>
            <pc:docMk/>
            <pc:sldMk cId="3173590659" sldId="274"/>
            <ac:spMk id="101" creationId="{A950AE8C-165D-942D-CDB5-4D2129E34A37}"/>
          </ac:spMkLst>
        </pc:spChg>
        <pc:spChg chg="mod">
          <ac:chgData name="Indoria, Priyanka Maruti" userId="c749efdb-d61c-4470-8df0-f0977f9f6ec1" providerId="ADAL" clId="{018107F5-3B83-4C00-A80B-A278C699A0CF}" dt="2026-03-02T12:12:28.143" v="410" actId="1035"/>
          <ac:spMkLst>
            <pc:docMk/>
            <pc:sldMk cId="3173590659" sldId="274"/>
            <ac:spMk id="102" creationId="{DED5FDE0-7FD3-07D8-9B1F-5281099B436C}"/>
          </ac:spMkLst>
        </pc:spChg>
        <pc:spChg chg="mod">
          <ac:chgData name="Indoria, Priyanka Maruti" userId="c749efdb-d61c-4470-8df0-f0977f9f6ec1" providerId="ADAL" clId="{018107F5-3B83-4C00-A80B-A278C699A0CF}" dt="2026-03-02T12:59:58.066" v="748" actId="207"/>
          <ac:spMkLst>
            <pc:docMk/>
            <pc:sldMk cId="3173590659" sldId="274"/>
            <ac:spMk id="105" creationId="{5AC1AA8D-7045-43A6-2288-5AAECF5511A3}"/>
          </ac:spMkLst>
        </pc:spChg>
        <pc:spChg chg="mod">
          <ac:chgData name="Indoria, Priyanka Maruti" userId="c749efdb-d61c-4470-8df0-f0977f9f6ec1" providerId="ADAL" clId="{018107F5-3B83-4C00-A80B-A278C699A0CF}" dt="2026-03-02T12:59:58.066" v="748" actId="207"/>
          <ac:spMkLst>
            <pc:docMk/>
            <pc:sldMk cId="3173590659" sldId="274"/>
            <ac:spMk id="106" creationId="{3E0261A5-96F3-97F4-5DEE-270BAAAAA2B8}"/>
          </ac:spMkLst>
        </pc:spChg>
        <pc:spChg chg="mod">
          <ac:chgData name="Indoria, Priyanka Maruti" userId="c749efdb-d61c-4470-8df0-f0977f9f6ec1" providerId="ADAL" clId="{018107F5-3B83-4C00-A80B-A278C699A0CF}" dt="2026-03-02T12:59:58.066" v="748" actId="207"/>
          <ac:spMkLst>
            <pc:docMk/>
            <pc:sldMk cId="3173590659" sldId="274"/>
            <ac:spMk id="107" creationId="{5B47742F-A7C8-6607-2488-3DC924F317A2}"/>
          </ac:spMkLst>
        </pc:spChg>
        <pc:spChg chg="mod">
          <ac:chgData name="Indoria, Priyanka Maruti" userId="c749efdb-d61c-4470-8df0-f0977f9f6ec1" providerId="ADAL" clId="{018107F5-3B83-4C00-A80B-A278C699A0CF}" dt="2026-03-02T12:59:58.066" v="748" actId="207"/>
          <ac:spMkLst>
            <pc:docMk/>
            <pc:sldMk cId="3173590659" sldId="274"/>
            <ac:spMk id="108" creationId="{8A70CD3D-5AA5-E408-9302-7EE9B183BA2E}"/>
          </ac:spMkLst>
        </pc:spChg>
        <pc:spChg chg="mod">
          <ac:chgData name="Indoria, Priyanka Maruti" userId="c749efdb-d61c-4470-8df0-f0977f9f6ec1" providerId="ADAL" clId="{018107F5-3B83-4C00-A80B-A278C699A0CF}" dt="2026-03-02T12:59:58.066" v="748" actId="207"/>
          <ac:spMkLst>
            <pc:docMk/>
            <pc:sldMk cId="3173590659" sldId="274"/>
            <ac:spMk id="109" creationId="{93BF0B6F-F248-21EC-956F-0D4B6364F655}"/>
          </ac:spMkLst>
        </pc:spChg>
        <pc:grpChg chg="add mod">
          <ac:chgData name="Indoria, Priyanka Maruti" userId="c749efdb-d61c-4470-8df0-f0977f9f6ec1" providerId="ADAL" clId="{018107F5-3B83-4C00-A80B-A278C699A0CF}" dt="2026-03-02T12:12:05.100" v="399" actId="207"/>
          <ac:grpSpMkLst>
            <pc:docMk/>
            <pc:sldMk cId="3173590659" sldId="274"/>
            <ac:grpSpMk id="3" creationId="{9751B7EE-10B9-E422-52F8-57398DD5E5C7}"/>
          </ac:grpSpMkLst>
        </pc:grpChg>
        <pc:grpChg chg="mod">
          <ac:chgData name="Indoria, Priyanka Maruti" userId="c749efdb-d61c-4470-8df0-f0977f9f6ec1" providerId="ADAL" clId="{018107F5-3B83-4C00-A80B-A278C699A0CF}" dt="2026-03-02T13:01:19.859" v="756" actId="1076"/>
          <ac:grpSpMkLst>
            <pc:docMk/>
            <pc:sldMk cId="3173590659" sldId="274"/>
            <ac:grpSpMk id="50" creationId="{EB444313-46C0-9C7C-D6DE-5FA6EC127591}"/>
          </ac:grpSpMkLst>
        </pc:grpChg>
        <pc:grpChg chg="add mod">
          <ac:chgData name="Indoria, Priyanka Maruti" userId="c749efdb-d61c-4470-8df0-f0977f9f6ec1" providerId="ADAL" clId="{018107F5-3B83-4C00-A80B-A278C699A0CF}" dt="2026-03-02T12:59:58.066" v="748" actId="207"/>
          <ac:grpSpMkLst>
            <pc:docMk/>
            <pc:sldMk cId="3173590659" sldId="274"/>
            <ac:grpSpMk id="104" creationId="{3CD3D764-B5C6-C4FC-A614-9FE790094FB5}"/>
          </ac:grpSpMkLst>
        </pc:grpChg>
        <pc:graphicFrameChg chg="mod">
          <ac:chgData name="Indoria, Priyanka Maruti" userId="c749efdb-d61c-4470-8df0-f0977f9f6ec1" providerId="ADAL" clId="{018107F5-3B83-4C00-A80B-A278C699A0CF}" dt="2026-03-02T12:05:34.208" v="356" actId="207"/>
          <ac:graphicFrameMkLst>
            <pc:docMk/>
            <pc:sldMk cId="3173590659" sldId="274"/>
            <ac:graphicFrameMk id="6" creationId="{BF31325B-3CF5-09A3-C8CE-D8FB459A2916}"/>
          </ac:graphicFrameMkLst>
        </pc:graphicFrameChg>
        <pc:picChg chg="mod">
          <ac:chgData name="Indoria, Priyanka Maruti" userId="c749efdb-d61c-4470-8df0-f0977f9f6ec1" providerId="ADAL" clId="{018107F5-3B83-4C00-A80B-A278C699A0CF}" dt="2026-03-02T12:59:44.573" v="746" actId="1367"/>
          <ac:picMkLst>
            <pc:docMk/>
            <pc:sldMk cId="3173590659" sldId="274"/>
            <ac:picMk id="23" creationId="{7BA0BF29-BFC0-7503-16DA-B3EEF2304D9B}"/>
          </ac:picMkLst>
        </pc:picChg>
        <pc:picChg chg="mod">
          <ac:chgData name="Indoria, Priyanka Maruti" userId="c749efdb-d61c-4470-8df0-f0977f9f6ec1" providerId="ADAL" clId="{018107F5-3B83-4C00-A80B-A278C699A0CF}" dt="2026-03-02T12:04:10.929" v="353" actId="207"/>
          <ac:picMkLst>
            <pc:docMk/>
            <pc:sldMk cId="3173590659" sldId="274"/>
            <ac:picMk id="29" creationId="{4497AE4F-6982-A83B-3AFF-570DDB50750A}"/>
          </ac:picMkLst>
        </pc:picChg>
        <pc:picChg chg="mod modCrop">
          <ac:chgData name="Indoria, Priyanka Maruti" userId="c749efdb-d61c-4470-8df0-f0977f9f6ec1" providerId="ADAL" clId="{018107F5-3B83-4C00-A80B-A278C699A0CF}" dt="2026-03-02T12:59:52.850" v="747" actId="1367"/>
          <ac:picMkLst>
            <pc:docMk/>
            <pc:sldMk cId="3173590659" sldId="274"/>
            <ac:picMk id="45" creationId="{267F966E-5E11-DA10-1778-14F5EB27EB3E}"/>
          </ac:picMkLst>
        </pc:picChg>
        <pc:picChg chg="mod">
          <ac:chgData name="Indoria, Priyanka Maruti" userId="c749efdb-d61c-4470-8df0-f0977f9f6ec1" providerId="ADAL" clId="{018107F5-3B83-4C00-A80B-A278C699A0CF}" dt="2026-03-02T13:01:34.318" v="761" actId="1076"/>
          <ac:picMkLst>
            <pc:docMk/>
            <pc:sldMk cId="3173590659" sldId="274"/>
            <ac:picMk id="46" creationId="{6FF0FB38-28CB-FD86-9743-BB86B49292E9}"/>
          </ac:picMkLst>
        </pc:picChg>
        <pc:picChg chg="mod">
          <ac:chgData name="Indoria, Priyanka Maruti" userId="c749efdb-d61c-4470-8df0-f0977f9f6ec1" providerId="ADAL" clId="{018107F5-3B83-4C00-A80B-A278C699A0CF}" dt="2026-03-02T13:01:26.107" v="758" actId="14100"/>
          <ac:picMkLst>
            <pc:docMk/>
            <pc:sldMk cId="3173590659" sldId="274"/>
            <ac:picMk id="47" creationId="{EF96DCE0-A323-B76A-C634-1BCE51A4660F}"/>
          </ac:picMkLst>
        </pc:picChg>
        <pc:cxnChg chg="mod">
          <ac:chgData name="Indoria, Priyanka Maruti" userId="c749efdb-d61c-4470-8df0-f0977f9f6ec1" providerId="ADAL" clId="{018107F5-3B83-4C00-A80B-A278C699A0CF}" dt="2026-03-02T13:01:09.183" v="754" actId="208"/>
          <ac:cxnSpMkLst>
            <pc:docMk/>
            <pc:sldMk cId="3173590659" sldId="274"/>
            <ac:cxnSpMk id="15" creationId="{A416EA54-CFD8-1893-4040-F0D734FD3575}"/>
          </ac:cxnSpMkLst>
        </pc:cxnChg>
        <pc:cxnChg chg="mod">
          <ac:chgData name="Indoria, Priyanka Maruti" userId="c749efdb-d61c-4470-8df0-f0977f9f6ec1" providerId="ADAL" clId="{018107F5-3B83-4C00-A80B-A278C699A0CF}" dt="2026-03-02T13:01:06.335" v="753" actId="208"/>
          <ac:cxnSpMkLst>
            <pc:docMk/>
            <pc:sldMk cId="3173590659" sldId="274"/>
            <ac:cxnSpMk id="16" creationId="{62EA27DF-31CB-0465-25CA-5A51378430F4}"/>
          </ac:cxnSpMkLst>
        </pc:cxnChg>
        <pc:cxnChg chg="mod">
          <ac:chgData name="Indoria, Priyanka Maruti" userId="c749efdb-d61c-4470-8df0-f0977f9f6ec1" providerId="ADAL" clId="{018107F5-3B83-4C00-A80B-A278C699A0CF}" dt="2026-03-02T13:01:04.768" v="752" actId="208"/>
          <ac:cxnSpMkLst>
            <pc:docMk/>
            <pc:sldMk cId="3173590659" sldId="274"/>
            <ac:cxnSpMk id="20" creationId="{522D3F91-A043-25C6-8796-14DBA0DE05E1}"/>
          </ac:cxnSpMkLst>
        </pc:cxnChg>
        <pc:cxnChg chg="mod">
          <ac:chgData name="Indoria, Priyanka Maruti" userId="c749efdb-d61c-4470-8df0-f0977f9f6ec1" providerId="ADAL" clId="{018107F5-3B83-4C00-A80B-A278C699A0CF}" dt="2026-03-02T13:01:01.066" v="751" actId="208"/>
          <ac:cxnSpMkLst>
            <pc:docMk/>
            <pc:sldMk cId="3173590659" sldId="274"/>
            <ac:cxnSpMk id="27" creationId="{DAE73FDB-A87A-C785-B77E-870B99698D89}"/>
          </ac:cxnSpMkLst>
        </pc:cxnChg>
        <pc:cxnChg chg="mod">
          <ac:chgData name="Indoria, Priyanka Maruti" userId="c749efdb-d61c-4470-8df0-f0977f9f6ec1" providerId="ADAL" clId="{018107F5-3B83-4C00-A80B-A278C699A0CF}" dt="2026-03-02T13:01:11.715" v="755" actId="208"/>
          <ac:cxnSpMkLst>
            <pc:docMk/>
            <pc:sldMk cId="3173590659" sldId="274"/>
            <ac:cxnSpMk id="48" creationId="{DFCE16C6-EAB8-DC25-39B0-81F174E43F3B}"/>
          </ac:cxnSpMkLst>
        </pc:cxnChg>
      </pc:sldChg>
      <pc:sldChg chg="addSp modSp setBg">
        <pc:chgData name="Indoria, Priyanka Maruti" userId="c749efdb-d61c-4470-8df0-f0977f9f6ec1" providerId="ADAL" clId="{018107F5-3B83-4C00-A80B-A278C699A0CF}" dt="2026-03-02T14:38:02.244" v="1222"/>
        <pc:sldMkLst>
          <pc:docMk/>
          <pc:sldMk cId="1983407048" sldId="275"/>
        </pc:sldMkLst>
        <pc:picChg chg="add mod">
          <ac:chgData name="Indoria, Priyanka Maruti" userId="c749efdb-d61c-4470-8df0-f0977f9f6ec1" providerId="ADAL" clId="{018107F5-3B83-4C00-A80B-A278C699A0CF}" dt="2026-03-02T14:38:02.244" v="1222"/>
          <ac:picMkLst>
            <pc:docMk/>
            <pc:sldMk cId="1983407048" sldId="275"/>
            <ac:picMk id="2" creationId="{5C93BC17-7A6F-99A1-B47E-C70BBCAA2ABE}"/>
          </ac:picMkLst>
        </pc:picChg>
      </pc:sldChg>
      <pc:sldChg chg="addSp delSp modSp mod chgLayout">
        <pc:chgData name="Indoria, Priyanka Maruti" userId="c749efdb-d61c-4470-8df0-f0977f9f6ec1" providerId="ADAL" clId="{018107F5-3B83-4C00-A80B-A278C699A0CF}" dt="2026-03-02T13:05:23.989" v="799" actId="1076"/>
        <pc:sldMkLst>
          <pc:docMk/>
          <pc:sldMk cId="3627975907" sldId="276"/>
        </pc:sldMkLst>
        <pc:spChg chg="add mod ord">
          <ac:chgData name="Indoria, Priyanka Maruti" userId="c749efdb-d61c-4470-8df0-f0977f9f6ec1" providerId="ADAL" clId="{018107F5-3B83-4C00-A80B-A278C699A0CF}" dt="2026-03-02T12:37:59.447" v="654" actId="167"/>
          <ac:spMkLst>
            <pc:docMk/>
            <pc:sldMk cId="3627975907" sldId="276"/>
            <ac:spMk id="10" creationId="{32D3EBA9-009E-5816-C671-09B0C4ADE2E3}"/>
          </ac:spMkLst>
        </pc:spChg>
        <pc:spChg chg="mod">
          <ac:chgData name="Indoria, Priyanka Maruti" userId="c749efdb-d61c-4470-8df0-f0977f9f6ec1" providerId="ADAL" clId="{018107F5-3B83-4C00-A80B-A278C699A0CF}" dt="2026-03-02T12:38:16.979" v="657" actId="120"/>
          <ac:spMkLst>
            <pc:docMk/>
            <pc:sldMk cId="3627975907" sldId="276"/>
            <ac:spMk id="16" creationId="{D559EC28-FC48-C1E5-897C-D75487154489}"/>
          </ac:spMkLst>
        </pc:spChg>
        <pc:spChg chg="mod">
          <ac:chgData name="Indoria, Priyanka Maruti" userId="c749efdb-d61c-4470-8df0-f0977f9f6ec1" providerId="ADAL" clId="{018107F5-3B83-4C00-A80B-A278C699A0CF}" dt="2026-03-02T12:39:25.755" v="672" actId="14100"/>
          <ac:spMkLst>
            <pc:docMk/>
            <pc:sldMk cId="3627975907" sldId="276"/>
            <ac:spMk id="24" creationId="{3673AEC6-EEEE-B109-9C0F-162D07974B5D}"/>
          </ac:spMkLst>
        </pc:spChg>
        <pc:spChg chg="mod">
          <ac:chgData name="Indoria, Priyanka Maruti" userId="c749efdb-d61c-4470-8df0-f0977f9f6ec1" providerId="ADAL" clId="{018107F5-3B83-4C00-A80B-A278C699A0CF}" dt="2026-03-02T12:39:30.968" v="673" actId="14100"/>
          <ac:spMkLst>
            <pc:docMk/>
            <pc:sldMk cId="3627975907" sldId="276"/>
            <ac:spMk id="26" creationId="{ED6CA02D-A3C3-1673-B6D8-D345E9E0AFD7}"/>
          </ac:spMkLst>
        </pc:spChg>
        <pc:spChg chg="mod">
          <ac:chgData name="Indoria, Priyanka Maruti" userId="c749efdb-d61c-4470-8df0-f0977f9f6ec1" providerId="ADAL" clId="{018107F5-3B83-4C00-A80B-A278C699A0CF}" dt="2026-03-02T12:38:52.509" v="665" actId="208"/>
          <ac:spMkLst>
            <pc:docMk/>
            <pc:sldMk cId="3627975907" sldId="276"/>
            <ac:spMk id="30" creationId="{6BE03DED-C449-EF58-3C45-A03CEA582DAD}"/>
          </ac:spMkLst>
        </pc:spChg>
        <pc:spChg chg="mod">
          <ac:chgData name="Indoria, Priyanka Maruti" userId="c749efdb-d61c-4470-8df0-f0977f9f6ec1" providerId="ADAL" clId="{018107F5-3B83-4C00-A80B-A278C699A0CF}" dt="2026-03-02T12:39:35.747" v="674" actId="14100"/>
          <ac:spMkLst>
            <pc:docMk/>
            <pc:sldMk cId="3627975907" sldId="276"/>
            <ac:spMk id="32" creationId="{EAF557EB-D286-8D6C-0975-579CD5DDC431}"/>
          </ac:spMkLst>
        </pc:spChg>
        <pc:spChg chg="mod">
          <ac:chgData name="Indoria, Priyanka Maruti" userId="c749efdb-d61c-4470-8df0-f0977f9f6ec1" providerId="ADAL" clId="{018107F5-3B83-4C00-A80B-A278C699A0CF}" dt="2026-03-02T12:39:38.723" v="675" actId="14100"/>
          <ac:spMkLst>
            <pc:docMk/>
            <pc:sldMk cId="3627975907" sldId="276"/>
            <ac:spMk id="34" creationId="{B342CCC6-3394-C34A-3DD0-27C5566FCFDA}"/>
          </ac:spMkLst>
        </pc:spChg>
        <pc:spChg chg="mod">
          <ac:chgData name="Indoria, Priyanka Maruti" userId="c749efdb-d61c-4470-8df0-f0977f9f6ec1" providerId="ADAL" clId="{018107F5-3B83-4C00-A80B-A278C699A0CF}" dt="2026-03-02T12:38:48.990" v="664" actId="208"/>
          <ac:spMkLst>
            <pc:docMk/>
            <pc:sldMk cId="3627975907" sldId="276"/>
            <ac:spMk id="39" creationId="{FED28DD0-2A35-CE59-45B9-8CF5A4EF7D30}"/>
          </ac:spMkLst>
        </pc:spChg>
        <pc:spChg chg="mod">
          <ac:chgData name="Indoria, Priyanka Maruti" userId="c749efdb-d61c-4470-8df0-f0977f9f6ec1" providerId="ADAL" clId="{018107F5-3B83-4C00-A80B-A278C699A0CF}" dt="2026-03-02T12:24:04.480" v="533" actId="2711"/>
          <ac:spMkLst>
            <pc:docMk/>
            <pc:sldMk cId="3627975907" sldId="276"/>
            <ac:spMk id="40" creationId="{B879EE78-2D36-DB7C-73F4-65F616A2A5AF}"/>
          </ac:spMkLst>
        </pc:spChg>
        <pc:spChg chg="mod ord">
          <ac:chgData name="Indoria, Priyanka Maruti" userId="c749efdb-d61c-4470-8df0-f0977f9f6ec1" providerId="ADAL" clId="{018107F5-3B83-4C00-A80B-A278C699A0CF}" dt="2026-03-02T12:24:11.645" v="535" actId="113"/>
          <ac:spMkLst>
            <pc:docMk/>
            <pc:sldMk cId="3627975907" sldId="276"/>
            <ac:spMk id="54" creationId="{090CF1A6-7989-E298-C580-23310C6B582F}"/>
          </ac:spMkLst>
        </pc:spChg>
        <pc:spChg chg="mod">
          <ac:chgData name="Indoria, Priyanka Maruti" userId="c749efdb-d61c-4470-8df0-f0977f9f6ec1" providerId="ADAL" clId="{018107F5-3B83-4C00-A80B-A278C699A0CF}" dt="2026-03-02T12:24:04.480" v="533" actId="2711"/>
          <ac:spMkLst>
            <pc:docMk/>
            <pc:sldMk cId="3627975907" sldId="276"/>
            <ac:spMk id="61" creationId="{8F39688D-84AC-8A7C-997A-9472E552FA6E}"/>
          </ac:spMkLst>
        </pc:spChg>
        <pc:spChg chg="mod">
          <ac:chgData name="Indoria, Priyanka Maruti" userId="c749efdb-d61c-4470-8df0-f0977f9f6ec1" providerId="ADAL" clId="{018107F5-3B83-4C00-A80B-A278C699A0CF}" dt="2026-03-02T12:38:41.456" v="663" actId="208"/>
          <ac:spMkLst>
            <pc:docMk/>
            <pc:sldMk cId="3627975907" sldId="276"/>
            <ac:spMk id="64" creationId="{F73385EC-27C4-C6EC-1377-0AAF243EC513}"/>
          </ac:spMkLst>
        </pc:spChg>
        <pc:spChg chg="mod">
          <ac:chgData name="Indoria, Priyanka Maruti" userId="c749efdb-d61c-4470-8df0-f0977f9f6ec1" providerId="ADAL" clId="{018107F5-3B83-4C00-A80B-A278C699A0CF}" dt="2026-03-02T12:21:58.972" v="501" actId="207"/>
          <ac:spMkLst>
            <pc:docMk/>
            <pc:sldMk cId="3627975907" sldId="276"/>
            <ac:spMk id="65" creationId="{459D8830-05A4-2768-5E4F-39160D8AB9DA}"/>
          </ac:spMkLst>
        </pc:spChg>
        <pc:spChg chg="mod">
          <ac:chgData name="Indoria, Priyanka Maruti" userId="c749efdb-d61c-4470-8df0-f0977f9f6ec1" providerId="ADAL" clId="{018107F5-3B83-4C00-A80B-A278C699A0CF}" dt="2026-03-02T12:24:33.733" v="539" actId="20577"/>
          <ac:spMkLst>
            <pc:docMk/>
            <pc:sldMk cId="3627975907" sldId="276"/>
            <ac:spMk id="66" creationId="{FC3E7162-D89F-0720-973F-BB1429C65BF8}"/>
          </ac:spMkLst>
        </pc:spChg>
        <pc:spChg chg="mod">
          <ac:chgData name="Indoria, Priyanka Maruti" userId="c749efdb-d61c-4470-8df0-f0977f9f6ec1" providerId="ADAL" clId="{018107F5-3B83-4C00-A80B-A278C699A0CF}" dt="2026-03-02T13:04:50" v="793" actId="208"/>
          <ac:spMkLst>
            <pc:docMk/>
            <pc:sldMk cId="3627975907" sldId="276"/>
            <ac:spMk id="71" creationId="{D1BB8877-5769-1AAB-7CC6-C734B11AA6D0}"/>
          </ac:spMkLst>
        </pc:spChg>
        <pc:spChg chg="mod">
          <ac:chgData name="Indoria, Priyanka Maruti" userId="c749efdb-d61c-4470-8df0-f0977f9f6ec1" providerId="ADAL" clId="{018107F5-3B83-4C00-A80B-A278C699A0CF}" dt="2026-03-02T13:04:46.647" v="792" actId="2085"/>
          <ac:spMkLst>
            <pc:docMk/>
            <pc:sldMk cId="3627975907" sldId="276"/>
            <ac:spMk id="72" creationId="{69075F45-9EEE-7778-2F86-D64276703AE0}"/>
          </ac:spMkLst>
        </pc:spChg>
        <pc:spChg chg="mod">
          <ac:chgData name="Indoria, Priyanka Maruti" userId="c749efdb-d61c-4470-8df0-f0977f9f6ec1" providerId="ADAL" clId="{018107F5-3B83-4C00-A80B-A278C699A0CF}" dt="2026-03-02T13:04:58.677" v="794" actId="1076"/>
          <ac:spMkLst>
            <pc:docMk/>
            <pc:sldMk cId="3627975907" sldId="276"/>
            <ac:spMk id="73" creationId="{7ADEE317-D361-BB63-5AA8-82EBCD13D843}"/>
          </ac:spMkLst>
        </pc:spChg>
        <pc:spChg chg="mod">
          <ac:chgData name="Indoria, Priyanka Maruti" userId="c749efdb-d61c-4470-8df0-f0977f9f6ec1" providerId="ADAL" clId="{018107F5-3B83-4C00-A80B-A278C699A0CF}" dt="2026-03-02T13:04:58.677" v="794" actId="1076"/>
          <ac:spMkLst>
            <pc:docMk/>
            <pc:sldMk cId="3627975907" sldId="276"/>
            <ac:spMk id="74" creationId="{561B6FF2-295F-6070-1E69-DB1CECF05D46}"/>
          </ac:spMkLst>
        </pc:spChg>
        <pc:spChg chg="mod">
          <ac:chgData name="Indoria, Priyanka Maruti" userId="c749efdb-d61c-4470-8df0-f0977f9f6ec1" providerId="ADAL" clId="{018107F5-3B83-4C00-A80B-A278C699A0CF}" dt="2026-03-02T13:04:10.868" v="787" actId="1038"/>
          <ac:spMkLst>
            <pc:docMk/>
            <pc:sldMk cId="3627975907" sldId="276"/>
            <ac:spMk id="75" creationId="{C6CA0FAD-6C26-284D-3E91-ECE16D3C00BB}"/>
          </ac:spMkLst>
        </pc:spChg>
        <pc:spChg chg="mod">
          <ac:chgData name="Indoria, Priyanka Maruti" userId="c749efdb-d61c-4470-8df0-f0977f9f6ec1" providerId="ADAL" clId="{018107F5-3B83-4C00-A80B-A278C699A0CF}" dt="2026-03-02T12:24:18.921" v="537" actId="1076"/>
          <ac:spMkLst>
            <pc:docMk/>
            <pc:sldMk cId="3627975907" sldId="276"/>
            <ac:spMk id="76" creationId="{DEF5DC12-203E-B214-B7B7-445F49082CBB}"/>
          </ac:spMkLst>
        </pc:spChg>
        <pc:picChg chg="mod">
          <ac:chgData name="Indoria, Priyanka Maruti" userId="c749efdb-d61c-4470-8df0-f0977f9f6ec1" providerId="ADAL" clId="{018107F5-3B83-4C00-A80B-A278C699A0CF}" dt="2026-03-02T12:22:28.315" v="515"/>
          <ac:picMkLst>
            <pc:docMk/>
            <pc:sldMk cId="3627975907" sldId="276"/>
            <ac:picMk id="56" creationId="{0D5B5C90-F24C-D2B7-E3C5-4A36189D728E}"/>
          </ac:picMkLst>
        </pc:picChg>
        <pc:picChg chg="mod">
          <ac:chgData name="Indoria, Priyanka Maruti" userId="c749efdb-d61c-4470-8df0-f0977f9f6ec1" providerId="ADAL" clId="{018107F5-3B83-4C00-A80B-A278C699A0CF}" dt="2026-03-02T12:22:21.984" v="509"/>
          <ac:picMkLst>
            <pc:docMk/>
            <pc:sldMk cId="3627975907" sldId="276"/>
            <ac:picMk id="59" creationId="{FE29D98D-8533-1649-488F-30EF45407C42}"/>
          </ac:picMkLst>
        </pc:picChg>
        <pc:picChg chg="mod">
          <ac:chgData name="Indoria, Priyanka Maruti" userId="c749efdb-d61c-4470-8df0-f0977f9f6ec1" providerId="ADAL" clId="{018107F5-3B83-4C00-A80B-A278C699A0CF}" dt="2026-03-02T12:22:18.081" v="508"/>
          <ac:picMkLst>
            <pc:docMk/>
            <pc:sldMk cId="3627975907" sldId="276"/>
            <ac:picMk id="62" creationId="{FFBB6761-E041-4466-EBB7-D18245A535B8}"/>
          </ac:picMkLst>
        </pc:picChg>
        <pc:picChg chg="mod">
          <ac:chgData name="Indoria, Priyanka Maruti" userId="c749efdb-d61c-4470-8df0-f0977f9f6ec1" providerId="ADAL" clId="{018107F5-3B83-4C00-A80B-A278C699A0CF}" dt="2026-03-02T12:22:30.712" v="516"/>
          <ac:picMkLst>
            <pc:docMk/>
            <pc:sldMk cId="3627975907" sldId="276"/>
            <ac:picMk id="63" creationId="{7029A174-7D28-0778-AA58-45F4300CDF14}"/>
          </ac:picMkLst>
        </pc:picChg>
        <pc:cxnChg chg="add mod">
          <ac:chgData name="Indoria, Priyanka Maruti" userId="c749efdb-d61c-4470-8df0-f0977f9f6ec1" providerId="ADAL" clId="{018107F5-3B83-4C00-A80B-A278C699A0CF}" dt="2026-03-02T13:05:23.989" v="799" actId="1076"/>
          <ac:cxnSpMkLst>
            <pc:docMk/>
            <pc:sldMk cId="3627975907" sldId="276"/>
            <ac:cxnSpMk id="3" creationId="{5F83DD3A-0860-C40C-8EFB-019889A84563}"/>
          </ac:cxnSpMkLst>
        </pc:cxnChg>
        <pc:cxnChg chg="add mod">
          <ac:chgData name="Indoria, Priyanka Maruti" userId="c749efdb-d61c-4470-8df0-f0977f9f6ec1" providerId="ADAL" clId="{018107F5-3B83-4C00-A80B-A278C699A0CF}" dt="2026-03-02T12:40:35.720" v="686" actId="208"/>
          <ac:cxnSpMkLst>
            <pc:docMk/>
            <pc:sldMk cId="3627975907" sldId="276"/>
            <ac:cxnSpMk id="13" creationId="{EAC45A65-45BB-0858-F677-6E0F97EBCA6B}"/>
          </ac:cxnSpMkLst>
        </pc:cxnChg>
      </pc:sldChg>
      <pc:sldChg chg="addSp delSp modSp mod chgLayout">
        <pc:chgData name="Indoria, Priyanka Maruti" userId="c749efdb-d61c-4470-8df0-f0977f9f6ec1" providerId="ADAL" clId="{018107F5-3B83-4C00-A80B-A278C699A0CF}" dt="2026-03-02T14:40:33" v="1257" actId="207"/>
        <pc:sldMkLst>
          <pc:docMk/>
          <pc:sldMk cId="4163232624" sldId="277"/>
        </pc:sldMkLst>
        <pc:spChg chg="mod">
          <ac:chgData name="Indoria, Priyanka Maruti" userId="c749efdb-d61c-4470-8df0-f0977f9f6ec1" providerId="ADAL" clId="{018107F5-3B83-4C00-A80B-A278C699A0CF}" dt="2026-03-02T14:39:06.535" v="1240" actId="1076"/>
          <ac:spMkLst>
            <pc:docMk/>
            <pc:sldMk cId="4163232624" sldId="277"/>
            <ac:spMk id="6" creationId="{023D6170-DEB6-BE69-8B3E-262EC77E556A}"/>
          </ac:spMkLst>
        </pc:spChg>
        <pc:spChg chg="mod ord">
          <ac:chgData name="Indoria, Priyanka Maruti" userId="c749efdb-d61c-4470-8df0-f0977f9f6ec1" providerId="ADAL" clId="{018107F5-3B83-4C00-A80B-A278C699A0CF}" dt="2026-03-02T14:39:36.290" v="1247" actId="1076"/>
          <ac:spMkLst>
            <pc:docMk/>
            <pc:sldMk cId="4163232624" sldId="277"/>
            <ac:spMk id="8" creationId="{A0D52976-D49F-E220-E6D0-064218275D4E}"/>
          </ac:spMkLst>
        </pc:spChg>
        <pc:spChg chg="mod">
          <ac:chgData name="Indoria, Priyanka Maruti" userId="c749efdb-d61c-4470-8df0-f0977f9f6ec1" providerId="ADAL" clId="{018107F5-3B83-4C00-A80B-A278C699A0CF}" dt="2026-03-02T14:40:23.611" v="1254" actId="1076"/>
          <ac:spMkLst>
            <pc:docMk/>
            <pc:sldMk cId="4163232624" sldId="277"/>
            <ac:spMk id="9" creationId="{7B0C482D-E447-B29C-6FEF-97716380BD41}"/>
          </ac:spMkLst>
        </pc:spChg>
        <pc:spChg chg="mod">
          <ac:chgData name="Indoria, Priyanka Maruti" userId="c749efdb-d61c-4470-8df0-f0977f9f6ec1" providerId="ADAL" clId="{018107F5-3B83-4C00-A80B-A278C699A0CF}" dt="2026-03-02T14:39:06.535" v="1240" actId="1076"/>
          <ac:spMkLst>
            <pc:docMk/>
            <pc:sldMk cId="4163232624" sldId="277"/>
            <ac:spMk id="11" creationId="{2E369C44-E8DE-8B35-C07E-7775C12C4198}"/>
          </ac:spMkLst>
        </pc:spChg>
        <pc:spChg chg="mod">
          <ac:chgData name="Indoria, Priyanka Maruti" userId="c749efdb-d61c-4470-8df0-f0977f9f6ec1" providerId="ADAL" clId="{018107F5-3B83-4C00-A80B-A278C699A0CF}" dt="2026-03-02T14:39:33.367" v="1246" actId="1076"/>
          <ac:spMkLst>
            <pc:docMk/>
            <pc:sldMk cId="4163232624" sldId="277"/>
            <ac:spMk id="14" creationId="{498D6332-A49B-A42A-182B-15B6DBED4506}"/>
          </ac:spMkLst>
        </pc:spChg>
        <pc:spChg chg="mod">
          <ac:chgData name="Indoria, Priyanka Maruti" userId="c749efdb-d61c-4470-8df0-f0977f9f6ec1" providerId="ADAL" clId="{018107F5-3B83-4C00-A80B-A278C699A0CF}" dt="2026-03-02T14:39:33.367" v="1246" actId="1076"/>
          <ac:spMkLst>
            <pc:docMk/>
            <pc:sldMk cId="4163232624" sldId="277"/>
            <ac:spMk id="15" creationId="{8F9D4ABE-9B93-2C14-DD68-398846DC34F9}"/>
          </ac:spMkLst>
        </pc:spChg>
        <pc:spChg chg="mod">
          <ac:chgData name="Indoria, Priyanka Maruti" userId="c749efdb-d61c-4470-8df0-f0977f9f6ec1" providerId="ADAL" clId="{018107F5-3B83-4C00-A80B-A278C699A0CF}" dt="2026-03-02T14:39:33.367" v="1246" actId="1076"/>
          <ac:spMkLst>
            <pc:docMk/>
            <pc:sldMk cId="4163232624" sldId="277"/>
            <ac:spMk id="17" creationId="{A77CF56B-88AA-F7E1-44E7-1C4A713031A8}"/>
          </ac:spMkLst>
        </pc:spChg>
        <pc:spChg chg="mod">
          <ac:chgData name="Indoria, Priyanka Maruti" userId="c749efdb-d61c-4470-8df0-f0977f9f6ec1" providerId="ADAL" clId="{018107F5-3B83-4C00-A80B-A278C699A0CF}" dt="2026-03-02T14:40:26.464" v="1255" actId="1076"/>
          <ac:spMkLst>
            <pc:docMk/>
            <pc:sldMk cId="4163232624" sldId="277"/>
            <ac:spMk id="19" creationId="{2C3A4C03-3363-1C4E-0568-1E3664EEFB32}"/>
          </ac:spMkLst>
        </pc:spChg>
        <pc:graphicFrameChg chg="mod modGraphic">
          <ac:chgData name="Indoria, Priyanka Maruti" userId="c749efdb-d61c-4470-8df0-f0977f9f6ec1" providerId="ADAL" clId="{018107F5-3B83-4C00-A80B-A278C699A0CF}" dt="2026-03-02T14:40:12.994" v="1253" actId="207"/>
          <ac:graphicFrameMkLst>
            <pc:docMk/>
            <pc:sldMk cId="4163232624" sldId="277"/>
            <ac:graphicFrameMk id="2" creationId="{268EDB53-369D-3290-725B-F13185CD9F86}"/>
          </ac:graphicFrameMkLst>
        </pc:graphicFrameChg>
        <pc:graphicFrameChg chg="mod modGraphic">
          <ac:chgData name="Indoria, Priyanka Maruti" userId="c749efdb-d61c-4470-8df0-f0977f9f6ec1" providerId="ADAL" clId="{018107F5-3B83-4C00-A80B-A278C699A0CF}" dt="2026-03-02T14:40:33" v="1257" actId="207"/>
          <ac:graphicFrameMkLst>
            <pc:docMk/>
            <pc:sldMk cId="4163232624" sldId="277"/>
            <ac:graphicFrameMk id="10" creationId="{4E2870E8-0D8A-DBB1-1063-6EFC7A95C49B}"/>
          </ac:graphicFrameMkLst>
        </pc:graphicFrameChg>
      </pc:sldChg>
      <pc:sldChg chg="addSp modSp setBg">
        <pc:chgData name="Indoria, Priyanka Maruti" userId="c749efdb-d61c-4470-8df0-f0977f9f6ec1" providerId="ADAL" clId="{018107F5-3B83-4C00-A80B-A278C699A0CF}" dt="2026-03-02T14:38:03.537" v="1223"/>
        <pc:sldMkLst>
          <pc:docMk/>
          <pc:sldMk cId="2070303900" sldId="278"/>
        </pc:sldMkLst>
        <pc:picChg chg="add mod">
          <ac:chgData name="Indoria, Priyanka Maruti" userId="c749efdb-d61c-4470-8df0-f0977f9f6ec1" providerId="ADAL" clId="{018107F5-3B83-4C00-A80B-A278C699A0CF}" dt="2026-03-02T14:38:03.537" v="1223"/>
          <ac:picMkLst>
            <pc:docMk/>
            <pc:sldMk cId="2070303900" sldId="278"/>
            <ac:picMk id="2" creationId="{D4DC7960-A88E-9F9E-D4AB-989966C7EB9D}"/>
          </ac:picMkLst>
        </pc:picChg>
      </pc:sldChg>
      <pc:sldChg chg="modSp mod">
        <pc:chgData name="Indoria, Priyanka Maruti" userId="c749efdb-d61c-4470-8df0-f0977f9f6ec1" providerId="ADAL" clId="{018107F5-3B83-4C00-A80B-A278C699A0CF}" dt="2026-03-02T15:23:45.550" v="1482" actId="20577"/>
        <pc:sldMkLst>
          <pc:docMk/>
          <pc:sldMk cId="3999605558" sldId="283"/>
        </pc:sldMkLst>
        <pc:spChg chg="mod">
          <ac:chgData name="Indoria, Priyanka Maruti" userId="c749efdb-d61c-4470-8df0-f0977f9f6ec1" providerId="ADAL" clId="{018107F5-3B83-4C00-A80B-A278C699A0CF}" dt="2026-03-02T15:23:45.550" v="1482" actId="20577"/>
          <ac:spMkLst>
            <pc:docMk/>
            <pc:sldMk cId="3999605558" sldId="283"/>
            <ac:spMk id="3" creationId="{F26F3AE0-981B-F05F-2B6C-630A17E20484}"/>
          </ac:spMkLst>
        </pc:spChg>
        <pc:graphicFrameChg chg="mod modGraphic">
          <ac:chgData name="Indoria, Priyanka Maruti" userId="c749efdb-d61c-4470-8df0-f0977f9f6ec1" providerId="ADAL" clId="{018107F5-3B83-4C00-A80B-A278C699A0CF}" dt="2026-03-02T14:41:13.129" v="1266"/>
          <ac:graphicFrameMkLst>
            <pc:docMk/>
            <pc:sldMk cId="3999605558" sldId="283"/>
            <ac:graphicFrameMk id="5" creationId="{3E0444C0-D6D1-C59D-3174-1683CB0CAA93}"/>
          </ac:graphicFrameMkLst>
        </pc:graphicFrameChg>
      </pc:sldChg>
      <pc:sldChg chg="addSp delSp modSp mod chgLayout">
        <pc:chgData name="Indoria, Priyanka Maruti" userId="c749efdb-d61c-4470-8df0-f0977f9f6ec1" providerId="ADAL" clId="{018107F5-3B83-4C00-A80B-A278C699A0CF}" dt="2026-03-02T12:08:17.960" v="374" actId="1076"/>
        <pc:sldMkLst>
          <pc:docMk/>
          <pc:sldMk cId="3661484831" sldId="284"/>
        </pc:sldMkLst>
        <pc:spChg chg="mod">
          <ac:chgData name="Indoria, Priyanka Maruti" userId="c749efdb-d61c-4470-8df0-f0977f9f6ec1" providerId="ADAL" clId="{018107F5-3B83-4C00-A80B-A278C699A0CF}" dt="2026-03-02T11:22:05.777" v="49" actId="207"/>
          <ac:spMkLst>
            <pc:docMk/>
            <pc:sldMk cId="3661484831" sldId="284"/>
            <ac:spMk id="2" creationId="{006131D5-F62A-6A6F-6DC0-756DC40F26E5}"/>
          </ac:spMkLst>
        </pc:spChg>
        <pc:spChg chg="mod">
          <ac:chgData name="Indoria, Priyanka Maruti" userId="c749efdb-d61c-4470-8df0-f0977f9f6ec1" providerId="ADAL" clId="{018107F5-3B83-4C00-A80B-A278C699A0CF}" dt="2026-03-02T11:20:19.974" v="39" actId="207"/>
          <ac:spMkLst>
            <pc:docMk/>
            <pc:sldMk cId="3661484831" sldId="284"/>
            <ac:spMk id="4" creationId="{B0300AE7-A370-3127-C5BB-904AE9914CCB}"/>
          </ac:spMkLst>
        </pc:spChg>
        <pc:spChg chg="mod">
          <ac:chgData name="Indoria, Priyanka Maruti" userId="c749efdb-d61c-4470-8df0-f0977f9f6ec1" providerId="ADAL" clId="{018107F5-3B83-4C00-A80B-A278C699A0CF}" dt="2026-03-02T11:20:19.974" v="39" actId="207"/>
          <ac:spMkLst>
            <pc:docMk/>
            <pc:sldMk cId="3661484831" sldId="284"/>
            <ac:spMk id="5" creationId="{B7C47069-0523-54D6-3CD1-5693CC91B6A9}"/>
          </ac:spMkLst>
        </pc:spChg>
        <pc:spChg chg="mod">
          <ac:chgData name="Indoria, Priyanka Maruti" userId="c749efdb-d61c-4470-8df0-f0977f9f6ec1" providerId="ADAL" clId="{018107F5-3B83-4C00-A80B-A278C699A0CF}" dt="2026-03-02T11:20:19.974" v="39" actId="207"/>
          <ac:spMkLst>
            <pc:docMk/>
            <pc:sldMk cId="3661484831" sldId="284"/>
            <ac:spMk id="6" creationId="{70EF7BA4-B897-4766-247A-A9A44122D754}"/>
          </ac:spMkLst>
        </pc:spChg>
        <pc:spChg chg="mod">
          <ac:chgData name="Indoria, Priyanka Maruti" userId="c749efdb-d61c-4470-8df0-f0977f9f6ec1" providerId="ADAL" clId="{018107F5-3B83-4C00-A80B-A278C699A0CF}" dt="2026-03-02T11:20:19.974" v="39" actId="207"/>
          <ac:spMkLst>
            <pc:docMk/>
            <pc:sldMk cId="3661484831" sldId="284"/>
            <ac:spMk id="7" creationId="{55799441-0763-160A-9DCD-59EBA187EB21}"/>
          </ac:spMkLst>
        </pc:spChg>
        <pc:spChg chg="mod">
          <ac:chgData name="Indoria, Priyanka Maruti" userId="c749efdb-d61c-4470-8df0-f0977f9f6ec1" providerId="ADAL" clId="{018107F5-3B83-4C00-A80B-A278C699A0CF}" dt="2026-03-02T11:20:19.974" v="39" actId="207"/>
          <ac:spMkLst>
            <pc:docMk/>
            <pc:sldMk cId="3661484831" sldId="284"/>
            <ac:spMk id="8" creationId="{0329816C-CA88-CDD0-63FD-179EB7272F31}"/>
          </ac:spMkLst>
        </pc:spChg>
        <pc:spChg chg="mod">
          <ac:chgData name="Indoria, Priyanka Maruti" userId="c749efdb-d61c-4470-8df0-f0977f9f6ec1" providerId="ADAL" clId="{018107F5-3B83-4C00-A80B-A278C699A0CF}" dt="2026-03-02T11:20:19.974" v="39" actId="207"/>
          <ac:spMkLst>
            <pc:docMk/>
            <pc:sldMk cId="3661484831" sldId="284"/>
            <ac:spMk id="9" creationId="{8D21311F-B200-1E78-EB49-22E4F8FF292C}"/>
          </ac:spMkLst>
        </pc:spChg>
        <pc:spChg chg="add mod">
          <ac:chgData name="Indoria, Priyanka Maruti" userId="c749efdb-d61c-4470-8df0-f0977f9f6ec1" providerId="ADAL" clId="{018107F5-3B83-4C00-A80B-A278C699A0CF}" dt="2026-03-02T11:20:39.127" v="41"/>
          <ac:spMkLst>
            <pc:docMk/>
            <pc:sldMk cId="3661484831" sldId="284"/>
            <ac:spMk id="17" creationId="{4E0A19B4-551C-4C7D-AB6B-EAF38B2F87EF}"/>
          </ac:spMkLst>
        </pc:spChg>
        <pc:spChg chg="add mod">
          <ac:chgData name="Indoria, Priyanka Maruti" userId="c749efdb-d61c-4470-8df0-f0977f9f6ec1" providerId="ADAL" clId="{018107F5-3B83-4C00-A80B-A278C699A0CF}" dt="2026-03-02T11:20:50.176" v="43" actId="1076"/>
          <ac:spMkLst>
            <pc:docMk/>
            <pc:sldMk cId="3661484831" sldId="284"/>
            <ac:spMk id="36" creationId="{2E7910B0-8B5E-F8A0-8AA0-906248514838}"/>
          </ac:spMkLst>
        </pc:spChg>
        <pc:spChg chg="add mod">
          <ac:chgData name="Indoria, Priyanka Maruti" userId="c749efdb-d61c-4470-8df0-f0977f9f6ec1" providerId="ADAL" clId="{018107F5-3B83-4C00-A80B-A278C699A0CF}" dt="2026-03-02T11:21:22.357" v="46"/>
          <ac:spMkLst>
            <pc:docMk/>
            <pc:sldMk cId="3661484831" sldId="284"/>
            <ac:spMk id="37" creationId="{F700D2C5-1ECD-C01C-40F5-29233E1CBD62}"/>
          </ac:spMkLst>
        </pc:spChg>
        <pc:spChg chg="mod">
          <ac:chgData name="Indoria, Priyanka Maruti" userId="c749efdb-d61c-4470-8df0-f0977f9f6ec1" providerId="ADAL" clId="{018107F5-3B83-4C00-A80B-A278C699A0CF}" dt="2026-03-02T11:20:57.971" v="44" actId="1076"/>
          <ac:spMkLst>
            <pc:docMk/>
            <pc:sldMk cId="3661484831" sldId="284"/>
            <ac:spMk id="42" creationId="{15A53189-4E7F-40A1-56E2-5CE69B19218F}"/>
          </ac:spMkLst>
        </pc:spChg>
        <pc:spChg chg="mod">
          <ac:chgData name="Indoria, Priyanka Maruti" userId="c749efdb-d61c-4470-8df0-f0977f9f6ec1" providerId="ADAL" clId="{018107F5-3B83-4C00-A80B-A278C699A0CF}" dt="2026-03-02T11:20:57.971" v="44" actId="1076"/>
          <ac:spMkLst>
            <pc:docMk/>
            <pc:sldMk cId="3661484831" sldId="284"/>
            <ac:spMk id="43" creationId="{48DFDD81-C000-6E1A-6321-2DB10855AFCB}"/>
          </ac:spMkLst>
        </pc:spChg>
        <pc:spChg chg="mod">
          <ac:chgData name="Indoria, Priyanka Maruti" userId="c749efdb-d61c-4470-8df0-f0977f9f6ec1" providerId="ADAL" clId="{018107F5-3B83-4C00-A80B-A278C699A0CF}" dt="2026-03-02T11:20:57.971" v="44" actId="1076"/>
          <ac:spMkLst>
            <pc:docMk/>
            <pc:sldMk cId="3661484831" sldId="284"/>
            <ac:spMk id="44" creationId="{31FFB20B-CF1B-6A1C-3B78-7BCDD2532CC8}"/>
          </ac:spMkLst>
        </pc:spChg>
        <pc:grpChg chg="mod">
          <ac:chgData name="Indoria, Priyanka Maruti" userId="c749efdb-d61c-4470-8df0-f0977f9f6ec1" providerId="ADAL" clId="{018107F5-3B83-4C00-A80B-A278C699A0CF}" dt="2026-03-02T11:20:26.736" v="40" actId="1076"/>
          <ac:grpSpMkLst>
            <pc:docMk/>
            <pc:sldMk cId="3661484831" sldId="284"/>
            <ac:grpSpMk id="3" creationId="{63262059-CD8E-A798-1CC6-28B1A28B8A2D}"/>
          </ac:grpSpMkLst>
        </pc:grpChg>
        <pc:grpChg chg="mod">
          <ac:chgData name="Indoria, Priyanka Maruti" userId="c749efdb-d61c-4470-8df0-f0977f9f6ec1" providerId="ADAL" clId="{018107F5-3B83-4C00-A80B-A278C699A0CF}" dt="2026-03-02T11:20:26.736" v="40" actId="1076"/>
          <ac:grpSpMkLst>
            <pc:docMk/>
            <pc:sldMk cId="3661484831" sldId="284"/>
            <ac:grpSpMk id="31" creationId="{401ABF09-6E0A-6718-3363-95CD6FC1C93F}"/>
          </ac:grpSpMkLst>
        </pc:grpChg>
        <pc:grpChg chg="mod">
          <ac:chgData name="Indoria, Priyanka Maruti" userId="c749efdb-d61c-4470-8df0-f0977f9f6ec1" providerId="ADAL" clId="{018107F5-3B83-4C00-A80B-A278C699A0CF}" dt="2026-03-02T11:20:26.736" v="40" actId="1076"/>
          <ac:grpSpMkLst>
            <pc:docMk/>
            <pc:sldMk cId="3661484831" sldId="284"/>
            <ac:grpSpMk id="38" creationId="{FE8691FF-F4E8-9F3C-29D8-CDF6BFF5F4A4}"/>
          </ac:grpSpMkLst>
        </pc:grpChg>
        <pc:grpChg chg="mod">
          <ac:chgData name="Indoria, Priyanka Maruti" userId="c749efdb-d61c-4470-8df0-f0977f9f6ec1" providerId="ADAL" clId="{018107F5-3B83-4C00-A80B-A278C699A0CF}" dt="2026-03-02T11:20:26.736" v="40" actId="1076"/>
          <ac:grpSpMkLst>
            <pc:docMk/>
            <pc:sldMk cId="3661484831" sldId="284"/>
            <ac:grpSpMk id="39" creationId="{30F8163C-48BE-8139-2485-BE6CD0E92D8D}"/>
          </ac:grpSpMkLst>
        </pc:grpChg>
        <pc:grpChg chg="mod">
          <ac:chgData name="Indoria, Priyanka Maruti" userId="c749efdb-d61c-4470-8df0-f0977f9f6ec1" providerId="ADAL" clId="{018107F5-3B83-4C00-A80B-A278C699A0CF}" dt="2026-03-02T11:20:26.736" v="40" actId="1076"/>
          <ac:grpSpMkLst>
            <pc:docMk/>
            <pc:sldMk cId="3661484831" sldId="284"/>
            <ac:grpSpMk id="40" creationId="{13FC14A0-84AC-37F5-4614-3DB3DF337119}"/>
          </ac:grpSpMkLst>
        </pc:grpChg>
        <pc:grpChg chg="mod">
          <ac:chgData name="Indoria, Priyanka Maruti" userId="c749efdb-d61c-4470-8df0-f0977f9f6ec1" providerId="ADAL" clId="{018107F5-3B83-4C00-A80B-A278C699A0CF}" dt="2026-03-02T11:20:26.736" v="40" actId="1076"/>
          <ac:grpSpMkLst>
            <pc:docMk/>
            <pc:sldMk cId="3661484831" sldId="284"/>
            <ac:grpSpMk id="41" creationId="{0A38570A-94BB-E447-B7D4-1486899B6C7D}"/>
          </ac:grpSpMkLst>
        </pc:grpChg>
        <pc:picChg chg="add mod">
          <ac:chgData name="Indoria, Priyanka Maruti" userId="c749efdb-d61c-4470-8df0-f0977f9f6ec1" providerId="ADAL" clId="{018107F5-3B83-4C00-A80B-A278C699A0CF}" dt="2026-03-02T11:45:22.800" v="146"/>
          <ac:picMkLst>
            <pc:docMk/>
            <pc:sldMk cId="3661484831" sldId="284"/>
            <ac:picMk id="50" creationId="{58147A6A-3D38-55DF-4836-9594E0A13532}"/>
          </ac:picMkLst>
        </pc:picChg>
        <pc:cxnChg chg="mod">
          <ac:chgData name="Indoria, Priyanka Maruti" userId="c749efdb-d61c-4470-8df0-f0977f9f6ec1" providerId="ADAL" clId="{018107F5-3B83-4C00-A80B-A278C699A0CF}" dt="2026-03-02T11:20:26.736" v="40" actId="1076"/>
          <ac:cxnSpMkLst>
            <pc:docMk/>
            <pc:sldMk cId="3661484831" sldId="284"/>
            <ac:cxnSpMk id="10" creationId="{394C5F83-4B67-3816-DCC1-44AAAE0563C8}"/>
          </ac:cxnSpMkLst>
        </pc:cxnChg>
        <pc:cxnChg chg="mod">
          <ac:chgData name="Indoria, Priyanka Maruti" userId="c749efdb-d61c-4470-8df0-f0977f9f6ec1" providerId="ADAL" clId="{018107F5-3B83-4C00-A80B-A278C699A0CF}" dt="2026-03-02T11:20:26.736" v="40" actId="1076"/>
          <ac:cxnSpMkLst>
            <pc:docMk/>
            <pc:sldMk cId="3661484831" sldId="284"/>
            <ac:cxnSpMk id="11" creationId="{0DCE6388-8FBD-E4B6-4A6A-D16E873EA1ED}"/>
          </ac:cxnSpMkLst>
        </pc:cxnChg>
        <pc:cxnChg chg="mod">
          <ac:chgData name="Indoria, Priyanka Maruti" userId="c749efdb-d61c-4470-8df0-f0977f9f6ec1" providerId="ADAL" clId="{018107F5-3B83-4C00-A80B-A278C699A0CF}" dt="2026-03-02T11:20:26.736" v="40" actId="1076"/>
          <ac:cxnSpMkLst>
            <pc:docMk/>
            <pc:sldMk cId="3661484831" sldId="284"/>
            <ac:cxnSpMk id="12" creationId="{0B1920B4-6881-B4E1-E824-06F88BF134CF}"/>
          </ac:cxnSpMkLst>
        </pc:cxnChg>
        <pc:cxnChg chg="mod">
          <ac:chgData name="Indoria, Priyanka Maruti" userId="c749efdb-d61c-4470-8df0-f0977f9f6ec1" providerId="ADAL" clId="{018107F5-3B83-4C00-A80B-A278C699A0CF}" dt="2026-03-02T11:20:26.736" v="40" actId="1076"/>
          <ac:cxnSpMkLst>
            <pc:docMk/>
            <pc:sldMk cId="3661484831" sldId="284"/>
            <ac:cxnSpMk id="13" creationId="{3E25C438-853B-3A2F-FE2B-4C2A96E86ABB}"/>
          </ac:cxnSpMkLst>
        </pc:cxnChg>
        <pc:cxnChg chg="mod">
          <ac:chgData name="Indoria, Priyanka Maruti" userId="c749efdb-d61c-4470-8df0-f0977f9f6ec1" providerId="ADAL" clId="{018107F5-3B83-4C00-A80B-A278C699A0CF}" dt="2026-03-02T11:21:00.621" v="45" actId="1076"/>
          <ac:cxnSpMkLst>
            <pc:docMk/>
            <pc:sldMk cId="3661484831" sldId="284"/>
            <ac:cxnSpMk id="45" creationId="{E66004A5-6BF2-19C3-8A50-DAF65F495771}"/>
          </ac:cxnSpMkLst>
        </pc:cxnChg>
      </pc:sldChg>
      <pc:sldChg chg="addSp delSp modSp add mod modClrScheme chgLayout">
        <pc:chgData name="Indoria, Priyanka Maruti" userId="c749efdb-d61c-4470-8df0-f0977f9f6ec1" providerId="ADAL" clId="{018107F5-3B83-4C00-A80B-A278C699A0CF}" dt="2026-03-02T12:08:28.047" v="375"/>
        <pc:sldMkLst>
          <pc:docMk/>
          <pc:sldMk cId="328943690" sldId="285"/>
        </pc:sldMkLst>
        <pc:spChg chg="mod ord">
          <ac:chgData name="Indoria, Priyanka Maruti" userId="c749efdb-d61c-4470-8df0-f0977f9f6ec1" providerId="ADAL" clId="{018107F5-3B83-4C00-A80B-A278C699A0CF}" dt="2026-03-02T12:02:22.808" v="322" actId="20577"/>
          <ac:spMkLst>
            <pc:docMk/>
            <pc:sldMk cId="328943690" sldId="285"/>
            <ac:spMk id="5" creationId="{9E590BFA-4482-C6F6-9C91-59E0FD60B6BB}"/>
          </ac:spMkLst>
        </pc:spChg>
      </pc:sldChg>
      <pc:sldChg chg="addSp modSp setBg">
        <pc:chgData name="Indoria, Priyanka Maruti" userId="c749efdb-d61c-4470-8df0-f0977f9f6ec1" providerId="ADAL" clId="{018107F5-3B83-4C00-A80B-A278C699A0CF}" dt="2026-03-02T14:38:00.170" v="1221"/>
        <pc:sldMkLst>
          <pc:docMk/>
          <pc:sldMk cId="2019825405" sldId="286"/>
        </pc:sldMkLst>
        <pc:picChg chg="add mod">
          <ac:chgData name="Indoria, Priyanka Maruti" userId="c749efdb-d61c-4470-8df0-f0977f9f6ec1" providerId="ADAL" clId="{018107F5-3B83-4C00-A80B-A278C699A0CF}" dt="2026-03-02T14:38:00.170" v="1221"/>
          <ac:picMkLst>
            <pc:docMk/>
            <pc:sldMk cId="2019825405" sldId="286"/>
            <ac:picMk id="2" creationId="{A0031D9C-B483-23FD-D4C9-4DEBCA17432B}"/>
          </ac:picMkLst>
        </pc:picChg>
      </pc:sldChg>
      <pc:sldChg chg="addSp delSp modSp mod modClrScheme chgLayout">
        <pc:chgData name="Indoria, Priyanka Maruti" userId="c749efdb-d61c-4470-8df0-f0977f9f6ec1" providerId="ADAL" clId="{018107F5-3B83-4C00-A80B-A278C699A0CF}" dt="2026-03-02T15:23:31.587" v="1480" actId="1076"/>
        <pc:sldMkLst>
          <pc:docMk/>
          <pc:sldMk cId="435032822" sldId="287"/>
        </pc:sldMkLst>
        <pc:spChg chg="mod ord">
          <ac:chgData name="Indoria, Priyanka Maruti" userId="c749efdb-d61c-4470-8df0-f0977f9f6ec1" providerId="ADAL" clId="{018107F5-3B83-4C00-A80B-A278C699A0CF}" dt="2026-03-02T14:38:35.966" v="1230" actId="6264"/>
          <ac:spMkLst>
            <pc:docMk/>
            <pc:sldMk cId="435032822" sldId="287"/>
            <ac:spMk id="17" creationId="{55B9EE9F-CCF0-2F83-536A-12A8F99193D0}"/>
          </ac:spMkLst>
        </pc:spChg>
        <pc:spChg chg="mod">
          <ac:chgData name="Indoria, Priyanka Maruti" userId="c749efdb-d61c-4470-8df0-f0977f9f6ec1" providerId="ADAL" clId="{018107F5-3B83-4C00-A80B-A278C699A0CF}" dt="2026-03-02T15:22:36.534" v="1466" actId="2711"/>
          <ac:spMkLst>
            <pc:docMk/>
            <pc:sldMk cId="435032822" sldId="287"/>
            <ac:spMk id="21" creationId="{22C130E3-2AB3-251B-37AF-010BC7908747}"/>
          </ac:spMkLst>
        </pc:spChg>
        <pc:spChg chg="mod">
          <ac:chgData name="Indoria, Priyanka Maruti" userId="c749efdb-d61c-4470-8df0-f0977f9f6ec1" providerId="ADAL" clId="{018107F5-3B83-4C00-A80B-A278C699A0CF}" dt="2026-03-02T15:22:36.534" v="1466" actId="2711"/>
          <ac:spMkLst>
            <pc:docMk/>
            <pc:sldMk cId="435032822" sldId="287"/>
            <ac:spMk id="22" creationId="{54EE85E1-24E2-E01A-A824-23024DC42CA4}"/>
          </ac:spMkLst>
        </pc:spChg>
        <pc:spChg chg="mod">
          <ac:chgData name="Indoria, Priyanka Maruti" userId="c749efdb-d61c-4470-8df0-f0977f9f6ec1" providerId="ADAL" clId="{018107F5-3B83-4C00-A80B-A278C699A0CF}" dt="2026-03-02T15:22:36.534" v="1466" actId="2711"/>
          <ac:spMkLst>
            <pc:docMk/>
            <pc:sldMk cId="435032822" sldId="287"/>
            <ac:spMk id="23" creationId="{34E6B3A1-A98B-835A-85B7-95BF5E713E1E}"/>
          </ac:spMkLst>
        </pc:spChg>
        <pc:spChg chg="mod">
          <ac:chgData name="Indoria, Priyanka Maruti" userId="c749efdb-d61c-4470-8df0-f0977f9f6ec1" providerId="ADAL" clId="{018107F5-3B83-4C00-A80B-A278C699A0CF}" dt="2026-03-02T15:22:36.534" v="1466" actId="2711"/>
          <ac:spMkLst>
            <pc:docMk/>
            <pc:sldMk cId="435032822" sldId="287"/>
            <ac:spMk id="29" creationId="{84BB6500-ED7F-2FBA-4971-15A8C7FB1A17}"/>
          </ac:spMkLst>
        </pc:spChg>
        <pc:spChg chg="mod">
          <ac:chgData name="Indoria, Priyanka Maruti" userId="c749efdb-d61c-4470-8df0-f0977f9f6ec1" providerId="ADAL" clId="{018107F5-3B83-4C00-A80B-A278C699A0CF}" dt="2026-03-02T15:22:36.534" v="1466" actId="2711"/>
          <ac:spMkLst>
            <pc:docMk/>
            <pc:sldMk cId="435032822" sldId="287"/>
            <ac:spMk id="33" creationId="{92696454-6E99-4AF6-C9CB-985EBFD1700A}"/>
          </ac:spMkLst>
        </pc:spChg>
        <pc:spChg chg="mod">
          <ac:chgData name="Indoria, Priyanka Maruti" userId="c749efdb-d61c-4470-8df0-f0977f9f6ec1" providerId="ADAL" clId="{018107F5-3B83-4C00-A80B-A278C699A0CF}" dt="2026-03-02T15:22:36.534" v="1466" actId="2711"/>
          <ac:spMkLst>
            <pc:docMk/>
            <pc:sldMk cId="435032822" sldId="287"/>
            <ac:spMk id="39" creationId="{211B182A-92F9-E98E-548B-7948066BBC80}"/>
          </ac:spMkLst>
        </pc:spChg>
        <pc:spChg chg="mod">
          <ac:chgData name="Indoria, Priyanka Maruti" userId="c749efdb-d61c-4470-8df0-f0977f9f6ec1" providerId="ADAL" clId="{018107F5-3B83-4C00-A80B-A278C699A0CF}" dt="2026-03-02T15:22:51.876" v="1468" actId="14100"/>
          <ac:spMkLst>
            <pc:docMk/>
            <pc:sldMk cId="435032822" sldId="287"/>
            <ac:spMk id="46" creationId="{F9F37C9E-6026-13B9-9150-A64EA130ED0E}"/>
          </ac:spMkLst>
        </pc:spChg>
        <pc:spChg chg="mod">
          <ac:chgData name="Indoria, Priyanka Maruti" userId="c749efdb-d61c-4470-8df0-f0977f9f6ec1" providerId="ADAL" clId="{018107F5-3B83-4C00-A80B-A278C699A0CF}" dt="2026-03-02T15:23:24.286" v="1477" actId="1076"/>
          <ac:spMkLst>
            <pc:docMk/>
            <pc:sldMk cId="435032822" sldId="287"/>
            <ac:spMk id="47" creationId="{5F8B2AE1-59D5-EE00-5366-3C8DCB804DAC}"/>
          </ac:spMkLst>
        </pc:spChg>
        <pc:spChg chg="mod">
          <ac:chgData name="Indoria, Priyanka Maruti" userId="c749efdb-d61c-4470-8df0-f0977f9f6ec1" providerId="ADAL" clId="{018107F5-3B83-4C00-A80B-A278C699A0CF}" dt="2026-03-02T15:23:18.698" v="1475" actId="20577"/>
          <ac:spMkLst>
            <pc:docMk/>
            <pc:sldMk cId="435032822" sldId="287"/>
            <ac:spMk id="48" creationId="{CE819ED1-E5D4-3BB7-6AD9-BF939A431FFF}"/>
          </ac:spMkLst>
        </pc:spChg>
        <pc:spChg chg="mod">
          <ac:chgData name="Indoria, Priyanka Maruti" userId="c749efdb-d61c-4470-8df0-f0977f9f6ec1" providerId="ADAL" clId="{018107F5-3B83-4C00-A80B-A278C699A0CF}" dt="2026-03-02T15:23:21.560" v="1476" actId="1076"/>
          <ac:spMkLst>
            <pc:docMk/>
            <pc:sldMk cId="435032822" sldId="287"/>
            <ac:spMk id="49" creationId="{EA8FE7B2-1385-469D-9890-EA0504F4A160}"/>
          </ac:spMkLst>
        </pc:spChg>
        <pc:spChg chg="mod">
          <ac:chgData name="Indoria, Priyanka Maruti" userId="c749efdb-d61c-4470-8df0-f0977f9f6ec1" providerId="ADAL" clId="{018107F5-3B83-4C00-A80B-A278C699A0CF}" dt="2026-03-02T15:23:31.587" v="1480" actId="1076"/>
          <ac:spMkLst>
            <pc:docMk/>
            <pc:sldMk cId="435032822" sldId="287"/>
            <ac:spMk id="50" creationId="{5043F25C-B715-49EA-810E-AF8A0FF280E9}"/>
          </ac:spMkLst>
        </pc:spChg>
        <pc:spChg chg="add mod">
          <ac:chgData name="Indoria, Priyanka Maruti" userId="c749efdb-d61c-4470-8df0-f0977f9f6ec1" providerId="ADAL" clId="{018107F5-3B83-4C00-A80B-A278C699A0CF}" dt="2026-03-02T15:22:27.967" v="1465"/>
          <ac:spMkLst>
            <pc:docMk/>
            <pc:sldMk cId="435032822" sldId="287"/>
            <ac:spMk id="59" creationId="{CC4240BD-DE8A-84BA-88F8-E0F923D0B5CF}"/>
          </ac:spMkLst>
        </pc:spChg>
        <pc:spChg chg="add mod">
          <ac:chgData name="Indoria, Priyanka Maruti" userId="c749efdb-d61c-4470-8df0-f0977f9f6ec1" providerId="ADAL" clId="{018107F5-3B83-4C00-A80B-A278C699A0CF}" dt="2026-03-02T15:22:27.967" v="1465"/>
          <ac:spMkLst>
            <pc:docMk/>
            <pc:sldMk cId="435032822" sldId="287"/>
            <ac:spMk id="60" creationId="{E5C848BE-4E13-B5DB-BEF4-B6A7AF513903}"/>
          </ac:spMkLst>
        </pc:spChg>
        <pc:spChg chg="add mod">
          <ac:chgData name="Indoria, Priyanka Maruti" userId="c749efdb-d61c-4470-8df0-f0977f9f6ec1" providerId="ADAL" clId="{018107F5-3B83-4C00-A80B-A278C699A0CF}" dt="2026-03-02T15:22:27.967" v="1465"/>
          <ac:spMkLst>
            <pc:docMk/>
            <pc:sldMk cId="435032822" sldId="287"/>
            <ac:spMk id="61" creationId="{1410F7B9-CB5A-E13A-7FE7-42737FC57AC7}"/>
          </ac:spMkLst>
        </pc:spChg>
        <pc:picChg chg="mod">
          <ac:chgData name="Indoria, Priyanka Maruti" userId="c749efdb-d61c-4470-8df0-f0977f9f6ec1" providerId="ADAL" clId="{018107F5-3B83-4C00-A80B-A278C699A0CF}" dt="2026-03-02T15:23:28.181" v="1479" actId="1076"/>
          <ac:picMkLst>
            <pc:docMk/>
            <pc:sldMk cId="435032822" sldId="287"/>
            <ac:picMk id="10" creationId="{9F909207-4398-1845-E383-51A064CBF183}"/>
          </ac:picMkLst>
        </pc:picChg>
        <pc:picChg chg="add mod">
          <ac:chgData name="Indoria, Priyanka Maruti" userId="c749efdb-d61c-4470-8df0-f0977f9f6ec1" providerId="ADAL" clId="{018107F5-3B83-4C00-A80B-A278C699A0CF}" dt="2026-03-02T14:38:42.318" v="1234"/>
          <ac:picMkLst>
            <pc:docMk/>
            <pc:sldMk cId="435032822" sldId="287"/>
            <ac:picMk id="58" creationId="{F65D7927-0BEB-E129-8FAE-ED5119930B63}"/>
          </ac:picMkLst>
        </pc:picChg>
      </pc:sldChg>
      <pc:sldChg chg="addSp modSp setBg">
        <pc:chgData name="Indoria, Priyanka Maruti" userId="c749efdb-d61c-4470-8df0-f0977f9f6ec1" providerId="ADAL" clId="{018107F5-3B83-4C00-A80B-A278C699A0CF}" dt="2026-03-02T14:38:04.968" v="1224"/>
        <pc:sldMkLst>
          <pc:docMk/>
          <pc:sldMk cId="3179448566" sldId="288"/>
        </pc:sldMkLst>
        <pc:picChg chg="add mod">
          <ac:chgData name="Indoria, Priyanka Maruti" userId="c749efdb-d61c-4470-8df0-f0977f9f6ec1" providerId="ADAL" clId="{018107F5-3B83-4C00-A80B-A278C699A0CF}" dt="2026-03-02T14:38:04.968" v="1224"/>
          <ac:picMkLst>
            <pc:docMk/>
            <pc:sldMk cId="3179448566" sldId="288"/>
            <ac:picMk id="2" creationId="{79FA7433-D552-9D70-F6BE-40711A31B358}"/>
          </ac:picMkLst>
        </pc:picChg>
      </pc:sldChg>
      <pc:sldChg chg="addSp modSp setBg">
        <pc:chgData name="Indoria, Priyanka Maruti" userId="c749efdb-d61c-4470-8df0-f0977f9f6ec1" providerId="ADAL" clId="{018107F5-3B83-4C00-A80B-A278C699A0CF}" dt="2026-03-02T14:38:06.367" v="1225"/>
        <pc:sldMkLst>
          <pc:docMk/>
          <pc:sldMk cId="1010593421" sldId="289"/>
        </pc:sldMkLst>
        <pc:spChg chg="mod">
          <ac:chgData name="Indoria, Priyanka Maruti" userId="c749efdb-d61c-4470-8df0-f0977f9f6ec1" providerId="ADAL" clId="{018107F5-3B83-4C00-A80B-A278C699A0CF}" dt="2026-03-02T11:25:03.438" v="50"/>
          <ac:spMkLst>
            <pc:docMk/>
            <pc:sldMk cId="1010593421" sldId="289"/>
            <ac:spMk id="56" creationId="{0E3D468A-7359-7644-7E2B-12D570D51B85}"/>
          </ac:spMkLst>
        </pc:spChg>
        <pc:picChg chg="add mod">
          <ac:chgData name="Indoria, Priyanka Maruti" userId="c749efdb-d61c-4470-8df0-f0977f9f6ec1" providerId="ADAL" clId="{018107F5-3B83-4C00-A80B-A278C699A0CF}" dt="2026-03-02T14:38:06.367" v="1225"/>
          <ac:picMkLst>
            <pc:docMk/>
            <pc:sldMk cId="1010593421" sldId="289"/>
            <ac:picMk id="2" creationId="{95D18D50-3512-E3E8-F2F4-4676F5B148AB}"/>
          </ac:picMkLst>
        </pc:picChg>
      </pc:sldChg>
      <pc:sldChg chg="addSp delSp modSp add mod modClrScheme chgLayout">
        <pc:chgData name="Indoria, Priyanka Maruti" userId="c749efdb-d61c-4470-8df0-f0977f9f6ec1" providerId="ADAL" clId="{018107F5-3B83-4C00-A80B-A278C699A0CF}" dt="2026-03-02T12:35:43.680" v="633" actId="20577"/>
        <pc:sldMkLst>
          <pc:docMk/>
          <pc:sldMk cId="1046550424" sldId="290"/>
        </pc:sldMkLst>
        <pc:spChg chg="add mod">
          <ac:chgData name="Indoria, Priyanka Maruti" userId="c749efdb-d61c-4470-8df0-f0977f9f6ec1" providerId="ADAL" clId="{018107F5-3B83-4C00-A80B-A278C699A0CF}" dt="2026-03-02T12:35:43.680" v="633" actId="20577"/>
          <ac:spMkLst>
            <pc:docMk/>
            <pc:sldMk cId="1046550424" sldId="290"/>
            <ac:spMk id="7" creationId="{01423EFA-ABBF-083B-C28F-89F652B3AEB5}"/>
          </ac:spMkLst>
        </pc:spChg>
      </pc:sldChg>
      <pc:sldChg chg="addSp modSp setBg">
        <pc:chgData name="Indoria, Priyanka Maruti" userId="c749efdb-d61c-4470-8df0-f0977f9f6ec1" providerId="ADAL" clId="{018107F5-3B83-4C00-A80B-A278C699A0CF}" dt="2026-03-02T14:38:08.991" v="1227"/>
        <pc:sldMkLst>
          <pc:docMk/>
          <pc:sldMk cId="1903185492" sldId="291"/>
        </pc:sldMkLst>
        <pc:spChg chg="mod">
          <ac:chgData name="Indoria, Priyanka Maruti" userId="c749efdb-d61c-4470-8df0-f0977f9f6ec1" providerId="ADAL" clId="{018107F5-3B83-4C00-A80B-A278C699A0CF}" dt="2026-03-02T11:25:03.438" v="50"/>
          <ac:spMkLst>
            <pc:docMk/>
            <pc:sldMk cId="1903185492" sldId="291"/>
            <ac:spMk id="6" creationId="{F1EBA655-E6E2-89FD-D328-DA4ADB4ECD47}"/>
          </ac:spMkLst>
        </pc:spChg>
        <pc:picChg chg="add mod">
          <ac:chgData name="Indoria, Priyanka Maruti" userId="c749efdb-d61c-4470-8df0-f0977f9f6ec1" providerId="ADAL" clId="{018107F5-3B83-4C00-A80B-A278C699A0CF}" dt="2026-03-02T14:38:08.991" v="1227"/>
          <ac:picMkLst>
            <pc:docMk/>
            <pc:sldMk cId="1903185492" sldId="291"/>
            <ac:picMk id="2" creationId="{5B426B5A-7B55-04C8-6F00-607A1A2AD0CA}"/>
          </ac:picMkLst>
        </pc:picChg>
      </pc:sldChg>
      <pc:sldChg chg="modSp mod chgLayout">
        <pc:chgData name="Indoria, Priyanka Maruti" userId="c749efdb-d61c-4470-8df0-f0977f9f6ec1" providerId="ADAL" clId="{018107F5-3B83-4C00-A80B-A278C699A0CF}" dt="2026-03-02T14:05:43.853" v="970" actId="207"/>
        <pc:sldMkLst>
          <pc:docMk/>
          <pc:sldMk cId="3895348122" sldId="292"/>
        </pc:sldMkLst>
        <pc:spChg chg="mod ord">
          <ac:chgData name="Indoria, Priyanka Maruti" userId="c749efdb-d61c-4470-8df0-f0977f9f6ec1" providerId="ADAL" clId="{018107F5-3B83-4C00-A80B-A278C699A0CF}" dt="2026-03-02T14:05:37.477" v="969" actId="20577"/>
          <ac:spMkLst>
            <pc:docMk/>
            <pc:sldMk cId="3895348122" sldId="292"/>
            <ac:spMk id="2" creationId="{EBB130EE-5007-E561-F85F-54A59333FC95}"/>
          </ac:spMkLst>
        </pc:spChg>
        <pc:spChg chg="mod">
          <ac:chgData name="Indoria, Priyanka Maruti" userId="c749efdb-d61c-4470-8df0-f0977f9f6ec1" providerId="ADAL" clId="{018107F5-3B83-4C00-A80B-A278C699A0CF}" dt="2026-03-02T14:05:08.938" v="968" actId="207"/>
          <ac:spMkLst>
            <pc:docMk/>
            <pc:sldMk cId="3895348122" sldId="292"/>
            <ac:spMk id="3" creationId="{C6567E24-BECE-4AD6-1779-F5A33123A258}"/>
          </ac:spMkLst>
        </pc:spChg>
        <pc:spChg chg="mod">
          <ac:chgData name="Indoria, Priyanka Maruti" userId="c749efdb-d61c-4470-8df0-f0977f9f6ec1" providerId="ADAL" clId="{018107F5-3B83-4C00-A80B-A278C699A0CF}" dt="2026-03-02T14:05:08.938" v="968" actId="207"/>
          <ac:spMkLst>
            <pc:docMk/>
            <pc:sldMk cId="3895348122" sldId="292"/>
            <ac:spMk id="10" creationId="{59ACC003-A97A-C13C-57C8-9912EE48D69F}"/>
          </ac:spMkLst>
        </pc:spChg>
        <pc:spChg chg="mod">
          <ac:chgData name="Indoria, Priyanka Maruti" userId="c749efdb-d61c-4470-8df0-f0977f9f6ec1" providerId="ADAL" clId="{018107F5-3B83-4C00-A80B-A278C699A0CF}" dt="2026-03-02T14:05:43.853" v="970" actId="207"/>
          <ac:spMkLst>
            <pc:docMk/>
            <pc:sldMk cId="3895348122" sldId="292"/>
            <ac:spMk id="18" creationId="{4F752D6B-2B86-D05B-13A3-2A2B38418617}"/>
          </ac:spMkLst>
        </pc:spChg>
        <pc:spChg chg="mod">
          <ac:chgData name="Indoria, Priyanka Maruti" userId="c749efdb-d61c-4470-8df0-f0977f9f6ec1" providerId="ADAL" clId="{018107F5-3B83-4C00-A80B-A278C699A0CF}" dt="2026-03-02T14:05:43.853" v="970" actId="207"/>
          <ac:spMkLst>
            <pc:docMk/>
            <pc:sldMk cId="3895348122" sldId="292"/>
            <ac:spMk id="20" creationId="{EFE6EE7C-B7C3-8CC7-1D30-200DFE58919B}"/>
          </ac:spMkLst>
        </pc:spChg>
        <pc:spChg chg="mod">
          <ac:chgData name="Indoria, Priyanka Maruti" userId="c749efdb-d61c-4470-8df0-f0977f9f6ec1" providerId="ADAL" clId="{018107F5-3B83-4C00-A80B-A278C699A0CF}" dt="2026-03-02T14:05:43.853" v="970" actId="207"/>
          <ac:spMkLst>
            <pc:docMk/>
            <pc:sldMk cId="3895348122" sldId="292"/>
            <ac:spMk id="21" creationId="{875923ED-5F49-7AE8-5C12-DA43143759E2}"/>
          </ac:spMkLst>
        </pc:spChg>
        <pc:spChg chg="mod">
          <ac:chgData name="Indoria, Priyanka Maruti" userId="c749efdb-d61c-4470-8df0-f0977f9f6ec1" providerId="ADAL" clId="{018107F5-3B83-4C00-A80B-A278C699A0CF}" dt="2026-03-02T14:05:08.938" v="968" actId="207"/>
          <ac:spMkLst>
            <pc:docMk/>
            <pc:sldMk cId="3895348122" sldId="292"/>
            <ac:spMk id="24" creationId="{B17109F7-27E0-E0F1-963C-279A8CE84695}"/>
          </ac:spMkLst>
        </pc:spChg>
        <pc:spChg chg="mod">
          <ac:chgData name="Indoria, Priyanka Maruti" userId="c749efdb-d61c-4470-8df0-f0977f9f6ec1" providerId="ADAL" clId="{018107F5-3B83-4C00-A80B-A278C699A0CF}" dt="2026-03-02T14:05:43.853" v="970" actId="207"/>
          <ac:spMkLst>
            <pc:docMk/>
            <pc:sldMk cId="3895348122" sldId="292"/>
            <ac:spMk id="25" creationId="{D0F8E24B-827D-B957-67AF-B300235659E5}"/>
          </ac:spMkLst>
        </pc:spChg>
        <pc:spChg chg="mod">
          <ac:chgData name="Indoria, Priyanka Maruti" userId="c749efdb-d61c-4470-8df0-f0977f9f6ec1" providerId="ADAL" clId="{018107F5-3B83-4C00-A80B-A278C699A0CF}" dt="2026-03-02T14:05:43.853" v="970" actId="207"/>
          <ac:spMkLst>
            <pc:docMk/>
            <pc:sldMk cId="3895348122" sldId="292"/>
            <ac:spMk id="31" creationId="{E48E5DFB-57B1-5666-6A57-BCE2444128C9}"/>
          </ac:spMkLst>
        </pc:spChg>
        <pc:spChg chg="mod">
          <ac:chgData name="Indoria, Priyanka Maruti" userId="c749efdb-d61c-4470-8df0-f0977f9f6ec1" providerId="ADAL" clId="{018107F5-3B83-4C00-A80B-A278C699A0CF}" dt="2026-03-02T14:05:43.853" v="970" actId="207"/>
          <ac:spMkLst>
            <pc:docMk/>
            <pc:sldMk cId="3895348122" sldId="292"/>
            <ac:spMk id="37" creationId="{2B32E6B8-3FAC-6694-7705-39420C8E54BC}"/>
          </ac:spMkLst>
        </pc:spChg>
        <pc:spChg chg="mod">
          <ac:chgData name="Indoria, Priyanka Maruti" userId="c749efdb-d61c-4470-8df0-f0977f9f6ec1" providerId="ADAL" clId="{018107F5-3B83-4C00-A80B-A278C699A0CF}" dt="2026-03-02T14:05:43.853" v="970" actId="207"/>
          <ac:spMkLst>
            <pc:docMk/>
            <pc:sldMk cId="3895348122" sldId="292"/>
            <ac:spMk id="39" creationId="{85C31FD8-DC2E-2575-3A16-7BD9C7A83D3A}"/>
          </ac:spMkLst>
        </pc:spChg>
        <pc:spChg chg="mod">
          <ac:chgData name="Indoria, Priyanka Maruti" userId="c749efdb-d61c-4470-8df0-f0977f9f6ec1" providerId="ADAL" clId="{018107F5-3B83-4C00-A80B-A278C699A0CF}" dt="2026-03-02T14:05:08.938" v="968" actId="207"/>
          <ac:spMkLst>
            <pc:docMk/>
            <pc:sldMk cId="3895348122" sldId="292"/>
            <ac:spMk id="42" creationId="{F80C2DA1-C91D-D3DE-17BD-3FC96A2E658B}"/>
          </ac:spMkLst>
        </pc:spChg>
        <pc:spChg chg="mod">
          <ac:chgData name="Indoria, Priyanka Maruti" userId="c749efdb-d61c-4470-8df0-f0977f9f6ec1" providerId="ADAL" clId="{018107F5-3B83-4C00-A80B-A278C699A0CF}" dt="2026-03-02T14:05:08.938" v="968" actId="207"/>
          <ac:spMkLst>
            <pc:docMk/>
            <pc:sldMk cId="3895348122" sldId="292"/>
            <ac:spMk id="57" creationId="{1DA96E16-A7CC-1E69-303F-9714CC3ADD45}"/>
          </ac:spMkLst>
        </pc:spChg>
        <pc:spChg chg="mod">
          <ac:chgData name="Indoria, Priyanka Maruti" userId="c749efdb-d61c-4470-8df0-f0977f9f6ec1" providerId="ADAL" clId="{018107F5-3B83-4C00-A80B-A278C699A0CF}" dt="2026-03-02T14:05:43.853" v="970" actId="207"/>
          <ac:spMkLst>
            <pc:docMk/>
            <pc:sldMk cId="3895348122" sldId="292"/>
            <ac:spMk id="63" creationId="{E2944E9B-0467-BD57-08BF-3CFAD85A906C}"/>
          </ac:spMkLst>
        </pc:spChg>
        <pc:spChg chg="mod">
          <ac:chgData name="Indoria, Priyanka Maruti" userId="c749efdb-d61c-4470-8df0-f0977f9f6ec1" providerId="ADAL" clId="{018107F5-3B83-4C00-A80B-A278C699A0CF}" dt="2026-03-02T14:05:43.853" v="970" actId="207"/>
          <ac:spMkLst>
            <pc:docMk/>
            <pc:sldMk cId="3895348122" sldId="292"/>
            <ac:spMk id="64" creationId="{31EA10DC-9BD3-CA31-ADB8-09980DCA6872}"/>
          </ac:spMkLst>
        </pc:spChg>
        <pc:spChg chg="mod">
          <ac:chgData name="Indoria, Priyanka Maruti" userId="c749efdb-d61c-4470-8df0-f0977f9f6ec1" providerId="ADAL" clId="{018107F5-3B83-4C00-A80B-A278C699A0CF}" dt="2026-03-02T14:05:43.853" v="970" actId="207"/>
          <ac:spMkLst>
            <pc:docMk/>
            <pc:sldMk cId="3895348122" sldId="292"/>
            <ac:spMk id="74" creationId="{11B056D5-FB34-9E3A-A5B2-CD1C9E7695E1}"/>
          </ac:spMkLst>
        </pc:spChg>
        <pc:spChg chg="mod">
          <ac:chgData name="Indoria, Priyanka Maruti" userId="c749efdb-d61c-4470-8df0-f0977f9f6ec1" providerId="ADAL" clId="{018107F5-3B83-4C00-A80B-A278C699A0CF}" dt="2026-03-02T14:05:08.938" v="968" actId="207"/>
          <ac:spMkLst>
            <pc:docMk/>
            <pc:sldMk cId="3895348122" sldId="292"/>
            <ac:spMk id="78" creationId="{F8F8A68A-0410-0951-143C-2A6843826CA2}"/>
          </ac:spMkLst>
        </pc:spChg>
        <pc:spChg chg="mod">
          <ac:chgData name="Indoria, Priyanka Maruti" userId="c749efdb-d61c-4470-8df0-f0977f9f6ec1" providerId="ADAL" clId="{018107F5-3B83-4C00-A80B-A278C699A0CF}" dt="2026-03-02T14:05:08.938" v="968" actId="207"/>
          <ac:spMkLst>
            <pc:docMk/>
            <pc:sldMk cId="3895348122" sldId="292"/>
            <ac:spMk id="80" creationId="{D2D59FE6-D979-4276-BAAE-7A023B271A6B}"/>
          </ac:spMkLst>
        </pc:spChg>
        <pc:spChg chg="mod">
          <ac:chgData name="Indoria, Priyanka Maruti" userId="c749efdb-d61c-4470-8df0-f0977f9f6ec1" providerId="ADAL" clId="{018107F5-3B83-4C00-A80B-A278C699A0CF}" dt="2026-03-02T14:05:08.938" v="968" actId="207"/>
          <ac:spMkLst>
            <pc:docMk/>
            <pc:sldMk cId="3895348122" sldId="292"/>
            <ac:spMk id="83" creationId="{BFDC015D-457D-4025-89FA-64C5BC7F029C}"/>
          </ac:spMkLst>
        </pc:spChg>
      </pc:sldChg>
      <pc:sldChg chg="addSp delSp modSp mod chgLayout">
        <pc:chgData name="Indoria, Priyanka Maruti" userId="c749efdb-d61c-4470-8df0-f0977f9f6ec1" providerId="ADAL" clId="{018107F5-3B83-4C00-A80B-A278C699A0CF}" dt="2026-03-02T15:21:17.535" v="1454" actId="6264"/>
        <pc:sldMkLst>
          <pc:docMk/>
          <pc:sldMk cId="3578420882" sldId="293"/>
        </pc:sldMkLst>
        <pc:spChg chg="add mod ord">
          <ac:chgData name="Indoria, Priyanka Maruti" userId="c749efdb-d61c-4470-8df0-f0977f9f6ec1" providerId="ADAL" clId="{018107F5-3B83-4C00-A80B-A278C699A0CF}" dt="2026-03-02T15:21:17.535" v="1454" actId="6264"/>
          <ac:spMkLst>
            <pc:docMk/>
            <pc:sldMk cId="3578420882" sldId="293"/>
            <ac:spMk id="2" creationId="{1F781AD7-CDE8-FBAB-429A-7903C949602B}"/>
          </ac:spMkLst>
        </pc:spChg>
        <pc:spChg chg="mod">
          <ac:chgData name="Indoria, Priyanka Maruti" userId="c749efdb-d61c-4470-8df0-f0977f9f6ec1" providerId="ADAL" clId="{018107F5-3B83-4C00-A80B-A278C699A0CF}" dt="2026-03-02T14:47:01.774" v="1303" actId="207"/>
          <ac:spMkLst>
            <pc:docMk/>
            <pc:sldMk cId="3578420882" sldId="293"/>
            <ac:spMk id="12" creationId="{512E4883-A60F-4113-7AFC-CB0B7E9F67EE}"/>
          </ac:spMkLst>
        </pc:spChg>
        <pc:spChg chg="mod">
          <ac:chgData name="Indoria, Priyanka Maruti" userId="c749efdb-d61c-4470-8df0-f0977f9f6ec1" providerId="ADAL" clId="{018107F5-3B83-4C00-A80B-A278C699A0CF}" dt="2026-03-02T14:47:21.006" v="1306" actId="207"/>
          <ac:spMkLst>
            <pc:docMk/>
            <pc:sldMk cId="3578420882" sldId="293"/>
            <ac:spMk id="60" creationId="{4B446EBC-17AA-5022-C857-1120581C7515}"/>
          </ac:spMkLst>
        </pc:spChg>
        <pc:spChg chg="mod">
          <ac:chgData name="Indoria, Priyanka Maruti" userId="c749efdb-d61c-4470-8df0-f0977f9f6ec1" providerId="ADAL" clId="{018107F5-3B83-4C00-A80B-A278C699A0CF}" dt="2026-03-02T14:19:11.483" v="1065" actId="21"/>
          <ac:spMkLst>
            <pc:docMk/>
            <pc:sldMk cId="3578420882" sldId="293"/>
            <ac:spMk id="94" creationId="{79E6A21E-8385-99B7-A374-C7647E29ABCF}"/>
          </ac:spMkLst>
        </pc:spChg>
      </pc:sldChg>
      <pc:sldChg chg="addSp delSp modSp mod chgLayout">
        <pc:chgData name="Indoria, Priyanka Maruti" userId="c749efdb-d61c-4470-8df0-f0977f9f6ec1" providerId="ADAL" clId="{018107F5-3B83-4C00-A80B-A278C699A0CF}" dt="2026-03-02T14:31:18.826" v="1166" actId="207"/>
        <pc:sldMkLst>
          <pc:docMk/>
          <pc:sldMk cId="4008323085" sldId="294"/>
        </pc:sldMkLst>
        <pc:spChg chg="mod ord">
          <ac:chgData name="Indoria, Priyanka Maruti" userId="c749efdb-d61c-4470-8df0-f0977f9f6ec1" providerId="ADAL" clId="{018107F5-3B83-4C00-A80B-A278C699A0CF}" dt="2026-03-02T14:06:23.058" v="973" actId="700"/>
          <ac:spMkLst>
            <pc:docMk/>
            <pc:sldMk cId="4008323085" sldId="294"/>
            <ac:spMk id="10" creationId="{A4D58E53-A473-9DA2-D82D-3331325D8942}"/>
          </ac:spMkLst>
        </pc:spChg>
        <pc:spChg chg="mod">
          <ac:chgData name="Indoria, Priyanka Maruti" userId="c749efdb-d61c-4470-8df0-f0977f9f6ec1" providerId="ADAL" clId="{018107F5-3B83-4C00-A80B-A278C699A0CF}" dt="2026-03-02T14:30:40.752" v="1148" actId="207"/>
          <ac:spMkLst>
            <pc:docMk/>
            <pc:sldMk cId="4008323085" sldId="294"/>
            <ac:spMk id="17" creationId="{16B09A4B-F6CC-85DA-9CA1-8608D640276A}"/>
          </ac:spMkLst>
        </pc:spChg>
        <pc:spChg chg="mod">
          <ac:chgData name="Indoria, Priyanka Maruti" userId="c749efdb-d61c-4470-8df0-f0977f9f6ec1" providerId="ADAL" clId="{018107F5-3B83-4C00-A80B-A278C699A0CF}" dt="2026-03-02T14:30:46.014" v="1149" actId="207"/>
          <ac:spMkLst>
            <pc:docMk/>
            <pc:sldMk cId="4008323085" sldId="294"/>
            <ac:spMk id="18" creationId="{3CE7C245-24AC-5558-9202-75D093139F12}"/>
          </ac:spMkLst>
        </pc:spChg>
        <pc:spChg chg="mod">
          <ac:chgData name="Indoria, Priyanka Maruti" userId="c749efdb-d61c-4470-8df0-f0977f9f6ec1" providerId="ADAL" clId="{018107F5-3B83-4C00-A80B-A278C699A0CF}" dt="2026-03-02T14:30:49.279" v="1150" actId="207"/>
          <ac:spMkLst>
            <pc:docMk/>
            <pc:sldMk cId="4008323085" sldId="294"/>
            <ac:spMk id="19" creationId="{EFE7FB72-6997-B5DB-21C7-283FD9F62755}"/>
          </ac:spMkLst>
        </pc:spChg>
        <pc:spChg chg="mod">
          <ac:chgData name="Indoria, Priyanka Maruti" userId="c749efdb-d61c-4470-8df0-f0977f9f6ec1" providerId="ADAL" clId="{018107F5-3B83-4C00-A80B-A278C699A0CF}" dt="2026-03-02T14:30:50.685" v="1151" actId="207"/>
          <ac:spMkLst>
            <pc:docMk/>
            <pc:sldMk cId="4008323085" sldId="294"/>
            <ac:spMk id="20" creationId="{92608D39-F8FA-551D-82F4-D9215194278A}"/>
          </ac:spMkLst>
        </pc:spChg>
        <pc:spChg chg="mod">
          <ac:chgData name="Indoria, Priyanka Maruti" userId="c749efdb-d61c-4470-8df0-f0977f9f6ec1" providerId="ADAL" clId="{018107F5-3B83-4C00-A80B-A278C699A0CF}" dt="2026-03-02T14:30:59.648" v="1152" actId="207"/>
          <ac:spMkLst>
            <pc:docMk/>
            <pc:sldMk cId="4008323085" sldId="294"/>
            <ac:spMk id="21" creationId="{F47C8358-2AEE-FA18-3B23-3D7AFFF3DD15}"/>
          </ac:spMkLst>
        </pc:spChg>
        <pc:spChg chg="mod">
          <ac:chgData name="Indoria, Priyanka Maruti" userId="c749efdb-d61c-4470-8df0-f0977f9f6ec1" providerId="ADAL" clId="{018107F5-3B83-4C00-A80B-A278C699A0CF}" dt="2026-03-02T14:31:01.240" v="1153" actId="207"/>
          <ac:spMkLst>
            <pc:docMk/>
            <pc:sldMk cId="4008323085" sldId="294"/>
            <ac:spMk id="22" creationId="{67722348-5379-2C5B-EF8C-775D8311DEEA}"/>
          </ac:spMkLst>
        </pc:spChg>
        <pc:spChg chg="mod">
          <ac:chgData name="Indoria, Priyanka Maruti" userId="c749efdb-d61c-4470-8df0-f0977f9f6ec1" providerId="ADAL" clId="{018107F5-3B83-4C00-A80B-A278C699A0CF}" dt="2026-03-02T14:31:02.515" v="1154" actId="207"/>
          <ac:spMkLst>
            <pc:docMk/>
            <pc:sldMk cId="4008323085" sldId="294"/>
            <ac:spMk id="23" creationId="{834C6127-9321-7DBF-9354-DCF4A39C3BF7}"/>
          </ac:spMkLst>
        </pc:spChg>
        <pc:spChg chg="mod">
          <ac:chgData name="Indoria, Priyanka Maruti" userId="c749efdb-d61c-4470-8df0-f0977f9f6ec1" providerId="ADAL" clId="{018107F5-3B83-4C00-A80B-A278C699A0CF}" dt="2026-03-02T14:31:03.643" v="1155" actId="207"/>
          <ac:spMkLst>
            <pc:docMk/>
            <pc:sldMk cId="4008323085" sldId="294"/>
            <ac:spMk id="24" creationId="{6A927587-21D7-2C27-3D40-FE5DC2EECE08}"/>
          </ac:spMkLst>
        </pc:spChg>
        <pc:spChg chg="mod">
          <ac:chgData name="Indoria, Priyanka Maruti" userId="c749efdb-d61c-4470-8df0-f0977f9f6ec1" providerId="ADAL" clId="{018107F5-3B83-4C00-A80B-A278C699A0CF}" dt="2026-03-02T14:31:05.043" v="1156" actId="207"/>
          <ac:spMkLst>
            <pc:docMk/>
            <pc:sldMk cId="4008323085" sldId="294"/>
            <ac:spMk id="25" creationId="{6BFFEFB5-F192-6056-597B-9635EFEA76B8}"/>
          </ac:spMkLst>
        </pc:spChg>
        <pc:spChg chg="mod">
          <ac:chgData name="Indoria, Priyanka Maruti" userId="c749efdb-d61c-4470-8df0-f0977f9f6ec1" providerId="ADAL" clId="{018107F5-3B83-4C00-A80B-A278C699A0CF}" dt="2026-03-02T14:31:06.395" v="1157" actId="207"/>
          <ac:spMkLst>
            <pc:docMk/>
            <pc:sldMk cId="4008323085" sldId="294"/>
            <ac:spMk id="26" creationId="{5DDB2D57-79A6-551B-B792-CB1DE48231CB}"/>
          </ac:spMkLst>
        </pc:spChg>
        <pc:spChg chg="mod">
          <ac:chgData name="Indoria, Priyanka Maruti" userId="c749efdb-d61c-4470-8df0-f0977f9f6ec1" providerId="ADAL" clId="{018107F5-3B83-4C00-A80B-A278C699A0CF}" dt="2026-03-02T14:31:07.527" v="1158" actId="207"/>
          <ac:spMkLst>
            <pc:docMk/>
            <pc:sldMk cId="4008323085" sldId="294"/>
            <ac:spMk id="27" creationId="{AAB10412-AC06-8A76-88E6-A34727FDF70D}"/>
          </ac:spMkLst>
        </pc:spChg>
        <pc:spChg chg="mod">
          <ac:chgData name="Indoria, Priyanka Maruti" userId="c749efdb-d61c-4470-8df0-f0977f9f6ec1" providerId="ADAL" clId="{018107F5-3B83-4C00-A80B-A278C699A0CF}" dt="2026-03-02T14:31:08.709" v="1159" actId="207"/>
          <ac:spMkLst>
            <pc:docMk/>
            <pc:sldMk cId="4008323085" sldId="294"/>
            <ac:spMk id="28" creationId="{0F28E101-F320-D566-2941-7EA0637A27AE}"/>
          </ac:spMkLst>
        </pc:spChg>
        <pc:spChg chg="mod">
          <ac:chgData name="Indoria, Priyanka Maruti" userId="c749efdb-d61c-4470-8df0-f0977f9f6ec1" providerId="ADAL" clId="{018107F5-3B83-4C00-A80B-A278C699A0CF}" dt="2026-03-02T14:31:09.827" v="1160" actId="207"/>
          <ac:spMkLst>
            <pc:docMk/>
            <pc:sldMk cId="4008323085" sldId="294"/>
            <ac:spMk id="29" creationId="{E4E375F3-148A-CEF2-B6A6-C19328165E25}"/>
          </ac:spMkLst>
        </pc:spChg>
        <pc:spChg chg="mod">
          <ac:chgData name="Indoria, Priyanka Maruti" userId="c749efdb-d61c-4470-8df0-f0977f9f6ec1" providerId="ADAL" clId="{018107F5-3B83-4C00-A80B-A278C699A0CF}" dt="2026-03-02T14:31:11.673" v="1161" actId="207"/>
          <ac:spMkLst>
            <pc:docMk/>
            <pc:sldMk cId="4008323085" sldId="294"/>
            <ac:spMk id="30" creationId="{81B76981-A349-3A31-7E4D-E32CCE616ED9}"/>
          </ac:spMkLst>
        </pc:spChg>
        <pc:spChg chg="mod">
          <ac:chgData name="Indoria, Priyanka Maruti" userId="c749efdb-d61c-4470-8df0-f0977f9f6ec1" providerId="ADAL" clId="{018107F5-3B83-4C00-A80B-A278C699A0CF}" dt="2026-03-02T14:31:12.816" v="1162" actId="207"/>
          <ac:spMkLst>
            <pc:docMk/>
            <pc:sldMk cId="4008323085" sldId="294"/>
            <ac:spMk id="32" creationId="{DDC9AFB9-F35D-01E2-D5C1-CFBA07F620F5}"/>
          </ac:spMkLst>
        </pc:spChg>
        <pc:spChg chg="mod">
          <ac:chgData name="Indoria, Priyanka Maruti" userId="c749efdb-d61c-4470-8df0-f0977f9f6ec1" providerId="ADAL" clId="{018107F5-3B83-4C00-A80B-A278C699A0CF}" dt="2026-03-02T14:31:14.168" v="1163" actId="207"/>
          <ac:spMkLst>
            <pc:docMk/>
            <pc:sldMk cId="4008323085" sldId="294"/>
            <ac:spMk id="33" creationId="{E99881A8-5B59-F3DE-EED9-A56E60D47B55}"/>
          </ac:spMkLst>
        </pc:spChg>
        <pc:spChg chg="mod">
          <ac:chgData name="Indoria, Priyanka Maruti" userId="c749efdb-d61c-4470-8df0-f0977f9f6ec1" providerId="ADAL" clId="{018107F5-3B83-4C00-A80B-A278C699A0CF}" dt="2026-03-02T14:31:16.226" v="1164" actId="207"/>
          <ac:spMkLst>
            <pc:docMk/>
            <pc:sldMk cId="4008323085" sldId="294"/>
            <ac:spMk id="34" creationId="{948C709D-2EF2-8EF7-46AE-38C7A79C06F2}"/>
          </ac:spMkLst>
        </pc:spChg>
        <pc:spChg chg="mod">
          <ac:chgData name="Indoria, Priyanka Maruti" userId="c749efdb-d61c-4470-8df0-f0977f9f6ec1" providerId="ADAL" clId="{018107F5-3B83-4C00-A80B-A278C699A0CF}" dt="2026-03-02T14:31:17.404" v="1165" actId="207"/>
          <ac:spMkLst>
            <pc:docMk/>
            <pc:sldMk cId="4008323085" sldId="294"/>
            <ac:spMk id="35" creationId="{2CB5E34B-54F0-AF7E-5999-F25C9EA1A742}"/>
          </ac:spMkLst>
        </pc:spChg>
        <pc:spChg chg="mod">
          <ac:chgData name="Indoria, Priyanka Maruti" userId="c749efdb-d61c-4470-8df0-f0977f9f6ec1" providerId="ADAL" clId="{018107F5-3B83-4C00-A80B-A278C699A0CF}" dt="2026-03-02T14:31:18.826" v="1166" actId="207"/>
          <ac:spMkLst>
            <pc:docMk/>
            <pc:sldMk cId="4008323085" sldId="294"/>
            <ac:spMk id="36" creationId="{940ABB83-C074-31C3-BB39-10E774C5EB02}"/>
          </ac:spMkLst>
        </pc:spChg>
        <pc:spChg chg="mod">
          <ac:chgData name="Indoria, Priyanka Maruti" userId="c749efdb-d61c-4470-8df0-f0977f9f6ec1" providerId="ADAL" clId="{018107F5-3B83-4C00-A80B-A278C699A0CF}" dt="2026-03-02T14:30:14.639" v="1143" actId="207"/>
          <ac:spMkLst>
            <pc:docMk/>
            <pc:sldMk cId="4008323085" sldId="294"/>
            <ac:spMk id="37" creationId="{6FF7848D-9FA6-FC9F-F5DB-7D850B54439A}"/>
          </ac:spMkLst>
        </pc:spChg>
        <pc:spChg chg="mod">
          <ac:chgData name="Indoria, Priyanka Maruti" userId="c749efdb-d61c-4470-8df0-f0977f9f6ec1" providerId="ADAL" clId="{018107F5-3B83-4C00-A80B-A278C699A0CF}" dt="2026-03-02T14:30:17.100" v="1144" actId="207"/>
          <ac:spMkLst>
            <pc:docMk/>
            <pc:sldMk cId="4008323085" sldId="294"/>
            <ac:spMk id="38" creationId="{F7D86DE1-6F70-67AC-0086-8FBFD50DE385}"/>
          </ac:spMkLst>
        </pc:spChg>
        <pc:spChg chg="mod">
          <ac:chgData name="Indoria, Priyanka Maruti" userId="c749efdb-d61c-4470-8df0-f0977f9f6ec1" providerId="ADAL" clId="{018107F5-3B83-4C00-A80B-A278C699A0CF}" dt="2026-03-02T14:30:19.337" v="1145" actId="207"/>
          <ac:spMkLst>
            <pc:docMk/>
            <pc:sldMk cId="4008323085" sldId="294"/>
            <ac:spMk id="39" creationId="{94A32C4A-FB34-89A4-713D-2776EACB8932}"/>
          </ac:spMkLst>
        </pc:spChg>
        <pc:spChg chg="mod">
          <ac:chgData name="Indoria, Priyanka Maruti" userId="c749efdb-d61c-4470-8df0-f0977f9f6ec1" providerId="ADAL" clId="{018107F5-3B83-4C00-A80B-A278C699A0CF}" dt="2026-03-02T14:30:24.715" v="1146" actId="207"/>
          <ac:spMkLst>
            <pc:docMk/>
            <pc:sldMk cId="4008323085" sldId="294"/>
            <ac:spMk id="40" creationId="{59F9EC0F-EC4D-9018-6C1D-665A143BA59B}"/>
          </ac:spMkLst>
        </pc:spChg>
        <pc:spChg chg="mod">
          <ac:chgData name="Indoria, Priyanka Maruti" userId="c749efdb-d61c-4470-8df0-f0977f9f6ec1" providerId="ADAL" clId="{018107F5-3B83-4C00-A80B-A278C699A0CF}" dt="2026-03-02T14:30:27.568" v="1147" actId="207"/>
          <ac:spMkLst>
            <pc:docMk/>
            <pc:sldMk cId="4008323085" sldId="294"/>
            <ac:spMk id="41" creationId="{C85C8A61-D083-E45A-5581-9C918E3E9CFA}"/>
          </ac:spMkLst>
        </pc:spChg>
      </pc:sldChg>
      <pc:sldChg chg="addSp delSp modSp mod">
        <pc:chgData name="Indoria, Priyanka Maruti" userId="c749efdb-d61c-4470-8df0-f0977f9f6ec1" providerId="ADAL" clId="{018107F5-3B83-4C00-A80B-A278C699A0CF}" dt="2026-03-02T13:02:45.445" v="773" actId="208"/>
        <pc:sldMkLst>
          <pc:docMk/>
          <pc:sldMk cId="2885637992" sldId="295"/>
        </pc:sldMkLst>
        <pc:spChg chg="mod">
          <ac:chgData name="Indoria, Priyanka Maruti" userId="c749efdb-d61c-4470-8df0-f0977f9f6ec1" providerId="ADAL" clId="{018107F5-3B83-4C00-A80B-A278C699A0CF}" dt="2026-03-02T12:17:49.435" v="448" actId="12"/>
          <ac:spMkLst>
            <pc:docMk/>
            <pc:sldMk cId="2885637992" sldId="295"/>
            <ac:spMk id="6" creationId="{63869962-E4C2-BA13-1F77-07B46DE27106}"/>
          </ac:spMkLst>
        </pc:spChg>
        <pc:spChg chg="mod">
          <ac:chgData name="Indoria, Priyanka Maruti" userId="c749efdb-d61c-4470-8df0-f0977f9f6ec1" providerId="ADAL" clId="{018107F5-3B83-4C00-A80B-A278C699A0CF}" dt="2026-03-02T12:18:26.559" v="454" actId="207"/>
          <ac:spMkLst>
            <pc:docMk/>
            <pc:sldMk cId="2885637992" sldId="295"/>
            <ac:spMk id="7" creationId="{7FEBBF10-5EF4-3528-D46A-8C9A0004BD98}"/>
          </ac:spMkLst>
        </pc:spChg>
        <pc:spChg chg="mod">
          <ac:chgData name="Indoria, Priyanka Maruti" userId="c749efdb-d61c-4470-8df0-f0977f9f6ec1" providerId="ADAL" clId="{018107F5-3B83-4C00-A80B-A278C699A0CF}" dt="2026-03-02T12:17:52.564" v="449" actId="12"/>
          <ac:spMkLst>
            <pc:docMk/>
            <pc:sldMk cId="2885637992" sldId="295"/>
            <ac:spMk id="8" creationId="{B6E62BF0-5673-126E-2ABD-FF638044F7BA}"/>
          </ac:spMkLst>
        </pc:spChg>
        <pc:spChg chg="mod">
          <ac:chgData name="Indoria, Priyanka Maruti" userId="c749efdb-d61c-4470-8df0-f0977f9f6ec1" providerId="ADAL" clId="{018107F5-3B83-4C00-A80B-A278C699A0CF}" dt="2026-03-02T12:18:29.310" v="455" actId="207"/>
          <ac:spMkLst>
            <pc:docMk/>
            <pc:sldMk cId="2885637992" sldId="295"/>
            <ac:spMk id="9" creationId="{7CA8E5B5-5EC1-D219-109D-316A8B97D201}"/>
          </ac:spMkLst>
        </pc:spChg>
        <pc:spChg chg="mod">
          <ac:chgData name="Indoria, Priyanka Maruti" userId="c749efdb-d61c-4470-8df0-f0977f9f6ec1" providerId="ADAL" clId="{018107F5-3B83-4C00-A80B-A278C699A0CF}" dt="2026-03-02T12:17:55.059" v="450" actId="12"/>
          <ac:spMkLst>
            <pc:docMk/>
            <pc:sldMk cId="2885637992" sldId="295"/>
            <ac:spMk id="10" creationId="{1EC7546C-4AD8-46BB-6653-AC02A4B69CB8}"/>
          </ac:spMkLst>
        </pc:spChg>
        <pc:spChg chg="mod">
          <ac:chgData name="Indoria, Priyanka Maruti" userId="c749efdb-d61c-4470-8df0-f0977f9f6ec1" providerId="ADAL" clId="{018107F5-3B83-4C00-A80B-A278C699A0CF}" dt="2026-03-02T12:18:30.994" v="456" actId="207"/>
          <ac:spMkLst>
            <pc:docMk/>
            <pc:sldMk cId="2885637992" sldId="295"/>
            <ac:spMk id="11" creationId="{9F60DEA7-5DCE-B2C4-7513-13039965E665}"/>
          </ac:spMkLst>
        </pc:spChg>
        <pc:spChg chg="mod">
          <ac:chgData name="Indoria, Priyanka Maruti" userId="c749efdb-d61c-4470-8df0-f0977f9f6ec1" providerId="ADAL" clId="{018107F5-3B83-4C00-A80B-A278C699A0CF}" dt="2026-03-02T12:17:56.990" v="451" actId="12"/>
          <ac:spMkLst>
            <pc:docMk/>
            <pc:sldMk cId="2885637992" sldId="295"/>
            <ac:spMk id="12" creationId="{0C79BA84-2AFC-4C71-65EA-2A786747DFCB}"/>
          </ac:spMkLst>
        </pc:spChg>
        <pc:spChg chg="mod">
          <ac:chgData name="Indoria, Priyanka Maruti" userId="c749efdb-d61c-4470-8df0-f0977f9f6ec1" providerId="ADAL" clId="{018107F5-3B83-4C00-A80B-A278C699A0CF}" dt="2026-03-02T12:18:32.477" v="457" actId="207"/>
          <ac:spMkLst>
            <pc:docMk/>
            <pc:sldMk cId="2885637992" sldId="295"/>
            <ac:spMk id="13" creationId="{0E30BB18-D737-FF4F-383D-55E4111C5835}"/>
          </ac:spMkLst>
        </pc:spChg>
        <pc:spChg chg="mod">
          <ac:chgData name="Indoria, Priyanka Maruti" userId="c749efdb-d61c-4470-8df0-f0977f9f6ec1" providerId="ADAL" clId="{018107F5-3B83-4C00-A80B-A278C699A0CF}" dt="2026-03-02T13:02:32.834" v="768" actId="207"/>
          <ac:spMkLst>
            <pc:docMk/>
            <pc:sldMk cId="2885637992" sldId="295"/>
            <ac:spMk id="14" creationId="{C5466887-737E-11D4-D80E-3F62BE030C80}"/>
          </ac:spMkLst>
        </pc:spChg>
        <pc:spChg chg="mod">
          <ac:chgData name="Indoria, Priyanka Maruti" userId="c749efdb-d61c-4470-8df0-f0977f9f6ec1" providerId="ADAL" clId="{018107F5-3B83-4C00-A80B-A278C699A0CF}" dt="2026-03-02T13:02:31.280" v="767" actId="207"/>
          <ac:spMkLst>
            <pc:docMk/>
            <pc:sldMk cId="2885637992" sldId="295"/>
            <ac:spMk id="16" creationId="{75BF8483-2858-15AF-0135-7F39CDD21EDE}"/>
          </ac:spMkLst>
        </pc:spChg>
        <pc:spChg chg="mod">
          <ac:chgData name="Indoria, Priyanka Maruti" userId="c749efdb-d61c-4470-8df0-f0977f9f6ec1" providerId="ADAL" clId="{018107F5-3B83-4C00-A80B-A278C699A0CF}" dt="2026-03-02T13:02:29.644" v="766" actId="207"/>
          <ac:spMkLst>
            <pc:docMk/>
            <pc:sldMk cId="2885637992" sldId="295"/>
            <ac:spMk id="18" creationId="{7B151F19-2830-D65F-6BE2-44451AA24DCE}"/>
          </ac:spMkLst>
        </pc:spChg>
        <pc:spChg chg="mod">
          <ac:chgData name="Indoria, Priyanka Maruti" userId="c749efdb-d61c-4470-8df0-f0977f9f6ec1" providerId="ADAL" clId="{018107F5-3B83-4C00-A80B-A278C699A0CF}" dt="2026-03-02T13:02:25.987" v="765" actId="207"/>
          <ac:spMkLst>
            <pc:docMk/>
            <pc:sldMk cId="2885637992" sldId="295"/>
            <ac:spMk id="20" creationId="{9686B993-64AD-F265-4FC8-F67D60325CC7}"/>
          </ac:spMkLst>
        </pc:spChg>
        <pc:spChg chg="mod">
          <ac:chgData name="Indoria, Priyanka Maruti" userId="c749efdb-d61c-4470-8df0-f0977f9f6ec1" providerId="ADAL" clId="{018107F5-3B83-4C00-A80B-A278C699A0CF}" dt="2026-03-02T12:18:14.018" v="453" actId="12"/>
          <ac:spMkLst>
            <pc:docMk/>
            <pc:sldMk cId="2885637992" sldId="295"/>
            <ac:spMk id="30" creationId="{22EFE883-DE8A-3EE3-20F3-F8748247436C}"/>
          </ac:spMkLst>
        </pc:spChg>
        <pc:spChg chg="mod">
          <ac:chgData name="Indoria, Priyanka Maruti" userId="c749efdb-d61c-4470-8df0-f0977f9f6ec1" providerId="ADAL" clId="{018107F5-3B83-4C00-A80B-A278C699A0CF}" dt="2026-03-02T12:18:34.382" v="458" actId="207"/>
          <ac:spMkLst>
            <pc:docMk/>
            <pc:sldMk cId="2885637992" sldId="295"/>
            <ac:spMk id="31" creationId="{CC9BCFB7-13ED-8297-6FA5-7ED541B84EF4}"/>
          </ac:spMkLst>
        </pc:spChg>
        <pc:spChg chg="mod">
          <ac:chgData name="Indoria, Priyanka Maruti" userId="c749efdb-d61c-4470-8df0-f0977f9f6ec1" providerId="ADAL" clId="{018107F5-3B83-4C00-A80B-A278C699A0CF}" dt="2026-03-02T13:02:34.121" v="769" actId="207"/>
          <ac:spMkLst>
            <pc:docMk/>
            <pc:sldMk cId="2885637992" sldId="295"/>
            <ac:spMk id="32" creationId="{744F0F1F-D905-6BDC-EB50-FCB3606A3E3F}"/>
          </ac:spMkLst>
        </pc:spChg>
        <pc:spChg chg="mod">
          <ac:chgData name="Indoria, Priyanka Maruti" userId="c749efdb-d61c-4470-8df0-f0977f9f6ec1" providerId="ADAL" clId="{018107F5-3B83-4C00-A80B-A278C699A0CF}" dt="2026-03-02T12:15:34.992" v="428" actId="255"/>
          <ac:spMkLst>
            <pc:docMk/>
            <pc:sldMk cId="2885637992" sldId="295"/>
            <ac:spMk id="62" creationId="{28EBCD86-8DC3-6700-1EF8-3A3C8BDB647F}"/>
          </ac:spMkLst>
        </pc:spChg>
        <pc:spChg chg="mod">
          <ac:chgData name="Indoria, Priyanka Maruti" userId="c749efdb-d61c-4470-8df0-f0977f9f6ec1" providerId="ADAL" clId="{018107F5-3B83-4C00-A80B-A278C699A0CF}" dt="2026-03-02T12:16:36.418" v="437" actId="20577"/>
          <ac:spMkLst>
            <pc:docMk/>
            <pc:sldMk cId="2885637992" sldId="295"/>
            <ac:spMk id="63" creationId="{0B2A1697-8A9F-CAF8-9406-AB3D6515EAA6}"/>
          </ac:spMkLst>
        </pc:spChg>
        <pc:grpChg chg="mod">
          <ac:chgData name="Indoria, Priyanka Maruti" userId="c749efdb-d61c-4470-8df0-f0977f9f6ec1" providerId="ADAL" clId="{018107F5-3B83-4C00-A80B-A278C699A0CF}" dt="2026-03-02T12:13:12.885" v="412" actId="207"/>
          <ac:grpSpMkLst>
            <pc:docMk/>
            <pc:sldMk cId="2885637992" sldId="295"/>
            <ac:grpSpMk id="5" creationId="{C6433C80-30B0-A088-A556-DCD4EA8531F0}"/>
          </ac:grpSpMkLst>
        </pc:grpChg>
        <pc:cxnChg chg="mod">
          <ac:chgData name="Indoria, Priyanka Maruti" userId="c749efdb-d61c-4470-8df0-f0977f9f6ec1" providerId="ADAL" clId="{018107F5-3B83-4C00-A80B-A278C699A0CF}" dt="2026-03-02T13:02:43.283" v="772" actId="208"/>
          <ac:cxnSpMkLst>
            <pc:docMk/>
            <pc:sldMk cId="2885637992" sldId="295"/>
            <ac:cxnSpMk id="15" creationId="{896541D8-84FA-D48D-117A-9B6092A48560}"/>
          </ac:cxnSpMkLst>
        </pc:cxnChg>
        <pc:cxnChg chg="mod">
          <ac:chgData name="Indoria, Priyanka Maruti" userId="c749efdb-d61c-4470-8df0-f0977f9f6ec1" providerId="ADAL" clId="{018107F5-3B83-4C00-A80B-A278C699A0CF}" dt="2026-03-02T13:02:39.598" v="771" actId="208"/>
          <ac:cxnSpMkLst>
            <pc:docMk/>
            <pc:sldMk cId="2885637992" sldId="295"/>
            <ac:cxnSpMk id="17" creationId="{A5296DFC-D293-FF54-8CA7-2A159DB9E6FD}"/>
          </ac:cxnSpMkLst>
        </pc:cxnChg>
        <pc:cxnChg chg="mod">
          <ac:chgData name="Indoria, Priyanka Maruti" userId="c749efdb-d61c-4470-8df0-f0977f9f6ec1" providerId="ADAL" clId="{018107F5-3B83-4C00-A80B-A278C699A0CF}" dt="2026-03-02T13:02:37.790" v="770" actId="208"/>
          <ac:cxnSpMkLst>
            <pc:docMk/>
            <pc:sldMk cId="2885637992" sldId="295"/>
            <ac:cxnSpMk id="19" creationId="{7BD544F6-6F28-C0EC-A1CB-E5CB05758BC6}"/>
          </ac:cxnSpMkLst>
        </pc:cxnChg>
        <pc:cxnChg chg="mod">
          <ac:chgData name="Indoria, Priyanka Maruti" userId="c749efdb-d61c-4470-8df0-f0977f9f6ec1" providerId="ADAL" clId="{018107F5-3B83-4C00-A80B-A278C699A0CF}" dt="2026-03-02T13:02:45.445" v="773" actId="208"/>
          <ac:cxnSpMkLst>
            <pc:docMk/>
            <pc:sldMk cId="2885637992" sldId="295"/>
            <ac:cxnSpMk id="33" creationId="{38746DC2-91B1-5D2E-AF34-5970085AB360}"/>
          </ac:cxnSpMkLst>
        </pc:cxnChg>
      </pc:sldChg>
      <pc:sldChg chg="addSp delSp modSp add mod chgLayout">
        <pc:chgData name="Indoria, Priyanka Maruti" userId="c749efdb-d61c-4470-8df0-f0977f9f6ec1" providerId="ADAL" clId="{018107F5-3B83-4C00-A80B-A278C699A0CF}" dt="2026-03-02T13:08:26.014" v="811" actId="113"/>
        <pc:sldMkLst>
          <pc:docMk/>
          <pc:sldMk cId="528807313" sldId="296"/>
        </pc:sldMkLst>
        <pc:spChg chg="mod ord">
          <ac:chgData name="Indoria, Priyanka Maruti" userId="c749efdb-d61c-4470-8df0-f0977f9f6ec1" providerId="ADAL" clId="{018107F5-3B83-4C00-A80B-A278C699A0CF}" dt="2026-03-02T12:25:19.249" v="543" actId="700"/>
          <ac:spMkLst>
            <pc:docMk/>
            <pc:sldMk cId="528807313" sldId="296"/>
            <ac:spMk id="2" creationId="{C4CF058B-19B3-233F-84CF-BCAA135B7055}"/>
          </ac:spMkLst>
        </pc:spChg>
        <pc:spChg chg="mod">
          <ac:chgData name="Indoria, Priyanka Maruti" userId="c749efdb-d61c-4470-8df0-f0977f9f6ec1" providerId="ADAL" clId="{018107F5-3B83-4C00-A80B-A278C699A0CF}" dt="2026-03-02T13:08:26.014" v="811" actId="113"/>
          <ac:spMkLst>
            <pc:docMk/>
            <pc:sldMk cId="528807313" sldId="296"/>
            <ac:spMk id="6" creationId="{2C64318E-92B5-A450-41E6-C060EAADC3B8}"/>
          </ac:spMkLst>
        </pc:spChg>
        <pc:spChg chg="mod">
          <ac:chgData name="Indoria, Priyanka Maruti" userId="c749efdb-d61c-4470-8df0-f0977f9f6ec1" providerId="ADAL" clId="{018107F5-3B83-4C00-A80B-A278C699A0CF}" dt="2026-03-02T12:28:11.661" v="566" actId="14100"/>
          <ac:spMkLst>
            <pc:docMk/>
            <pc:sldMk cId="528807313" sldId="296"/>
            <ac:spMk id="10" creationId="{89648617-24D1-580D-69B9-AAAE9C7E0D23}"/>
          </ac:spMkLst>
        </pc:spChg>
        <pc:spChg chg="mod">
          <ac:chgData name="Indoria, Priyanka Maruti" userId="c749efdb-d61c-4470-8df0-f0977f9f6ec1" providerId="ADAL" clId="{018107F5-3B83-4C00-A80B-A278C699A0CF}" dt="2026-03-02T12:28:22.284" v="568" actId="207"/>
          <ac:spMkLst>
            <pc:docMk/>
            <pc:sldMk cId="528807313" sldId="296"/>
            <ac:spMk id="11" creationId="{E62D71F2-A172-8E5B-856A-4B37C312ECD0}"/>
          </ac:spMkLst>
        </pc:spChg>
        <pc:spChg chg="mod">
          <ac:chgData name="Indoria, Priyanka Maruti" userId="c749efdb-d61c-4470-8df0-f0977f9f6ec1" providerId="ADAL" clId="{018107F5-3B83-4C00-A80B-A278C699A0CF}" dt="2026-03-02T12:26:56.751" v="558" actId="1076"/>
          <ac:spMkLst>
            <pc:docMk/>
            <pc:sldMk cId="528807313" sldId="296"/>
            <ac:spMk id="14" creationId="{AFDD5577-3DFD-9F6C-2229-BA3D4622195E}"/>
          </ac:spMkLst>
        </pc:spChg>
        <pc:spChg chg="mod">
          <ac:chgData name="Indoria, Priyanka Maruti" userId="c749efdb-d61c-4470-8df0-f0977f9f6ec1" providerId="ADAL" clId="{018107F5-3B83-4C00-A80B-A278C699A0CF}" dt="2026-03-02T12:26:56.751" v="558" actId="1076"/>
          <ac:spMkLst>
            <pc:docMk/>
            <pc:sldMk cId="528807313" sldId="296"/>
            <ac:spMk id="21" creationId="{1EFBECC4-D483-1579-5E49-F3F4137FBA47}"/>
          </ac:spMkLst>
        </pc:spChg>
        <pc:spChg chg="mod">
          <ac:chgData name="Indoria, Priyanka Maruti" userId="c749efdb-d61c-4470-8df0-f0977f9f6ec1" providerId="ADAL" clId="{018107F5-3B83-4C00-A80B-A278C699A0CF}" dt="2026-03-02T12:26:56.751" v="558" actId="1076"/>
          <ac:spMkLst>
            <pc:docMk/>
            <pc:sldMk cId="528807313" sldId="296"/>
            <ac:spMk id="22" creationId="{F23F1A3B-826C-7FF2-3D02-3448F0F6C4C8}"/>
          </ac:spMkLst>
        </pc:spChg>
        <pc:spChg chg="mod">
          <ac:chgData name="Indoria, Priyanka Maruti" userId="c749efdb-d61c-4470-8df0-f0977f9f6ec1" providerId="ADAL" clId="{018107F5-3B83-4C00-A80B-A278C699A0CF}" dt="2026-03-02T13:06:51.905" v="808" actId="207"/>
          <ac:spMkLst>
            <pc:docMk/>
            <pc:sldMk cId="528807313" sldId="296"/>
            <ac:spMk id="31" creationId="{D43B4124-B04C-3BEF-5FE8-D6BDC27CBC5C}"/>
          </ac:spMkLst>
        </pc:spChg>
        <pc:spChg chg="mod">
          <ac:chgData name="Indoria, Priyanka Maruti" userId="c749efdb-d61c-4470-8df0-f0977f9f6ec1" providerId="ADAL" clId="{018107F5-3B83-4C00-A80B-A278C699A0CF}" dt="2026-03-02T12:28:28.153" v="570" actId="207"/>
          <ac:spMkLst>
            <pc:docMk/>
            <pc:sldMk cId="528807313" sldId="296"/>
            <ac:spMk id="65" creationId="{E448C82A-E9DE-5F51-105D-FA4138E99E96}"/>
          </ac:spMkLst>
        </pc:spChg>
        <pc:spChg chg="mod">
          <ac:chgData name="Indoria, Priyanka Maruti" userId="c749efdb-d61c-4470-8df0-f0977f9f6ec1" providerId="ADAL" clId="{018107F5-3B83-4C00-A80B-A278C699A0CF}" dt="2026-03-02T12:28:23.842" v="569" actId="207"/>
          <ac:spMkLst>
            <pc:docMk/>
            <pc:sldMk cId="528807313" sldId="296"/>
            <ac:spMk id="66" creationId="{ABAEDB1A-AB43-56A7-D05C-776F0762F387}"/>
          </ac:spMkLst>
        </pc:spChg>
        <pc:spChg chg="mod">
          <ac:chgData name="Indoria, Priyanka Maruti" userId="c749efdb-d61c-4470-8df0-f0977f9f6ec1" providerId="ADAL" clId="{018107F5-3B83-4C00-A80B-A278C699A0CF}" dt="2026-03-02T12:28:18.727" v="567" actId="207"/>
          <ac:spMkLst>
            <pc:docMk/>
            <pc:sldMk cId="528807313" sldId="296"/>
            <ac:spMk id="67" creationId="{2498C59B-5078-5F0E-2049-6DE30C4218AE}"/>
          </ac:spMkLst>
        </pc:spChg>
        <pc:spChg chg="mod">
          <ac:chgData name="Indoria, Priyanka Maruti" userId="c749efdb-d61c-4470-8df0-f0977f9f6ec1" providerId="ADAL" clId="{018107F5-3B83-4C00-A80B-A278C699A0CF}" dt="2026-03-02T12:26:56.751" v="558" actId="1076"/>
          <ac:spMkLst>
            <pc:docMk/>
            <pc:sldMk cId="528807313" sldId="296"/>
            <ac:spMk id="72" creationId="{EF219108-73AE-D42A-04C4-9F52E3B9A5C6}"/>
          </ac:spMkLst>
        </pc:spChg>
        <pc:spChg chg="mod">
          <ac:chgData name="Indoria, Priyanka Maruti" userId="c749efdb-d61c-4470-8df0-f0977f9f6ec1" providerId="ADAL" clId="{018107F5-3B83-4C00-A80B-A278C699A0CF}" dt="2026-03-02T13:06:22.456" v="803" actId="207"/>
          <ac:spMkLst>
            <pc:docMk/>
            <pc:sldMk cId="528807313" sldId="296"/>
            <ac:spMk id="73" creationId="{E8038FFD-44AD-75AB-1787-C01C61CA586A}"/>
          </ac:spMkLst>
        </pc:spChg>
        <pc:spChg chg="mod">
          <ac:chgData name="Indoria, Priyanka Maruti" userId="c749efdb-d61c-4470-8df0-f0977f9f6ec1" providerId="ADAL" clId="{018107F5-3B83-4C00-A80B-A278C699A0CF}" dt="2026-03-02T12:26:56.751" v="558" actId="1076"/>
          <ac:spMkLst>
            <pc:docMk/>
            <pc:sldMk cId="528807313" sldId="296"/>
            <ac:spMk id="77" creationId="{ABECB295-528D-CDE9-F32A-AD5EEA2CF8B7}"/>
          </ac:spMkLst>
        </pc:spChg>
        <pc:spChg chg="mod">
          <ac:chgData name="Indoria, Priyanka Maruti" userId="c749efdb-d61c-4470-8df0-f0977f9f6ec1" providerId="ADAL" clId="{018107F5-3B83-4C00-A80B-A278C699A0CF}" dt="2026-03-02T12:26:56.751" v="558" actId="1076"/>
          <ac:spMkLst>
            <pc:docMk/>
            <pc:sldMk cId="528807313" sldId="296"/>
            <ac:spMk id="78" creationId="{82A42C74-3281-F92C-5603-309E53F6DFDC}"/>
          </ac:spMkLst>
        </pc:spChg>
        <pc:spChg chg="mod">
          <ac:chgData name="Indoria, Priyanka Maruti" userId="c749efdb-d61c-4470-8df0-f0977f9f6ec1" providerId="ADAL" clId="{018107F5-3B83-4C00-A80B-A278C699A0CF}" dt="2026-03-02T12:26:56.751" v="558" actId="1076"/>
          <ac:spMkLst>
            <pc:docMk/>
            <pc:sldMk cId="528807313" sldId="296"/>
            <ac:spMk id="79" creationId="{401ECBD4-5345-2A60-442A-F1F1CF159FB1}"/>
          </ac:spMkLst>
        </pc:spChg>
        <pc:spChg chg="mod">
          <ac:chgData name="Indoria, Priyanka Maruti" userId="c749efdb-d61c-4470-8df0-f0977f9f6ec1" providerId="ADAL" clId="{018107F5-3B83-4C00-A80B-A278C699A0CF}" dt="2026-03-02T12:26:56.751" v="558" actId="1076"/>
          <ac:spMkLst>
            <pc:docMk/>
            <pc:sldMk cId="528807313" sldId="296"/>
            <ac:spMk id="88" creationId="{A4407393-48F5-1207-7646-561C514B06DB}"/>
          </ac:spMkLst>
        </pc:spChg>
        <pc:spChg chg="mod">
          <ac:chgData name="Indoria, Priyanka Maruti" userId="c749efdb-d61c-4470-8df0-f0977f9f6ec1" providerId="ADAL" clId="{018107F5-3B83-4C00-A80B-A278C699A0CF}" dt="2026-03-02T13:07:40.868" v="809" actId="207"/>
          <ac:spMkLst>
            <pc:docMk/>
            <pc:sldMk cId="528807313" sldId="296"/>
            <ac:spMk id="94" creationId="{64AAED4D-AAEB-F994-3677-3D8C0CEF5CB5}"/>
          </ac:spMkLst>
        </pc:spChg>
        <pc:spChg chg="mod">
          <ac:chgData name="Indoria, Priyanka Maruti" userId="c749efdb-d61c-4470-8df0-f0977f9f6ec1" providerId="ADAL" clId="{018107F5-3B83-4C00-A80B-A278C699A0CF}" dt="2026-03-02T13:07:40.868" v="809" actId="207"/>
          <ac:spMkLst>
            <pc:docMk/>
            <pc:sldMk cId="528807313" sldId="296"/>
            <ac:spMk id="95" creationId="{B0824DDC-88E9-0AF8-5C4C-473F7D46228B}"/>
          </ac:spMkLst>
        </pc:spChg>
        <pc:spChg chg="mod">
          <ac:chgData name="Indoria, Priyanka Maruti" userId="c749efdb-d61c-4470-8df0-f0977f9f6ec1" providerId="ADAL" clId="{018107F5-3B83-4C00-A80B-A278C699A0CF}" dt="2026-03-02T13:06:27.069" v="804" actId="207"/>
          <ac:spMkLst>
            <pc:docMk/>
            <pc:sldMk cId="528807313" sldId="296"/>
            <ac:spMk id="101" creationId="{0DDAA7ED-4427-2DD4-A866-728BD29DD1C4}"/>
          </ac:spMkLst>
        </pc:spChg>
        <pc:spChg chg="mod">
          <ac:chgData name="Indoria, Priyanka Maruti" userId="c749efdb-d61c-4470-8df0-f0977f9f6ec1" providerId="ADAL" clId="{018107F5-3B83-4C00-A80B-A278C699A0CF}" dt="2026-03-02T13:06:28.912" v="805" actId="207"/>
          <ac:spMkLst>
            <pc:docMk/>
            <pc:sldMk cId="528807313" sldId="296"/>
            <ac:spMk id="102" creationId="{E730F2F6-99DC-2E70-393E-767B85AE9F0F}"/>
          </ac:spMkLst>
        </pc:spChg>
        <pc:grpChg chg="mod">
          <ac:chgData name="Indoria, Priyanka Maruti" userId="c749efdb-d61c-4470-8df0-f0977f9f6ec1" providerId="ADAL" clId="{018107F5-3B83-4C00-A80B-A278C699A0CF}" dt="2026-03-02T13:07:40.868" v="809" actId="207"/>
          <ac:grpSpMkLst>
            <pc:docMk/>
            <pc:sldMk cId="528807313" sldId="296"/>
            <ac:grpSpMk id="93" creationId="{CADB4507-FE1A-5551-5E27-493FD5879321}"/>
          </ac:grpSpMkLst>
        </pc:grpChg>
        <pc:graphicFrameChg chg="mod modGraphic">
          <ac:chgData name="Indoria, Priyanka Maruti" userId="c749efdb-d61c-4470-8df0-f0977f9f6ec1" providerId="ADAL" clId="{018107F5-3B83-4C00-A80B-A278C699A0CF}" dt="2026-03-02T13:06:07.615" v="802" actId="207"/>
          <ac:graphicFrameMkLst>
            <pc:docMk/>
            <pc:sldMk cId="528807313" sldId="296"/>
            <ac:graphicFrameMk id="7" creationId="{0CB16F4C-E0B1-DBF0-6B58-AF28638DD5CD}"/>
          </ac:graphicFrameMkLst>
        </pc:graphicFrameChg>
        <pc:graphicFrameChg chg="modGraphic">
          <ac:chgData name="Indoria, Priyanka Maruti" userId="c749efdb-d61c-4470-8df0-f0977f9f6ec1" providerId="ADAL" clId="{018107F5-3B83-4C00-A80B-A278C699A0CF}" dt="2026-03-02T13:06:31.805" v="807" actId="207"/>
          <ac:graphicFrameMkLst>
            <pc:docMk/>
            <pc:sldMk cId="528807313" sldId="296"/>
            <ac:graphicFrameMk id="96" creationId="{88B70D32-135B-81CC-2B30-73D5553D2FBD}"/>
          </ac:graphicFrameMkLst>
        </pc:graphicFrameChg>
        <pc:cxnChg chg="mod">
          <ac:chgData name="Indoria, Priyanka Maruti" userId="c749efdb-d61c-4470-8df0-f0977f9f6ec1" providerId="ADAL" clId="{018107F5-3B83-4C00-A80B-A278C699A0CF}" dt="2026-03-02T12:26:25.813" v="555" actId="208"/>
          <ac:cxnSpMkLst>
            <pc:docMk/>
            <pc:sldMk cId="528807313" sldId="296"/>
            <ac:cxnSpMk id="16" creationId="{D3CEB404-19C4-03CD-F619-C344B0114A8F}"/>
          </ac:cxnSpMkLst>
        </pc:cxnChg>
        <pc:cxnChg chg="mod">
          <ac:chgData name="Indoria, Priyanka Maruti" userId="c749efdb-d61c-4470-8df0-f0977f9f6ec1" providerId="ADAL" clId="{018107F5-3B83-4C00-A80B-A278C699A0CF}" dt="2026-03-02T12:25:59.584" v="552" actId="208"/>
          <ac:cxnSpMkLst>
            <pc:docMk/>
            <pc:sldMk cId="528807313" sldId="296"/>
            <ac:cxnSpMk id="17" creationId="{E7D16909-C8E9-0A00-5F92-258C7C9D478C}"/>
          </ac:cxnSpMkLst>
        </pc:cxnChg>
        <pc:cxnChg chg="mod">
          <ac:chgData name="Indoria, Priyanka Maruti" userId="c749efdb-d61c-4470-8df0-f0977f9f6ec1" providerId="ADAL" clId="{018107F5-3B83-4C00-A80B-A278C699A0CF}" dt="2026-03-02T12:26:39.441" v="556" actId="208"/>
          <ac:cxnSpMkLst>
            <pc:docMk/>
            <pc:sldMk cId="528807313" sldId="296"/>
            <ac:cxnSpMk id="98" creationId="{6B3BE2CD-6831-1DBA-53C8-1E4D7BBF5C8C}"/>
          </ac:cxnSpMkLst>
        </pc:cxnChg>
        <pc:cxnChg chg="mod">
          <ac:chgData name="Indoria, Priyanka Maruti" userId="c749efdb-d61c-4470-8df0-f0977f9f6ec1" providerId="ADAL" clId="{018107F5-3B83-4C00-A80B-A278C699A0CF}" dt="2026-03-02T12:27:44.834" v="564" actId="208"/>
          <ac:cxnSpMkLst>
            <pc:docMk/>
            <pc:sldMk cId="528807313" sldId="296"/>
            <ac:cxnSpMk id="104" creationId="{FFB1C177-3B38-0A9C-F26F-B09AD9EE6841}"/>
          </ac:cxnSpMkLst>
        </pc:cxnChg>
      </pc:sldChg>
      <pc:sldChg chg="addSp delSp modSp add mod modClrScheme chgLayout">
        <pc:chgData name="Indoria, Priyanka Maruti" userId="c749efdb-d61c-4470-8df0-f0977f9f6ec1" providerId="ADAL" clId="{018107F5-3B83-4C00-A80B-A278C699A0CF}" dt="2026-03-02T13:20:21.371" v="842" actId="1076"/>
        <pc:sldMkLst>
          <pc:docMk/>
          <pc:sldMk cId="4135068764" sldId="297"/>
        </pc:sldMkLst>
        <pc:spChg chg="mod ord">
          <ac:chgData name="Indoria, Priyanka Maruti" userId="c749efdb-d61c-4470-8df0-f0977f9f6ec1" providerId="ADAL" clId="{018107F5-3B83-4C00-A80B-A278C699A0CF}" dt="2026-03-02T12:34:50.461" v="631" actId="14100"/>
          <ac:spMkLst>
            <pc:docMk/>
            <pc:sldMk cId="4135068764" sldId="297"/>
            <ac:spMk id="3" creationId="{2D8771F6-F676-E219-BED5-23FC3808395A}"/>
          </ac:spMkLst>
        </pc:spChg>
      </pc:sldChg>
      <pc:sldChg chg="addSp delSp modSp add mod chgLayout">
        <pc:chgData name="Indoria, Priyanka Maruti" userId="c749efdb-d61c-4470-8df0-f0977f9f6ec1" providerId="ADAL" clId="{018107F5-3B83-4C00-A80B-A278C699A0CF}" dt="2026-03-02T13:54:51.876" v="911" actId="255"/>
        <pc:sldMkLst>
          <pc:docMk/>
          <pc:sldMk cId="684173832" sldId="298"/>
        </pc:sldMkLst>
        <pc:spChg chg="mod">
          <ac:chgData name="Indoria, Priyanka Maruti" userId="c749efdb-d61c-4470-8df0-f0977f9f6ec1" providerId="ADAL" clId="{018107F5-3B83-4C00-A80B-A278C699A0CF}" dt="2026-03-02T12:43:50.729" v="704" actId="1076"/>
          <ac:spMkLst>
            <pc:docMk/>
            <pc:sldMk cId="684173832" sldId="298"/>
            <ac:spMk id="8" creationId="{F9E73308-A744-10ED-E25F-ADE941B134D8}"/>
          </ac:spMkLst>
        </pc:spChg>
        <pc:spChg chg="add mod">
          <ac:chgData name="Indoria, Priyanka Maruti" userId="c749efdb-d61c-4470-8df0-f0977f9f6ec1" providerId="ADAL" clId="{018107F5-3B83-4C00-A80B-A278C699A0CF}" dt="2026-03-02T13:16:20.336" v="830" actId="21"/>
          <ac:spMkLst>
            <pc:docMk/>
            <pc:sldMk cId="684173832" sldId="298"/>
            <ac:spMk id="17" creationId="{4436B99E-41F2-81F0-560B-F42B5AB9D385}"/>
          </ac:spMkLst>
        </pc:spChg>
        <pc:spChg chg="mod">
          <ac:chgData name="Indoria, Priyanka Maruti" userId="c749efdb-d61c-4470-8df0-f0977f9f6ec1" providerId="ADAL" clId="{018107F5-3B83-4C00-A80B-A278C699A0CF}" dt="2026-03-02T13:53:54.542" v="905" actId="1036"/>
          <ac:spMkLst>
            <pc:docMk/>
            <pc:sldMk cId="684173832" sldId="298"/>
            <ac:spMk id="26" creationId="{540B73F6-D118-8BBE-455D-6FB150AF942C}"/>
          </ac:spMkLst>
        </pc:spChg>
        <pc:spChg chg="mod">
          <ac:chgData name="Indoria, Priyanka Maruti" userId="c749efdb-d61c-4470-8df0-f0977f9f6ec1" providerId="ADAL" clId="{018107F5-3B83-4C00-A80B-A278C699A0CF}" dt="2026-03-02T13:53:54.542" v="905" actId="1036"/>
          <ac:spMkLst>
            <pc:docMk/>
            <pc:sldMk cId="684173832" sldId="298"/>
            <ac:spMk id="29" creationId="{04F30BBE-314E-309D-0D7B-05AF0390246F}"/>
          </ac:spMkLst>
        </pc:spChg>
        <pc:spChg chg="add mod ord">
          <ac:chgData name="Indoria, Priyanka Maruti" userId="c749efdb-d61c-4470-8df0-f0977f9f6ec1" providerId="ADAL" clId="{018107F5-3B83-4C00-A80B-A278C699A0CF}" dt="2026-03-02T13:17:04.782" v="840" actId="6264"/>
          <ac:spMkLst>
            <pc:docMk/>
            <pc:sldMk cId="684173832" sldId="298"/>
            <ac:spMk id="30" creationId="{5275D27B-3AF5-12A6-1464-84932FF2259F}"/>
          </ac:spMkLst>
        </pc:spChg>
        <pc:spChg chg="add mod ord">
          <ac:chgData name="Indoria, Priyanka Maruti" userId="c749efdb-d61c-4470-8df0-f0977f9f6ec1" providerId="ADAL" clId="{018107F5-3B83-4C00-A80B-A278C699A0CF}" dt="2026-03-02T13:52:20.525" v="880" actId="207"/>
          <ac:spMkLst>
            <pc:docMk/>
            <pc:sldMk cId="684173832" sldId="298"/>
            <ac:spMk id="34" creationId="{A4445ADC-9603-0E7D-6B95-64B58A3709F0}"/>
          </ac:spMkLst>
        </pc:spChg>
        <pc:spChg chg="mod">
          <ac:chgData name="Indoria, Priyanka Maruti" userId="c749efdb-d61c-4470-8df0-f0977f9f6ec1" providerId="ADAL" clId="{018107F5-3B83-4C00-A80B-A278C699A0CF}" dt="2026-03-02T13:53:54.542" v="905" actId="1036"/>
          <ac:spMkLst>
            <pc:docMk/>
            <pc:sldMk cId="684173832" sldId="298"/>
            <ac:spMk id="39" creationId="{67377E6F-8F89-8D6A-6F71-F12D20F8A24F}"/>
          </ac:spMkLst>
        </pc:spChg>
        <pc:spChg chg="mod">
          <ac:chgData name="Indoria, Priyanka Maruti" userId="c749efdb-d61c-4470-8df0-f0977f9f6ec1" providerId="ADAL" clId="{018107F5-3B83-4C00-A80B-A278C699A0CF}" dt="2026-03-02T13:53:54.542" v="905" actId="1036"/>
          <ac:spMkLst>
            <pc:docMk/>
            <pc:sldMk cId="684173832" sldId="298"/>
            <ac:spMk id="43" creationId="{9A5A49A8-C2B3-0540-DE5A-B96FF60D0615}"/>
          </ac:spMkLst>
        </pc:spChg>
        <pc:spChg chg="mod">
          <ac:chgData name="Indoria, Priyanka Maruti" userId="c749efdb-d61c-4470-8df0-f0977f9f6ec1" providerId="ADAL" clId="{018107F5-3B83-4C00-A80B-A278C699A0CF}" dt="2026-03-02T13:53:54.542" v="905" actId="1036"/>
          <ac:spMkLst>
            <pc:docMk/>
            <pc:sldMk cId="684173832" sldId="298"/>
            <ac:spMk id="44" creationId="{984CAFC4-7743-9E90-2674-CDBA9990D61F}"/>
          </ac:spMkLst>
        </pc:spChg>
        <pc:spChg chg="mod">
          <ac:chgData name="Indoria, Priyanka Maruti" userId="c749efdb-d61c-4470-8df0-f0977f9f6ec1" providerId="ADAL" clId="{018107F5-3B83-4C00-A80B-A278C699A0CF}" dt="2026-03-02T13:53:54.542" v="905" actId="1036"/>
          <ac:spMkLst>
            <pc:docMk/>
            <pc:sldMk cId="684173832" sldId="298"/>
            <ac:spMk id="55" creationId="{3AF4157F-82FF-9D16-6A90-D02CDB531245}"/>
          </ac:spMkLst>
        </pc:spChg>
        <pc:spChg chg="mod">
          <ac:chgData name="Indoria, Priyanka Maruti" userId="c749efdb-d61c-4470-8df0-f0977f9f6ec1" providerId="ADAL" clId="{018107F5-3B83-4C00-A80B-A278C699A0CF}" dt="2026-03-02T12:42:19.183" v="700" actId="2711"/>
          <ac:spMkLst>
            <pc:docMk/>
            <pc:sldMk cId="684173832" sldId="298"/>
            <ac:spMk id="62" creationId="{D9BAF967-06A6-741B-D14D-C85B038660BD}"/>
          </ac:spMkLst>
        </pc:spChg>
        <pc:spChg chg="mod">
          <ac:chgData name="Indoria, Priyanka Maruti" userId="c749efdb-d61c-4470-8df0-f0977f9f6ec1" providerId="ADAL" clId="{018107F5-3B83-4C00-A80B-A278C699A0CF}" dt="2026-03-02T13:53:25.372" v="894" actId="1076"/>
          <ac:spMkLst>
            <pc:docMk/>
            <pc:sldMk cId="684173832" sldId="298"/>
            <ac:spMk id="83" creationId="{EC336A24-FFD4-03DD-0651-BDC22B945077}"/>
          </ac:spMkLst>
        </pc:spChg>
        <pc:spChg chg="mod">
          <ac:chgData name="Indoria, Priyanka Maruti" userId="c749efdb-d61c-4470-8df0-f0977f9f6ec1" providerId="ADAL" clId="{018107F5-3B83-4C00-A80B-A278C699A0CF}" dt="2026-03-02T13:53:25.372" v="894" actId="1076"/>
          <ac:spMkLst>
            <pc:docMk/>
            <pc:sldMk cId="684173832" sldId="298"/>
            <ac:spMk id="127" creationId="{A9150D73-9ABF-DE88-8579-E2503CDE4961}"/>
          </ac:spMkLst>
        </pc:spChg>
        <pc:spChg chg="mod">
          <ac:chgData name="Indoria, Priyanka Maruti" userId="c749efdb-d61c-4470-8df0-f0977f9f6ec1" providerId="ADAL" clId="{018107F5-3B83-4C00-A80B-A278C699A0CF}" dt="2026-03-02T13:53:25.372" v="894" actId="1076"/>
          <ac:spMkLst>
            <pc:docMk/>
            <pc:sldMk cId="684173832" sldId="298"/>
            <ac:spMk id="131" creationId="{F4C5B868-8DDB-203F-7CE6-D79F90475F1A}"/>
          </ac:spMkLst>
        </pc:spChg>
        <pc:spChg chg="mod">
          <ac:chgData name="Indoria, Priyanka Maruti" userId="c749efdb-d61c-4470-8df0-f0977f9f6ec1" providerId="ADAL" clId="{018107F5-3B83-4C00-A80B-A278C699A0CF}" dt="2026-03-02T13:53:25.372" v="894" actId="1076"/>
          <ac:spMkLst>
            <pc:docMk/>
            <pc:sldMk cId="684173832" sldId="298"/>
            <ac:spMk id="133" creationId="{0EBBF975-E910-E08C-C236-DB87AF09B82F}"/>
          </ac:spMkLst>
        </pc:spChg>
        <pc:spChg chg="mod">
          <ac:chgData name="Indoria, Priyanka Maruti" userId="c749efdb-d61c-4470-8df0-f0977f9f6ec1" providerId="ADAL" clId="{018107F5-3B83-4C00-A80B-A278C699A0CF}" dt="2026-03-02T13:53:25.372" v="894" actId="1076"/>
          <ac:spMkLst>
            <pc:docMk/>
            <pc:sldMk cId="684173832" sldId="298"/>
            <ac:spMk id="162" creationId="{6D984228-7D33-1658-40AD-0D1AEBBA02BD}"/>
          </ac:spMkLst>
        </pc:spChg>
        <pc:spChg chg="mod">
          <ac:chgData name="Indoria, Priyanka Maruti" userId="c749efdb-d61c-4470-8df0-f0977f9f6ec1" providerId="ADAL" clId="{018107F5-3B83-4C00-A80B-A278C699A0CF}" dt="2026-03-02T13:54:20.313" v="909" actId="207"/>
          <ac:spMkLst>
            <pc:docMk/>
            <pc:sldMk cId="684173832" sldId="298"/>
            <ac:spMk id="282" creationId="{6D72EF20-8516-3EEC-ECEA-2B4AFE5C9B25}"/>
          </ac:spMkLst>
        </pc:spChg>
        <pc:spChg chg="mod">
          <ac:chgData name="Indoria, Priyanka Maruti" userId="c749efdb-d61c-4470-8df0-f0977f9f6ec1" providerId="ADAL" clId="{018107F5-3B83-4C00-A80B-A278C699A0CF}" dt="2026-03-02T13:54:20.313" v="909" actId="207"/>
          <ac:spMkLst>
            <pc:docMk/>
            <pc:sldMk cId="684173832" sldId="298"/>
            <ac:spMk id="283" creationId="{F3B08CAB-EB79-8E60-0756-21E9254BDF12}"/>
          </ac:spMkLst>
        </pc:spChg>
        <pc:spChg chg="mod">
          <ac:chgData name="Indoria, Priyanka Maruti" userId="c749efdb-d61c-4470-8df0-f0977f9f6ec1" providerId="ADAL" clId="{018107F5-3B83-4C00-A80B-A278C699A0CF}" dt="2026-03-02T13:53:25.372" v="894" actId="1076"/>
          <ac:spMkLst>
            <pc:docMk/>
            <pc:sldMk cId="684173832" sldId="298"/>
            <ac:spMk id="294" creationId="{3DC32736-6855-56E2-9948-184A3ECF8ABC}"/>
          </ac:spMkLst>
        </pc:spChg>
        <pc:spChg chg="mod">
          <ac:chgData name="Indoria, Priyanka Maruti" userId="c749efdb-d61c-4470-8df0-f0977f9f6ec1" providerId="ADAL" clId="{018107F5-3B83-4C00-A80B-A278C699A0CF}" dt="2026-03-02T13:53:25.372" v="894" actId="1076"/>
          <ac:spMkLst>
            <pc:docMk/>
            <pc:sldMk cId="684173832" sldId="298"/>
            <ac:spMk id="348" creationId="{660FC19B-F1D9-EE68-6E37-515C02657F13}"/>
          </ac:spMkLst>
        </pc:spChg>
        <pc:spChg chg="mod">
          <ac:chgData name="Indoria, Priyanka Maruti" userId="c749efdb-d61c-4470-8df0-f0977f9f6ec1" providerId="ADAL" clId="{018107F5-3B83-4C00-A80B-A278C699A0CF}" dt="2026-03-02T13:53:25.372" v="894" actId="1076"/>
          <ac:spMkLst>
            <pc:docMk/>
            <pc:sldMk cId="684173832" sldId="298"/>
            <ac:spMk id="364" creationId="{3B94E7FF-C4B9-C708-D1BE-754A7491CED5}"/>
          </ac:spMkLst>
        </pc:spChg>
        <pc:spChg chg="mod">
          <ac:chgData name="Indoria, Priyanka Maruti" userId="c749efdb-d61c-4470-8df0-f0977f9f6ec1" providerId="ADAL" clId="{018107F5-3B83-4C00-A80B-A278C699A0CF}" dt="2026-03-02T13:53:25.372" v="894" actId="1076"/>
          <ac:spMkLst>
            <pc:docMk/>
            <pc:sldMk cId="684173832" sldId="298"/>
            <ac:spMk id="372" creationId="{CC5C998E-DC62-87A9-4235-6AC4A56FF5E4}"/>
          </ac:spMkLst>
        </pc:spChg>
        <pc:spChg chg="mod">
          <ac:chgData name="Indoria, Priyanka Maruti" userId="c749efdb-d61c-4470-8df0-f0977f9f6ec1" providerId="ADAL" clId="{018107F5-3B83-4C00-A80B-A278C699A0CF}" dt="2026-03-02T13:54:00.058" v="906" actId="1076"/>
          <ac:spMkLst>
            <pc:docMk/>
            <pc:sldMk cId="684173832" sldId="298"/>
            <ac:spMk id="403" creationId="{60C3F88B-75C5-1D30-C69B-ED83C0156A81}"/>
          </ac:spMkLst>
        </pc:spChg>
        <pc:spChg chg="mod">
          <ac:chgData name="Indoria, Priyanka Maruti" userId="c749efdb-d61c-4470-8df0-f0977f9f6ec1" providerId="ADAL" clId="{018107F5-3B83-4C00-A80B-A278C699A0CF}" dt="2026-03-02T13:54:48.122" v="910" actId="255"/>
          <ac:spMkLst>
            <pc:docMk/>
            <pc:sldMk cId="684173832" sldId="298"/>
            <ac:spMk id="453" creationId="{F3E49043-3B24-BFCB-5876-F38D816AF72C}"/>
          </ac:spMkLst>
        </pc:spChg>
        <pc:spChg chg="mod">
          <ac:chgData name="Indoria, Priyanka Maruti" userId="c749efdb-d61c-4470-8df0-f0977f9f6ec1" providerId="ADAL" clId="{018107F5-3B83-4C00-A80B-A278C699A0CF}" dt="2026-03-02T12:42:19.183" v="700" actId="2711"/>
          <ac:spMkLst>
            <pc:docMk/>
            <pc:sldMk cId="684173832" sldId="298"/>
            <ac:spMk id="458" creationId="{AC5366DD-02B2-F3AE-10B0-D229A0CFD7CE}"/>
          </ac:spMkLst>
        </pc:spChg>
        <pc:spChg chg="mod">
          <ac:chgData name="Indoria, Priyanka Maruti" userId="c749efdb-d61c-4470-8df0-f0977f9f6ec1" providerId="ADAL" clId="{018107F5-3B83-4C00-A80B-A278C699A0CF}" dt="2026-03-02T12:42:19.183" v="700" actId="2711"/>
          <ac:spMkLst>
            <pc:docMk/>
            <pc:sldMk cId="684173832" sldId="298"/>
            <ac:spMk id="460" creationId="{50E453F8-2C8B-6FEA-E8F0-4C1C333A4F76}"/>
          </ac:spMkLst>
        </pc:spChg>
        <pc:spChg chg="mod">
          <ac:chgData name="Indoria, Priyanka Maruti" userId="c749efdb-d61c-4470-8df0-f0977f9f6ec1" providerId="ADAL" clId="{018107F5-3B83-4C00-A80B-A278C699A0CF}" dt="2026-03-02T12:42:19.183" v="700" actId="2711"/>
          <ac:spMkLst>
            <pc:docMk/>
            <pc:sldMk cId="684173832" sldId="298"/>
            <ac:spMk id="461" creationId="{BCC2215B-2A9E-762D-A74C-EEC31736A9B4}"/>
          </ac:spMkLst>
        </pc:spChg>
        <pc:spChg chg="mod">
          <ac:chgData name="Indoria, Priyanka Maruti" userId="c749efdb-d61c-4470-8df0-f0977f9f6ec1" providerId="ADAL" clId="{018107F5-3B83-4C00-A80B-A278C699A0CF}" dt="2026-03-02T13:53:54.542" v="905" actId="1036"/>
          <ac:spMkLst>
            <pc:docMk/>
            <pc:sldMk cId="684173832" sldId="298"/>
            <ac:spMk id="464" creationId="{623CF6EB-623F-3C35-696D-8CA60AD84695}"/>
          </ac:spMkLst>
        </pc:spChg>
        <pc:spChg chg="mod">
          <ac:chgData name="Indoria, Priyanka Maruti" userId="c749efdb-d61c-4470-8df0-f0977f9f6ec1" providerId="ADAL" clId="{018107F5-3B83-4C00-A80B-A278C699A0CF}" dt="2026-03-02T13:54:51.876" v="911" actId="255"/>
          <ac:spMkLst>
            <pc:docMk/>
            <pc:sldMk cId="684173832" sldId="298"/>
            <ac:spMk id="467" creationId="{270F108B-168C-9BD4-182A-E516C8CE1F37}"/>
          </ac:spMkLst>
        </pc:spChg>
        <pc:grpChg chg="mod">
          <ac:chgData name="Indoria, Priyanka Maruti" userId="c749efdb-d61c-4470-8df0-f0977f9f6ec1" providerId="ADAL" clId="{018107F5-3B83-4C00-A80B-A278C699A0CF}" dt="2026-03-02T13:54:20.313" v="909" actId="207"/>
          <ac:grpSpMkLst>
            <pc:docMk/>
            <pc:sldMk cId="684173832" sldId="298"/>
            <ac:grpSpMk id="281" creationId="{6A58CC81-0297-AC5E-5141-D1787499D770}"/>
          </ac:grpSpMkLst>
        </pc:grpChg>
        <pc:cxnChg chg="mod">
          <ac:chgData name="Indoria, Priyanka Maruti" userId="c749efdb-d61c-4470-8df0-f0977f9f6ec1" providerId="ADAL" clId="{018107F5-3B83-4C00-A80B-A278C699A0CF}" dt="2026-03-02T13:53:54.542" v="905" actId="1036"/>
          <ac:cxnSpMkLst>
            <pc:docMk/>
            <pc:sldMk cId="684173832" sldId="298"/>
            <ac:cxnSpMk id="38" creationId="{047AC7DC-4052-6FBD-555A-1D67AA7C5E08}"/>
          </ac:cxnSpMkLst>
        </pc:cxnChg>
        <pc:cxnChg chg="mod">
          <ac:chgData name="Indoria, Priyanka Maruti" userId="c749efdb-d61c-4470-8df0-f0977f9f6ec1" providerId="ADAL" clId="{018107F5-3B83-4C00-A80B-A278C699A0CF}" dt="2026-03-02T13:53:54.542" v="905" actId="1036"/>
          <ac:cxnSpMkLst>
            <pc:docMk/>
            <pc:sldMk cId="684173832" sldId="298"/>
            <ac:cxnSpMk id="405" creationId="{A4A4E7A8-887A-A0DF-8952-AF8727C17876}"/>
          </ac:cxnSpMkLst>
        </pc:cxnChg>
      </pc:sldChg>
      <pc:sldChg chg="addSp delSp modSp add mod modClrScheme chgLayout">
        <pc:chgData name="Indoria, Priyanka Maruti" userId="c749efdb-d61c-4470-8df0-f0977f9f6ec1" providerId="ADAL" clId="{018107F5-3B83-4C00-A80B-A278C699A0CF}" dt="2026-03-02T14:10:55.278" v="1001" actId="1076"/>
        <pc:sldMkLst>
          <pc:docMk/>
          <pc:sldMk cId="1223946958" sldId="300"/>
        </pc:sldMkLst>
        <pc:spChg chg="add mod">
          <ac:chgData name="Indoria, Priyanka Maruti" userId="c749efdb-d61c-4470-8df0-f0977f9f6ec1" providerId="ADAL" clId="{018107F5-3B83-4C00-A80B-A278C699A0CF}" dt="2026-03-02T14:10:55.278" v="1001" actId="1076"/>
          <ac:spMkLst>
            <pc:docMk/>
            <pc:sldMk cId="1223946958" sldId="300"/>
            <ac:spMk id="7" creationId="{8AFDA8EF-8C82-FC0E-B89B-392A981478F3}"/>
          </ac:spMkLst>
        </pc:spChg>
      </pc:sldChg>
      <pc:sldChg chg="addSp delSp modSp add mod ord chgLayout">
        <pc:chgData name="Indoria, Priyanka Maruti" userId="c749efdb-d61c-4470-8df0-f0977f9f6ec1" providerId="ADAL" clId="{018107F5-3B83-4C00-A80B-A278C699A0CF}" dt="2026-03-02T15:20:01.402" v="1435" actId="6264"/>
        <pc:sldMkLst>
          <pc:docMk/>
          <pc:sldMk cId="646053314" sldId="301"/>
        </pc:sldMkLst>
        <pc:spChg chg="mod ord">
          <ac:chgData name="Indoria, Priyanka Maruti" userId="c749efdb-d61c-4470-8df0-f0977f9f6ec1" providerId="ADAL" clId="{018107F5-3B83-4C00-A80B-A278C699A0CF}" dt="2026-03-02T15:20:01.402" v="1435" actId="6264"/>
          <ac:spMkLst>
            <pc:docMk/>
            <pc:sldMk cId="646053314" sldId="301"/>
            <ac:spMk id="2" creationId="{DE8B7345-0760-C844-BEFE-9856E2A2CA4A}"/>
          </ac:spMkLst>
        </pc:spChg>
        <pc:spChg chg="mod">
          <ac:chgData name="Indoria, Priyanka Maruti" userId="c749efdb-d61c-4470-8df0-f0977f9f6ec1" providerId="ADAL" clId="{018107F5-3B83-4C00-A80B-A278C699A0CF}" dt="2026-03-02T14:13:42.078" v="1012" actId="1076"/>
          <ac:spMkLst>
            <pc:docMk/>
            <pc:sldMk cId="646053314" sldId="301"/>
            <ac:spMk id="4" creationId="{9D62713A-A82E-E3DF-9448-FD3E4C16A6DD}"/>
          </ac:spMkLst>
        </pc:spChg>
        <pc:spChg chg="add mod">
          <ac:chgData name="Indoria, Priyanka Maruti" userId="c749efdb-d61c-4470-8df0-f0977f9f6ec1" providerId="ADAL" clId="{018107F5-3B83-4C00-A80B-A278C699A0CF}" dt="2026-03-02T14:12:54.354" v="1009"/>
          <ac:spMkLst>
            <pc:docMk/>
            <pc:sldMk cId="646053314" sldId="301"/>
            <ac:spMk id="14" creationId="{BF6FA7F9-7533-E8F3-D25C-AA88E9363CB2}"/>
          </ac:spMkLst>
        </pc:spChg>
        <pc:spChg chg="add mod">
          <ac:chgData name="Indoria, Priyanka Maruti" userId="c749efdb-d61c-4470-8df0-f0977f9f6ec1" providerId="ADAL" clId="{018107F5-3B83-4C00-A80B-A278C699A0CF}" dt="2026-03-02T14:12:54.354" v="1009"/>
          <ac:spMkLst>
            <pc:docMk/>
            <pc:sldMk cId="646053314" sldId="301"/>
            <ac:spMk id="17" creationId="{711055C6-1C18-AA96-606A-75E5A53F0604}"/>
          </ac:spMkLst>
        </pc:spChg>
        <pc:spChg chg="add mod">
          <ac:chgData name="Indoria, Priyanka Maruti" userId="c749efdb-d61c-4470-8df0-f0977f9f6ec1" providerId="ADAL" clId="{018107F5-3B83-4C00-A80B-A278C699A0CF}" dt="2026-03-02T14:12:54.354" v="1009"/>
          <ac:spMkLst>
            <pc:docMk/>
            <pc:sldMk cId="646053314" sldId="301"/>
            <ac:spMk id="35" creationId="{A17C28D7-E5D3-289C-8A58-C4E4BCE88D19}"/>
          </ac:spMkLst>
        </pc:spChg>
        <pc:spChg chg="add mod">
          <ac:chgData name="Indoria, Priyanka Maruti" userId="c749efdb-d61c-4470-8df0-f0977f9f6ec1" providerId="ADAL" clId="{018107F5-3B83-4C00-A80B-A278C699A0CF}" dt="2026-03-02T14:12:54.354" v="1009"/>
          <ac:spMkLst>
            <pc:docMk/>
            <pc:sldMk cId="646053314" sldId="301"/>
            <ac:spMk id="43" creationId="{2F162C38-AA21-0EBF-C115-A72D09067746}"/>
          </ac:spMkLst>
        </pc:spChg>
        <pc:spChg chg="add mod">
          <ac:chgData name="Indoria, Priyanka Maruti" userId="c749efdb-d61c-4470-8df0-f0977f9f6ec1" providerId="ADAL" clId="{018107F5-3B83-4C00-A80B-A278C699A0CF}" dt="2026-03-02T14:12:54.354" v="1009"/>
          <ac:spMkLst>
            <pc:docMk/>
            <pc:sldMk cId="646053314" sldId="301"/>
            <ac:spMk id="53" creationId="{10944079-4AF2-C6CB-6EEC-53B23C1331F0}"/>
          </ac:spMkLst>
        </pc:spChg>
        <pc:spChg chg="add mod">
          <ac:chgData name="Indoria, Priyanka Maruti" userId="c749efdb-d61c-4470-8df0-f0977f9f6ec1" providerId="ADAL" clId="{018107F5-3B83-4C00-A80B-A278C699A0CF}" dt="2026-03-02T14:12:54.354" v="1009"/>
          <ac:spMkLst>
            <pc:docMk/>
            <pc:sldMk cId="646053314" sldId="301"/>
            <ac:spMk id="65" creationId="{4BB2CDA5-C2E9-1CC8-0F2D-F47793F286B4}"/>
          </ac:spMkLst>
        </pc:spChg>
        <pc:spChg chg="add mod">
          <ac:chgData name="Indoria, Priyanka Maruti" userId="c749efdb-d61c-4470-8df0-f0977f9f6ec1" providerId="ADAL" clId="{018107F5-3B83-4C00-A80B-A278C699A0CF}" dt="2026-03-02T14:12:54.354" v="1009"/>
          <ac:spMkLst>
            <pc:docMk/>
            <pc:sldMk cId="646053314" sldId="301"/>
            <ac:spMk id="66" creationId="{4F43A39E-5351-DE74-D6F0-FC32A82E4F59}"/>
          </ac:spMkLst>
        </pc:spChg>
        <pc:spChg chg="add mod">
          <ac:chgData name="Indoria, Priyanka Maruti" userId="c749efdb-d61c-4470-8df0-f0977f9f6ec1" providerId="ADAL" clId="{018107F5-3B83-4C00-A80B-A278C699A0CF}" dt="2026-03-02T14:12:54.354" v="1009"/>
          <ac:spMkLst>
            <pc:docMk/>
            <pc:sldMk cId="646053314" sldId="301"/>
            <ac:spMk id="72" creationId="{671707FF-C539-59E0-8A83-61EF603A8170}"/>
          </ac:spMkLst>
        </pc:spChg>
        <pc:spChg chg="add mod">
          <ac:chgData name="Indoria, Priyanka Maruti" userId="c749efdb-d61c-4470-8df0-f0977f9f6ec1" providerId="ADAL" clId="{018107F5-3B83-4C00-A80B-A278C699A0CF}" dt="2026-03-02T14:12:54.354" v="1009"/>
          <ac:spMkLst>
            <pc:docMk/>
            <pc:sldMk cId="646053314" sldId="301"/>
            <ac:spMk id="82" creationId="{944D4B21-7E14-A545-5D2B-4F8FEB409CAD}"/>
          </ac:spMkLst>
        </pc:spChg>
        <pc:spChg chg="add mod">
          <ac:chgData name="Indoria, Priyanka Maruti" userId="c749efdb-d61c-4470-8df0-f0977f9f6ec1" providerId="ADAL" clId="{018107F5-3B83-4C00-A80B-A278C699A0CF}" dt="2026-03-02T14:12:54.354" v="1009"/>
          <ac:spMkLst>
            <pc:docMk/>
            <pc:sldMk cId="646053314" sldId="301"/>
            <ac:spMk id="94" creationId="{00240907-B774-F669-6C34-63E3CE6290CF}"/>
          </ac:spMkLst>
        </pc:spChg>
        <pc:spChg chg="add mod">
          <ac:chgData name="Indoria, Priyanka Maruti" userId="c749efdb-d61c-4470-8df0-f0977f9f6ec1" providerId="ADAL" clId="{018107F5-3B83-4C00-A80B-A278C699A0CF}" dt="2026-03-02T14:13:14.101" v="1011" actId="207"/>
          <ac:spMkLst>
            <pc:docMk/>
            <pc:sldMk cId="646053314" sldId="301"/>
            <ac:spMk id="115" creationId="{3DFDD7B1-5415-47A4-C883-AA2CD2A53272}"/>
          </ac:spMkLst>
        </pc:spChg>
        <pc:spChg chg="add mod">
          <ac:chgData name="Indoria, Priyanka Maruti" userId="c749efdb-d61c-4470-8df0-f0977f9f6ec1" providerId="ADAL" clId="{018107F5-3B83-4C00-A80B-A278C699A0CF}" dt="2026-03-02T14:13:14.101" v="1011" actId="207"/>
          <ac:spMkLst>
            <pc:docMk/>
            <pc:sldMk cId="646053314" sldId="301"/>
            <ac:spMk id="116" creationId="{9DED3DAB-4030-E335-DF45-BD4D6AFA6076}"/>
          </ac:spMkLst>
        </pc:spChg>
      </pc:sldChg>
      <pc:sldChg chg="addSp delSp modSp add mod modClrScheme chgLayout">
        <pc:chgData name="Indoria, Priyanka Maruti" userId="c749efdb-d61c-4470-8df0-f0977f9f6ec1" providerId="ADAL" clId="{018107F5-3B83-4C00-A80B-A278C699A0CF}" dt="2026-03-02T14:18:51.649" v="1062" actId="478"/>
        <pc:sldMkLst>
          <pc:docMk/>
          <pc:sldMk cId="3316055259" sldId="302"/>
        </pc:sldMkLst>
        <pc:spChg chg="mod ord">
          <ac:chgData name="Indoria, Priyanka Maruti" userId="c749efdb-d61c-4470-8df0-f0977f9f6ec1" providerId="ADAL" clId="{018107F5-3B83-4C00-A80B-A278C699A0CF}" dt="2026-03-02T14:18:34.115" v="1059" actId="6264"/>
          <ac:spMkLst>
            <pc:docMk/>
            <pc:sldMk cId="3316055259" sldId="302"/>
            <ac:spMk id="3" creationId="{47104E83-B204-2FB2-012D-2964EC6219BF}"/>
          </ac:spMkLst>
        </pc:spChg>
      </pc:sldChg>
      <pc:sldChg chg="modSp add mod ord">
        <pc:chgData name="Indoria, Priyanka Maruti" userId="c749efdb-d61c-4470-8df0-f0977f9f6ec1" providerId="ADAL" clId="{018107F5-3B83-4C00-A80B-A278C699A0CF}" dt="2026-03-02T14:25:29.927" v="1110"/>
        <pc:sldMkLst>
          <pc:docMk/>
          <pc:sldMk cId="2209397627" sldId="303"/>
        </pc:sldMkLst>
        <pc:spChg chg="mod">
          <ac:chgData name="Indoria, Priyanka Maruti" userId="c749efdb-d61c-4470-8df0-f0977f9f6ec1" providerId="ADAL" clId="{018107F5-3B83-4C00-A80B-A278C699A0CF}" dt="2026-03-02T14:25:29.927" v="1110"/>
          <ac:spMkLst>
            <pc:docMk/>
            <pc:sldMk cId="2209397627" sldId="303"/>
            <ac:spMk id="3" creationId="{7ECC78AF-DF40-2B94-24FE-1B887F81E366}"/>
          </ac:spMkLst>
        </pc:spChg>
      </pc:sldChg>
      <pc:sldChg chg="modSp add mod ord">
        <pc:chgData name="Indoria, Priyanka Maruti" userId="c749efdb-d61c-4470-8df0-f0977f9f6ec1" providerId="ADAL" clId="{018107F5-3B83-4C00-A80B-A278C699A0CF}" dt="2026-03-02T14:26:20.321" v="1120" actId="14100"/>
        <pc:sldMkLst>
          <pc:docMk/>
          <pc:sldMk cId="4258124853" sldId="304"/>
        </pc:sldMkLst>
        <pc:spChg chg="mod">
          <ac:chgData name="Indoria, Priyanka Maruti" userId="c749efdb-d61c-4470-8df0-f0977f9f6ec1" providerId="ADAL" clId="{018107F5-3B83-4C00-A80B-A278C699A0CF}" dt="2026-03-02T14:26:20.321" v="1120" actId="14100"/>
          <ac:spMkLst>
            <pc:docMk/>
            <pc:sldMk cId="4258124853" sldId="304"/>
            <ac:spMk id="3" creationId="{A35D1ADA-62C0-D5BC-BF8A-E5354D3C4FF0}"/>
          </ac:spMkLst>
        </pc:spChg>
      </pc:sldChg>
      <pc:sldChg chg="modSp add mod ord">
        <pc:chgData name="Indoria, Priyanka Maruti" userId="c749efdb-d61c-4470-8df0-f0977f9f6ec1" providerId="ADAL" clId="{018107F5-3B83-4C00-A80B-A278C699A0CF}" dt="2026-03-02T14:29:32.417" v="1139"/>
        <pc:sldMkLst>
          <pc:docMk/>
          <pc:sldMk cId="2627036070" sldId="305"/>
        </pc:sldMkLst>
        <pc:spChg chg="mod">
          <ac:chgData name="Indoria, Priyanka Maruti" userId="c749efdb-d61c-4470-8df0-f0977f9f6ec1" providerId="ADAL" clId="{018107F5-3B83-4C00-A80B-A278C699A0CF}" dt="2026-03-02T14:29:32.417" v="1139"/>
          <ac:spMkLst>
            <pc:docMk/>
            <pc:sldMk cId="2627036070" sldId="305"/>
            <ac:spMk id="3" creationId="{8DCBB222-178F-D85B-9F4E-3101950BC489}"/>
          </ac:spMkLst>
        </pc:spChg>
      </pc:sldChg>
      <pc:sldChg chg="modSp add mod ord">
        <pc:chgData name="Indoria, Priyanka Maruti" userId="c749efdb-d61c-4470-8df0-f0977f9f6ec1" providerId="ADAL" clId="{018107F5-3B83-4C00-A80B-A278C699A0CF}" dt="2026-03-02T14:41:35.203" v="1270"/>
        <pc:sldMkLst>
          <pc:docMk/>
          <pc:sldMk cId="2682956806" sldId="306"/>
        </pc:sldMkLst>
        <pc:spChg chg="mod">
          <ac:chgData name="Indoria, Priyanka Maruti" userId="c749efdb-d61c-4470-8df0-f0977f9f6ec1" providerId="ADAL" clId="{018107F5-3B83-4C00-A80B-A278C699A0CF}" dt="2026-03-02T14:41:35.203" v="1270"/>
          <ac:spMkLst>
            <pc:docMk/>
            <pc:sldMk cId="2682956806" sldId="306"/>
            <ac:spMk id="3" creationId="{DE5FC60D-4723-F860-83F0-93D0D68A9377}"/>
          </ac:spMkLst>
        </pc:spChg>
      </pc:sldChg>
      <pc:sldChg chg="modSp add mod ord">
        <pc:chgData name="Indoria, Priyanka Maruti" userId="c749efdb-d61c-4470-8df0-f0977f9f6ec1" providerId="ADAL" clId="{018107F5-3B83-4C00-A80B-A278C699A0CF}" dt="2026-03-02T14:48:54.841" v="1310"/>
        <pc:sldMkLst>
          <pc:docMk/>
          <pc:sldMk cId="3319585660" sldId="307"/>
        </pc:sldMkLst>
        <pc:spChg chg="mod">
          <ac:chgData name="Indoria, Priyanka Maruti" userId="c749efdb-d61c-4470-8df0-f0977f9f6ec1" providerId="ADAL" clId="{018107F5-3B83-4C00-A80B-A278C699A0CF}" dt="2026-03-02T14:48:54.841" v="1310"/>
          <ac:spMkLst>
            <pc:docMk/>
            <pc:sldMk cId="3319585660" sldId="307"/>
            <ac:spMk id="3" creationId="{0025B456-C327-3B36-F10D-58D4683AB7C6}"/>
          </ac:spMkLst>
        </pc:spChg>
      </pc:sldChg>
      <pc:sldChg chg="addSp delSp modSp mod chgLayout">
        <pc:chgData name="Indoria, Priyanka Maruti" userId="c749efdb-d61c-4470-8df0-f0977f9f6ec1" providerId="ADAL" clId="{018107F5-3B83-4C00-A80B-A278C699A0CF}" dt="2026-03-02T15:19:52.275" v="1434" actId="6264"/>
        <pc:sldMkLst>
          <pc:docMk/>
          <pc:sldMk cId="4100201483" sldId="536"/>
        </pc:sldMkLst>
        <pc:spChg chg="add mod ord">
          <ac:chgData name="Indoria, Priyanka Maruti" userId="c749efdb-d61c-4470-8df0-f0977f9f6ec1" providerId="ADAL" clId="{018107F5-3B83-4C00-A80B-A278C699A0CF}" dt="2026-03-02T15:19:52.275" v="1434" actId="6264"/>
          <ac:spMkLst>
            <pc:docMk/>
            <pc:sldMk cId="4100201483" sldId="536"/>
            <ac:spMk id="2" creationId="{9F41B466-424A-A031-B39B-6CC4ED4B3794}"/>
          </ac:spMkLst>
        </pc:spChg>
        <pc:spChg chg="mod">
          <ac:chgData name="Indoria, Priyanka Maruti" userId="c749efdb-d61c-4470-8df0-f0977f9f6ec1" providerId="ADAL" clId="{018107F5-3B83-4C00-A80B-A278C699A0CF}" dt="2026-03-02T14:10:00.151" v="990" actId="2711"/>
          <ac:spMkLst>
            <pc:docMk/>
            <pc:sldMk cId="4100201483" sldId="536"/>
            <ac:spMk id="7" creationId="{00000000-0000-0000-0000-000000000000}"/>
          </ac:spMkLst>
        </pc:spChg>
        <pc:spChg chg="mod">
          <ac:chgData name="Indoria, Priyanka Maruti" userId="c749efdb-d61c-4470-8df0-f0977f9f6ec1" providerId="ADAL" clId="{018107F5-3B83-4C00-A80B-A278C699A0CF}" dt="2026-03-02T14:10:00.151" v="990" actId="2711"/>
          <ac:spMkLst>
            <pc:docMk/>
            <pc:sldMk cId="4100201483" sldId="536"/>
            <ac:spMk id="8" creationId="{00000000-0000-0000-0000-000000000000}"/>
          </ac:spMkLst>
        </pc:spChg>
        <pc:spChg chg="mod">
          <ac:chgData name="Indoria, Priyanka Maruti" userId="c749efdb-d61c-4470-8df0-f0977f9f6ec1" providerId="ADAL" clId="{018107F5-3B83-4C00-A80B-A278C699A0CF}" dt="2026-03-02T14:10:00.151" v="990" actId="2711"/>
          <ac:spMkLst>
            <pc:docMk/>
            <pc:sldMk cId="4100201483" sldId="536"/>
            <ac:spMk id="15" creationId="{00000000-0000-0000-0000-000000000000}"/>
          </ac:spMkLst>
        </pc:spChg>
        <pc:spChg chg="mod">
          <ac:chgData name="Indoria, Priyanka Maruti" userId="c749efdb-d61c-4470-8df0-f0977f9f6ec1" providerId="ADAL" clId="{018107F5-3B83-4C00-A80B-A278C699A0CF}" dt="2026-03-02T14:10:00.151" v="990" actId="2711"/>
          <ac:spMkLst>
            <pc:docMk/>
            <pc:sldMk cId="4100201483" sldId="536"/>
            <ac:spMk id="16" creationId="{00000000-0000-0000-0000-000000000000}"/>
          </ac:spMkLst>
        </pc:spChg>
        <pc:spChg chg="mod">
          <ac:chgData name="Indoria, Priyanka Maruti" userId="c749efdb-d61c-4470-8df0-f0977f9f6ec1" providerId="ADAL" clId="{018107F5-3B83-4C00-A80B-A278C699A0CF}" dt="2026-03-02T14:10:00.151" v="990" actId="2711"/>
          <ac:spMkLst>
            <pc:docMk/>
            <pc:sldMk cId="4100201483" sldId="536"/>
            <ac:spMk id="32" creationId="{00000000-0000-0000-0000-000000000000}"/>
          </ac:spMkLst>
        </pc:spChg>
        <pc:spChg chg="mod">
          <ac:chgData name="Indoria, Priyanka Maruti" userId="c749efdb-d61c-4470-8df0-f0977f9f6ec1" providerId="ADAL" clId="{018107F5-3B83-4C00-A80B-A278C699A0CF}" dt="2026-03-02T14:10:00.151" v="990" actId="2711"/>
          <ac:spMkLst>
            <pc:docMk/>
            <pc:sldMk cId="4100201483" sldId="536"/>
            <ac:spMk id="33" creationId="{00000000-0000-0000-0000-000000000000}"/>
          </ac:spMkLst>
        </pc:spChg>
        <pc:spChg chg="mod">
          <ac:chgData name="Indoria, Priyanka Maruti" userId="c749efdb-d61c-4470-8df0-f0977f9f6ec1" providerId="ADAL" clId="{018107F5-3B83-4C00-A80B-A278C699A0CF}" dt="2026-03-02T14:10:06.872" v="992" actId="207"/>
          <ac:spMkLst>
            <pc:docMk/>
            <pc:sldMk cId="4100201483" sldId="536"/>
            <ac:spMk id="36" creationId="{00000000-0000-0000-0000-000000000000}"/>
          </ac:spMkLst>
        </pc:spChg>
        <pc:spChg chg="mod">
          <ac:chgData name="Indoria, Priyanka Maruti" userId="c749efdb-d61c-4470-8df0-f0977f9f6ec1" providerId="ADAL" clId="{018107F5-3B83-4C00-A80B-A278C699A0CF}" dt="2026-03-02T14:10:06.872" v="992" actId="207"/>
          <ac:spMkLst>
            <pc:docMk/>
            <pc:sldMk cId="4100201483" sldId="536"/>
            <ac:spMk id="37" creationId="{00000000-0000-0000-0000-000000000000}"/>
          </ac:spMkLst>
        </pc:spChg>
        <pc:spChg chg="mod">
          <ac:chgData name="Indoria, Priyanka Maruti" userId="c749efdb-d61c-4470-8df0-f0977f9f6ec1" providerId="ADAL" clId="{018107F5-3B83-4C00-A80B-A278C699A0CF}" dt="2026-03-02T14:10:06.872" v="992" actId="207"/>
          <ac:spMkLst>
            <pc:docMk/>
            <pc:sldMk cId="4100201483" sldId="536"/>
            <ac:spMk id="40" creationId="{00000000-0000-0000-0000-000000000000}"/>
          </ac:spMkLst>
        </pc:spChg>
        <pc:spChg chg="mod">
          <ac:chgData name="Indoria, Priyanka Maruti" userId="c749efdb-d61c-4470-8df0-f0977f9f6ec1" providerId="ADAL" clId="{018107F5-3B83-4C00-A80B-A278C699A0CF}" dt="2026-03-02T14:10:06.872" v="992" actId="207"/>
          <ac:spMkLst>
            <pc:docMk/>
            <pc:sldMk cId="4100201483" sldId="536"/>
            <ac:spMk id="41" creationId="{00000000-0000-0000-0000-000000000000}"/>
          </ac:spMkLst>
        </pc:spChg>
        <pc:spChg chg="mod">
          <ac:chgData name="Indoria, Priyanka Maruti" userId="c749efdb-d61c-4470-8df0-f0977f9f6ec1" providerId="ADAL" clId="{018107F5-3B83-4C00-A80B-A278C699A0CF}" dt="2026-03-02T14:10:00.151" v="990" actId="2711"/>
          <ac:spMkLst>
            <pc:docMk/>
            <pc:sldMk cId="4100201483" sldId="536"/>
            <ac:spMk id="51" creationId="{00000000-0000-0000-0000-000000000000}"/>
          </ac:spMkLst>
        </pc:spChg>
        <pc:grpChg chg="mod">
          <ac:chgData name="Indoria, Priyanka Maruti" userId="c749efdb-d61c-4470-8df0-f0977f9f6ec1" providerId="ADAL" clId="{018107F5-3B83-4C00-A80B-A278C699A0CF}" dt="2026-03-02T14:10:06.872" v="992" actId="207"/>
          <ac:grpSpMkLst>
            <pc:docMk/>
            <pc:sldMk cId="4100201483" sldId="536"/>
            <ac:grpSpMk id="22" creationId="{00000000-0000-0000-0000-000000000000}"/>
          </ac:grpSpMkLst>
        </pc:grpChg>
        <pc:grpChg chg="mod">
          <ac:chgData name="Indoria, Priyanka Maruti" userId="c749efdb-d61c-4470-8df0-f0977f9f6ec1" providerId="ADAL" clId="{018107F5-3B83-4C00-A80B-A278C699A0CF}" dt="2026-03-02T14:10:06.872" v="992" actId="207"/>
          <ac:grpSpMkLst>
            <pc:docMk/>
            <pc:sldMk cId="4100201483" sldId="536"/>
            <ac:grpSpMk id="30" creationId="{00000000-0000-0000-0000-000000000000}"/>
          </ac:grpSpMkLst>
        </pc:grpChg>
        <pc:picChg chg="mod">
          <ac:chgData name="Indoria, Priyanka Maruti" userId="c749efdb-d61c-4470-8df0-f0977f9f6ec1" providerId="ADAL" clId="{018107F5-3B83-4C00-A80B-A278C699A0CF}" dt="2026-03-02T14:10:06.872" v="992" actId="207"/>
          <ac:picMkLst>
            <pc:docMk/>
            <pc:sldMk cId="4100201483" sldId="536"/>
            <ac:picMk id="44" creationId="{81E9FC82-DF83-6E44-D020-959661ADF567}"/>
          </ac:picMkLst>
        </pc:picChg>
        <pc:picChg chg="mod">
          <ac:chgData name="Indoria, Priyanka Maruti" userId="c749efdb-d61c-4470-8df0-f0977f9f6ec1" providerId="ADAL" clId="{018107F5-3B83-4C00-A80B-A278C699A0CF}" dt="2026-03-02T14:10:06.872" v="992" actId="207"/>
          <ac:picMkLst>
            <pc:docMk/>
            <pc:sldMk cId="4100201483" sldId="536"/>
            <ac:picMk id="45" creationId="{848B13B9-FA7B-1447-F555-426F9DC7EA2B}"/>
          </ac:picMkLst>
        </pc:picChg>
        <pc:picChg chg="mod">
          <ac:chgData name="Indoria, Priyanka Maruti" userId="c749efdb-d61c-4470-8df0-f0977f9f6ec1" providerId="ADAL" clId="{018107F5-3B83-4C00-A80B-A278C699A0CF}" dt="2026-03-02T14:10:06.872" v="992" actId="207"/>
          <ac:picMkLst>
            <pc:docMk/>
            <pc:sldMk cId="4100201483" sldId="536"/>
            <ac:picMk id="46" creationId="{4450222F-FA82-67E7-98F1-E1A321C93C5B}"/>
          </ac:picMkLst>
        </pc:picChg>
        <pc:picChg chg="mod">
          <ac:chgData name="Indoria, Priyanka Maruti" userId="c749efdb-d61c-4470-8df0-f0977f9f6ec1" providerId="ADAL" clId="{018107F5-3B83-4C00-A80B-A278C699A0CF}" dt="2026-03-02T14:10:06.872" v="992" actId="207"/>
          <ac:picMkLst>
            <pc:docMk/>
            <pc:sldMk cId="4100201483" sldId="536"/>
            <ac:picMk id="52" creationId="{723F21A2-40D0-E3BF-B749-D3E399205AAC}"/>
          </ac:picMkLst>
        </pc:picChg>
        <pc:picChg chg="mod">
          <ac:chgData name="Indoria, Priyanka Maruti" userId="c749efdb-d61c-4470-8df0-f0977f9f6ec1" providerId="ADAL" clId="{018107F5-3B83-4C00-A80B-A278C699A0CF}" dt="2026-03-02T14:09:55.250" v="989" actId="207"/>
          <ac:picMkLst>
            <pc:docMk/>
            <pc:sldMk cId="4100201483" sldId="536"/>
            <ac:picMk id="56" creationId="{A05B3127-142B-2984-7D2A-8065BA23C0D5}"/>
          </ac:picMkLst>
        </pc:picChg>
      </pc:sldChg>
      <pc:sldChg chg="addSp delSp modSp mod chgLayout">
        <pc:chgData name="Indoria, Priyanka Maruti" userId="c749efdb-d61c-4470-8df0-f0977f9f6ec1" providerId="ADAL" clId="{018107F5-3B83-4C00-A80B-A278C699A0CF}" dt="2026-03-02T15:19:49.393" v="1433" actId="6264"/>
        <pc:sldMkLst>
          <pc:docMk/>
          <pc:sldMk cId="1792707872" sldId="538"/>
        </pc:sldMkLst>
        <pc:spChg chg="add mod ord">
          <ac:chgData name="Indoria, Priyanka Maruti" userId="c749efdb-d61c-4470-8df0-f0977f9f6ec1" providerId="ADAL" clId="{018107F5-3B83-4C00-A80B-A278C699A0CF}" dt="2026-03-02T15:19:49.393" v="1433" actId="6264"/>
          <ac:spMkLst>
            <pc:docMk/>
            <pc:sldMk cId="1792707872" sldId="538"/>
            <ac:spMk id="27" creationId="{B4857384-D51C-4732-58A6-F6ABCA3B0181}"/>
          </ac:spMkLst>
        </pc:spChg>
        <pc:spChg chg="mod">
          <ac:chgData name="Indoria, Priyanka Maruti" userId="c749efdb-d61c-4470-8df0-f0977f9f6ec1" providerId="ADAL" clId="{018107F5-3B83-4C00-A80B-A278C699A0CF}" dt="2026-03-02T14:08:02.354" v="978" actId="207"/>
          <ac:spMkLst>
            <pc:docMk/>
            <pc:sldMk cId="1792707872" sldId="538"/>
            <ac:spMk id="49" creationId="{00000000-0000-0000-0000-000000000000}"/>
          </ac:spMkLst>
        </pc:spChg>
        <pc:spChg chg="mod">
          <ac:chgData name="Indoria, Priyanka Maruti" userId="c749efdb-d61c-4470-8df0-f0977f9f6ec1" providerId="ADAL" clId="{018107F5-3B83-4C00-A80B-A278C699A0CF}" dt="2026-03-02T14:08:02.354" v="978" actId="207"/>
          <ac:spMkLst>
            <pc:docMk/>
            <pc:sldMk cId="1792707872" sldId="538"/>
            <ac:spMk id="50" creationId="{00000000-0000-0000-0000-000000000000}"/>
          </ac:spMkLst>
        </pc:spChg>
        <pc:grpChg chg="mod">
          <ac:chgData name="Indoria, Priyanka Maruti" userId="c749efdb-d61c-4470-8df0-f0977f9f6ec1" providerId="ADAL" clId="{018107F5-3B83-4C00-A80B-A278C699A0CF}" dt="2026-03-02T14:08:02.354" v="978" actId="207"/>
          <ac:grpSpMkLst>
            <pc:docMk/>
            <pc:sldMk cId="1792707872" sldId="538"/>
            <ac:grpSpMk id="5" creationId="{00000000-0000-0000-0000-000000000000}"/>
          </ac:grpSpMkLst>
        </pc:grpChg>
        <pc:grpChg chg="mod">
          <ac:chgData name="Indoria, Priyanka Maruti" userId="c749efdb-d61c-4470-8df0-f0977f9f6ec1" providerId="ADAL" clId="{018107F5-3B83-4C00-A80B-A278C699A0CF}" dt="2026-03-02T14:08:02.354" v="978" actId="207"/>
          <ac:grpSpMkLst>
            <pc:docMk/>
            <pc:sldMk cId="1792707872" sldId="538"/>
            <ac:grpSpMk id="10" creationId="{00000000-0000-0000-0000-000000000000}"/>
          </ac:grpSpMkLst>
        </pc:grpChg>
        <pc:grpChg chg="mod">
          <ac:chgData name="Indoria, Priyanka Maruti" userId="c749efdb-d61c-4470-8df0-f0977f9f6ec1" providerId="ADAL" clId="{018107F5-3B83-4C00-A80B-A278C699A0CF}" dt="2026-03-02T14:08:02.354" v="978" actId="207"/>
          <ac:grpSpMkLst>
            <pc:docMk/>
            <pc:sldMk cId="1792707872" sldId="538"/>
            <ac:grpSpMk id="18" creationId="{00000000-0000-0000-0000-000000000000}"/>
          </ac:grpSpMkLst>
        </pc:grpChg>
        <pc:grpChg chg="mod">
          <ac:chgData name="Indoria, Priyanka Maruti" userId="c749efdb-d61c-4470-8df0-f0977f9f6ec1" providerId="ADAL" clId="{018107F5-3B83-4C00-A80B-A278C699A0CF}" dt="2026-03-02T14:08:02.354" v="978" actId="207"/>
          <ac:grpSpMkLst>
            <pc:docMk/>
            <pc:sldMk cId="1792707872" sldId="538"/>
            <ac:grpSpMk id="22" creationId="{00000000-0000-0000-0000-000000000000}"/>
          </ac:grpSpMkLst>
        </pc:grpChg>
        <pc:grpChg chg="mod">
          <ac:chgData name="Indoria, Priyanka Maruti" userId="c749efdb-d61c-4470-8df0-f0977f9f6ec1" providerId="ADAL" clId="{018107F5-3B83-4C00-A80B-A278C699A0CF}" dt="2026-03-02T14:08:02.354" v="978" actId="207"/>
          <ac:grpSpMkLst>
            <pc:docMk/>
            <pc:sldMk cId="1792707872" sldId="538"/>
            <ac:grpSpMk id="38" creationId="{00000000-0000-0000-0000-000000000000}"/>
          </ac:grpSpMkLst>
        </pc:grpChg>
        <pc:grpChg chg="mod">
          <ac:chgData name="Indoria, Priyanka Maruti" userId="c749efdb-d61c-4470-8df0-f0977f9f6ec1" providerId="ADAL" clId="{018107F5-3B83-4C00-A80B-A278C699A0CF}" dt="2026-03-02T14:08:02.354" v="978" actId="207"/>
          <ac:grpSpMkLst>
            <pc:docMk/>
            <pc:sldMk cId="1792707872" sldId="538"/>
            <ac:grpSpMk id="47" creationId="{24563396-4F60-FBE6-33A6-8466278180A9}"/>
          </ac:grpSpMkLst>
        </pc:grpChg>
        <pc:picChg chg="mod">
          <ac:chgData name="Indoria, Priyanka Maruti" userId="c749efdb-d61c-4470-8df0-f0977f9f6ec1" providerId="ADAL" clId="{018107F5-3B83-4C00-A80B-A278C699A0CF}" dt="2026-03-02T14:08:02.354" v="978" actId="207"/>
          <ac:picMkLst>
            <pc:docMk/>
            <pc:sldMk cId="1792707872" sldId="538"/>
            <ac:picMk id="48" creationId="{00000000-0000-0000-0000-000000000000}"/>
          </ac:picMkLst>
        </pc:picChg>
      </pc:sldChg>
      <pc:sldChg chg="addSp delSp modSp mod chgLayout">
        <pc:chgData name="Indoria, Priyanka Maruti" userId="c749efdb-d61c-4470-8df0-f0977f9f6ec1" providerId="ADAL" clId="{018107F5-3B83-4C00-A80B-A278C699A0CF}" dt="2026-03-02T12:15:52.652" v="429" actId="255"/>
        <pc:sldMkLst>
          <pc:docMk/>
          <pc:sldMk cId="3647124663" sldId="7778"/>
        </pc:sldMkLst>
        <pc:spChg chg="add mod">
          <ac:chgData name="Indoria, Priyanka Maruti" userId="c749efdb-d61c-4470-8df0-f0977f9f6ec1" providerId="ADAL" clId="{018107F5-3B83-4C00-A80B-A278C699A0CF}" dt="2026-03-02T11:12:07.259" v="24"/>
          <ac:spMkLst>
            <pc:docMk/>
            <pc:sldMk cId="3647124663" sldId="7778"/>
            <ac:spMk id="2" creationId="{A04CB19A-A90C-68EF-CC6E-22809163054E}"/>
          </ac:spMkLst>
        </pc:spChg>
        <pc:spChg chg="add mod">
          <ac:chgData name="Indoria, Priyanka Maruti" userId="c749efdb-d61c-4470-8df0-f0977f9f6ec1" providerId="ADAL" clId="{018107F5-3B83-4C00-A80B-A278C699A0CF}" dt="2026-03-02T11:12:07.259" v="24"/>
          <ac:spMkLst>
            <pc:docMk/>
            <pc:sldMk cId="3647124663" sldId="7778"/>
            <ac:spMk id="3" creationId="{62C4F9C1-344D-6EFC-792B-BD1E238D0B75}"/>
          </ac:spMkLst>
        </pc:spChg>
        <pc:spChg chg="mod ord">
          <ac:chgData name="Indoria, Priyanka Maruti" userId="c749efdb-d61c-4470-8df0-f0977f9f6ec1" providerId="ADAL" clId="{018107F5-3B83-4C00-A80B-A278C699A0CF}" dt="2026-03-02T12:15:52.652" v="429" actId="255"/>
          <ac:spMkLst>
            <pc:docMk/>
            <pc:sldMk cId="3647124663" sldId="7778"/>
            <ac:spMk id="25" creationId="{CDC0081D-850A-4C00-95D0-566ACD6995E4}"/>
          </ac:spMkLst>
        </pc:spChg>
        <pc:spChg chg="mod">
          <ac:chgData name="Indoria, Priyanka Maruti" userId="c749efdb-d61c-4470-8df0-f0977f9f6ec1" providerId="ADAL" clId="{018107F5-3B83-4C00-A80B-A278C699A0CF}" dt="2026-03-02T11:55:20.551" v="280" actId="1076"/>
          <ac:spMkLst>
            <pc:docMk/>
            <pc:sldMk cId="3647124663" sldId="7778"/>
            <ac:spMk id="26" creationId="{60D056D4-B6C7-4E17-9339-F94EEC1CDD69}"/>
          </ac:spMkLst>
        </pc:spChg>
      </pc:sldChg>
      <pc:sldChg chg="addSp delSp modSp mod chgLayout">
        <pc:chgData name="Indoria, Priyanka Maruti" userId="c749efdb-d61c-4470-8df0-f0977f9f6ec1" providerId="ADAL" clId="{018107F5-3B83-4C00-A80B-A278C699A0CF}" dt="2026-03-02T15:22:09.149" v="1464" actId="6264"/>
        <pc:sldMkLst>
          <pc:docMk/>
          <pc:sldMk cId="1113418968" sldId="2147375957"/>
        </pc:sldMkLst>
        <pc:spChg chg="mod ord">
          <ac:chgData name="Indoria, Priyanka Maruti" userId="c749efdb-d61c-4470-8df0-f0977f9f6ec1" providerId="ADAL" clId="{018107F5-3B83-4C00-A80B-A278C699A0CF}" dt="2026-03-02T15:22:09.149" v="1464" actId="6264"/>
          <ac:spMkLst>
            <pc:docMk/>
            <pc:sldMk cId="1113418968" sldId="2147375957"/>
            <ac:spMk id="2" creationId="{DF67DC09-A93F-B3D4-9BDE-5D82D02D6C31}"/>
          </ac:spMkLst>
        </pc:spChg>
        <pc:spChg chg="mod">
          <ac:chgData name="Indoria, Priyanka Maruti" userId="c749efdb-d61c-4470-8df0-f0977f9f6ec1" providerId="ADAL" clId="{018107F5-3B83-4C00-A80B-A278C699A0CF}" dt="2026-03-02T14:28:23.225" v="1134" actId="2711"/>
          <ac:spMkLst>
            <pc:docMk/>
            <pc:sldMk cId="1113418968" sldId="2147375957"/>
            <ac:spMk id="5" creationId="{CBD5AF2E-556C-4818-BA00-9A7BD47AE2C8}"/>
          </ac:spMkLst>
        </pc:spChg>
        <pc:spChg chg="mod">
          <ac:chgData name="Indoria, Priyanka Maruti" userId="c749efdb-d61c-4470-8df0-f0977f9f6ec1" providerId="ADAL" clId="{018107F5-3B83-4C00-A80B-A278C699A0CF}" dt="2026-03-02T14:28:23.225" v="1134" actId="2711"/>
          <ac:spMkLst>
            <pc:docMk/>
            <pc:sldMk cId="1113418968" sldId="2147375957"/>
            <ac:spMk id="10" creationId="{D2D65B21-6BCD-82A7-0729-507AA4CDAA44}"/>
          </ac:spMkLst>
        </pc:spChg>
        <pc:spChg chg="mod">
          <ac:chgData name="Indoria, Priyanka Maruti" userId="c749efdb-d61c-4470-8df0-f0977f9f6ec1" providerId="ADAL" clId="{018107F5-3B83-4C00-A80B-A278C699A0CF}" dt="2026-03-02T14:28:23.225" v="1134" actId="2711"/>
          <ac:spMkLst>
            <pc:docMk/>
            <pc:sldMk cId="1113418968" sldId="2147375957"/>
            <ac:spMk id="11" creationId="{AE23E72D-3749-8391-7A65-596A7EFCC5AF}"/>
          </ac:spMkLst>
        </pc:spChg>
        <pc:spChg chg="mod">
          <ac:chgData name="Indoria, Priyanka Maruti" userId="c749efdb-d61c-4470-8df0-f0977f9f6ec1" providerId="ADAL" clId="{018107F5-3B83-4C00-A80B-A278C699A0CF}" dt="2026-03-02T14:28:23.225" v="1134" actId="2711"/>
          <ac:spMkLst>
            <pc:docMk/>
            <pc:sldMk cId="1113418968" sldId="2147375957"/>
            <ac:spMk id="15" creationId="{F364B703-E34B-BCD5-E116-4E03C8306D25}"/>
          </ac:spMkLst>
        </pc:spChg>
        <pc:spChg chg="mod">
          <ac:chgData name="Indoria, Priyanka Maruti" userId="c749efdb-d61c-4470-8df0-f0977f9f6ec1" providerId="ADAL" clId="{018107F5-3B83-4C00-A80B-A278C699A0CF}" dt="2026-03-02T14:28:23.225" v="1134" actId="2711"/>
          <ac:spMkLst>
            <pc:docMk/>
            <pc:sldMk cId="1113418968" sldId="2147375957"/>
            <ac:spMk id="21" creationId="{4CA43D48-B062-9D48-A9A7-4C454653D410}"/>
          </ac:spMkLst>
        </pc:spChg>
        <pc:spChg chg="mod">
          <ac:chgData name="Indoria, Priyanka Maruti" userId="c749efdb-d61c-4470-8df0-f0977f9f6ec1" providerId="ADAL" clId="{018107F5-3B83-4C00-A80B-A278C699A0CF}" dt="2026-03-02T14:28:23.225" v="1134" actId="2711"/>
          <ac:spMkLst>
            <pc:docMk/>
            <pc:sldMk cId="1113418968" sldId="2147375957"/>
            <ac:spMk id="22" creationId="{24050B1E-C524-72C5-3F90-9D3E357A3426}"/>
          </ac:spMkLst>
        </pc:spChg>
        <pc:spChg chg="mod">
          <ac:chgData name="Indoria, Priyanka Maruti" userId="c749efdb-d61c-4470-8df0-f0977f9f6ec1" providerId="ADAL" clId="{018107F5-3B83-4C00-A80B-A278C699A0CF}" dt="2026-03-02T14:28:23.225" v="1134" actId="2711"/>
          <ac:spMkLst>
            <pc:docMk/>
            <pc:sldMk cId="1113418968" sldId="2147375957"/>
            <ac:spMk id="43" creationId="{A96A9D4F-86ED-790E-1DA4-3FAFB4F3065F}"/>
          </ac:spMkLst>
        </pc:spChg>
        <pc:spChg chg="mod">
          <ac:chgData name="Indoria, Priyanka Maruti" userId="c749efdb-d61c-4470-8df0-f0977f9f6ec1" providerId="ADAL" clId="{018107F5-3B83-4C00-A80B-A278C699A0CF}" dt="2026-03-02T14:28:23.225" v="1134" actId="2711"/>
          <ac:spMkLst>
            <pc:docMk/>
            <pc:sldMk cId="1113418968" sldId="2147375957"/>
            <ac:spMk id="46" creationId="{C0263A16-F853-6F28-0685-1E7BEFC54926}"/>
          </ac:spMkLst>
        </pc:spChg>
        <pc:spChg chg="mod">
          <ac:chgData name="Indoria, Priyanka Maruti" userId="c749efdb-d61c-4470-8df0-f0977f9f6ec1" providerId="ADAL" clId="{018107F5-3B83-4C00-A80B-A278C699A0CF}" dt="2026-03-02T14:28:23.225" v="1134" actId="2711"/>
          <ac:spMkLst>
            <pc:docMk/>
            <pc:sldMk cId="1113418968" sldId="2147375957"/>
            <ac:spMk id="48" creationId="{B8AB3C8F-CAB3-DF12-FF5A-7AA081A454E8}"/>
          </ac:spMkLst>
        </pc:spChg>
        <pc:spChg chg="mod">
          <ac:chgData name="Indoria, Priyanka Maruti" userId="c749efdb-d61c-4470-8df0-f0977f9f6ec1" providerId="ADAL" clId="{018107F5-3B83-4C00-A80B-A278C699A0CF}" dt="2026-03-02T14:28:23.225" v="1134" actId="2711"/>
          <ac:spMkLst>
            <pc:docMk/>
            <pc:sldMk cId="1113418968" sldId="2147375957"/>
            <ac:spMk id="49" creationId="{74F4980D-C714-B89E-B27D-8A53C7BE8057}"/>
          </ac:spMkLst>
        </pc:spChg>
      </pc:sldChg>
      <pc:sldChg chg="addSp delSp modSp mod">
        <pc:chgData name="Indoria, Priyanka Maruti" userId="c749efdb-d61c-4470-8df0-f0977f9f6ec1" providerId="ADAL" clId="{018107F5-3B83-4C00-A80B-A278C699A0CF}" dt="2026-03-02T12:07:57.314" v="370"/>
        <pc:sldMkLst>
          <pc:docMk/>
          <pc:sldMk cId="1720204892" sldId="2147471933"/>
        </pc:sldMkLst>
        <pc:spChg chg="add mod">
          <ac:chgData name="Indoria, Priyanka Maruti" userId="c749efdb-d61c-4470-8df0-f0977f9f6ec1" providerId="ADAL" clId="{018107F5-3B83-4C00-A80B-A278C699A0CF}" dt="2026-03-02T11:19:50.872" v="38"/>
          <ac:spMkLst>
            <pc:docMk/>
            <pc:sldMk cId="1720204892" sldId="2147471933"/>
            <ac:spMk id="4" creationId="{565B05BC-F990-5425-AD52-6946D9B691AC}"/>
          </ac:spMkLst>
        </pc:spChg>
        <pc:spChg chg="mod">
          <ac:chgData name="Indoria, Priyanka Maruti" userId="c749efdb-d61c-4470-8df0-f0977f9f6ec1" providerId="ADAL" clId="{018107F5-3B83-4C00-A80B-A278C699A0CF}" dt="2026-03-02T11:17:44.047" v="37" actId="1076"/>
          <ac:spMkLst>
            <pc:docMk/>
            <pc:sldMk cId="1720204892" sldId="2147471933"/>
            <ac:spMk id="12" creationId="{B28D4135-3F0B-4D5A-ADA3-87022F8C1959}"/>
          </ac:spMkLst>
        </pc:spChg>
        <pc:spChg chg="mod">
          <ac:chgData name="Indoria, Priyanka Maruti" userId="c749efdb-d61c-4470-8df0-f0977f9f6ec1" providerId="ADAL" clId="{018107F5-3B83-4C00-A80B-A278C699A0CF}" dt="2026-03-02T11:41:48.979" v="125" actId="207"/>
          <ac:spMkLst>
            <pc:docMk/>
            <pc:sldMk cId="1720204892" sldId="2147471933"/>
            <ac:spMk id="18" creationId="{CA616812-A51F-AFB1-1966-AF5C6AB814F3}"/>
          </ac:spMkLst>
        </pc:spChg>
        <pc:spChg chg="mod">
          <ac:chgData name="Indoria, Priyanka Maruti" userId="c749efdb-d61c-4470-8df0-f0977f9f6ec1" providerId="ADAL" clId="{018107F5-3B83-4C00-A80B-A278C699A0CF}" dt="2026-03-02T11:41:48.979" v="125" actId="207"/>
          <ac:spMkLst>
            <pc:docMk/>
            <pc:sldMk cId="1720204892" sldId="2147471933"/>
            <ac:spMk id="19" creationId="{DA8DEA5E-30C9-0E71-B652-4BA69AD08E02}"/>
          </ac:spMkLst>
        </pc:spChg>
        <pc:spChg chg="mod">
          <ac:chgData name="Indoria, Priyanka Maruti" userId="c749efdb-d61c-4470-8df0-f0977f9f6ec1" providerId="ADAL" clId="{018107F5-3B83-4C00-A80B-A278C699A0CF}" dt="2026-03-02T11:41:48.979" v="125" actId="207"/>
          <ac:spMkLst>
            <pc:docMk/>
            <pc:sldMk cId="1720204892" sldId="2147471933"/>
            <ac:spMk id="20" creationId="{5DD5F2B0-2DE5-B8DF-45A9-14176EB67AF5}"/>
          </ac:spMkLst>
        </pc:spChg>
        <pc:spChg chg="mod">
          <ac:chgData name="Indoria, Priyanka Maruti" userId="c749efdb-d61c-4470-8df0-f0977f9f6ec1" providerId="ADAL" clId="{018107F5-3B83-4C00-A80B-A278C699A0CF}" dt="2026-03-02T11:41:48.979" v="125" actId="207"/>
          <ac:spMkLst>
            <pc:docMk/>
            <pc:sldMk cId="1720204892" sldId="2147471933"/>
            <ac:spMk id="21" creationId="{B3740615-966D-5D80-59CE-DF9D35D46AE7}"/>
          </ac:spMkLst>
        </pc:spChg>
        <pc:spChg chg="mod">
          <ac:chgData name="Indoria, Priyanka Maruti" userId="c749efdb-d61c-4470-8df0-f0977f9f6ec1" providerId="ADAL" clId="{018107F5-3B83-4C00-A80B-A278C699A0CF}" dt="2026-03-02T11:41:48.979" v="125" actId="207"/>
          <ac:spMkLst>
            <pc:docMk/>
            <pc:sldMk cId="1720204892" sldId="2147471933"/>
            <ac:spMk id="22" creationId="{99F7036D-BABC-3739-FB7A-D0F43E31CF1C}"/>
          </ac:spMkLst>
        </pc:spChg>
        <pc:grpChg chg="add mod">
          <ac:chgData name="Indoria, Priyanka Maruti" userId="c749efdb-d61c-4470-8df0-f0977f9f6ec1" providerId="ADAL" clId="{018107F5-3B83-4C00-A80B-A278C699A0CF}" dt="2026-03-02T11:41:48.979" v="125" actId="207"/>
          <ac:grpSpMkLst>
            <pc:docMk/>
            <pc:sldMk cId="1720204892" sldId="2147471933"/>
            <ac:grpSpMk id="17" creationId="{C154204B-C7DA-204F-E206-2352BD4B9A1C}"/>
          </ac:grpSpMkLst>
        </pc:grpChg>
        <pc:picChg chg="add mod">
          <ac:chgData name="Indoria, Priyanka Maruti" userId="c749efdb-d61c-4470-8df0-f0977f9f6ec1" providerId="ADAL" clId="{018107F5-3B83-4C00-A80B-A278C699A0CF}" dt="2026-03-02T11:06:48.619" v="2"/>
          <ac:picMkLst>
            <pc:docMk/>
            <pc:sldMk cId="1720204892" sldId="2147471933"/>
            <ac:picMk id="3" creationId="{A8438642-9B40-9362-6E1D-ED5EA62240F2}"/>
          </ac:picMkLst>
        </pc:picChg>
        <pc:picChg chg="add mod ord">
          <ac:chgData name="Indoria, Priyanka Maruti" userId="c749efdb-d61c-4470-8df0-f0977f9f6ec1" providerId="ADAL" clId="{018107F5-3B83-4C00-A80B-A278C699A0CF}" dt="2026-03-02T11:41:41.180" v="123" actId="1076"/>
          <ac:picMkLst>
            <pc:docMk/>
            <pc:sldMk cId="1720204892" sldId="2147471933"/>
            <ac:picMk id="15" creationId="{AE64C129-B0DD-B8CF-235D-63CEEDB2DB21}"/>
          </ac:picMkLst>
        </pc:picChg>
      </pc:sldChg>
      <pc:sldChg chg="addSp delSp modSp mod chgLayout">
        <pc:chgData name="Indoria, Priyanka Maruti" userId="c749efdb-d61c-4470-8df0-f0977f9f6ec1" providerId="ADAL" clId="{018107F5-3B83-4C00-A80B-A278C699A0CF}" dt="2026-03-02T15:20:59.532" v="1450" actId="6264"/>
        <pc:sldMkLst>
          <pc:docMk/>
          <pc:sldMk cId="1844273535" sldId="2147471934"/>
        </pc:sldMkLst>
        <pc:spChg chg="mod ord">
          <ac:chgData name="Indoria, Priyanka Maruti" userId="c749efdb-d61c-4470-8df0-f0977f9f6ec1" providerId="ADAL" clId="{018107F5-3B83-4C00-A80B-A278C699A0CF}" dt="2026-03-02T15:20:59.532" v="1450" actId="6264"/>
          <ac:spMkLst>
            <pc:docMk/>
            <pc:sldMk cId="1844273535" sldId="2147471934"/>
            <ac:spMk id="3" creationId="{7C75F86C-0663-34D7-2917-593872380B09}"/>
          </ac:spMkLst>
        </pc:spChg>
        <pc:spChg chg="mod">
          <ac:chgData name="Indoria, Priyanka Maruti" userId="c749efdb-d61c-4470-8df0-f0977f9f6ec1" providerId="ADAL" clId="{018107F5-3B83-4C00-A80B-A278C699A0CF}" dt="2026-03-02T14:50:39.453" v="1315"/>
          <ac:spMkLst>
            <pc:docMk/>
            <pc:sldMk cId="1844273535" sldId="2147471934"/>
            <ac:spMk id="261" creationId="{C852629A-79E5-8E4C-1071-93E4DA0CD6AE}"/>
          </ac:spMkLst>
        </pc:spChg>
        <pc:spChg chg="mod">
          <ac:chgData name="Indoria, Priyanka Maruti" userId="c749efdb-d61c-4470-8df0-f0977f9f6ec1" providerId="ADAL" clId="{018107F5-3B83-4C00-A80B-A278C699A0CF}" dt="2026-03-02T14:50:39.453" v="1315"/>
          <ac:spMkLst>
            <pc:docMk/>
            <pc:sldMk cId="1844273535" sldId="2147471934"/>
            <ac:spMk id="262" creationId="{6AC6E7F7-A09A-9B66-AE90-14C4596E79DE}"/>
          </ac:spMkLst>
        </pc:spChg>
        <pc:spChg chg="mod">
          <ac:chgData name="Indoria, Priyanka Maruti" userId="c749efdb-d61c-4470-8df0-f0977f9f6ec1" providerId="ADAL" clId="{018107F5-3B83-4C00-A80B-A278C699A0CF}" dt="2026-03-02T14:50:39.453" v="1315"/>
          <ac:spMkLst>
            <pc:docMk/>
            <pc:sldMk cId="1844273535" sldId="2147471934"/>
            <ac:spMk id="265" creationId="{2915D7AF-EC9E-BFD2-45FD-84819CBF6DF2}"/>
          </ac:spMkLst>
        </pc:spChg>
        <pc:spChg chg="mod">
          <ac:chgData name="Indoria, Priyanka Maruti" userId="c749efdb-d61c-4470-8df0-f0977f9f6ec1" providerId="ADAL" clId="{018107F5-3B83-4C00-A80B-A278C699A0CF}" dt="2026-03-02T14:50:39.453" v="1315"/>
          <ac:spMkLst>
            <pc:docMk/>
            <pc:sldMk cId="1844273535" sldId="2147471934"/>
            <ac:spMk id="280" creationId="{67D637F6-045F-EE0F-991D-1DFD8F4E5A67}"/>
          </ac:spMkLst>
        </pc:spChg>
        <pc:spChg chg="mod">
          <ac:chgData name="Indoria, Priyanka Maruti" userId="c749efdb-d61c-4470-8df0-f0977f9f6ec1" providerId="ADAL" clId="{018107F5-3B83-4C00-A80B-A278C699A0CF}" dt="2026-03-02T14:50:39.453" v="1315"/>
          <ac:spMkLst>
            <pc:docMk/>
            <pc:sldMk cId="1844273535" sldId="2147471934"/>
            <ac:spMk id="284" creationId="{D52F72D6-C2F8-9F9B-3ACE-4BC649EE1950}"/>
          </ac:spMkLst>
        </pc:spChg>
        <pc:spChg chg="mod">
          <ac:chgData name="Indoria, Priyanka Maruti" userId="c749efdb-d61c-4470-8df0-f0977f9f6ec1" providerId="ADAL" clId="{018107F5-3B83-4C00-A80B-A278C699A0CF}" dt="2026-03-02T14:50:39.453" v="1315"/>
          <ac:spMkLst>
            <pc:docMk/>
            <pc:sldMk cId="1844273535" sldId="2147471934"/>
            <ac:spMk id="299" creationId="{F7F2F838-97FF-7133-1BF7-8687FAC2C9C5}"/>
          </ac:spMkLst>
        </pc:spChg>
        <pc:spChg chg="mod">
          <ac:chgData name="Indoria, Priyanka Maruti" userId="c749efdb-d61c-4470-8df0-f0977f9f6ec1" providerId="ADAL" clId="{018107F5-3B83-4C00-A80B-A278C699A0CF}" dt="2026-03-02T14:50:39.453" v="1315"/>
          <ac:spMkLst>
            <pc:docMk/>
            <pc:sldMk cId="1844273535" sldId="2147471934"/>
            <ac:spMk id="301" creationId="{A8FBE493-5580-2B94-B4E0-502872EFF0D1}"/>
          </ac:spMkLst>
        </pc:spChg>
        <pc:spChg chg="mod">
          <ac:chgData name="Indoria, Priyanka Maruti" userId="c749efdb-d61c-4470-8df0-f0977f9f6ec1" providerId="ADAL" clId="{018107F5-3B83-4C00-A80B-A278C699A0CF}" dt="2026-03-02T14:50:39.453" v="1315"/>
          <ac:spMkLst>
            <pc:docMk/>
            <pc:sldMk cId="1844273535" sldId="2147471934"/>
            <ac:spMk id="303" creationId="{12304C3A-0283-E787-4255-EE3128FBFCED}"/>
          </ac:spMkLst>
        </pc:spChg>
        <pc:spChg chg="mod">
          <ac:chgData name="Indoria, Priyanka Maruti" userId="c749efdb-d61c-4470-8df0-f0977f9f6ec1" providerId="ADAL" clId="{018107F5-3B83-4C00-A80B-A278C699A0CF}" dt="2026-03-02T14:50:39.453" v="1315"/>
          <ac:spMkLst>
            <pc:docMk/>
            <pc:sldMk cId="1844273535" sldId="2147471934"/>
            <ac:spMk id="311" creationId="{DD8EB1F7-7895-02CF-3D8E-90A0A3741B32}"/>
          </ac:spMkLst>
        </pc:spChg>
        <pc:spChg chg="mod">
          <ac:chgData name="Indoria, Priyanka Maruti" userId="c749efdb-d61c-4470-8df0-f0977f9f6ec1" providerId="ADAL" clId="{018107F5-3B83-4C00-A80B-A278C699A0CF}" dt="2026-03-02T14:50:39.453" v="1315"/>
          <ac:spMkLst>
            <pc:docMk/>
            <pc:sldMk cId="1844273535" sldId="2147471934"/>
            <ac:spMk id="313" creationId="{17BF9164-9EA9-1EE6-B71F-31907D9D1D13}"/>
          </ac:spMkLst>
        </pc:spChg>
      </pc:sldChg>
      <pc:sldChg chg="addSp delSp modSp mod chgLayout">
        <pc:chgData name="Indoria, Priyanka Maruti" userId="c749efdb-d61c-4470-8df0-f0977f9f6ec1" providerId="ADAL" clId="{018107F5-3B83-4C00-A80B-A278C699A0CF}" dt="2026-03-02T15:21:03.771" v="1451" actId="6264"/>
        <pc:sldMkLst>
          <pc:docMk/>
          <pc:sldMk cId="3027801223" sldId="2147471943"/>
        </pc:sldMkLst>
        <pc:spChg chg="mod ord">
          <ac:chgData name="Indoria, Priyanka Maruti" userId="c749efdb-d61c-4470-8df0-f0977f9f6ec1" providerId="ADAL" clId="{018107F5-3B83-4C00-A80B-A278C699A0CF}" dt="2026-03-02T15:21:03.771" v="1451" actId="6264"/>
          <ac:spMkLst>
            <pc:docMk/>
            <pc:sldMk cId="3027801223" sldId="2147471943"/>
            <ac:spMk id="217" creationId="{45A32CD4-B62E-2B31-B3AF-02D7220A830D}"/>
          </ac:spMkLst>
        </pc:spChg>
        <pc:spChg chg="mod">
          <ac:chgData name="Indoria, Priyanka Maruti" userId="c749efdb-d61c-4470-8df0-f0977f9f6ec1" providerId="ADAL" clId="{018107F5-3B83-4C00-A80B-A278C699A0CF}" dt="2026-03-02T14:51:35.728" v="1318"/>
          <ac:spMkLst>
            <pc:docMk/>
            <pc:sldMk cId="3027801223" sldId="2147471943"/>
            <ac:spMk id="274" creationId="{9DA6F3A9-34DE-2197-DA6A-7AC2173F8814}"/>
          </ac:spMkLst>
        </pc:spChg>
        <pc:spChg chg="mod">
          <ac:chgData name="Indoria, Priyanka Maruti" userId="c749efdb-d61c-4470-8df0-f0977f9f6ec1" providerId="ADAL" clId="{018107F5-3B83-4C00-A80B-A278C699A0CF}" dt="2026-03-02T14:51:35.728" v="1318"/>
          <ac:spMkLst>
            <pc:docMk/>
            <pc:sldMk cId="3027801223" sldId="2147471943"/>
            <ac:spMk id="281" creationId="{D11441BA-FCD8-0BDD-7823-865B56FA4D6B}"/>
          </ac:spMkLst>
        </pc:spChg>
        <pc:spChg chg="mod">
          <ac:chgData name="Indoria, Priyanka Maruti" userId="c749efdb-d61c-4470-8df0-f0977f9f6ec1" providerId="ADAL" clId="{018107F5-3B83-4C00-A80B-A278C699A0CF}" dt="2026-03-02T14:51:35.728" v="1318"/>
          <ac:spMkLst>
            <pc:docMk/>
            <pc:sldMk cId="3027801223" sldId="2147471943"/>
            <ac:spMk id="283" creationId="{859C0E92-C529-307C-C858-EE98B8481128}"/>
          </ac:spMkLst>
        </pc:spChg>
        <pc:spChg chg="mod">
          <ac:chgData name="Indoria, Priyanka Maruti" userId="c749efdb-d61c-4470-8df0-f0977f9f6ec1" providerId="ADAL" clId="{018107F5-3B83-4C00-A80B-A278C699A0CF}" dt="2026-03-02T14:51:35.728" v="1318"/>
          <ac:spMkLst>
            <pc:docMk/>
            <pc:sldMk cId="3027801223" sldId="2147471943"/>
            <ac:spMk id="284" creationId="{18A81E53-734B-7C9B-FF82-3261AD25C161}"/>
          </ac:spMkLst>
        </pc:spChg>
        <pc:spChg chg="mod">
          <ac:chgData name="Indoria, Priyanka Maruti" userId="c749efdb-d61c-4470-8df0-f0977f9f6ec1" providerId="ADAL" clId="{018107F5-3B83-4C00-A80B-A278C699A0CF}" dt="2026-03-02T14:51:35.728" v="1318"/>
          <ac:spMkLst>
            <pc:docMk/>
            <pc:sldMk cId="3027801223" sldId="2147471943"/>
            <ac:spMk id="287" creationId="{7DCF002C-048C-E662-ACDB-C625B4052B28}"/>
          </ac:spMkLst>
        </pc:spChg>
        <pc:spChg chg="mod">
          <ac:chgData name="Indoria, Priyanka Maruti" userId="c749efdb-d61c-4470-8df0-f0977f9f6ec1" providerId="ADAL" clId="{018107F5-3B83-4C00-A80B-A278C699A0CF}" dt="2026-03-02T14:51:35.728" v="1318"/>
          <ac:spMkLst>
            <pc:docMk/>
            <pc:sldMk cId="3027801223" sldId="2147471943"/>
            <ac:spMk id="288" creationId="{9DEB3708-2D21-9FB2-9F3E-EE08D56910BB}"/>
          </ac:spMkLst>
        </pc:spChg>
        <pc:spChg chg="mod">
          <ac:chgData name="Indoria, Priyanka Maruti" userId="c749efdb-d61c-4470-8df0-f0977f9f6ec1" providerId="ADAL" clId="{018107F5-3B83-4C00-A80B-A278C699A0CF}" dt="2026-03-02T14:51:35.728" v="1318"/>
          <ac:spMkLst>
            <pc:docMk/>
            <pc:sldMk cId="3027801223" sldId="2147471943"/>
            <ac:spMk id="298" creationId="{C6801BD2-A5F1-5DDF-84B0-B27FA331D8BF}"/>
          </ac:spMkLst>
        </pc:spChg>
        <pc:spChg chg="mod">
          <ac:chgData name="Indoria, Priyanka Maruti" userId="c749efdb-d61c-4470-8df0-f0977f9f6ec1" providerId="ADAL" clId="{018107F5-3B83-4C00-A80B-A278C699A0CF}" dt="2026-03-02T14:51:35.728" v="1318"/>
          <ac:spMkLst>
            <pc:docMk/>
            <pc:sldMk cId="3027801223" sldId="2147471943"/>
            <ac:spMk id="302" creationId="{3A648C52-EDDF-1F3E-E865-67C558889212}"/>
          </ac:spMkLst>
        </pc:spChg>
        <pc:spChg chg="mod">
          <ac:chgData name="Indoria, Priyanka Maruti" userId="c749efdb-d61c-4470-8df0-f0977f9f6ec1" providerId="ADAL" clId="{018107F5-3B83-4C00-A80B-A278C699A0CF}" dt="2026-03-02T14:51:35.728" v="1318"/>
          <ac:spMkLst>
            <pc:docMk/>
            <pc:sldMk cId="3027801223" sldId="2147471943"/>
            <ac:spMk id="314" creationId="{7E63537F-2E8A-0AC7-58F6-D94258F819E2}"/>
          </ac:spMkLst>
        </pc:spChg>
        <pc:spChg chg="mod">
          <ac:chgData name="Indoria, Priyanka Maruti" userId="c749efdb-d61c-4470-8df0-f0977f9f6ec1" providerId="ADAL" clId="{018107F5-3B83-4C00-A80B-A278C699A0CF}" dt="2026-03-02T14:51:35.728" v="1318"/>
          <ac:spMkLst>
            <pc:docMk/>
            <pc:sldMk cId="3027801223" sldId="2147471943"/>
            <ac:spMk id="318" creationId="{10592421-64AC-CC65-4B91-A1882372F51C}"/>
          </ac:spMkLst>
        </pc:spChg>
      </pc:sldChg>
      <pc:sldChg chg="addSp delSp modSp mod chgLayout">
        <pc:chgData name="Indoria, Priyanka Maruti" userId="c749efdb-d61c-4470-8df0-f0977f9f6ec1" providerId="ADAL" clId="{018107F5-3B83-4C00-A80B-A278C699A0CF}" dt="2026-03-02T15:21:09.606" v="1452" actId="6264"/>
        <pc:sldMkLst>
          <pc:docMk/>
          <pc:sldMk cId="1969551484" sldId="2147471944"/>
        </pc:sldMkLst>
        <pc:spChg chg="mod ord">
          <ac:chgData name="Indoria, Priyanka Maruti" userId="c749efdb-d61c-4470-8df0-f0977f9f6ec1" providerId="ADAL" clId="{018107F5-3B83-4C00-A80B-A278C699A0CF}" dt="2026-03-02T15:21:09.606" v="1452" actId="6264"/>
          <ac:spMkLst>
            <pc:docMk/>
            <pc:sldMk cId="1969551484" sldId="2147471944"/>
            <ac:spMk id="221" creationId="{80C43A80-3732-D165-D440-56FE18F5F6E7}"/>
          </ac:spMkLst>
        </pc:spChg>
        <pc:spChg chg="mod">
          <ac:chgData name="Indoria, Priyanka Maruti" userId="c749efdb-d61c-4470-8df0-f0977f9f6ec1" providerId="ADAL" clId="{018107F5-3B83-4C00-A80B-A278C699A0CF}" dt="2026-03-02T14:51:56.069" v="1321"/>
          <ac:spMkLst>
            <pc:docMk/>
            <pc:sldMk cId="1969551484" sldId="2147471944"/>
            <ac:spMk id="325" creationId="{81CFE91E-6F20-F9EF-067F-FFE06FC0DE30}"/>
          </ac:spMkLst>
        </pc:spChg>
        <pc:spChg chg="mod">
          <ac:chgData name="Indoria, Priyanka Maruti" userId="c749efdb-d61c-4470-8df0-f0977f9f6ec1" providerId="ADAL" clId="{018107F5-3B83-4C00-A80B-A278C699A0CF}" dt="2026-03-02T14:51:56.069" v="1321"/>
          <ac:spMkLst>
            <pc:docMk/>
            <pc:sldMk cId="1969551484" sldId="2147471944"/>
            <ac:spMk id="330" creationId="{F8D0CE31-A272-83F0-BFD1-C5ABC9103619}"/>
          </ac:spMkLst>
        </pc:spChg>
        <pc:spChg chg="mod">
          <ac:chgData name="Indoria, Priyanka Maruti" userId="c749efdb-d61c-4470-8df0-f0977f9f6ec1" providerId="ADAL" clId="{018107F5-3B83-4C00-A80B-A278C699A0CF}" dt="2026-03-02T14:51:56.069" v="1321"/>
          <ac:spMkLst>
            <pc:docMk/>
            <pc:sldMk cId="1969551484" sldId="2147471944"/>
            <ac:spMk id="331" creationId="{74B5B1FF-30F2-4F1B-FE3C-ADFF8EA71188}"/>
          </ac:spMkLst>
        </pc:spChg>
        <pc:spChg chg="mod">
          <ac:chgData name="Indoria, Priyanka Maruti" userId="c749efdb-d61c-4470-8df0-f0977f9f6ec1" providerId="ADAL" clId="{018107F5-3B83-4C00-A80B-A278C699A0CF}" dt="2026-03-02T14:51:56.069" v="1321"/>
          <ac:spMkLst>
            <pc:docMk/>
            <pc:sldMk cId="1969551484" sldId="2147471944"/>
            <ac:spMk id="338" creationId="{0649BBC2-BBF9-0F8F-0335-D0A91B64039E}"/>
          </ac:spMkLst>
        </pc:spChg>
        <pc:spChg chg="mod">
          <ac:chgData name="Indoria, Priyanka Maruti" userId="c749efdb-d61c-4470-8df0-f0977f9f6ec1" providerId="ADAL" clId="{018107F5-3B83-4C00-A80B-A278C699A0CF}" dt="2026-03-02T14:51:56.069" v="1321"/>
          <ac:spMkLst>
            <pc:docMk/>
            <pc:sldMk cId="1969551484" sldId="2147471944"/>
            <ac:spMk id="342" creationId="{64A26B7A-DE05-122C-AB4E-10A96058D012}"/>
          </ac:spMkLst>
        </pc:spChg>
        <pc:spChg chg="mod">
          <ac:chgData name="Indoria, Priyanka Maruti" userId="c749efdb-d61c-4470-8df0-f0977f9f6ec1" providerId="ADAL" clId="{018107F5-3B83-4C00-A80B-A278C699A0CF}" dt="2026-03-02T14:51:56.069" v="1321"/>
          <ac:spMkLst>
            <pc:docMk/>
            <pc:sldMk cId="1969551484" sldId="2147471944"/>
            <ac:spMk id="351" creationId="{864E98C2-7BB4-81C4-12C0-545731455DA1}"/>
          </ac:spMkLst>
        </pc:spChg>
        <pc:spChg chg="mod">
          <ac:chgData name="Indoria, Priyanka Maruti" userId="c749efdb-d61c-4470-8df0-f0977f9f6ec1" providerId="ADAL" clId="{018107F5-3B83-4C00-A80B-A278C699A0CF}" dt="2026-03-02T14:51:56.069" v="1321"/>
          <ac:spMkLst>
            <pc:docMk/>
            <pc:sldMk cId="1969551484" sldId="2147471944"/>
            <ac:spMk id="366" creationId="{16DA6776-F99F-0CA0-4A30-0881DDE351DA}"/>
          </ac:spMkLst>
        </pc:spChg>
        <pc:spChg chg="mod">
          <ac:chgData name="Indoria, Priyanka Maruti" userId="c749efdb-d61c-4470-8df0-f0977f9f6ec1" providerId="ADAL" clId="{018107F5-3B83-4C00-A80B-A278C699A0CF}" dt="2026-03-02T14:51:56.069" v="1321"/>
          <ac:spMkLst>
            <pc:docMk/>
            <pc:sldMk cId="1969551484" sldId="2147471944"/>
            <ac:spMk id="379" creationId="{B53BF753-028D-FB3A-DC31-EAF3A7CB9A50}"/>
          </ac:spMkLst>
        </pc:spChg>
        <pc:spChg chg="mod">
          <ac:chgData name="Indoria, Priyanka Maruti" userId="c749efdb-d61c-4470-8df0-f0977f9f6ec1" providerId="ADAL" clId="{018107F5-3B83-4C00-A80B-A278C699A0CF}" dt="2026-03-02T14:51:56.069" v="1321"/>
          <ac:spMkLst>
            <pc:docMk/>
            <pc:sldMk cId="1969551484" sldId="2147471944"/>
            <ac:spMk id="393" creationId="{72A42183-D6E9-F596-2AE7-9BFCC8D502DA}"/>
          </ac:spMkLst>
        </pc:spChg>
        <pc:spChg chg="mod">
          <ac:chgData name="Indoria, Priyanka Maruti" userId="c749efdb-d61c-4470-8df0-f0977f9f6ec1" providerId="ADAL" clId="{018107F5-3B83-4C00-A80B-A278C699A0CF}" dt="2026-03-02T14:51:56.069" v="1321"/>
          <ac:spMkLst>
            <pc:docMk/>
            <pc:sldMk cId="1969551484" sldId="2147471944"/>
            <ac:spMk id="396" creationId="{20D35C68-79F1-71B1-30ED-C0075CC482F3}"/>
          </ac:spMkLst>
        </pc:spChg>
        <pc:grpChg chg="mod">
          <ac:chgData name="Indoria, Priyanka Maruti" userId="c749efdb-d61c-4470-8df0-f0977f9f6ec1" providerId="ADAL" clId="{018107F5-3B83-4C00-A80B-A278C699A0CF}" dt="2026-03-02T14:52:01.899" v="1322" actId="1076"/>
          <ac:grpSpMkLst>
            <pc:docMk/>
            <pc:sldMk cId="1969551484" sldId="2147471944"/>
            <ac:grpSpMk id="324" creationId="{C3F0DB87-F5A6-0B04-D41D-4F331C4E6FD9}"/>
          </ac:grpSpMkLst>
        </pc:grpChg>
      </pc:sldChg>
      <pc:sldChg chg="addSp modSp setBg">
        <pc:chgData name="Indoria, Priyanka Maruti" userId="c749efdb-d61c-4470-8df0-f0977f9f6ec1" providerId="ADAL" clId="{018107F5-3B83-4C00-A80B-A278C699A0CF}" dt="2026-03-02T14:38:07.659" v="1226"/>
        <pc:sldMkLst>
          <pc:docMk/>
          <pc:sldMk cId="3432820719" sldId="2147472734"/>
        </pc:sldMkLst>
        <pc:picChg chg="add mod">
          <ac:chgData name="Indoria, Priyanka Maruti" userId="c749efdb-d61c-4470-8df0-f0977f9f6ec1" providerId="ADAL" clId="{018107F5-3B83-4C00-A80B-A278C699A0CF}" dt="2026-03-02T14:38:07.659" v="1226"/>
          <ac:picMkLst>
            <pc:docMk/>
            <pc:sldMk cId="3432820719" sldId="2147472734"/>
            <ac:picMk id="3" creationId="{D3FD0671-E045-BC9F-AF1E-71BEC0AECF76}"/>
          </ac:picMkLst>
        </pc:picChg>
      </pc:sldChg>
      <pc:sldChg chg="addSp delSp modSp mod setBg chgLayout">
        <pc:chgData name="Indoria, Priyanka Maruti" userId="c749efdb-d61c-4470-8df0-f0977f9f6ec1" providerId="ADAL" clId="{018107F5-3B83-4C00-A80B-A278C699A0CF}" dt="2026-03-02T15:17:27.245" v="1416" actId="20577"/>
        <pc:sldMkLst>
          <pc:docMk/>
          <pc:sldMk cId="657932122" sldId="2147473540"/>
        </pc:sldMkLst>
        <pc:spChg chg="mod ord">
          <ac:chgData name="Indoria, Priyanka Maruti" userId="c749efdb-d61c-4470-8df0-f0977f9f6ec1" providerId="ADAL" clId="{018107F5-3B83-4C00-A80B-A278C699A0CF}" dt="2026-03-02T15:17:27.245" v="1416" actId="20577"/>
          <ac:spMkLst>
            <pc:docMk/>
            <pc:sldMk cId="657932122" sldId="2147473540"/>
            <ac:spMk id="2" creationId="{30F06C1A-CDD2-ADDC-32FE-231AE5F832F1}"/>
          </ac:spMkLst>
        </pc:spChg>
        <pc:spChg chg="mod">
          <ac:chgData name="Indoria, Priyanka Maruti" userId="c749efdb-d61c-4470-8df0-f0977f9f6ec1" providerId="ADAL" clId="{018107F5-3B83-4C00-A80B-A278C699A0CF}" dt="2026-03-02T14:54:02.495" v="1342" actId="2711"/>
          <ac:spMkLst>
            <pc:docMk/>
            <pc:sldMk cId="657932122" sldId="2147473540"/>
            <ac:spMk id="4" creationId="{6BEBD2AE-348F-666B-3D88-D04929427C04}"/>
          </ac:spMkLst>
        </pc:spChg>
        <pc:spChg chg="mod">
          <ac:chgData name="Indoria, Priyanka Maruti" userId="c749efdb-d61c-4470-8df0-f0977f9f6ec1" providerId="ADAL" clId="{018107F5-3B83-4C00-A80B-A278C699A0CF}" dt="2026-03-02T14:54:02.495" v="1342" actId="2711"/>
          <ac:spMkLst>
            <pc:docMk/>
            <pc:sldMk cId="657932122" sldId="2147473540"/>
            <ac:spMk id="12" creationId="{598C30E7-3A91-2A62-B66B-2970CFB31DB8}"/>
          </ac:spMkLst>
        </pc:spChg>
        <pc:spChg chg="mod">
          <ac:chgData name="Indoria, Priyanka Maruti" userId="c749efdb-d61c-4470-8df0-f0977f9f6ec1" providerId="ADAL" clId="{018107F5-3B83-4C00-A80B-A278C699A0CF}" dt="2026-03-02T14:54:02.495" v="1342" actId="2711"/>
          <ac:spMkLst>
            <pc:docMk/>
            <pc:sldMk cId="657932122" sldId="2147473540"/>
            <ac:spMk id="17" creationId="{7AA29D4A-02D3-0806-AA32-0DA5C9CCDE19}"/>
          </ac:spMkLst>
        </pc:spChg>
        <pc:spChg chg="mod">
          <ac:chgData name="Indoria, Priyanka Maruti" userId="c749efdb-d61c-4470-8df0-f0977f9f6ec1" providerId="ADAL" clId="{018107F5-3B83-4C00-A80B-A278C699A0CF}" dt="2026-03-02T14:54:02.495" v="1342" actId="2711"/>
          <ac:spMkLst>
            <pc:docMk/>
            <pc:sldMk cId="657932122" sldId="2147473540"/>
            <ac:spMk id="26" creationId="{B0E26B96-5C2A-A92A-ACC6-769792D4B8D3}"/>
          </ac:spMkLst>
        </pc:spChg>
        <pc:spChg chg="mod">
          <ac:chgData name="Indoria, Priyanka Maruti" userId="c749efdb-d61c-4470-8df0-f0977f9f6ec1" providerId="ADAL" clId="{018107F5-3B83-4C00-A80B-A278C699A0CF}" dt="2026-03-02T14:53:44.135" v="1340" actId="207"/>
          <ac:spMkLst>
            <pc:docMk/>
            <pc:sldMk cId="657932122" sldId="2147473540"/>
            <ac:spMk id="30" creationId="{43C728B5-6716-6474-E579-288C877C107D}"/>
          </ac:spMkLst>
        </pc:spChg>
        <pc:spChg chg="mod">
          <ac:chgData name="Indoria, Priyanka Maruti" userId="c749efdb-d61c-4470-8df0-f0977f9f6ec1" providerId="ADAL" clId="{018107F5-3B83-4C00-A80B-A278C699A0CF}" dt="2026-03-02T14:54:02.495" v="1342" actId="2711"/>
          <ac:spMkLst>
            <pc:docMk/>
            <pc:sldMk cId="657932122" sldId="2147473540"/>
            <ac:spMk id="39" creationId="{8A574C2D-913B-9B95-BDE8-09A8EAEB427D}"/>
          </ac:spMkLst>
        </pc:spChg>
        <pc:spChg chg="mod">
          <ac:chgData name="Indoria, Priyanka Maruti" userId="c749efdb-d61c-4470-8df0-f0977f9f6ec1" providerId="ADAL" clId="{018107F5-3B83-4C00-A80B-A278C699A0CF}" dt="2026-03-02T14:54:02.495" v="1342" actId="2711"/>
          <ac:spMkLst>
            <pc:docMk/>
            <pc:sldMk cId="657932122" sldId="2147473540"/>
            <ac:spMk id="40" creationId="{C521E783-A999-E5B1-EB03-25A10CFB7576}"/>
          </ac:spMkLst>
        </pc:spChg>
        <pc:spChg chg="mod">
          <ac:chgData name="Indoria, Priyanka Maruti" userId="c749efdb-d61c-4470-8df0-f0977f9f6ec1" providerId="ADAL" clId="{018107F5-3B83-4C00-A80B-A278C699A0CF}" dt="2026-03-02T14:54:02.495" v="1342" actId="2711"/>
          <ac:spMkLst>
            <pc:docMk/>
            <pc:sldMk cId="657932122" sldId="2147473540"/>
            <ac:spMk id="46" creationId="{B41EC9C2-7218-BD83-01DB-BCDC2F0DC753}"/>
          </ac:spMkLst>
        </pc:spChg>
        <pc:spChg chg="mod">
          <ac:chgData name="Indoria, Priyanka Maruti" userId="c749efdb-d61c-4470-8df0-f0977f9f6ec1" providerId="ADAL" clId="{018107F5-3B83-4C00-A80B-A278C699A0CF}" dt="2026-03-02T14:54:02.495" v="1342" actId="2711"/>
          <ac:spMkLst>
            <pc:docMk/>
            <pc:sldMk cId="657932122" sldId="2147473540"/>
            <ac:spMk id="77" creationId="{7011DEAC-9710-8145-288B-3AFFFD4CCF5F}"/>
          </ac:spMkLst>
        </pc:spChg>
        <pc:spChg chg="mod">
          <ac:chgData name="Indoria, Priyanka Maruti" userId="c749efdb-d61c-4470-8df0-f0977f9f6ec1" providerId="ADAL" clId="{018107F5-3B83-4C00-A80B-A278C699A0CF}" dt="2026-03-02T14:54:02.495" v="1342" actId="2711"/>
          <ac:spMkLst>
            <pc:docMk/>
            <pc:sldMk cId="657932122" sldId="2147473540"/>
            <ac:spMk id="79" creationId="{B2E72A8F-0124-EDEA-AE3B-0E7E30D52DD2}"/>
          </ac:spMkLst>
        </pc:spChg>
        <pc:spChg chg="mod">
          <ac:chgData name="Indoria, Priyanka Maruti" userId="c749efdb-d61c-4470-8df0-f0977f9f6ec1" providerId="ADAL" clId="{018107F5-3B83-4C00-A80B-A278C699A0CF}" dt="2026-03-02T14:54:02.495" v="1342" actId="2711"/>
          <ac:spMkLst>
            <pc:docMk/>
            <pc:sldMk cId="657932122" sldId="2147473540"/>
            <ac:spMk id="80" creationId="{5E4F25D9-0818-89BA-F3A8-B31CCE05564D}"/>
          </ac:spMkLst>
        </pc:spChg>
        <pc:graphicFrameChg chg="modGraphic">
          <ac:chgData name="Indoria, Priyanka Maruti" userId="c749efdb-d61c-4470-8df0-f0977f9f6ec1" providerId="ADAL" clId="{018107F5-3B83-4C00-A80B-A278C699A0CF}" dt="2026-03-02T14:54:14.533" v="1344" actId="207"/>
          <ac:graphicFrameMkLst>
            <pc:docMk/>
            <pc:sldMk cId="657932122" sldId="2147473540"/>
            <ac:graphicFrameMk id="15" creationId="{26718D14-744F-1402-79C8-7C47FEA01254}"/>
          </ac:graphicFrameMkLst>
        </pc:graphicFrameChg>
      </pc:sldChg>
      <pc:sldChg chg="addSp delSp modSp mod chgLayout">
        <pc:chgData name="Indoria, Priyanka Maruti" userId="c749efdb-d61c-4470-8df0-f0977f9f6ec1" providerId="ADAL" clId="{018107F5-3B83-4C00-A80B-A278C699A0CF}" dt="2026-03-02T15:16:33.485" v="1405" actId="1076"/>
        <pc:sldMkLst>
          <pc:docMk/>
          <pc:sldMk cId="4107191023" sldId="2147477786"/>
        </pc:sldMkLst>
        <pc:spChg chg="add mod ord">
          <ac:chgData name="Indoria, Priyanka Maruti" userId="c749efdb-d61c-4470-8df0-f0977f9f6ec1" providerId="ADAL" clId="{018107F5-3B83-4C00-A80B-A278C699A0CF}" dt="2026-03-02T14:01:18.452" v="965" actId="6264"/>
          <ac:spMkLst>
            <pc:docMk/>
            <pc:sldMk cId="4107191023" sldId="2147477786"/>
            <ac:spMk id="8" creationId="{BAFEBFC7-C5F3-CDDB-FB5A-3057C2CDA5E7}"/>
          </ac:spMkLst>
        </pc:spChg>
        <pc:spChg chg="mod">
          <ac:chgData name="Indoria, Priyanka Maruti" userId="c749efdb-d61c-4470-8df0-f0977f9f6ec1" providerId="ADAL" clId="{018107F5-3B83-4C00-A80B-A278C699A0CF}" dt="2026-03-02T15:16:09.369" v="1402" actId="1036"/>
          <ac:spMkLst>
            <pc:docMk/>
            <pc:sldMk cId="4107191023" sldId="2147477786"/>
            <ac:spMk id="11" creationId="{3CA5F539-6BC0-03FD-FB00-C8C2AFFF43A4}"/>
          </ac:spMkLst>
        </pc:spChg>
        <pc:spChg chg="mod">
          <ac:chgData name="Indoria, Priyanka Maruti" userId="c749efdb-d61c-4470-8df0-f0977f9f6ec1" providerId="ADAL" clId="{018107F5-3B83-4C00-A80B-A278C699A0CF}" dt="2026-03-02T15:16:01.382" v="1397" actId="1076"/>
          <ac:spMkLst>
            <pc:docMk/>
            <pc:sldMk cId="4107191023" sldId="2147477786"/>
            <ac:spMk id="14" creationId="{959D9848-FC8B-FE6C-8F66-5706E9CC28BC}"/>
          </ac:spMkLst>
        </pc:spChg>
        <pc:spChg chg="mod">
          <ac:chgData name="Indoria, Priyanka Maruti" userId="c749efdb-d61c-4470-8df0-f0977f9f6ec1" providerId="ADAL" clId="{018107F5-3B83-4C00-A80B-A278C699A0CF}" dt="2026-03-02T15:16:20.184" v="1404" actId="1076"/>
          <ac:spMkLst>
            <pc:docMk/>
            <pc:sldMk cId="4107191023" sldId="2147477786"/>
            <ac:spMk id="15" creationId="{DF17C8A9-FF59-5E27-B730-857A3995F5DD}"/>
          </ac:spMkLst>
        </pc:spChg>
        <pc:spChg chg="mod">
          <ac:chgData name="Indoria, Priyanka Maruti" userId="c749efdb-d61c-4470-8df0-f0977f9f6ec1" providerId="ADAL" clId="{018107F5-3B83-4C00-A80B-A278C699A0CF}" dt="2026-03-02T15:16:33.485" v="1405" actId="1076"/>
          <ac:spMkLst>
            <pc:docMk/>
            <pc:sldMk cId="4107191023" sldId="2147477786"/>
            <ac:spMk id="17" creationId="{48FC43D5-DDEA-5E10-1F9D-475C58694111}"/>
          </ac:spMkLst>
        </pc:spChg>
        <pc:spChg chg="mod">
          <ac:chgData name="Indoria, Priyanka Maruti" userId="c749efdb-d61c-4470-8df0-f0977f9f6ec1" providerId="ADAL" clId="{018107F5-3B83-4C00-A80B-A278C699A0CF}" dt="2026-03-02T15:16:01.382" v="1397" actId="1076"/>
          <ac:spMkLst>
            <pc:docMk/>
            <pc:sldMk cId="4107191023" sldId="2147477786"/>
            <ac:spMk id="23" creationId="{3DB08D9E-B8FA-B264-0CFB-107565E35D4B}"/>
          </ac:spMkLst>
        </pc:spChg>
        <pc:spChg chg="mod">
          <ac:chgData name="Indoria, Priyanka Maruti" userId="c749efdb-d61c-4470-8df0-f0977f9f6ec1" providerId="ADAL" clId="{018107F5-3B83-4C00-A80B-A278C699A0CF}" dt="2026-03-02T15:16:01.382" v="1397" actId="1076"/>
          <ac:spMkLst>
            <pc:docMk/>
            <pc:sldMk cId="4107191023" sldId="2147477786"/>
            <ac:spMk id="25" creationId="{983D54E0-8C6F-ACC0-51B2-A8FF78BA3D2A}"/>
          </ac:spMkLst>
        </pc:spChg>
        <pc:spChg chg="mod">
          <ac:chgData name="Indoria, Priyanka Maruti" userId="c749efdb-d61c-4470-8df0-f0977f9f6ec1" providerId="ADAL" clId="{018107F5-3B83-4C00-A80B-A278C699A0CF}" dt="2026-03-02T15:16:01.382" v="1397" actId="1076"/>
          <ac:spMkLst>
            <pc:docMk/>
            <pc:sldMk cId="4107191023" sldId="2147477786"/>
            <ac:spMk id="26" creationId="{CD800D51-4057-3051-2743-8D673E697B55}"/>
          </ac:spMkLst>
        </pc:spChg>
        <pc:spChg chg="mod">
          <ac:chgData name="Indoria, Priyanka Maruti" userId="c749efdb-d61c-4470-8df0-f0977f9f6ec1" providerId="ADAL" clId="{018107F5-3B83-4C00-A80B-A278C699A0CF}" dt="2026-03-02T15:16:01.382" v="1397" actId="1076"/>
          <ac:spMkLst>
            <pc:docMk/>
            <pc:sldMk cId="4107191023" sldId="2147477786"/>
            <ac:spMk id="30" creationId="{488DFBB2-2B84-AE7A-95D5-A96D69F117C6}"/>
          </ac:spMkLst>
        </pc:spChg>
        <pc:spChg chg="mod">
          <ac:chgData name="Indoria, Priyanka Maruti" userId="c749efdb-d61c-4470-8df0-f0977f9f6ec1" providerId="ADAL" clId="{018107F5-3B83-4C00-A80B-A278C699A0CF}" dt="2026-03-02T15:16:01.382" v="1397" actId="1076"/>
          <ac:spMkLst>
            <pc:docMk/>
            <pc:sldMk cId="4107191023" sldId="2147477786"/>
            <ac:spMk id="32" creationId="{FE5AE581-5A1C-537E-7949-0FBA4235D107}"/>
          </ac:spMkLst>
        </pc:spChg>
        <pc:spChg chg="mod">
          <ac:chgData name="Indoria, Priyanka Maruti" userId="c749efdb-d61c-4470-8df0-f0977f9f6ec1" providerId="ADAL" clId="{018107F5-3B83-4C00-A80B-A278C699A0CF}" dt="2026-03-02T15:16:01.382" v="1397" actId="1076"/>
          <ac:spMkLst>
            <pc:docMk/>
            <pc:sldMk cId="4107191023" sldId="2147477786"/>
            <ac:spMk id="37" creationId="{B0EBFAAC-1B10-85CB-86BA-710BDD7AACD5}"/>
          </ac:spMkLst>
        </pc:spChg>
        <pc:spChg chg="mod">
          <ac:chgData name="Indoria, Priyanka Maruti" userId="c749efdb-d61c-4470-8df0-f0977f9f6ec1" providerId="ADAL" clId="{018107F5-3B83-4C00-A80B-A278C699A0CF}" dt="2026-03-02T15:16:09.369" v="1402" actId="1036"/>
          <ac:spMkLst>
            <pc:docMk/>
            <pc:sldMk cId="4107191023" sldId="2147477786"/>
            <ac:spMk id="38" creationId="{7876F22A-219F-CC00-BEFF-9E4867A3D299}"/>
          </ac:spMkLst>
        </pc:spChg>
        <pc:spChg chg="mod">
          <ac:chgData name="Indoria, Priyanka Maruti" userId="c749efdb-d61c-4470-8df0-f0977f9f6ec1" providerId="ADAL" clId="{018107F5-3B83-4C00-A80B-A278C699A0CF}" dt="2026-03-02T15:16:09.369" v="1402" actId="1036"/>
          <ac:spMkLst>
            <pc:docMk/>
            <pc:sldMk cId="4107191023" sldId="2147477786"/>
            <ac:spMk id="42" creationId="{ACC2655E-C32E-8A84-D69D-48F2120A5F9B}"/>
          </ac:spMkLst>
        </pc:spChg>
        <pc:spChg chg="mod">
          <ac:chgData name="Indoria, Priyanka Maruti" userId="c749efdb-d61c-4470-8df0-f0977f9f6ec1" providerId="ADAL" clId="{018107F5-3B83-4C00-A80B-A278C699A0CF}" dt="2026-03-02T15:16:13.458" v="1403" actId="1076"/>
          <ac:spMkLst>
            <pc:docMk/>
            <pc:sldMk cId="4107191023" sldId="2147477786"/>
            <ac:spMk id="43" creationId="{E50586B2-B5DC-6CBD-DF0C-6CA2A9A195BC}"/>
          </ac:spMkLst>
        </pc:spChg>
        <pc:spChg chg="mod">
          <ac:chgData name="Indoria, Priyanka Maruti" userId="c749efdb-d61c-4470-8df0-f0977f9f6ec1" providerId="ADAL" clId="{018107F5-3B83-4C00-A80B-A278C699A0CF}" dt="2026-03-02T15:15:28.993" v="1389" actId="14100"/>
          <ac:spMkLst>
            <pc:docMk/>
            <pc:sldMk cId="4107191023" sldId="2147477786"/>
            <ac:spMk id="50" creationId="{282F4152-DC30-E67E-B008-8F8FF6C73285}"/>
          </ac:spMkLst>
        </pc:spChg>
        <pc:spChg chg="mod">
          <ac:chgData name="Indoria, Priyanka Maruti" userId="c749efdb-d61c-4470-8df0-f0977f9f6ec1" providerId="ADAL" clId="{018107F5-3B83-4C00-A80B-A278C699A0CF}" dt="2026-03-02T15:15:32.367" v="1390" actId="14100"/>
          <ac:spMkLst>
            <pc:docMk/>
            <pc:sldMk cId="4107191023" sldId="2147477786"/>
            <ac:spMk id="52" creationId="{D2E9B7B6-D1BE-0464-331D-5779B1965033}"/>
          </ac:spMkLst>
        </pc:spChg>
        <pc:spChg chg="mod">
          <ac:chgData name="Indoria, Priyanka Maruti" userId="c749efdb-d61c-4470-8df0-f0977f9f6ec1" providerId="ADAL" clId="{018107F5-3B83-4C00-A80B-A278C699A0CF}" dt="2026-03-02T14:01:12.834" v="963" actId="21"/>
          <ac:spMkLst>
            <pc:docMk/>
            <pc:sldMk cId="4107191023" sldId="2147477786"/>
            <ac:spMk id="54" creationId="{588C3CB8-A172-C0E7-7682-EFDF03148714}"/>
          </ac:spMkLst>
        </pc:spChg>
        <pc:spChg chg="mod">
          <ac:chgData name="Indoria, Priyanka Maruti" userId="c749efdb-d61c-4470-8df0-f0977f9f6ec1" providerId="ADAL" clId="{018107F5-3B83-4C00-A80B-A278C699A0CF}" dt="2026-03-02T15:16:01.382" v="1397" actId="1076"/>
          <ac:spMkLst>
            <pc:docMk/>
            <pc:sldMk cId="4107191023" sldId="2147477786"/>
            <ac:spMk id="55" creationId="{799C0A4B-D5A1-9015-AEFD-963E5412569D}"/>
          </ac:spMkLst>
        </pc:spChg>
        <pc:spChg chg="mod">
          <ac:chgData name="Indoria, Priyanka Maruti" userId="c749efdb-d61c-4470-8df0-f0977f9f6ec1" providerId="ADAL" clId="{018107F5-3B83-4C00-A80B-A278C699A0CF}" dt="2026-03-02T15:15:45.094" v="1394" actId="207"/>
          <ac:spMkLst>
            <pc:docMk/>
            <pc:sldMk cId="4107191023" sldId="2147477786"/>
            <ac:spMk id="69" creationId="{2AE34431-2F1A-D403-738D-5ED41C4A3DF4}"/>
          </ac:spMkLst>
        </pc:spChg>
        <pc:cxnChg chg="mod">
          <ac:chgData name="Indoria, Priyanka Maruti" userId="c749efdb-d61c-4470-8df0-f0977f9f6ec1" providerId="ADAL" clId="{018107F5-3B83-4C00-A80B-A278C699A0CF}" dt="2026-03-02T15:16:09.369" v="1402" actId="1036"/>
          <ac:cxnSpMkLst>
            <pc:docMk/>
            <pc:sldMk cId="4107191023" sldId="2147477786"/>
            <ac:cxnSpMk id="45" creationId="{F6D5B66D-72F6-733C-D7BA-AD18B076662A}"/>
          </ac:cxnSpMkLst>
        </pc:cxnChg>
      </pc:sldChg>
      <pc:sldChg chg="addSp delSp modSp mod chgLayout">
        <pc:chgData name="Indoria, Priyanka Maruti" userId="c749efdb-d61c-4470-8df0-f0977f9f6ec1" providerId="ADAL" clId="{018107F5-3B83-4C00-A80B-A278C699A0CF}" dt="2026-03-02T15:13:16.222" v="1365" actId="207"/>
        <pc:sldMkLst>
          <pc:docMk/>
          <pc:sldMk cId="1508187385" sldId="2147480486"/>
        </pc:sldMkLst>
        <pc:spChg chg="mod ord">
          <ac:chgData name="Indoria, Priyanka Maruti" userId="c749efdb-d61c-4470-8df0-f0977f9f6ec1" providerId="ADAL" clId="{018107F5-3B83-4C00-A80B-A278C699A0CF}" dt="2026-03-02T12:58:11.654" v="745" actId="1076"/>
          <ac:spMkLst>
            <pc:docMk/>
            <pc:sldMk cId="1508187385" sldId="2147480486"/>
            <ac:spMk id="2" creationId="{30F06C1A-CDD2-ADDC-32FE-231AE5F832F1}"/>
          </ac:spMkLst>
        </pc:spChg>
        <pc:spChg chg="add mod">
          <ac:chgData name="Indoria, Priyanka Maruti" userId="c749efdb-d61c-4470-8df0-f0977f9f6ec1" providerId="ADAL" clId="{018107F5-3B83-4C00-A80B-A278C699A0CF}" dt="2026-03-02T15:12:38.523" v="1362" actId="207"/>
          <ac:spMkLst>
            <pc:docMk/>
            <pc:sldMk cId="1508187385" sldId="2147480486"/>
            <ac:spMk id="338" creationId="{D229574A-0191-A862-7203-1ACA8F4695C8}"/>
          </ac:spMkLst>
        </pc:spChg>
        <pc:spChg chg="mod">
          <ac:chgData name="Indoria, Priyanka Maruti" userId="c749efdb-d61c-4470-8df0-f0977f9f6ec1" providerId="ADAL" clId="{018107F5-3B83-4C00-A80B-A278C699A0CF}" dt="2026-03-02T15:11:32.169" v="1356" actId="1076"/>
          <ac:spMkLst>
            <pc:docMk/>
            <pc:sldMk cId="1508187385" sldId="2147480486"/>
            <ac:spMk id="341" creationId="{D47D89A4-6E78-FB94-43F0-0BC999EE6D3F}"/>
          </ac:spMkLst>
        </pc:spChg>
        <pc:spChg chg="mod">
          <ac:chgData name="Indoria, Priyanka Maruti" userId="c749efdb-d61c-4470-8df0-f0977f9f6ec1" providerId="ADAL" clId="{018107F5-3B83-4C00-A80B-A278C699A0CF}" dt="2026-03-02T15:11:32.169" v="1356" actId="1076"/>
          <ac:spMkLst>
            <pc:docMk/>
            <pc:sldMk cId="1508187385" sldId="2147480486"/>
            <ac:spMk id="342" creationId="{22A15332-F189-8B2F-7562-158027022DE1}"/>
          </ac:spMkLst>
        </pc:spChg>
        <pc:spChg chg="mod">
          <ac:chgData name="Indoria, Priyanka Maruti" userId="c749efdb-d61c-4470-8df0-f0977f9f6ec1" providerId="ADAL" clId="{018107F5-3B83-4C00-A80B-A278C699A0CF}" dt="2026-03-02T15:11:32.169" v="1356" actId="1076"/>
          <ac:spMkLst>
            <pc:docMk/>
            <pc:sldMk cId="1508187385" sldId="2147480486"/>
            <ac:spMk id="343" creationId="{B6C770D1-2015-C5A1-33E6-D3064ECBEAA6}"/>
          </ac:spMkLst>
        </pc:spChg>
        <pc:spChg chg="mod">
          <ac:chgData name="Indoria, Priyanka Maruti" userId="c749efdb-d61c-4470-8df0-f0977f9f6ec1" providerId="ADAL" clId="{018107F5-3B83-4C00-A80B-A278C699A0CF}" dt="2026-03-02T15:11:32.169" v="1356" actId="1076"/>
          <ac:spMkLst>
            <pc:docMk/>
            <pc:sldMk cId="1508187385" sldId="2147480486"/>
            <ac:spMk id="344" creationId="{04B76315-55B9-26C4-619F-41E62BCC906F}"/>
          </ac:spMkLst>
        </pc:spChg>
        <pc:spChg chg="mod">
          <ac:chgData name="Indoria, Priyanka Maruti" userId="c749efdb-d61c-4470-8df0-f0977f9f6ec1" providerId="ADAL" clId="{018107F5-3B83-4C00-A80B-A278C699A0CF}" dt="2026-03-02T15:11:26.915" v="1355"/>
          <ac:spMkLst>
            <pc:docMk/>
            <pc:sldMk cId="1508187385" sldId="2147480486"/>
            <ac:spMk id="355" creationId="{B178FEE1-7101-6A93-3949-45044968245F}"/>
          </ac:spMkLst>
        </pc:spChg>
        <pc:spChg chg="mod">
          <ac:chgData name="Indoria, Priyanka Maruti" userId="c749efdb-d61c-4470-8df0-f0977f9f6ec1" providerId="ADAL" clId="{018107F5-3B83-4C00-A80B-A278C699A0CF}" dt="2026-03-02T15:11:26.915" v="1355"/>
          <ac:spMkLst>
            <pc:docMk/>
            <pc:sldMk cId="1508187385" sldId="2147480486"/>
            <ac:spMk id="357" creationId="{BC7E0225-7CA7-20E3-EC02-EF162C832F3B}"/>
          </ac:spMkLst>
        </pc:spChg>
        <pc:spChg chg="mod">
          <ac:chgData name="Indoria, Priyanka Maruti" userId="c749efdb-d61c-4470-8df0-f0977f9f6ec1" providerId="ADAL" clId="{018107F5-3B83-4C00-A80B-A278C699A0CF}" dt="2026-03-02T15:11:26.915" v="1355"/>
          <ac:spMkLst>
            <pc:docMk/>
            <pc:sldMk cId="1508187385" sldId="2147480486"/>
            <ac:spMk id="365" creationId="{B8C7A1D8-4E84-75D6-57E0-5E8B3BAE50EB}"/>
          </ac:spMkLst>
        </pc:spChg>
        <pc:spChg chg="mod">
          <ac:chgData name="Indoria, Priyanka Maruti" userId="c749efdb-d61c-4470-8df0-f0977f9f6ec1" providerId="ADAL" clId="{018107F5-3B83-4C00-A80B-A278C699A0CF}" dt="2026-03-02T15:11:26.915" v="1355"/>
          <ac:spMkLst>
            <pc:docMk/>
            <pc:sldMk cId="1508187385" sldId="2147480486"/>
            <ac:spMk id="369" creationId="{A9C8A1A9-A5E5-5DCA-3969-1D137F637092}"/>
          </ac:spMkLst>
        </pc:spChg>
        <pc:spChg chg="mod">
          <ac:chgData name="Indoria, Priyanka Maruti" userId="c749efdb-d61c-4470-8df0-f0977f9f6ec1" providerId="ADAL" clId="{018107F5-3B83-4C00-A80B-A278C699A0CF}" dt="2026-03-02T15:11:26.915" v="1355"/>
          <ac:spMkLst>
            <pc:docMk/>
            <pc:sldMk cId="1508187385" sldId="2147480486"/>
            <ac:spMk id="375" creationId="{5F4D0F3A-E7CA-661B-4944-CC22285FABC1}"/>
          </ac:spMkLst>
        </pc:spChg>
        <pc:spChg chg="mod">
          <ac:chgData name="Indoria, Priyanka Maruti" userId="c749efdb-d61c-4470-8df0-f0977f9f6ec1" providerId="ADAL" clId="{018107F5-3B83-4C00-A80B-A278C699A0CF}" dt="2026-03-02T15:11:26.915" v="1355"/>
          <ac:spMkLst>
            <pc:docMk/>
            <pc:sldMk cId="1508187385" sldId="2147480486"/>
            <ac:spMk id="384" creationId="{173560A1-8576-498B-684B-C7E8C859D216}"/>
          </ac:spMkLst>
        </pc:spChg>
        <pc:spChg chg="mod">
          <ac:chgData name="Indoria, Priyanka Maruti" userId="c749efdb-d61c-4470-8df0-f0977f9f6ec1" providerId="ADAL" clId="{018107F5-3B83-4C00-A80B-A278C699A0CF}" dt="2026-03-02T15:11:26.915" v="1355"/>
          <ac:spMkLst>
            <pc:docMk/>
            <pc:sldMk cId="1508187385" sldId="2147480486"/>
            <ac:spMk id="393" creationId="{EE70264F-C4F1-79D9-0200-FCDF87CE1CD3}"/>
          </ac:spMkLst>
        </pc:spChg>
        <pc:spChg chg="mod">
          <ac:chgData name="Indoria, Priyanka Maruti" userId="c749efdb-d61c-4470-8df0-f0977f9f6ec1" providerId="ADAL" clId="{018107F5-3B83-4C00-A80B-A278C699A0CF}" dt="2026-03-02T15:11:32.169" v="1356" actId="1076"/>
          <ac:spMkLst>
            <pc:docMk/>
            <pc:sldMk cId="1508187385" sldId="2147480486"/>
            <ac:spMk id="409" creationId="{027E946D-71E8-5B52-1D9B-45070EBB66A6}"/>
          </ac:spMkLst>
        </pc:spChg>
        <pc:spChg chg="mod">
          <ac:chgData name="Indoria, Priyanka Maruti" userId="c749efdb-d61c-4470-8df0-f0977f9f6ec1" providerId="ADAL" clId="{018107F5-3B83-4C00-A80B-A278C699A0CF}" dt="2026-03-02T15:11:32.169" v="1356" actId="1076"/>
          <ac:spMkLst>
            <pc:docMk/>
            <pc:sldMk cId="1508187385" sldId="2147480486"/>
            <ac:spMk id="412" creationId="{5EB05ABF-91DF-7BB3-3159-399DA9EF6FE8}"/>
          </ac:spMkLst>
        </pc:spChg>
        <pc:spChg chg="mod">
          <ac:chgData name="Indoria, Priyanka Maruti" userId="c749efdb-d61c-4470-8df0-f0977f9f6ec1" providerId="ADAL" clId="{018107F5-3B83-4C00-A80B-A278C699A0CF}" dt="2026-03-02T15:11:32.169" v="1356" actId="1076"/>
          <ac:spMkLst>
            <pc:docMk/>
            <pc:sldMk cId="1508187385" sldId="2147480486"/>
            <ac:spMk id="419" creationId="{BE28E913-DC92-EF55-FE01-B66BFD6C3185}"/>
          </ac:spMkLst>
        </pc:spChg>
        <pc:spChg chg="add mod">
          <ac:chgData name="Indoria, Priyanka Maruti" userId="c749efdb-d61c-4470-8df0-f0977f9f6ec1" providerId="ADAL" clId="{018107F5-3B83-4C00-A80B-A278C699A0CF}" dt="2026-03-02T15:11:26.915" v="1355"/>
          <ac:spMkLst>
            <pc:docMk/>
            <pc:sldMk cId="1508187385" sldId="2147480486"/>
            <ac:spMk id="421" creationId="{FD7F8324-25B8-C953-B612-F190C4632C71}"/>
          </ac:spMkLst>
        </pc:spChg>
        <pc:spChg chg="mod">
          <ac:chgData name="Indoria, Priyanka Maruti" userId="c749efdb-d61c-4470-8df0-f0977f9f6ec1" providerId="ADAL" clId="{018107F5-3B83-4C00-A80B-A278C699A0CF}" dt="2026-03-02T15:11:32.169" v="1356" actId="1076"/>
          <ac:spMkLst>
            <pc:docMk/>
            <pc:sldMk cId="1508187385" sldId="2147480486"/>
            <ac:spMk id="424" creationId="{03794055-B907-C9BB-BB37-441862C96A2B}"/>
          </ac:spMkLst>
        </pc:spChg>
        <pc:spChg chg="mod">
          <ac:chgData name="Indoria, Priyanka Maruti" userId="c749efdb-d61c-4470-8df0-f0977f9f6ec1" providerId="ADAL" clId="{018107F5-3B83-4C00-A80B-A278C699A0CF}" dt="2026-03-02T15:11:32.169" v="1356" actId="1076"/>
          <ac:spMkLst>
            <pc:docMk/>
            <pc:sldMk cId="1508187385" sldId="2147480486"/>
            <ac:spMk id="436" creationId="{EDA63990-8219-6D14-A646-99886887238A}"/>
          </ac:spMkLst>
        </pc:spChg>
        <pc:spChg chg="mod">
          <ac:chgData name="Indoria, Priyanka Maruti" userId="c749efdb-d61c-4470-8df0-f0977f9f6ec1" providerId="ADAL" clId="{018107F5-3B83-4C00-A80B-A278C699A0CF}" dt="2026-03-02T15:11:32.169" v="1356" actId="1076"/>
          <ac:spMkLst>
            <pc:docMk/>
            <pc:sldMk cId="1508187385" sldId="2147480486"/>
            <ac:spMk id="445" creationId="{A8AAA53C-0FA9-189F-4F65-5A3039FD89DC}"/>
          </ac:spMkLst>
        </pc:spChg>
        <pc:graphicFrameChg chg="modGraphic">
          <ac:chgData name="Indoria, Priyanka Maruti" userId="c749efdb-d61c-4470-8df0-f0977f9f6ec1" providerId="ADAL" clId="{018107F5-3B83-4C00-A80B-A278C699A0CF}" dt="2026-03-02T15:13:16.222" v="1365" actId="207"/>
          <ac:graphicFrameMkLst>
            <pc:docMk/>
            <pc:sldMk cId="1508187385" sldId="2147480486"/>
            <ac:graphicFrameMk id="337" creationId="{D51DC2D0-6A68-D71C-214C-4CAECEF09E2B}"/>
          </ac:graphicFrameMkLst>
        </pc:graphicFrameChg>
      </pc:sldChg>
      <pc:sldChg chg="modSp mod chgLayout">
        <pc:chgData name="Indoria, Priyanka Maruti" userId="c749efdb-d61c-4470-8df0-f0977f9f6ec1" providerId="ADAL" clId="{018107F5-3B83-4C00-A80B-A278C699A0CF}" dt="2026-03-02T14:54:40.985" v="1349" actId="207"/>
        <pc:sldMkLst>
          <pc:docMk/>
          <pc:sldMk cId="1139542921" sldId="2147482957"/>
        </pc:sldMkLst>
        <pc:spChg chg="mod ord">
          <ac:chgData name="Indoria, Priyanka Maruti" userId="c749efdb-d61c-4470-8df0-f0977f9f6ec1" providerId="ADAL" clId="{018107F5-3B83-4C00-A80B-A278C699A0CF}" dt="2026-03-02T12:57:34.457" v="739" actId="700"/>
          <ac:spMkLst>
            <pc:docMk/>
            <pc:sldMk cId="1139542921" sldId="2147482957"/>
            <ac:spMk id="65" creationId="{3EC05A36-3DE1-9B09-2925-B9825DA8B9AF}"/>
          </ac:spMkLst>
        </pc:spChg>
        <pc:spChg chg="mod">
          <ac:chgData name="Indoria, Priyanka Maruti" userId="c749efdb-d61c-4470-8df0-f0977f9f6ec1" providerId="ADAL" clId="{018107F5-3B83-4C00-A80B-A278C699A0CF}" dt="2026-03-02T14:54:37.787" v="1348" actId="207"/>
          <ac:spMkLst>
            <pc:docMk/>
            <pc:sldMk cId="1139542921" sldId="2147482957"/>
            <ac:spMk id="218" creationId="{1A4EA0EC-C922-25E1-EC97-2BAD51DDA5EE}"/>
          </ac:spMkLst>
        </pc:spChg>
        <pc:spChg chg="mod">
          <ac:chgData name="Indoria, Priyanka Maruti" userId="c749efdb-d61c-4470-8df0-f0977f9f6ec1" providerId="ADAL" clId="{018107F5-3B83-4C00-A80B-A278C699A0CF}" dt="2026-03-02T14:54:40.985" v="1349" actId="207"/>
          <ac:spMkLst>
            <pc:docMk/>
            <pc:sldMk cId="1139542921" sldId="2147482957"/>
            <ac:spMk id="219" creationId="{A6E00EA6-BFC4-FA06-C8BF-F6DC8F283373}"/>
          </ac:spMkLst>
        </pc:spChg>
      </pc:sldChg>
      <pc:sldChg chg="addSp delSp modSp mod chgLayout">
        <pc:chgData name="Indoria, Priyanka Maruti" userId="c749efdb-d61c-4470-8df0-f0977f9f6ec1" providerId="ADAL" clId="{018107F5-3B83-4C00-A80B-A278C699A0CF}" dt="2026-03-02T15:15:05.148" v="1385" actId="207"/>
        <pc:sldMkLst>
          <pc:docMk/>
          <pc:sldMk cId="3424198103" sldId="2147483330"/>
        </pc:sldMkLst>
        <pc:spChg chg="mod">
          <ac:chgData name="Indoria, Priyanka Maruti" userId="c749efdb-d61c-4470-8df0-f0977f9f6ec1" providerId="ADAL" clId="{018107F5-3B83-4C00-A80B-A278C699A0CF}" dt="2026-03-02T13:58:41.794" v="947" actId="1076"/>
          <ac:spMkLst>
            <pc:docMk/>
            <pc:sldMk cId="3424198103" sldId="2147483330"/>
            <ac:spMk id="2" creationId="{92119247-593B-32D0-790D-5616DD653EFD}"/>
          </ac:spMkLst>
        </pc:spChg>
        <pc:spChg chg="mod">
          <ac:chgData name="Indoria, Priyanka Maruti" userId="c749efdb-d61c-4470-8df0-f0977f9f6ec1" providerId="ADAL" clId="{018107F5-3B83-4C00-A80B-A278C699A0CF}" dt="2026-03-02T12:55:23.952" v="719" actId="1076"/>
          <ac:spMkLst>
            <pc:docMk/>
            <pc:sldMk cId="3424198103" sldId="2147483330"/>
            <ac:spMk id="3" creationId="{4EF3A1D1-0460-B476-2867-F959E779406E}"/>
          </ac:spMkLst>
        </pc:spChg>
        <pc:spChg chg="mod">
          <ac:chgData name="Indoria, Priyanka Maruti" userId="c749efdb-d61c-4470-8df0-f0977f9f6ec1" providerId="ADAL" clId="{018107F5-3B83-4C00-A80B-A278C699A0CF}" dt="2026-03-02T13:58:47.596" v="948" actId="207"/>
          <ac:spMkLst>
            <pc:docMk/>
            <pc:sldMk cId="3424198103" sldId="2147483330"/>
            <ac:spMk id="6" creationId="{EF066BAB-0090-0C53-26B5-2DDE29E0CD31}"/>
          </ac:spMkLst>
        </pc:spChg>
        <pc:spChg chg="mod">
          <ac:chgData name="Indoria, Priyanka Maruti" userId="c749efdb-d61c-4470-8df0-f0977f9f6ec1" providerId="ADAL" clId="{018107F5-3B83-4C00-A80B-A278C699A0CF}" dt="2026-03-02T13:59:41.872" v="952" actId="207"/>
          <ac:spMkLst>
            <pc:docMk/>
            <pc:sldMk cId="3424198103" sldId="2147483330"/>
            <ac:spMk id="7" creationId="{CDCA1F33-CDDC-F21E-D376-E6DAE328B6BF}"/>
          </ac:spMkLst>
        </pc:spChg>
        <pc:spChg chg="mod">
          <ac:chgData name="Indoria, Priyanka Maruti" userId="c749efdb-d61c-4470-8df0-f0977f9f6ec1" providerId="ADAL" clId="{018107F5-3B83-4C00-A80B-A278C699A0CF}" dt="2026-03-02T14:00:01.291" v="955" actId="20577"/>
          <ac:spMkLst>
            <pc:docMk/>
            <pc:sldMk cId="3424198103" sldId="2147483330"/>
            <ac:spMk id="8" creationId="{0D9EFDBA-38CB-69AE-ED6D-C7D8999EC95C}"/>
          </ac:spMkLst>
        </pc:spChg>
        <pc:spChg chg="mod">
          <ac:chgData name="Indoria, Priyanka Maruti" userId="c749efdb-d61c-4470-8df0-f0977f9f6ec1" providerId="ADAL" clId="{018107F5-3B83-4C00-A80B-A278C699A0CF}" dt="2026-03-02T13:59:49.621" v="953" actId="207"/>
          <ac:spMkLst>
            <pc:docMk/>
            <pc:sldMk cId="3424198103" sldId="2147483330"/>
            <ac:spMk id="9" creationId="{20AD6F98-152F-7F47-A842-52096AEB156C}"/>
          </ac:spMkLst>
        </pc:spChg>
        <pc:spChg chg="mod">
          <ac:chgData name="Indoria, Priyanka Maruti" userId="c749efdb-d61c-4470-8df0-f0977f9f6ec1" providerId="ADAL" clId="{018107F5-3B83-4C00-A80B-A278C699A0CF}" dt="2026-03-02T14:00:23.784" v="958" actId="207"/>
          <ac:spMkLst>
            <pc:docMk/>
            <pc:sldMk cId="3424198103" sldId="2147483330"/>
            <ac:spMk id="11" creationId="{21B7024F-06AA-6785-273E-593BBE16D479}"/>
          </ac:spMkLst>
        </pc:spChg>
        <pc:spChg chg="mod">
          <ac:chgData name="Indoria, Priyanka Maruti" userId="c749efdb-d61c-4470-8df0-f0977f9f6ec1" providerId="ADAL" clId="{018107F5-3B83-4C00-A80B-A278C699A0CF}" dt="2026-03-02T13:59:57.605" v="954" actId="207"/>
          <ac:spMkLst>
            <pc:docMk/>
            <pc:sldMk cId="3424198103" sldId="2147483330"/>
            <ac:spMk id="12" creationId="{0F51C42A-265F-5280-232B-C6116B2022AC}"/>
          </ac:spMkLst>
        </pc:spChg>
        <pc:spChg chg="mod">
          <ac:chgData name="Indoria, Priyanka Maruti" userId="c749efdb-d61c-4470-8df0-f0977f9f6ec1" providerId="ADAL" clId="{018107F5-3B83-4C00-A80B-A278C699A0CF}" dt="2026-03-02T13:59:36.084" v="951" actId="207"/>
          <ac:spMkLst>
            <pc:docMk/>
            <pc:sldMk cId="3424198103" sldId="2147483330"/>
            <ac:spMk id="15" creationId="{48480E39-BF4D-463A-02D6-54576EC23301}"/>
          </ac:spMkLst>
        </pc:spChg>
        <pc:spChg chg="mod">
          <ac:chgData name="Indoria, Priyanka Maruti" userId="c749efdb-d61c-4470-8df0-f0977f9f6ec1" providerId="ADAL" clId="{018107F5-3B83-4C00-A80B-A278C699A0CF}" dt="2026-03-02T12:54:36.449" v="707" actId="207"/>
          <ac:spMkLst>
            <pc:docMk/>
            <pc:sldMk cId="3424198103" sldId="2147483330"/>
            <ac:spMk id="17" creationId="{73CFBACC-696E-5C41-6308-8E00A038214F}"/>
          </ac:spMkLst>
        </pc:spChg>
        <pc:spChg chg="mod">
          <ac:chgData name="Indoria, Priyanka Maruti" userId="c749efdb-d61c-4470-8df0-f0977f9f6ec1" providerId="ADAL" clId="{018107F5-3B83-4C00-A80B-A278C699A0CF}" dt="2026-03-02T13:59:30.484" v="949" actId="207"/>
          <ac:spMkLst>
            <pc:docMk/>
            <pc:sldMk cId="3424198103" sldId="2147483330"/>
            <ac:spMk id="18" creationId="{84F7110E-EA7D-5C74-9B39-BA841E9AA558}"/>
          </ac:spMkLst>
        </pc:spChg>
        <pc:spChg chg="mod">
          <ac:chgData name="Indoria, Priyanka Maruti" userId="c749efdb-d61c-4470-8df0-f0977f9f6ec1" providerId="ADAL" clId="{018107F5-3B83-4C00-A80B-A278C699A0CF}" dt="2026-03-02T13:59:34.336" v="950" actId="207"/>
          <ac:spMkLst>
            <pc:docMk/>
            <pc:sldMk cId="3424198103" sldId="2147483330"/>
            <ac:spMk id="19" creationId="{37A13EE0-220A-2F1B-281B-323327FBED92}"/>
          </ac:spMkLst>
        </pc:spChg>
        <pc:spChg chg="mod">
          <ac:chgData name="Indoria, Priyanka Maruti" userId="c749efdb-d61c-4470-8df0-f0977f9f6ec1" providerId="ADAL" clId="{018107F5-3B83-4C00-A80B-A278C699A0CF}" dt="2026-03-02T15:15:05.148" v="1385" actId="207"/>
          <ac:spMkLst>
            <pc:docMk/>
            <pc:sldMk cId="3424198103" sldId="2147483330"/>
            <ac:spMk id="24" creationId="{8E1835A7-92BD-695C-915E-48741C5FFABD}"/>
          </ac:spMkLst>
        </pc:spChg>
        <pc:spChg chg="mod">
          <ac:chgData name="Indoria, Priyanka Maruti" userId="c749efdb-d61c-4470-8df0-f0977f9f6ec1" providerId="ADAL" clId="{018107F5-3B83-4C00-A80B-A278C699A0CF}" dt="2026-03-02T14:00:11.459" v="957" actId="14100"/>
          <ac:spMkLst>
            <pc:docMk/>
            <pc:sldMk cId="3424198103" sldId="2147483330"/>
            <ac:spMk id="28" creationId="{7DBE6450-B8A0-E5AE-0B81-913806004599}"/>
          </ac:spMkLst>
        </pc:spChg>
        <pc:spChg chg="mod">
          <ac:chgData name="Indoria, Priyanka Maruti" userId="c749efdb-d61c-4470-8df0-f0977f9f6ec1" providerId="ADAL" clId="{018107F5-3B83-4C00-A80B-A278C699A0CF}" dt="2026-03-02T12:54:36.449" v="707" actId="207"/>
          <ac:spMkLst>
            <pc:docMk/>
            <pc:sldMk cId="3424198103" sldId="2147483330"/>
            <ac:spMk id="40" creationId="{7F91E77B-0A9C-8F15-D40B-0727F5062B9B}"/>
          </ac:spMkLst>
        </pc:spChg>
        <pc:spChg chg="mod">
          <ac:chgData name="Indoria, Priyanka Maruti" userId="c749efdb-d61c-4470-8df0-f0977f9f6ec1" providerId="ADAL" clId="{018107F5-3B83-4C00-A80B-A278C699A0CF}" dt="2026-03-02T13:58:32.270" v="945" actId="1076"/>
          <ac:spMkLst>
            <pc:docMk/>
            <pc:sldMk cId="3424198103" sldId="2147483330"/>
            <ac:spMk id="43" creationId="{6E081642-B49F-7DAE-479F-D62B1610C8DE}"/>
          </ac:spMkLst>
        </pc:spChg>
        <pc:spChg chg="mod ord">
          <ac:chgData name="Indoria, Priyanka Maruti" userId="c749efdb-d61c-4470-8df0-f0977f9f6ec1" providerId="ADAL" clId="{018107F5-3B83-4C00-A80B-A278C699A0CF}" dt="2026-03-02T12:54:29.709" v="706" actId="700"/>
          <ac:spMkLst>
            <pc:docMk/>
            <pc:sldMk cId="3424198103" sldId="2147483330"/>
            <ac:spMk id="47" creationId="{E6748195-7157-C9F3-4DC3-3F3C3E233A28}"/>
          </ac:spMkLst>
        </pc:spChg>
        <pc:spChg chg="mod">
          <ac:chgData name="Indoria, Priyanka Maruti" userId="c749efdb-d61c-4470-8df0-f0977f9f6ec1" providerId="ADAL" clId="{018107F5-3B83-4C00-A80B-A278C699A0CF}" dt="2026-03-02T13:58:32.270" v="945" actId="1076"/>
          <ac:spMkLst>
            <pc:docMk/>
            <pc:sldMk cId="3424198103" sldId="2147483330"/>
            <ac:spMk id="174" creationId="{3F2D24CE-9AA2-6DBC-2653-963FF449FD9C}"/>
          </ac:spMkLst>
        </pc:spChg>
        <pc:spChg chg="mod">
          <ac:chgData name="Indoria, Priyanka Maruti" userId="c749efdb-d61c-4470-8df0-f0977f9f6ec1" providerId="ADAL" clId="{018107F5-3B83-4C00-A80B-A278C699A0CF}" dt="2026-03-02T13:58:32.270" v="945" actId="1076"/>
          <ac:spMkLst>
            <pc:docMk/>
            <pc:sldMk cId="3424198103" sldId="2147483330"/>
            <ac:spMk id="175" creationId="{779162B2-9B3E-42CB-888F-8DE02306337F}"/>
          </ac:spMkLst>
        </pc:spChg>
        <pc:spChg chg="mod">
          <ac:chgData name="Indoria, Priyanka Maruti" userId="c749efdb-d61c-4470-8df0-f0977f9f6ec1" providerId="ADAL" clId="{018107F5-3B83-4C00-A80B-A278C699A0CF}" dt="2026-03-02T13:58:32.270" v="945" actId="1076"/>
          <ac:spMkLst>
            <pc:docMk/>
            <pc:sldMk cId="3424198103" sldId="2147483330"/>
            <ac:spMk id="176" creationId="{7FD9DE27-7C52-29F1-4C63-36F28F7C2184}"/>
          </ac:spMkLst>
        </pc:spChg>
        <pc:spChg chg="mod">
          <ac:chgData name="Indoria, Priyanka Maruti" userId="c749efdb-d61c-4470-8df0-f0977f9f6ec1" providerId="ADAL" clId="{018107F5-3B83-4C00-A80B-A278C699A0CF}" dt="2026-03-02T13:58:32.270" v="945" actId="1076"/>
          <ac:spMkLst>
            <pc:docMk/>
            <pc:sldMk cId="3424198103" sldId="2147483330"/>
            <ac:spMk id="178" creationId="{70BBB31F-4A2E-F803-8EE4-B1D5A1B90E01}"/>
          </ac:spMkLst>
        </pc:spChg>
        <pc:spChg chg="mod">
          <ac:chgData name="Indoria, Priyanka Maruti" userId="c749efdb-d61c-4470-8df0-f0977f9f6ec1" providerId="ADAL" clId="{018107F5-3B83-4C00-A80B-A278C699A0CF}" dt="2026-03-02T13:58:32.270" v="945" actId="1076"/>
          <ac:spMkLst>
            <pc:docMk/>
            <pc:sldMk cId="3424198103" sldId="2147483330"/>
            <ac:spMk id="179" creationId="{88000776-3069-DDFC-646B-62AE7E85D525}"/>
          </ac:spMkLst>
        </pc:spChg>
        <pc:spChg chg="mod">
          <ac:chgData name="Indoria, Priyanka Maruti" userId="c749efdb-d61c-4470-8df0-f0977f9f6ec1" providerId="ADAL" clId="{018107F5-3B83-4C00-A80B-A278C699A0CF}" dt="2026-03-02T13:58:32.270" v="945" actId="1076"/>
          <ac:spMkLst>
            <pc:docMk/>
            <pc:sldMk cId="3424198103" sldId="2147483330"/>
            <ac:spMk id="180" creationId="{4F3F98D0-34E0-7309-C628-C49C754E433A}"/>
          </ac:spMkLst>
        </pc:spChg>
        <pc:grpChg chg="mod">
          <ac:chgData name="Indoria, Priyanka Maruti" userId="c749efdb-d61c-4470-8df0-f0977f9f6ec1" providerId="ADAL" clId="{018107F5-3B83-4C00-A80B-A278C699A0CF}" dt="2026-03-02T13:58:32.270" v="945" actId="1076"/>
          <ac:grpSpMkLst>
            <pc:docMk/>
            <pc:sldMk cId="3424198103" sldId="2147483330"/>
            <ac:grpSpMk id="4" creationId="{B9771586-BF53-5BD0-734E-ECD6DBC8A9D0}"/>
          </ac:grpSpMkLst>
        </pc:grpChg>
        <pc:grpChg chg="mod">
          <ac:chgData name="Indoria, Priyanka Maruti" userId="c749efdb-d61c-4470-8df0-f0977f9f6ec1" providerId="ADAL" clId="{018107F5-3B83-4C00-A80B-A278C699A0CF}" dt="2026-03-02T15:14:08.320" v="1367" actId="1076"/>
          <ac:grpSpMkLst>
            <pc:docMk/>
            <pc:sldMk cId="3424198103" sldId="2147483330"/>
            <ac:grpSpMk id="5" creationId="{B57EA346-9702-4EA6-9060-53EFC1769D15}"/>
          </ac:grpSpMkLst>
        </pc:grpChg>
      </pc:sldChg>
      <pc:sldChg chg="modSp mod chgLayout">
        <pc:chgData name="Indoria, Priyanka Maruti" userId="c749efdb-d61c-4470-8df0-f0977f9f6ec1" providerId="ADAL" clId="{018107F5-3B83-4C00-A80B-A278C699A0CF}" dt="2026-03-02T14:54:26.468" v="1345" actId="1076"/>
        <pc:sldMkLst>
          <pc:docMk/>
          <pc:sldMk cId="1874532828" sldId="2147483386"/>
        </pc:sldMkLst>
        <pc:spChg chg="mod">
          <ac:chgData name="Indoria, Priyanka Maruti" userId="c749efdb-d61c-4470-8df0-f0977f9f6ec1" providerId="ADAL" clId="{018107F5-3B83-4C00-A80B-A278C699A0CF}" dt="2026-03-02T12:57:26.340" v="738" actId="1076"/>
          <ac:spMkLst>
            <pc:docMk/>
            <pc:sldMk cId="1874532828" sldId="2147483386"/>
            <ac:spMk id="2" creationId="{8B8EFB29-730B-AC96-0422-70823799C3DA}"/>
          </ac:spMkLst>
        </pc:spChg>
        <pc:spChg chg="mod">
          <ac:chgData name="Indoria, Priyanka Maruti" userId="c749efdb-d61c-4470-8df0-f0977f9f6ec1" providerId="ADAL" clId="{018107F5-3B83-4C00-A80B-A278C699A0CF}" dt="2026-03-02T12:57:07.712" v="734" actId="207"/>
          <ac:spMkLst>
            <pc:docMk/>
            <pc:sldMk cId="1874532828" sldId="2147483386"/>
            <ac:spMk id="3" creationId="{D8CF3D0B-A89D-3567-E194-A996AA46055A}"/>
          </ac:spMkLst>
        </pc:spChg>
        <pc:spChg chg="mod">
          <ac:chgData name="Indoria, Priyanka Maruti" userId="c749efdb-d61c-4470-8df0-f0977f9f6ec1" providerId="ADAL" clId="{018107F5-3B83-4C00-A80B-A278C699A0CF}" dt="2026-03-02T12:57:07.712" v="734" actId="207"/>
          <ac:spMkLst>
            <pc:docMk/>
            <pc:sldMk cId="1874532828" sldId="2147483386"/>
            <ac:spMk id="4" creationId="{0CC9A3E1-D381-16F0-1C20-C053A871D8BF}"/>
          </ac:spMkLst>
        </pc:spChg>
        <pc:spChg chg="mod">
          <ac:chgData name="Indoria, Priyanka Maruti" userId="c749efdb-d61c-4470-8df0-f0977f9f6ec1" providerId="ADAL" clId="{018107F5-3B83-4C00-A80B-A278C699A0CF}" dt="2026-03-02T12:57:17.607" v="736" actId="207"/>
          <ac:spMkLst>
            <pc:docMk/>
            <pc:sldMk cId="1874532828" sldId="2147483386"/>
            <ac:spMk id="22" creationId="{74D3F641-8F9A-3064-E7E3-B59DFA7FEA2F}"/>
          </ac:spMkLst>
        </pc:spChg>
        <pc:spChg chg="mod">
          <ac:chgData name="Indoria, Priyanka Maruti" userId="c749efdb-d61c-4470-8df0-f0977f9f6ec1" providerId="ADAL" clId="{018107F5-3B83-4C00-A80B-A278C699A0CF}" dt="2026-03-02T12:57:07.712" v="734" actId="207"/>
          <ac:spMkLst>
            <pc:docMk/>
            <pc:sldMk cId="1874532828" sldId="2147483386"/>
            <ac:spMk id="27" creationId="{DFBC5657-FD83-C9B9-45E2-E60CF9F3BC05}"/>
          </ac:spMkLst>
        </pc:spChg>
        <pc:spChg chg="mod">
          <ac:chgData name="Indoria, Priyanka Maruti" userId="c749efdb-d61c-4470-8df0-f0977f9f6ec1" providerId="ADAL" clId="{018107F5-3B83-4C00-A80B-A278C699A0CF}" dt="2026-03-02T12:57:07.712" v="734" actId="207"/>
          <ac:spMkLst>
            <pc:docMk/>
            <pc:sldMk cId="1874532828" sldId="2147483386"/>
            <ac:spMk id="34" creationId="{FB2D56C8-2BEC-8CB1-8101-A8AC4E06A8CC}"/>
          </ac:spMkLst>
        </pc:spChg>
        <pc:spChg chg="mod">
          <ac:chgData name="Indoria, Priyanka Maruti" userId="c749efdb-d61c-4470-8df0-f0977f9f6ec1" providerId="ADAL" clId="{018107F5-3B83-4C00-A80B-A278C699A0CF}" dt="2026-03-02T12:57:07.712" v="734" actId="207"/>
          <ac:spMkLst>
            <pc:docMk/>
            <pc:sldMk cId="1874532828" sldId="2147483386"/>
            <ac:spMk id="35" creationId="{6B6CCAE7-8220-DEDE-D2AA-5F11A65B8F72}"/>
          </ac:spMkLst>
        </pc:spChg>
        <pc:spChg chg="mod">
          <ac:chgData name="Indoria, Priyanka Maruti" userId="c749efdb-d61c-4470-8df0-f0977f9f6ec1" providerId="ADAL" clId="{018107F5-3B83-4C00-A80B-A278C699A0CF}" dt="2026-03-02T12:57:07.712" v="734" actId="207"/>
          <ac:spMkLst>
            <pc:docMk/>
            <pc:sldMk cId="1874532828" sldId="2147483386"/>
            <ac:spMk id="39" creationId="{FE2718DA-1021-8595-F646-C30DCBF29A73}"/>
          </ac:spMkLst>
        </pc:spChg>
        <pc:spChg chg="mod">
          <ac:chgData name="Indoria, Priyanka Maruti" userId="c749efdb-d61c-4470-8df0-f0977f9f6ec1" providerId="ADAL" clId="{018107F5-3B83-4C00-A80B-A278C699A0CF}" dt="2026-03-02T12:57:07.712" v="734" actId="207"/>
          <ac:spMkLst>
            <pc:docMk/>
            <pc:sldMk cId="1874532828" sldId="2147483386"/>
            <ac:spMk id="47" creationId="{F9A7A6E0-0048-3E14-936F-BE8028EC9706}"/>
          </ac:spMkLst>
        </pc:spChg>
        <pc:spChg chg="mod">
          <ac:chgData name="Indoria, Priyanka Maruti" userId="c749efdb-d61c-4470-8df0-f0977f9f6ec1" providerId="ADAL" clId="{018107F5-3B83-4C00-A80B-A278C699A0CF}" dt="2026-03-02T12:57:07.712" v="734" actId="207"/>
          <ac:spMkLst>
            <pc:docMk/>
            <pc:sldMk cId="1874532828" sldId="2147483386"/>
            <ac:spMk id="49" creationId="{F5C388B4-0ECA-F52A-99F1-76BB1ABA2F6B}"/>
          </ac:spMkLst>
        </pc:spChg>
        <pc:spChg chg="mod">
          <ac:chgData name="Indoria, Priyanka Maruti" userId="c749efdb-d61c-4470-8df0-f0977f9f6ec1" providerId="ADAL" clId="{018107F5-3B83-4C00-A80B-A278C699A0CF}" dt="2026-03-02T12:57:07.712" v="734" actId="207"/>
          <ac:spMkLst>
            <pc:docMk/>
            <pc:sldMk cId="1874532828" sldId="2147483386"/>
            <ac:spMk id="54" creationId="{24757B8D-7D3C-3CB2-DCB9-F2A52697175C}"/>
          </ac:spMkLst>
        </pc:spChg>
        <pc:spChg chg="mod ord">
          <ac:chgData name="Indoria, Priyanka Maruti" userId="c749efdb-d61c-4470-8df0-f0977f9f6ec1" providerId="ADAL" clId="{018107F5-3B83-4C00-A80B-A278C699A0CF}" dt="2026-03-02T12:57:02.275" v="733" actId="700"/>
          <ac:spMkLst>
            <pc:docMk/>
            <pc:sldMk cId="1874532828" sldId="2147483386"/>
            <ac:spMk id="155" creationId="{59820111-372D-2EDE-4B7D-593414C6310A}"/>
          </ac:spMkLst>
        </pc:spChg>
        <pc:spChg chg="mod">
          <ac:chgData name="Indoria, Priyanka Maruti" userId="c749efdb-d61c-4470-8df0-f0977f9f6ec1" providerId="ADAL" clId="{018107F5-3B83-4C00-A80B-A278C699A0CF}" dt="2026-03-02T12:57:23.534" v="737" actId="1076"/>
          <ac:spMkLst>
            <pc:docMk/>
            <pc:sldMk cId="1874532828" sldId="2147483386"/>
            <ac:spMk id="177" creationId="{6B10F64A-FBE5-C1B3-766B-3FBA88E3DB68}"/>
          </ac:spMkLst>
        </pc:spChg>
        <pc:spChg chg="mod">
          <ac:chgData name="Indoria, Priyanka Maruti" userId="c749efdb-d61c-4470-8df0-f0977f9f6ec1" providerId="ADAL" clId="{018107F5-3B83-4C00-A80B-A278C699A0CF}" dt="2026-03-02T12:57:13.926" v="735" actId="207"/>
          <ac:spMkLst>
            <pc:docMk/>
            <pc:sldMk cId="1874532828" sldId="2147483386"/>
            <ac:spMk id="188" creationId="{A4A87EF0-BA4C-A423-196C-3EE73E4C7FC9}"/>
          </ac:spMkLst>
        </pc:spChg>
        <pc:grpChg chg="mod">
          <ac:chgData name="Indoria, Priyanka Maruti" userId="c749efdb-d61c-4470-8df0-f0977f9f6ec1" providerId="ADAL" clId="{018107F5-3B83-4C00-A80B-A278C699A0CF}" dt="2026-03-02T14:54:26.468" v="1345" actId="1076"/>
          <ac:grpSpMkLst>
            <pc:docMk/>
            <pc:sldMk cId="1874532828" sldId="2147483386"/>
            <ac:grpSpMk id="6" creationId="{36DF0CCC-6046-90F2-FEDE-51D7347FB484}"/>
          </ac:grpSpMkLst>
        </pc:grpChg>
      </pc:sldChg>
      <pc:sldChg chg="addSp delSp modSp mod chgLayout">
        <pc:chgData name="Indoria, Priyanka Maruti" userId="c749efdb-d61c-4470-8df0-f0977f9f6ec1" providerId="ADAL" clId="{018107F5-3B83-4C00-A80B-A278C699A0CF}" dt="2026-03-02T15:21:11.663" v="1453" actId="6264"/>
        <pc:sldMkLst>
          <pc:docMk/>
          <pc:sldMk cId="1345284869" sldId="2147483405"/>
        </pc:sldMkLst>
        <pc:spChg chg="mod ord">
          <ac:chgData name="Indoria, Priyanka Maruti" userId="c749efdb-d61c-4470-8df0-f0977f9f6ec1" providerId="ADAL" clId="{018107F5-3B83-4C00-A80B-A278C699A0CF}" dt="2026-03-02T15:21:11.663" v="1453" actId="6264"/>
          <ac:spMkLst>
            <pc:docMk/>
            <pc:sldMk cId="1345284869" sldId="2147483405"/>
            <ac:spMk id="221" creationId="{E55A6522-37B9-D824-0FE9-103A6EEADFBC}"/>
          </ac:spMkLst>
        </pc:spChg>
        <pc:spChg chg="mod">
          <ac:chgData name="Indoria, Priyanka Maruti" userId="c749efdb-d61c-4470-8df0-f0977f9f6ec1" providerId="ADAL" clId="{018107F5-3B83-4C00-A80B-A278C699A0CF}" dt="2026-03-02T14:52:30.488" v="1326"/>
          <ac:spMkLst>
            <pc:docMk/>
            <pc:sldMk cId="1345284869" sldId="2147483405"/>
            <ac:spMk id="326" creationId="{6A838C1C-429A-F09C-8115-9413AF0610D4}"/>
          </ac:spMkLst>
        </pc:spChg>
        <pc:spChg chg="mod">
          <ac:chgData name="Indoria, Priyanka Maruti" userId="c749efdb-d61c-4470-8df0-f0977f9f6ec1" providerId="ADAL" clId="{018107F5-3B83-4C00-A80B-A278C699A0CF}" dt="2026-03-02T14:52:30.488" v="1326"/>
          <ac:spMkLst>
            <pc:docMk/>
            <pc:sldMk cId="1345284869" sldId="2147483405"/>
            <ac:spMk id="329" creationId="{C2495502-DC91-1487-02EE-D4435A4D7A69}"/>
          </ac:spMkLst>
        </pc:spChg>
        <pc:spChg chg="mod">
          <ac:chgData name="Indoria, Priyanka Maruti" userId="c749efdb-d61c-4470-8df0-f0977f9f6ec1" providerId="ADAL" clId="{018107F5-3B83-4C00-A80B-A278C699A0CF}" dt="2026-03-02T14:52:30.488" v="1326"/>
          <ac:spMkLst>
            <pc:docMk/>
            <pc:sldMk cId="1345284869" sldId="2147483405"/>
            <ac:spMk id="350" creationId="{87FD00DC-64E9-59CC-436F-D51BD1101D0B}"/>
          </ac:spMkLst>
        </pc:spChg>
        <pc:spChg chg="mod">
          <ac:chgData name="Indoria, Priyanka Maruti" userId="c749efdb-d61c-4470-8df0-f0977f9f6ec1" providerId="ADAL" clId="{018107F5-3B83-4C00-A80B-A278C699A0CF}" dt="2026-03-02T14:52:30.488" v="1326"/>
          <ac:spMkLst>
            <pc:docMk/>
            <pc:sldMk cId="1345284869" sldId="2147483405"/>
            <ac:spMk id="352" creationId="{1CB75CBF-2C3F-20BD-7D4B-CC7C41130770}"/>
          </ac:spMkLst>
        </pc:spChg>
        <pc:spChg chg="mod">
          <ac:chgData name="Indoria, Priyanka Maruti" userId="c749efdb-d61c-4470-8df0-f0977f9f6ec1" providerId="ADAL" clId="{018107F5-3B83-4C00-A80B-A278C699A0CF}" dt="2026-03-02T14:52:30.488" v="1326"/>
          <ac:spMkLst>
            <pc:docMk/>
            <pc:sldMk cId="1345284869" sldId="2147483405"/>
            <ac:spMk id="364" creationId="{BBEB4F0A-D691-BE8A-CD9F-A5150E3C7837}"/>
          </ac:spMkLst>
        </pc:spChg>
        <pc:spChg chg="mod">
          <ac:chgData name="Indoria, Priyanka Maruti" userId="c749efdb-d61c-4470-8df0-f0977f9f6ec1" providerId="ADAL" clId="{018107F5-3B83-4C00-A80B-A278C699A0CF}" dt="2026-03-02T14:52:30.488" v="1326"/>
          <ac:spMkLst>
            <pc:docMk/>
            <pc:sldMk cId="1345284869" sldId="2147483405"/>
            <ac:spMk id="367" creationId="{B56AD00C-0A2B-87DE-AEE4-EC6F10E8D4C5}"/>
          </ac:spMkLst>
        </pc:spChg>
        <pc:spChg chg="mod">
          <ac:chgData name="Indoria, Priyanka Maruti" userId="c749efdb-d61c-4470-8df0-f0977f9f6ec1" providerId="ADAL" clId="{018107F5-3B83-4C00-A80B-A278C699A0CF}" dt="2026-03-02T14:52:30.488" v="1326"/>
          <ac:spMkLst>
            <pc:docMk/>
            <pc:sldMk cId="1345284869" sldId="2147483405"/>
            <ac:spMk id="377" creationId="{B54CE119-3EB9-6139-BAE8-FA33B1B42E08}"/>
          </ac:spMkLst>
        </pc:spChg>
        <pc:spChg chg="mod">
          <ac:chgData name="Indoria, Priyanka Maruti" userId="c749efdb-d61c-4470-8df0-f0977f9f6ec1" providerId="ADAL" clId="{018107F5-3B83-4C00-A80B-A278C699A0CF}" dt="2026-03-02T14:52:30.488" v="1326"/>
          <ac:spMkLst>
            <pc:docMk/>
            <pc:sldMk cId="1345284869" sldId="2147483405"/>
            <ac:spMk id="380" creationId="{70F7B01E-6179-3B4F-6893-EABED712C068}"/>
          </ac:spMkLst>
        </pc:spChg>
        <pc:spChg chg="mod">
          <ac:chgData name="Indoria, Priyanka Maruti" userId="c749efdb-d61c-4470-8df0-f0977f9f6ec1" providerId="ADAL" clId="{018107F5-3B83-4C00-A80B-A278C699A0CF}" dt="2026-03-02T14:52:30.488" v="1326"/>
          <ac:spMkLst>
            <pc:docMk/>
            <pc:sldMk cId="1345284869" sldId="2147483405"/>
            <ac:spMk id="386" creationId="{31AF1C75-9859-CD61-DC7C-D73A95C32207}"/>
          </ac:spMkLst>
        </pc:spChg>
        <pc:spChg chg="mod">
          <ac:chgData name="Indoria, Priyanka Maruti" userId="c749efdb-d61c-4470-8df0-f0977f9f6ec1" providerId="ADAL" clId="{018107F5-3B83-4C00-A80B-A278C699A0CF}" dt="2026-03-02T14:52:30.488" v="1326"/>
          <ac:spMkLst>
            <pc:docMk/>
            <pc:sldMk cId="1345284869" sldId="2147483405"/>
            <ac:spMk id="400" creationId="{26335880-40B6-D51B-06A3-25036D7BFF64}"/>
          </ac:spMkLst>
        </pc:spChg>
        <pc:spChg chg="mod">
          <ac:chgData name="Indoria, Priyanka Maruti" userId="c749efdb-d61c-4470-8df0-f0977f9f6ec1" providerId="ADAL" clId="{018107F5-3B83-4C00-A80B-A278C699A0CF}" dt="2026-03-02T14:52:34.953" v="1327" actId="1076"/>
          <ac:spMkLst>
            <pc:docMk/>
            <pc:sldMk cId="1345284869" sldId="2147483405"/>
            <ac:spMk id="440" creationId="{54925942-B98D-5F1B-9E40-9A104DD1316C}"/>
          </ac:spMkLst>
        </pc:spChg>
        <pc:spChg chg="mod">
          <ac:chgData name="Indoria, Priyanka Maruti" userId="c749efdb-d61c-4470-8df0-f0977f9f6ec1" providerId="ADAL" clId="{018107F5-3B83-4C00-A80B-A278C699A0CF}" dt="2026-03-02T14:52:34.953" v="1327" actId="1076"/>
          <ac:spMkLst>
            <pc:docMk/>
            <pc:sldMk cId="1345284869" sldId="2147483405"/>
            <ac:spMk id="442" creationId="{E081D3A8-07E0-40EB-EA7B-ACDBEE4A3CB3}"/>
          </ac:spMkLst>
        </pc:spChg>
        <pc:grpChg chg="mod">
          <ac:chgData name="Indoria, Priyanka Maruti" userId="c749efdb-d61c-4470-8df0-f0977f9f6ec1" providerId="ADAL" clId="{018107F5-3B83-4C00-A80B-A278C699A0CF}" dt="2026-03-02T14:52:34.953" v="1327" actId="1076"/>
          <ac:grpSpMkLst>
            <pc:docMk/>
            <pc:sldMk cId="1345284869" sldId="2147483405"/>
            <ac:grpSpMk id="318" creationId="{9D6D7EBB-A020-FC50-F601-1581D1635F67}"/>
          </ac:grpSpMkLst>
        </pc:grpChg>
        <pc:cxnChg chg="mod">
          <ac:chgData name="Indoria, Priyanka Maruti" userId="c749efdb-d61c-4470-8df0-f0977f9f6ec1" providerId="ADAL" clId="{018107F5-3B83-4C00-A80B-A278C699A0CF}" dt="2026-03-02T14:52:34.953" v="1327" actId="1076"/>
          <ac:cxnSpMkLst>
            <pc:docMk/>
            <pc:sldMk cId="1345284869" sldId="2147483405"/>
            <ac:cxnSpMk id="441" creationId="{629BC2C2-9C6C-60FE-2FAF-49C9D5A93AD5}"/>
          </ac:cxnSpMkLst>
        </pc:cxnChg>
      </pc:sldChg>
      <pc:sldChg chg="addSp delSp modSp mod setBg chgLayout">
        <pc:chgData name="Indoria, Priyanka Maruti" userId="c749efdb-d61c-4470-8df0-f0977f9f6ec1" providerId="ADAL" clId="{018107F5-3B83-4C00-A80B-A278C699A0CF}" dt="2026-03-02T15:21:59.839" v="1463" actId="6264"/>
        <pc:sldMkLst>
          <pc:docMk/>
          <pc:sldMk cId="4050349691" sldId="2147483429"/>
        </pc:sldMkLst>
        <pc:spChg chg="add mod ord">
          <ac:chgData name="Indoria, Priyanka Maruti" userId="c749efdb-d61c-4470-8df0-f0977f9f6ec1" providerId="ADAL" clId="{018107F5-3B83-4C00-A80B-A278C699A0CF}" dt="2026-03-02T15:21:59.839" v="1463" actId="6264"/>
          <ac:spMkLst>
            <pc:docMk/>
            <pc:sldMk cId="4050349691" sldId="2147483429"/>
            <ac:spMk id="6" creationId="{CD026E41-BAC0-463C-2D26-955E022DE5B3}"/>
          </ac:spMkLst>
        </pc:spChg>
        <pc:graphicFrameChg chg="mod modGraphic">
          <ac:chgData name="Indoria, Priyanka Maruti" userId="c749efdb-d61c-4470-8df0-f0977f9f6ec1" providerId="ADAL" clId="{018107F5-3B83-4C00-A80B-A278C699A0CF}" dt="2026-03-02T14:37:31.379" v="1220" actId="207"/>
          <ac:graphicFrameMkLst>
            <pc:docMk/>
            <pc:sldMk cId="4050349691" sldId="2147483429"/>
            <ac:graphicFrameMk id="4" creationId="{D63718EB-A235-AE2F-9D85-C0AE00360A61}"/>
          </ac:graphicFrameMkLst>
        </pc:graphicFrameChg>
      </pc:sldChg>
      <pc:sldChg chg="addSp delSp modSp mod">
        <pc:chgData name="Indoria, Priyanka Maruti" userId="c749efdb-d61c-4470-8df0-f0977f9f6ec1" providerId="ADAL" clId="{018107F5-3B83-4C00-A80B-A278C699A0CF}" dt="2026-03-02T13:15:11.620" v="819" actId="207"/>
        <pc:sldMkLst>
          <pc:docMk/>
          <pc:sldMk cId="1073578091" sldId="2147483636"/>
        </pc:sldMkLst>
        <pc:spChg chg="add mod ord">
          <ac:chgData name="Indoria, Priyanka Maruti" userId="c749efdb-d61c-4470-8df0-f0977f9f6ec1" providerId="ADAL" clId="{018107F5-3B83-4C00-A80B-A278C699A0CF}" dt="2026-03-02T12:30:10.386" v="581" actId="207"/>
          <ac:spMkLst>
            <pc:docMk/>
            <pc:sldMk cId="1073578091" sldId="2147483636"/>
            <ac:spMk id="4" creationId="{BAD3F7B2-FBAD-2865-7B92-6790F50B7F27}"/>
          </ac:spMkLst>
        </pc:spChg>
        <pc:spChg chg="mod">
          <ac:chgData name="Indoria, Priyanka Maruti" userId="c749efdb-d61c-4470-8df0-f0977f9f6ec1" providerId="ADAL" clId="{018107F5-3B83-4C00-A80B-A278C699A0CF}" dt="2026-03-02T12:29:41.479" v="577" actId="20577"/>
          <ac:spMkLst>
            <pc:docMk/>
            <pc:sldMk cId="1073578091" sldId="2147483636"/>
            <ac:spMk id="5" creationId="{822308ED-3C5B-B45C-D770-862BF305CB27}"/>
          </ac:spMkLst>
        </pc:spChg>
        <pc:spChg chg="mod">
          <ac:chgData name="Indoria, Priyanka Maruti" userId="c749efdb-d61c-4470-8df0-f0977f9f6ec1" providerId="ADAL" clId="{018107F5-3B83-4C00-A80B-A278C699A0CF}" dt="2026-03-02T13:12:55.353" v="815" actId="1076"/>
          <ac:spMkLst>
            <pc:docMk/>
            <pc:sldMk cId="1073578091" sldId="2147483636"/>
            <ac:spMk id="6" creationId="{AE938A5D-5605-31EF-79EF-5909E787CFEA}"/>
          </ac:spMkLst>
        </pc:spChg>
        <pc:spChg chg="mod">
          <ac:chgData name="Indoria, Priyanka Maruti" userId="c749efdb-d61c-4470-8df0-f0977f9f6ec1" providerId="ADAL" clId="{018107F5-3B83-4C00-A80B-A278C699A0CF}" dt="2026-03-02T12:29:20.695" v="573" actId="207"/>
          <ac:spMkLst>
            <pc:docMk/>
            <pc:sldMk cId="1073578091" sldId="2147483636"/>
            <ac:spMk id="8" creationId="{01C1A9D4-C468-6D53-1020-85B0AD7EA5E0}"/>
          </ac:spMkLst>
        </pc:spChg>
        <pc:spChg chg="mod">
          <ac:chgData name="Indoria, Priyanka Maruti" userId="c749efdb-d61c-4470-8df0-f0977f9f6ec1" providerId="ADAL" clId="{018107F5-3B83-4C00-A80B-A278C699A0CF}" dt="2026-03-02T12:32:44.324" v="605" actId="207"/>
          <ac:spMkLst>
            <pc:docMk/>
            <pc:sldMk cId="1073578091" sldId="2147483636"/>
            <ac:spMk id="9" creationId="{472EB3F1-34DD-84B7-C483-E061D8F1B03C}"/>
          </ac:spMkLst>
        </pc:spChg>
        <pc:spChg chg="mod">
          <ac:chgData name="Indoria, Priyanka Maruti" userId="c749efdb-d61c-4470-8df0-f0977f9f6ec1" providerId="ADAL" clId="{018107F5-3B83-4C00-A80B-A278C699A0CF}" dt="2026-03-02T12:32:41.621" v="604" actId="207"/>
          <ac:spMkLst>
            <pc:docMk/>
            <pc:sldMk cId="1073578091" sldId="2147483636"/>
            <ac:spMk id="10" creationId="{8F5E9435-8174-02C7-8552-D475ED1A718D}"/>
          </ac:spMkLst>
        </pc:spChg>
        <pc:spChg chg="mod">
          <ac:chgData name="Indoria, Priyanka Maruti" userId="c749efdb-d61c-4470-8df0-f0977f9f6ec1" providerId="ADAL" clId="{018107F5-3B83-4C00-A80B-A278C699A0CF}" dt="2026-03-02T12:29:14.291" v="572" actId="207"/>
          <ac:spMkLst>
            <pc:docMk/>
            <pc:sldMk cId="1073578091" sldId="2147483636"/>
            <ac:spMk id="11" creationId="{4CEA854A-5F2A-6CB0-2728-BECCFB248298}"/>
          </ac:spMkLst>
        </pc:spChg>
        <pc:spChg chg="mod">
          <ac:chgData name="Indoria, Priyanka Maruti" userId="c749efdb-d61c-4470-8df0-f0977f9f6ec1" providerId="ADAL" clId="{018107F5-3B83-4C00-A80B-A278C699A0CF}" dt="2026-03-02T12:29:14.291" v="572" actId="207"/>
          <ac:spMkLst>
            <pc:docMk/>
            <pc:sldMk cId="1073578091" sldId="2147483636"/>
            <ac:spMk id="12" creationId="{AC7E6EB0-5632-4D33-565D-2DBB1E4545A9}"/>
          </ac:spMkLst>
        </pc:spChg>
        <pc:spChg chg="mod">
          <ac:chgData name="Indoria, Priyanka Maruti" userId="c749efdb-d61c-4470-8df0-f0977f9f6ec1" providerId="ADAL" clId="{018107F5-3B83-4C00-A80B-A278C699A0CF}" dt="2026-03-02T12:29:14.291" v="572" actId="207"/>
          <ac:spMkLst>
            <pc:docMk/>
            <pc:sldMk cId="1073578091" sldId="2147483636"/>
            <ac:spMk id="13" creationId="{097C7BBC-BA0E-962B-932C-2D7A4E295C15}"/>
          </ac:spMkLst>
        </pc:spChg>
        <pc:spChg chg="mod">
          <ac:chgData name="Indoria, Priyanka Maruti" userId="c749efdb-d61c-4470-8df0-f0977f9f6ec1" providerId="ADAL" clId="{018107F5-3B83-4C00-A80B-A278C699A0CF}" dt="2026-03-02T12:30:20.201" v="583" actId="2085"/>
          <ac:spMkLst>
            <pc:docMk/>
            <pc:sldMk cId="1073578091" sldId="2147483636"/>
            <ac:spMk id="21" creationId="{0027C2EA-AE82-BF37-2A3B-45D5D18DA8A0}"/>
          </ac:spMkLst>
        </pc:spChg>
        <pc:spChg chg="mod">
          <ac:chgData name="Indoria, Priyanka Maruti" userId="c749efdb-d61c-4470-8df0-f0977f9f6ec1" providerId="ADAL" clId="{018107F5-3B83-4C00-A80B-A278C699A0CF}" dt="2026-03-02T12:29:14.291" v="572" actId="207"/>
          <ac:spMkLst>
            <pc:docMk/>
            <pc:sldMk cId="1073578091" sldId="2147483636"/>
            <ac:spMk id="22" creationId="{C69BC7BA-26DA-E0B7-8408-63877C9DB77C}"/>
          </ac:spMkLst>
        </pc:spChg>
        <pc:spChg chg="mod">
          <ac:chgData name="Indoria, Priyanka Maruti" userId="c749efdb-d61c-4470-8df0-f0977f9f6ec1" providerId="ADAL" clId="{018107F5-3B83-4C00-A80B-A278C699A0CF}" dt="2026-03-02T13:14:51.792" v="816" actId="207"/>
          <ac:spMkLst>
            <pc:docMk/>
            <pc:sldMk cId="1073578091" sldId="2147483636"/>
            <ac:spMk id="23" creationId="{B3D5F887-EC7E-C516-3E15-BE14C67E0C7F}"/>
          </ac:spMkLst>
        </pc:spChg>
        <pc:spChg chg="mod">
          <ac:chgData name="Indoria, Priyanka Maruti" userId="c749efdb-d61c-4470-8df0-f0977f9f6ec1" providerId="ADAL" clId="{018107F5-3B83-4C00-A80B-A278C699A0CF}" dt="2026-03-02T13:15:08.627" v="818" actId="207"/>
          <ac:spMkLst>
            <pc:docMk/>
            <pc:sldMk cId="1073578091" sldId="2147483636"/>
            <ac:spMk id="26" creationId="{2D6B2C03-4142-6DA7-3BB6-02686953BAD7}"/>
          </ac:spMkLst>
        </pc:spChg>
        <pc:spChg chg="mod">
          <ac:chgData name="Indoria, Priyanka Maruti" userId="c749efdb-d61c-4470-8df0-f0977f9f6ec1" providerId="ADAL" clId="{018107F5-3B83-4C00-A80B-A278C699A0CF}" dt="2026-03-02T12:31:30.505" v="592" actId="1076"/>
          <ac:spMkLst>
            <pc:docMk/>
            <pc:sldMk cId="1073578091" sldId="2147483636"/>
            <ac:spMk id="27" creationId="{8C8FADC6-A20E-4B45-7FFA-8070A82E50F9}"/>
          </ac:spMkLst>
        </pc:spChg>
        <pc:spChg chg="mod">
          <ac:chgData name="Indoria, Priyanka Maruti" userId="c749efdb-d61c-4470-8df0-f0977f9f6ec1" providerId="ADAL" clId="{018107F5-3B83-4C00-A80B-A278C699A0CF}" dt="2026-03-02T12:31:24.662" v="590" actId="1076"/>
          <ac:spMkLst>
            <pc:docMk/>
            <pc:sldMk cId="1073578091" sldId="2147483636"/>
            <ac:spMk id="28" creationId="{00317689-6D5B-27E4-0A21-556D7B3C3A1D}"/>
          </ac:spMkLst>
        </pc:spChg>
        <pc:spChg chg="mod">
          <ac:chgData name="Indoria, Priyanka Maruti" userId="c749efdb-d61c-4470-8df0-f0977f9f6ec1" providerId="ADAL" clId="{018107F5-3B83-4C00-A80B-A278C699A0CF}" dt="2026-03-02T12:32:09.272" v="602" actId="1076"/>
          <ac:spMkLst>
            <pc:docMk/>
            <pc:sldMk cId="1073578091" sldId="2147483636"/>
            <ac:spMk id="29" creationId="{1056C620-BCDD-CE73-0827-C5772497C3F4}"/>
          </ac:spMkLst>
        </pc:spChg>
        <pc:spChg chg="mod">
          <ac:chgData name="Indoria, Priyanka Maruti" userId="c749efdb-d61c-4470-8df0-f0977f9f6ec1" providerId="ADAL" clId="{018107F5-3B83-4C00-A80B-A278C699A0CF}" dt="2026-03-02T12:30:28.364" v="585" actId="207"/>
          <ac:spMkLst>
            <pc:docMk/>
            <pc:sldMk cId="1073578091" sldId="2147483636"/>
            <ac:spMk id="30" creationId="{0806144C-A188-F99E-2BC6-E5864763E441}"/>
          </ac:spMkLst>
        </pc:spChg>
        <pc:spChg chg="mod">
          <ac:chgData name="Indoria, Priyanka Maruti" userId="c749efdb-d61c-4470-8df0-f0977f9f6ec1" providerId="ADAL" clId="{018107F5-3B83-4C00-A80B-A278C699A0CF}" dt="2026-03-02T12:30:32.921" v="586" actId="1076"/>
          <ac:spMkLst>
            <pc:docMk/>
            <pc:sldMk cId="1073578091" sldId="2147483636"/>
            <ac:spMk id="31" creationId="{BA7CD3FE-8734-2DE5-2D98-88078A203D9C}"/>
          </ac:spMkLst>
        </pc:spChg>
        <pc:spChg chg="mod">
          <ac:chgData name="Indoria, Priyanka Maruti" userId="c749efdb-d61c-4470-8df0-f0977f9f6ec1" providerId="ADAL" clId="{018107F5-3B83-4C00-A80B-A278C699A0CF}" dt="2026-03-02T13:15:11.620" v="819" actId="207"/>
          <ac:spMkLst>
            <pc:docMk/>
            <pc:sldMk cId="1073578091" sldId="2147483636"/>
            <ac:spMk id="32" creationId="{8E7D677B-F963-F896-F611-53C1CBC16E32}"/>
          </ac:spMkLst>
        </pc:spChg>
        <pc:spChg chg="mod">
          <ac:chgData name="Indoria, Priyanka Maruti" userId="c749efdb-d61c-4470-8df0-f0977f9f6ec1" providerId="ADAL" clId="{018107F5-3B83-4C00-A80B-A278C699A0CF}" dt="2026-03-02T12:32:00.731" v="600" actId="1076"/>
          <ac:spMkLst>
            <pc:docMk/>
            <pc:sldMk cId="1073578091" sldId="2147483636"/>
            <ac:spMk id="33" creationId="{F6F6894E-B095-B573-9D41-49FD82230578}"/>
          </ac:spMkLst>
        </pc:spChg>
        <pc:spChg chg="mod">
          <ac:chgData name="Indoria, Priyanka Maruti" userId="c749efdb-d61c-4470-8df0-f0977f9f6ec1" providerId="ADAL" clId="{018107F5-3B83-4C00-A80B-A278C699A0CF}" dt="2026-03-02T12:31:09.775" v="587" actId="1076"/>
          <ac:spMkLst>
            <pc:docMk/>
            <pc:sldMk cId="1073578091" sldId="2147483636"/>
            <ac:spMk id="51" creationId="{0E16A9E5-46DB-B2FC-7D22-98BFE85C2928}"/>
          </ac:spMkLst>
        </pc:spChg>
        <pc:cxnChg chg="mod">
          <ac:chgData name="Indoria, Priyanka Maruti" userId="c749efdb-d61c-4470-8df0-f0977f9f6ec1" providerId="ADAL" clId="{018107F5-3B83-4C00-A80B-A278C699A0CF}" dt="2026-03-02T12:32:51.709" v="607" actId="208"/>
          <ac:cxnSpMkLst>
            <pc:docMk/>
            <pc:sldMk cId="1073578091" sldId="2147483636"/>
            <ac:cxnSpMk id="17" creationId="{C69BA37F-716B-CC65-C812-70EDBE2910CB}"/>
          </ac:cxnSpMkLst>
        </pc:cxnChg>
      </pc:sldChg>
      <pc:sldChg chg="addSp delSp modSp mod chgLayout">
        <pc:chgData name="Indoria, Priyanka Maruti" userId="c749efdb-d61c-4470-8df0-f0977f9f6ec1" providerId="ADAL" clId="{018107F5-3B83-4C00-A80B-A278C699A0CF}" dt="2026-03-02T15:21:39.100" v="1460" actId="6264"/>
        <pc:sldMkLst>
          <pc:docMk/>
          <pc:sldMk cId="219357949" sldId="2147483640"/>
        </pc:sldMkLst>
        <pc:spChg chg="mod">
          <ac:chgData name="Indoria, Priyanka Maruti" userId="c749efdb-d61c-4470-8df0-f0977f9f6ec1" providerId="ADAL" clId="{018107F5-3B83-4C00-A80B-A278C699A0CF}" dt="2026-03-02T14:25:58.203" v="1115" actId="2711"/>
          <ac:spMkLst>
            <pc:docMk/>
            <pc:sldMk cId="219357949" sldId="2147483640"/>
            <ac:spMk id="2" creationId="{FE8A35C2-D2CB-D480-B839-040BD1302EB5}"/>
          </ac:spMkLst>
        </pc:spChg>
        <pc:spChg chg="mod">
          <ac:chgData name="Indoria, Priyanka Maruti" userId="c749efdb-d61c-4470-8df0-f0977f9f6ec1" providerId="ADAL" clId="{018107F5-3B83-4C00-A80B-A278C699A0CF}" dt="2026-03-02T14:25:58.203" v="1115" actId="2711"/>
          <ac:spMkLst>
            <pc:docMk/>
            <pc:sldMk cId="219357949" sldId="2147483640"/>
            <ac:spMk id="3" creationId="{C7E8CBB1-1B35-C107-7372-A7FF90E056F2}"/>
          </ac:spMkLst>
        </pc:spChg>
        <pc:spChg chg="mod">
          <ac:chgData name="Indoria, Priyanka Maruti" userId="c749efdb-d61c-4470-8df0-f0977f9f6ec1" providerId="ADAL" clId="{018107F5-3B83-4C00-A80B-A278C699A0CF}" dt="2026-03-02T14:25:58.203" v="1115" actId="2711"/>
          <ac:spMkLst>
            <pc:docMk/>
            <pc:sldMk cId="219357949" sldId="2147483640"/>
            <ac:spMk id="4" creationId="{03E4C314-41FB-32EE-C0D2-69131ED9E175}"/>
          </ac:spMkLst>
        </pc:spChg>
        <pc:spChg chg="mod ord">
          <ac:chgData name="Indoria, Priyanka Maruti" userId="c749efdb-d61c-4470-8df0-f0977f9f6ec1" providerId="ADAL" clId="{018107F5-3B83-4C00-A80B-A278C699A0CF}" dt="2026-03-02T15:21:39.100" v="1460" actId="6264"/>
          <ac:spMkLst>
            <pc:docMk/>
            <pc:sldMk cId="219357949" sldId="2147483640"/>
            <ac:spMk id="5" creationId="{A606673D-6D92-8361-9DB8-3865CD33ECE2}"/>
          </ac:spMkLst>
        </pc:spChg>
        <pc:spChg chg="mod">
          <ac:chgData name="Indoria, Priyanka Maruti" userId="c749efdb-d61c-4470-8df0-f0977f9f6ec1" providerId="ADAL" clId="{018107F5-3B83-4C00-A80B-A278C699A0CF}" dt="2026-03-02T14:25:58.203" v="1115" actId="2711"/>
          <ac:spMkLst>
            <pc:docMk/>
            <pc:sldMk cId="219357949" sldId="2147483640"/>
            <ac:spMk id="7" creationId="{1EBAEC69-6C85-0254-9066-14D6B474C052}"/>
          </ac:spMkLst>
        </pc:spChg>
        <pc:spChg chg="mod">
          <ac:chgData name="Indoria, Priyanka Maruti" userId="c749efdb-d61c-4470-8df0-f0977f9f6ec1" providerId="ADAL" clId="{018107F5-3B83-4C00-A80B-A278C699A0CF}" dt="2026-03-02T14:25:47.302" v="1113" actId="1076"/>
          <ac:spMkLst>
            <pc:docMk/>
            <pc:sldMk cId="219357949" sldId="2147483640"/>
            <ac:spMk id="8" creationId="{D6C175CC-AA65-D6C3-9E73-12C886CBA68E}"/>
          </ac:spMkLst>
        </pc:spChg>
        <pc:spChg chg="mod">
          <ac:chgData name="Indoria, Priyanka Maruti" userId="c749efdb-d61c-4470-8df0-f0977f9f6ec1" providerId="ADAL" clId="{018107F5-3B83-4C00-A80B-A278C699A0CF}" dt="2026-03-02T14:42:55.057" v="1272" actId="207"/>
          <ac:spMkLst>
            <pc:docMk/>
            <pc:sldMk cId="219357949" sldId="2147483640"/>
            <ac:spMk id="9" creationId="{3E7B54B0-454A-2431-EF07-B8292F042045}"/>
          </ac:spMkLst>
        </pc:spChg>
        <pc:spChg chg="mod">
          <ac:chgData name="Indoria, Priyanka Maruti" userId="c749efdb-d61c-4470-8df0-f0977f9f6ec1" providerId="ADAL" clId="{018107F5-3B83-4C00-A80B-A278C699A0CF}" dt="2026-03-02T14:43:14.543" v="1276" actId="255"/>
          <ac:spMkLst>
            <pc:docMk/>
            <pc:sldMk cId="219357949" sldId="2147483640"/>
            <ac:spMk id="10" creationId="{152B8529-C2FA-41FC-675B-E7AE0E56DA70}"/>
          </ac:spMkLst>
        </pc:spChg>
        <pc:spChg chg="mod">
          <ac:chgData name="Indoria, Priyanka Maruti" userId="c749efdb-d61c-4470-8df0-f0977f9f6ec1" providerId="ADAL" clId="{018107F5-3B83-4C00-A80B-A278C699A0CF}" dt="2026-03-02T14:25:52.736" v="1114" actId="207"/>
          <ac:spMkLst>
            <pc:docMk/>
            <pc:sldMk cId="219357949" sldId="2147483640"/>
            <ac:spMk id="11" creationId="{7D40B5F6-1982-860C-E8FB-FFE645B6A79A}"/>
          </ac:spMkLst>
        </pc:spChg>
        <pc:spChg chg="mod">
          <ac:chgData name="Indoria, Priyanka Maruti" userId="c749efdb-d61c-4470-8df0-f0977f9f6ec1" providerId="ADAL" clId="{018107F5-3B83-4C00-A80B-A278C699A0CF}" dt="2026-03-02T14:42:57.281" v="1273" actId="207"/>
          <ac:spMkLst>
            <pc:docMk/>
            <pc:sldMk cId="219357949" sldId="2147483640"/>
            <ac:spMk id="12" creationId="{D96CAC4E-7D0E-F1D9-107C-492EE1373F18}"/>
          </ac:spMkLst>
        </pc:spChg>
        <pc:spChg chg="mod">
          <ac:chgData name="Indoria, Priyanka Maruti" userId="c749efdb-d61c-4470-8df0-f0977f9f6ec1" providerId="ADAL" clId="{018107F5-3B83-4C00-A80B-A278C699A0CF}" dt="2026-03-02T14:25:58.203" v="1115" actId="2711"/>
          <ac:spMkLst>
            <pc:docMk/>
            <pc:sldMk cId="219357949" sldId="2147483640"/>
            <ac:spMk id="13" creationId="{BE081670-DD44-B6EE-9077-F61E8E6374AE}"/>
          </ac:spMkLst>
        </pc:spChg>
        <pc:spChg chg="mod">
          <ac:chgData name="Indoria, Priyanka Maruti" userId="c749efdb-d61c-4470-8df0-f0977f9f6ec1" providerId="ADAL" clId="{018107F5-3B83-4C00-A80B-A278C699A0CF}" dt="2026-03-02T14:43:14.543" v="1276" actId="255"/>
          <ac:spMkLst>
            <pc:docMk/>
            <pc:sldMk cId="219357949" sldId="2147483640"/>
            <ac:spMk id="14" creationId="{49948648-6B3B-6DDA-02D0-25F5892BC5F0}"/>
          </ac:spMkLst>
        </pc:spChg>
        <pc:spChg chg="mod">
          <ac:chgData name="Indoria, Priyanka Maruti" userId="c749efdb-d61c-4470-8df0-f0977f9f6ec1" providerId="ADAL" clId="{018107F5-3B83-4C00-A80B-A278C699A0CF}" dt="2026-03-02T14:42:58.834" v="1274" actId="207"/>
          <ac:spMkLst>
            <pc:docMk/>
            <pc:sldMk cId="219357949" sldId="2147483640"/>
            <ac:spMk id="16" creationId="{FDAC784D-37AB-76D4-951A-01960284452C}"/>
          </ac:spMkLst>
        </pc:spChg>
        <pc:spChg chg="mod">
          <ac:chgData name="Indoria, Priyanka Maruti" userId="c749efdb-d61c-4470-8df0-f0977f9f6ec1" providerId="ADAL" clId="{018107F5-3B83-4C00-A80B-A278C699A0CF}" dt="2026-03-02T14:25:47.302" v="1113" actId="1076"/>
          <ac:spMkLst>
            <pc:docMk/>
            <pc:sldMk cId="219357949" sldId="2147483640"/>
            <ac:spMk id="17" creationId="{C7A3B658-43F7-C90A-9C88-AF84F8466197}"/>
          </ac:spMkLst>
        </pc:spChg>
        <pc:spChg chg="mod">
          <ac:chgData name="Indoria, Priyanka Maruti" userId="c749efdb-d61c-4470-8df0-f0977f9f6ec1" providerId="ADAL" clId="{018107F5-3B83-4C00-A80B-A278C699A0CF}" dt="2026-03-02T14:43:14.543" v="1276" actId="255"/>
          <ac:spMkLst>
            <pc:docMk/>
            <pc:sldMk cId="219357949" sldId="2147483640"/>
            <ac:spMk id="18" creationId="{E4CB89AE-2178-D38F-7C0F-CAF40FD617E3}"/>
          </ac:spMkLst>
        </pc:spChg>
        <pc:spChg chg="mod">
          <ac:chgData name="Indoria, Priyanka Maruti" userId="c749efdb-d61c-4470-8df0-f0977f9f6ec1" providerId="ADAL" clId="{018107F5-3B83-4C00-A80B-A278C699A0CF}" dt="2026-03-02T14:25:47.302" v="1113" actId="1076"/>
          <ac:spMkLst>
            <pc:docMk/>
            <pc:sldMk cId="219357949" sldId="2147483640"/>
            <ac:spMk id="19" creationId="{2669C112-3C0C-F662-6D65-4CB292C9CB5A}"/>
          </ac:spMkLst>
        </pc:spChg>
        <pc:spChg chg="mod">
          <ac:chgData name="Indoria, Priyanka Maruti" userId="c749efdb-d61c-4470-8df0-f0977f9f6ec1" providerId="ADAL" clId="{018107F5-3B83-4C00-A80B-A278C699A0CF}" dt="2026-03-02T14:25:42.577" v="1112" actId="1076"/>
          <ac:spMkLst>
            <pc:docMk/>
            <pc:sldMk cId="219357949" sldId="2147483640"/>
            <ac:spMk id="40" creationId="{4BC0BF05-26DB-699A-738F-06369CBFD217}"/>
          </ac:spMkLst>
        </pc:spChg>
        <pc:spChg chg="mod">
          <ac:chgData name="Indoria, Priyanka Maruti" userId="c749efdb-d61c-4470-8df0-f0977f9f6ec1" providerId="ADAL" clId="{018107F5-3B83-4C00-A80B-A278C699A0CF}" dt="2026-03-02T14:25:42.577" v="1112" actId="1076"/>
          <ac:spMkLst>
            <pc:docMk/>
            <pc:sldMk cId="219357949" sldId="2147483640"/>
            <ac:spMk id="41" creationId="{E2BE2E63-22DB-4242-6535-7982C7822DFB}"/>
          </ac:spMkLst>
        </pc:spChg>
        <pc:spChg chg="mod">
          <ac:chgData name="Indoria, Priyanka Maruti" userId="c749efdb-d61c-4470-8df0-f0977f9f6ec1" providerId="ADAL" clId="{018107F5-3B83-4C00-A80B-A278C699A0CF}" dt="2026-03-02T14:25:42.577" v="1112" actId="1076"/>
          <ac:spMkLst>
            <pc:docMk/>
            <pc:sldMk cId="219357949" sldId="2147483640"/>
            <ac:spMk id="42" creationId="{248D71E0-40C4-55D8-285C-3D1EA4612413}"/>
          </ac:spMkLst>
        </pc:spChg>
        <pc:spChg chg="mod">
          <ac:chgData name="Indoria, Priyanka Maruti" userId="c749efdb-d61c-4470-8df0-f0977f9f6ec1" providerId="ADAL" clId="{018107F5-3B83-4C00-A80B-A278C699A0CF}" dt="2026-03-02T14:25:58.203" v="1115" actId="2711"/>
          <ac:spMkLst>
            <pc:docMk/>
            <pc:sldMk cId="219357949" sldId="2147483640"/>
            <ac:spMk id="43" creationId="{8ACCF9F3-3FC7-6AA1-ACE5-99C908B2AE70}"/>
          </ac:spMkLst>
        </pc:spChg>
        <pc:spChg chg="mod">
          <ac:chgData name="Indoria, Priyanka Maruti" userId="c749efdb-d61c-4470-8df0-f0977f9f6ec1" providerId="ADAL" clId="{018107F5-3B83-4C00-A80B-A278C699A0CF}" dt="2026-03-02T14:25:42.577" v="1112" actId="1076"/>
          <ac:spMkLst>
            <pc:docMk/>
            <pc:sldMk cId="219357949" sldId="2147483640"/>
            <ac:spMk id="44" creationId="{2C82665B-4F37-242A-A3C3-9116032C3BCE}"/>
          </ac:spMkLst>
        </pc:spChg>
        <pc:spChg chg="mod">
          <ac:chgData name="Indoria, Priyanka Maruti" userId="c749efdb-d61c-4470-8df0-f0977f9f6ec1" providerId="ADAL" clId="{018107F5-3B83-4C00-A80B-A278C699A0CF}" dt="2026-03-02T14:25:42.577" v="1112" actId="1076"/>
          <ac:spMkLst>
            <pc:docMk/>
            <pc:sldMk cId="219357949" sldId="2147483640"/>
            <ac:spMk id="45" creationId="{FB620340-35B0-A98F-FEE8-DBABDA01DBBC}"/>
          </ac:spMkLst>
        </pc:spChg>
        <pc:spChg chg="mod">
          <ac:chgData name="Indoria, Priyanka Maruti" userId="c749efdb-d61c-4470-8df0-f0977f9f6ec1" providerId="ADAL" clId="{018107F5-3B83-4C00-A80B-A278C699A0CF}" dt="2026-03-02T14:25:58.203" v="1115" actId="2711"/>
          <ac:spMkLst>
            <pc:docMk/>
            <pc:sldMk cId="219357949" sldId="2147483640"/>
            <ac:spMk id="48" creationId="{5FCF1897-413A-194A-EB53-B00ECE1180D4}"/>
          </ac:spMkLst>
        </pc:spChg>
        <pc:spChg chg="mod">
          <ac:chgData name="Indoria, Priyanka Maruti" userId="c749efdb-d61c-4470-8df0-f0977f9f6ec1" providerId="ADAL" clId="{018107F5-3B83-4C00-A80B-A278C699A0CF}" dt="2026-03-02T14:25:58.203" v="1115" actId="2711"/>
          <ac:spMkLst>
            <pc:docMk/>
            <pc:sldMk cId="219357949" sldId="2147483640"/>
            <ac:spMk id="49" creationId="{4C3A5DE6-B96B-A24C-27A0-D885032964D2}"/>
          </ac:spMkLst>
        </pc:spChg>
        <pc:spChg chg="mod">
          <ac:chgData name="Indoria, Priyanka Maruti" userId="c749efdb-d61c-4470-8df0-f0977f9f6ec1" providerId="ADAL" clId="{018107F5-3B83-4C00-A80B-A278C699A0CF}" dt="2026-03-02T14:25:42.577" v="1112" actId="1076"/>
          <ac:spMkLst>
            <pc:docMk/>
            <pc:sldMk cId="219357949" sldId="2147483640"/>
            <ac:spMk id="51" creationId="{92E65630-8059-22BD-1A64-DC2E732A13CD}"/>
          </ac:spMkLst>
        </pc:spChg>
        <pc:spChg chg="mod">
          <ac:chgData name="Indoria, Priyanka Maruti" userId="c749efdb-d61c-4470-8df0-f0977f9f6ec1" providerId="ADAL" clId="{018107F5-3B83-4C00-A80B-A278C699A0CF}" dt="2026-03-02T14:25:42.577" v="1112" actId="1076"/>
          <ac:spMkLst>
            <pc:docMk/>
            <pc:sldMk cId="219357949" sldId="2147483640"/>
            <ac:spMk id="65" creationId="{6AD607C9-5651-4180-20AD-F0C7ED0CDA96}"/>
          </ac:spMkLst>
        </pc:spChg>
        <pc:spChg chg="mod">
          <ac:chgData name="Indoria, Priyanka Maruti" userId="c749efdb-d61c-4470-8df0-f0977f9f6ec1" providerId="ADAL" clId="{018107F5-3B83-4C00-A80B-A278C699A0CF}" dt="2026-03-02T14:25:42.577" v="1112" actId="1076"/>
          <ac:spMkLst>
            <pc:docMk/>
            <pc:sldMk cId="219357949" sldId="2147483640"/>
            <ac:spMk id="69" creationId="{83749D13-3CAF-56C9-B8D8-E7126A8D348D}"/>
          </ac:spMkLst>
        </pc:spChg>
        <pc:spChg chg="mod">
          <ac:chgData name="Indoria, Priyanka Maruti" userId="c749efdb-d61c-4470-8df0-f0977f9f6ec1" providerId="ADAL" clId="{018107F5-3B83-4C00-A80B-A278C699A0CF}" dt="2026-03-02T14:25:42.577" v="1112" actId="1076"/>
          <ac:spMkLst>
            <pc:docMk/>
            <pc:sldMk cId="219357949" sldId="2147483640"/>
            <ac:spMk id="74" creationId="{19842421-11F9-7F3A-39B8-3D4295A74346}"/>
          </ac:spMkLst>
        </pc:spChg>
        <pc:spChg chg="mod">
          <ac:chgData name="Indoria, Priyanka Maruti" userId="c749efdb-d61c-4470-8df0-f0977f9f6ec1" providerId="ADAL" clId="{018107F5-3B83-4C00-A80B-A278C699A0CF}" dt="2026-03-02T14:25:42.577" v="1112" actId="1076"/>
          <ac:spMkLst>
            <pc:docMk/>
            <pc:sldMk cId="219357949" sldId="2147483640"/>
            <ac:spMk id="89" creationId="{C8FC7B06-0A2B-E2D7-A04E-9DF27BA3DEF2}"/>
          </ac:spMkLst>
        </pc:spChg>
        <pc:spChg chg="mod">
          <ac:chgData name="Indoria, Priyanka Maruti" userId="c749efdb-d61c-4470-8df0-f0977f9f6ec1" providerId="ADAL" clId="{018107F5-3B83-4C00-A80B-A278C699A0CF}" dt="2026-03-02T14:33:46.482" v="1168" actId="207"/>
          <ac:spMkLst>
            <pc:docMk/>
            <pc:sldMk cId="219357949" sldId="2147483640"/>
            <ac:spMk id="104" creationId="{32D5FE0B-112A-4FF9-2B65-0240879A61EB}"/>
          </ac:spMkLst>
        </pc:spChg>
        <pc:spChg chg="mod">
          <ac:chgData name="Indoria, Priyanka Maruti" userId="c749efdb-d61c-4470-8df0-f0977f9f6ec1" providerId="ADAL" clId="{018107F5-3B83-4C00-A80B-A278C699A0CF}" dt="2026-03-02T14:33:49.383" v="1169" actId="207"/>
          <ac:spMkLst>
            <pc:docMk/>
            <pc:sldMk cId="219357949" sldId="2147483640"/>
            <ac:spMk id="105" creationId="{599F14AF-093C-CB18-D31E-AB94A034B19C}"/>
          </ac:spMkLst>
        </pc:spChg>
      </pc:sldChg>
      <pc:sldChg chg="addSp delSp modSp mod chgLayout">
        <pc:chgData name="Indoria, Priyanka Maruti" userId="c749efdb-d61c-4470-8df0-f0977f9f6ec1" providerId="ADAL" clId="{018107F5-3B83-4C00-A80B-A278C699A0CF}" dt="2026-03-02T15:21:35.624" v="1459" actId="6264"/>
        <pc:sldMkLst>
          <pc:docMk/>
          <pc:sldMk cId="3137043187" sldId="2147483641"/>
        </pc:sldMkLst>
        <pc:spChg chg="mod ord">
          <ac:chgData name="Indoria, Priyanka Maruti" userId="c749efdb-d61c-4470-8df0-f0977f9f6ec1" providerId="ADAL" clId="{018107F5-3B83-4C00-A80B-A278C699A0CF}" dt="2026-03-02T15:21:35.624" v="1459" actId="6264"/>
          <ac:spMkLst>
            <pc:docMk/>
            <pc:sldMk cId="3137043187" sldId="2147483641"/>
            <ac:spMk id="5" creationId="{B86E8CBE-2208-7D8A-E38D-E91970463D8E}"/>
          </ac:spMkLst>
        </pc:spChg>
        <pc:spChg chg="mod">
          <ac:chgData name="Indoria, Priyanka Maruti" userId="c749efdb-d61c-4470-8df0-f0977f9f6ec1" providerId="ADAL" clId="{018107F5-3B83-4C00-A80B-A278C699A0CF}" dt="2026-03-02T14:34:06.189" v="1174" actId="1076"/>
          <ac:spMkLst>
            <pc:docMk/>
            <pc:sldMk cId="3137043187" sldId="2147483641"/>
            <ac:spMk id="6" creationId="{BCC706C0-4836-0670-B66B-9DA82AD27C0E}"/>
          </ac:spMkLst>
        </pc:spChg>
        <pc:graphicFrameChg chg="add mod modGraphic">
          <ac:chgData name="Indoria, Priyanka Maruti" userId="c749efdb-d61c-4470-8df0-f0977f9f6ec1" providerId="ADAL" clId="{018107F5-3B83-4C00-A80B-A278C699A0CF}" dt="2026-03-02T14:46:29.509" v="1302" actId="207"/>
          <ac:graphicFrameMkLst>
            <pc:docMk/>
            <pc:sldMk cId="3137043187" sldId="2147483641"/>
            <ac:graphicFrameMk id="2" creationId="{E948A945-D699-D6FC-C77A-FDEBF22E0A01}"/>
          </ac:graphicFrameMkLst>
        </pc:graphicFrameChg>
        <pc:graphicFrameChg chg="modGraphic">
          <ac:chgData name="Indoria, Priyanka Maruti" userId="c749efdb-d61c-4470-8df0-f0977f9f6ec1" providerId="ADAL" clId="{018107F5-3B83-4C00-A80B-A278C699A0CF}" dt="2026-03-02T14:34:19.882" v="1175" actId="207"/>
          <ac:graphicFrameMkLst>
            <pc:docMk/>
            <pc:sldMk cId="3137043187" sldId="2147483641"/>
            <ac:graphicFrameMk id="22" creationId="{1C7EAE3E-B8C5-1934-B975-7CFB1815C98D}"/>
          </ac:graphicFrameMkLst>
        </pc:graphicFrameChg>
        <pc:graphicFrameChg chg="modGraphic">
          <ac:chgData name="Indoria, Priyanka Maruti" userId="c749efdb-d61c-4470-8df0-f0977f9f6ec1" providerId="ADAL" clId="{018107F5-3B83-4C00-A80B-A278C699A0CF}" dt="2026-03-02T14:34:25.370" v="1176" actId="207"/>
          <ac:graphicFrameMkLst>
            <pc:docMk/>
            <pc:sldMk cId="3137043187" sldId="2147483641"/>
            <ac:graphicFrameMk id="25" creationId="{1AF6B286-8849-3D48-9F63-3E449DF03863}"/>
          </ac:graphicFrameMkLst>
        </pc:graphicFrameChg>
      </pc:sldChg>
      <pc:sldChg chg="addSp delSp modSp mod setBg chgLayout">
        <pc:chgData name="Indoria, Priyanka Maruti" userId="c749efdb-d61c-4470-8df0-f0977f9f6ec1" providerId="ADAL" clId="{018107F5-3B83-4C00-A80B-A278C699A0CF}" dt="2026-03-02T15:21:46.057" v="1462" actId="6264"/>
        <pc:sldMkLst>
          <pc:docMk/>
          <pc:sldMk cId="902939176" sldId="2147483645"/>
        </pc:sldMkLst>
        <pc:spChg chg="mod ord">
          <ac:chgData name="Indoria, Priyanka Maruti" userId="c749efdb-d61c-4470-8df0-f0977f9f6ec1" providerId="ADAL" clId="{018107F5-3B83-4C00-A80B-A278C699A0CF}" dt="2026-03-02T15:21:46.057" v="1462" actId="6264"/>
          <ac:spMkLst>
            <pc:docMk/>
            <pc:sldMk cId="902939176" sldId="2147483645"/>
            <ac:spMk id="2" creationId="{0078210C-6A57-945F-F925-5DAFE00392E1}"/>
          </ac:spMkLst>
        </pc:spChg>
        <pc:spChg chg="mod">
          <ac:chgData name="Indoria, Priyanka Maruti" userId="c749efdb-d61c-4470-8df0-f0977f9f6ec1" providerId="ADAL" clId="{018107F5-3B83-4C00-A80B-A278C699A0CF}" dt="2026-03-02T14:20:58.938" v="1085" actId="207"/>
          <ac:spMkLst>
            <pc:docMk/>
            <pc:sldMk cId="902939176" sldId="2147483645"/>
            <ac:spMk id="4" creationId="{863FB5E0-40DB-4C31-0250-26F544F0BEEB}"/>
          </ac:spMkLst>
        </pc:spChg>
        <pc:spChg chg="mod">
          <ac:chgData name="Indoria, Priyanka Maruti" userId="c749efdb-d61c-4470-8df0-f0977f9f6ec1" providerId="ADAL" clId="{018107F5-3B83-4C00-A80B-A278C699A0CF}" dt="2026-03-02T14:20:58.938" v="1085" actId="207"/>
          <ac:spMkLst>
            <pc:docMk/>
            <pc:sldMk cId="902939176" sldId="2147483645"/>
            <ac:spMk id="7" creationId="{0DCF27A5-98A1-98FC-73F5-566252CEE332}"/>
          </ac:spMkLst>
        </pc:spChg>
        <pc:spChg chg="mod">
          <ac:chgData name="Indoria, Priyanka Maruti" userId="c749efdb-d61c-4470-8df0-f0977f9f6ec1" providerId="ADAL" clId="{018107F5-3B83-4C00-A80B-A278C699A0CF}" dt="2026-03-02T14:25:00.260" v="1103" actId="207"/>
          <ac:spMkLst>
            <pc:docMk/>
            <pc:sldMk cId="902939176" sldId="2147483645"/>
            <ac:spMk id="8" creationId="{872DE31B-B592-8B38-7AC2-D3F55138B08E}"/>
          </ac:spMkLst>
        </pc:spChg>
        <pc:spChg chg="mod">
          <ac:chgData name="Indoria, Priyanka Maruti" userId="c749efdb-d61c-4470-8df0-f0977f9f6ec1" providerId="ADAL" clId="{018107F5-3B83-4C00-A80B-A278C699A0CF}" dt="2026-03-02T14:25:06.240" v="1104" actId="1076"/>
          <ac:spMkLst>
            <pc:docMk/>
            <pc:sldMk cId="902939176" sldId="2147483645"/>
            <ac:spMk id="9" creationId="{46BED91E-8CE1-45E3-4D20-5A4F517A4E65}"/>
          </ac:spMkLst>
        </pc:spChg>
        <pc:spChg chg="mod">
          <ac:chgData name="Indoria, Priyanka Maruti" userId="c749efdb-d61c-4470-8df0-f0977f9f6ec1" providerId="ADAL" clId="{018107F5-3B83-4C00-A80B-A278C699A0CF}" dt="2026-03-02T14:20:58.938" v="1085" actId="207"/>
          <ac:spMkLst>
            <pc:docMk/>
            <pc:sldMk cId="902939176" sldId="2147483645"/>
            <ac:spMk id="10" creationId="{EE08D2A6-E8A6-3EC7-1AE9-E622A762CD84}"/>
          </ac:spMkLst>
        </pc:spChg>
        <pc:spChg chg="mod">
          <ac:chgData name="Indoria, Priyanka Maruti" userId="c749efdb-d61c-4470-8df0-f0977f9f6ec1" providerId="ADAL" clId="{018107F5-3B83-4C00-A80B-A278C699A0CF}" dt="2026-03-02T14:20:58.938" v="1085" actId="207"/>
          <ac:spMkLst>
            <pc:docMk/>
            <pc:sldMk cId="902939176" sldId="2147483645"/>
            <ac:spMk id="16" creationId="{A5216657-47E5-96D7-9038-930C32E0C5F6}"/>
          </ac:spMkLst>
        </pc:spChg>
        <pc:spChg chg="mod">
          <ac:chgData name="Indoria, Priyanka Maruti" userId="c749efdb-d61c-4470-8df0-f0977f9f6ec1" providerId="ADAL" clId="{018107F5-3B83-4C00-A80B-A278C699A0CF}" dt="2026-03-02T14:20:36.702" v="1079" actId="207"/>
          <ac:spMkLst>
            <pc:docMk/>
            <pc:sldMk cId="902939176" sldId="2147483645"/>
            <ac:spMk id="30" creationId="{DEEAFD44-2982-9668-33D4-75C789419DA8}"/>
          </ac:spMkLst>
        </pc:spChg>
        <pc:spChg chg="mod">
          <ac:chgData name="Indoria, Priyanka Maruti" userId="c749efdb-d61c-4470-8df0-f0977f9f6ec1" providerId="ADAL" clId="{018107F5-3B83-4C00-A80B-A278C699A0CF}" dt="2026-03-02T14:20:58.938" v="1085" actId="207"/>
          <ac:spMkLst>
            <pc:docMk/>
            <pc:sldMk cId="902939176" sldId="2147483645"/>
            <ac:spMk id="31" creationId="{F4737AFE-81DC-8405-5065-3C998F57C8A1}"/>
          </ac:spMkLst>
        </pc:spChg>
        <pc:spChg chg="mod">
          <ac:chgData name="Indoria, Priyanka Maruti" userId="c749efdb-d61c-4470-8df0-f0977f9f6ec1" providerId="ADAL" clId="{018107F5-3B83-4C00-A80B-A278C699A0CF}" dt="2026-03-02T14:20:36.702" v="1079" actId="207"/>
          <ac:spMkLst>
            <pc:docMk/>
            <pc:sldMk cId="902939176" sldId="2147483645"/>
            <ac:spMk id="37" creationId="{D596F0AA-CEBF-66E3-2530-B81A0EC0938D}"/>
          </ac:spMkLst>
        </pc:spChg>
        <pc:spChg chg="mod">
          <ac:chgData name="Indoria, Priyanka Maruti" userId="c749efdb-d61c-4470-8df0-f0977f9f6ec1" providerId="ADAL" clId="{018107F5-3B83-4C00-A80B-A278C699A0CF}" dt="2026-03-02T14:20:58.938" v="1085" actId="207"/>
          <ac:spMkLst>
            <pc:docMk/>
            <pc:sldMk cId="902939176" sldId="2147483645"/>
            <ac:spMk id="41" creationId="{D5FDDDC6-FE91-026C-B265-41D511DE9C87}"/>
          </ac:spMkLst>
        </pc:spChg>
        <pc:spChg chg="mod">
          <ac:chgData name="Indoria, Priyanka Maruti" userId="c749efdb-d61c-4470-8df0-f0977f9f6ec1" providerId="ADAL" clId="{018107F5-3B83-4C00-A80B-A278C699A0CF}" dt="2026-03-02T14:20:58.938" v="1085" actId="207"/>
          <ac:spMkLst>
            <pc:docMk/>
            <pc:sldMk cId="902939176" sldId="2147483645"/>
            <ac:spMk id="44" creationId="{3879D10B-3559-5388-8993-BF91AF3CA7F8}"/>
          </ac:spMkLst>
        </pc:spChg>
        <pc:spChg chg="mod">
          <ac:chgData name="Indoria, Priyanka Maruti" userId="c749efdb-d61c-4470-8df0-f0977f9f6ec1" providerId="ADAL" clId="{018107F5-3B83-4C00-A80B-A278C699A0CF}" dt="2026-03-02T14:20:36.702" v="1079" actId="207"/>
          <ac:spMkLst>
            <pc:docMk/>
            <pc:sldMk cId="902939176" sldId="2147483645"/>
            <ac:spMk id="48" creationId="{EC74F46C-03AD-119C-A366-42F56928156E}"/>
          </ac:spMkLst>
        </pc:spChg>
        <pc:spChg chg="mod">
          <ac:chgData name="Indoria, Priyanka Maruti" userId="c749efdb-d61c-4470-8df0-f0977f9f6ec1" providerId="ADAL" clId="{018107F5-3B83-4C00-A80B-A278C699A0CF}" dt="2026-03-02T14:20:36.702" v="1079" actId="207"/>
          <ac:spMkLst>
            <pc:docMk/>
            <pc:sldMk cId="902939176" sldId="2147483645"/>
            <ac:spMk id="50" creationId="{4F19EB20-D2E8-3A1E-EDD6-1077C09531D2}"/>
          </ac:spMkLst>
        </pc:spChg>
        <pc:spChg chg="mod">
          <ac:chgData name="Indoria, Priyanka Maruti" userId="c749efdb-d61c-4470-8df0-f0977f9f6ec1" providerId="ADAL" clId="{018107F5-3B83-4C00-A80B-A278C699A0CF}" dt="2026-03-02T14:20:36.702" v="1079" actId="207"/>
          <ac:spMkLst>
            <pc:docMk/>
            <pc:sldMk cId="902939176" sldId="2147483645"/>
            <ac:spMk id="54" creationId="{ADA9143C-290B-80FF-78A9-629863F3415D}"/>
          </ac:spMkLst>
        </pc:spChg>
        <pc:spChg chg="mod">
          <ac:chgData name="Indoria, Priyanka Maruti" userId="c749efdb-d61c-4470-8df0-f0977f9f6ec1" providerId="ADAL" clId="{018107F5-3B83-4C00-A80B-A278C699A0CF}" dt="2026-03-02T14:20:58.938" v="1085" actId="207"/>
          <ac:spMkLst>
            <pc:docMk/>
            <pc:sldMk cId="902939176" sldId="2147483645"/>
            <ac:spMk id="55" creationId="{78AE540E-253D-39C7-0E01-60B79192E0E1}"/>
          </ac:spMkLst>
        </pc:spChg>
        <pc:spChg chg="mod">
          <ac:chgData name="Indoria, Priyanka Maruti" userId="c749efdb-d61c-4470-8df0-f0977f9f6ec1" providerId="ADAL" clId="{018107F5-3B83-4C00-A80B-A278C699A0CF}" dt="2026-03-02T14:20:36.702" v="1079" actId="207"/>
          <ac:spMkLst>
            <pc:docMk/>
            <pc:sldMk cId="902939176" sldId="2147483645"/>
            <ac:spMk id="56" creationId="{711B9044-79E1-B986-147F-AFA2D51EF505}"/>
          </ac:spMkLst>
        </pc:spChg>
        <pc:spChg chg="mod">
          <ac:chgData name="Indoria, Priyanka Maruti" userId="c749efdb-d61c-4470-8df0-f0977f9f6ec1" providerId="ADAL" clId="{018107F5-3B83-4C00-A80B-A278C699A0CF}" dt="2026-03-02T14:20:36.702" v="1079" actId="207"/>
          <ac:spMkLst>
            <pc:docMk/>
            <pc:sldMk cId="902939176" sldId="2147483645"/>
            <ac:spMk id="57" creationId="{0E2795A5-1D20-C283-FCC1-32698649BFD4}"/>
          </ac:spMkLst>
        </pc:spChg>
        <pc:spChg chg="mod">
          <ac:chgData name="Indoria, Priyanka Maruti" userId="c749efdb-d61c-4470-8df0-f0977f9f6ec1" providerId="ADAL" clId="{018107F5-3B83-4C00-A80B-A278C699A0CF}" dt="2026-03-02T14:20:58.938" v="1085" actId="207"/>
          <ac:spMkLst>
            <pc:docMk/>
            <pc:sldMk cId="902939176" sldId="2147483645"/>
            <ac:spMk id="58" creationId="{5DECBEF3-3086-382C-DAA1-CCE414364AAE}"/>
          </ac:spMkLst>
        </pc:spChg>
      </pc:sldChg>
      <pc:sldChg chg="addSp delSp modSp mod chgLayout">
        <pc:chgData name="Indoria, Priyanka Maruti" userId="c749efdb-d61c-4470-8df0-f0977f9f6ec1" providerId="ADAL" clId="{018107F5-3B83-4C00-A80B-A278C699A0CF}" dt="2026-03-02T15:19:23.404" v="1430" actId="255"/>
        <pc:sldMkLst>
          <pc:docMk/>
          <pc:sldMk cId="1944773028" sldId="2147483646"/>
        </pc:sldMkLst>
        <pc:spChg chg="mod">
          <ac:chgData name="Indoria, Priyanka Maruti" userId="c749efdb-d61c-4470-8df0-f0977f9f6ec1" providerId="ADAL" clId="{018107F5-3B83-4C00-A80B-A278C699A0CF}" dt="2026-03-02T15:17:02.107" v="1412" actId="207"/>
          <ac:spMkLst>
            <pc:docMk/>
            <pc:sldMk cId="1944773028" sldId="2147483646"/>
            <ac:spMk id="6" creationId="{FA787FFF-A085-A150-924F-BD1BB78737A3}"/>
          </ac:spMkLst>
        </pc:spChg>
        <pc:spChg chg="mod">
          <ac:chgData name="Indoria, Priyanka Maruti" userId="c749efdb-d61c-4470-8df0-f0977f9f6ec1" providerId="ADAL" clId="{018107F5-3B83-4C00-A80B-A278C699A0CF}" dt="2026-03-02T15:17:04.769" v="1413" actId="207"/>
          <ac:spMkLst>
            <pc:docMk/>
            <pc:sldMk cId="1944773028" sldId="2147483646"/>
            <ac:spMk id="7" creationId="{F0DA67C5-8099-02E5-F437-6FF0BE0E6EF7}"/>
          </ac:spMkLst>
        </pc:spChg>
        <pc:spChg chg="mod">
          <ac:chgData name="Indoria, Priyanka Maruti" userId="c749efdb-d61c-4470-8df0-f0977f9f6ec1" providerId="ADAL" clId="{018107F5-3B83-4C00-A80B-A278C699A0CF}" dt="2026-03-02T12:55:42.796" v="722" actId="2711"/>
          <ac:spMkLst>
            <pc:docMk/>
            <pc:sldMk cId="1944773028" sldId="2147483646"/>
            <ac:spMk id="10" creationId="{7A883BE1-2DB3-835E-0162-6D7759B0B6B3}"/>
          </ac:spMkLst>
        </pc:spChg>
        <pc:spChg chg="mod ord">
          <ac:chgData name="Indoria, Priyanka Maruti" userId="c749efdb-d61c-4470-8df0-f0977f9f6ec1" providerId="ADAL" clId="{018107F5-3B83-4C00-A80B-A278C699A0CF}" dt="2026-03-02T15:19:23.404" v="1430" actId="255"/>
          <ac:spMkLst>
            <pc:docMk/>
            <pc:sldMk cId="1944773028" sldId="2147483646"/>
            <ac:spMk id="31" creationId="{1DBFA0A2-3F13-5889-CA50-1A0ED3487B32}"/>
          </ac:spMkLst>
        </pc:spChg>
        <pc:spChg chg="mod">
          <ac:chgData name="Indoria, Priyanka Maruti" userId="c749efdb-d61c-4470-8df0-f0977f9f6ec1" providerId="ADAL" clId="{018107F5-3B83-4C00-A80B-A278C699A0CF}" dt="2026-03-02T12:55:42.796" v="722" actId="2711"/>
          <ac:spMkLst>
            <pc:docMk/>
            <pc:sldMk cId="1944773028" sldId="2147483646"/>
            <ac:spMk id="96" creationId="{95058EC1-6EA2-65C2-6B77-217723A05FE1}"/>
          </ac:spMkLst>
        </pc:spChg>
        <pc:spChg chg="mod">
          <ac:chgData name="Indoria, Priyanka Maruti" userId="c749efdb-d61c-4470-8df0-f0977f9f6ec1" providerId="ADAL" clId="{018107F5-3B83-4C00-A80B-A278C699A0CF}" dt="2026-03-02T12:55:42.796" v="722" actId="2711"/>
          <ac:spMkLst>
            <pc:docMk/>
            <pc:sldMk cId="1944773028" sldId="2147483646"/>
            <ac:spMk id="101" creationId="{325BDBC7-D8D5-4DCA-2C98-79BDDC1715C1}"/>
          </ac:spMkLst>
        </pc:spChg>
        <pc:spChg chg="mod">
          <ac:chgData name="Indoria, Priyanka Maruti" userId="c749efdb-d61c-4470-8df0-f0977f9f6ec1" providerId="ADAL" clId="{018107F5-3B83-4C00-A80B-A278C699A0CF}" dt="2026-03-02T12:55:42.796" v="722" actId="2711"/>
          <ac:spMkLst>
            <pc:docMk/>
            <pc:sldMk cId="1944773028" sldId="2147483646"/>
            <ac:spMk id="125" creationId="{2CCD8C83-0019-1119-12B6-A3890A907D35}"/>
          </ac:spMkLst>
        </pc:spChg>
        <pc:spChg chg="mod">
          <ac:chgData name="Indoria, Priyanka Maruti" userId="c749efdb-d61c-4470-8df0-f0977f9f6ec1" providerId="ADAL" clId="{018107F5-3B83-4C00-A80B-A278C699A0CF}" dt="2026-03-02T12:55:42.796" v="722" actId="2711"/>
          <ac:spMkLst>
            <pc:docMk/>
            <pc:sldMk cId="1944773028" sldId="2147483646"/>
            <ac:spMk id="146" creationId="{F2FF07CC-7898-D28C-7C86-67409EE21A6D}"/>
          </ac:spMkLst>
        </pc:spChg>
        <pc:spChg chg="mod">
          <ac:chgData name="Indoria, Priyanka Maruti" userId="c749efdb-d61c-4470-8df0-f0977f9f6ec1" providerId="ADAL" clId="{018107F5-3B83-4C00-A80B-A278C699A0CF}" dt="2026-03-02T12:55:42.796" v="722" actId="2711"/>
          <ac:spMkLst>
            <pc:docMk/>
            <pc:sldMk cId="1944773028" sldId="2147483646"/>
            <ac:spMk id="148" creationId="{AC6E71C6-53F3-F550-266A-5E4D8A1A2957}"/>
          </ac:spMkLst>
        </pc:spChg>
        <pc:spChg chg="mod">
          <ac:chgData name="Indoria, Priyanka Maruti" userId="c749efdb-d61c-4470-8df0-f0977f9f6ec1" providerId="ADAL" clId="{018107F5-3B83-4C00-A80B-A278C699A0CF}" dt="2026-03-02T12:55:42.796" v="722" actId="2711"/>
          <ac:spMkLst>
            <pc:docMk/>
            <pc:sldMk cId="1944773028" sldId="2147483646"/>
            <ac:spMk id="163" creationId="{02A3813B-4C31-E1DF-61FB-16A5BE36AEB5}"/>
          </ac:spMkLst>
        </pc:spChg>
        <pc:spChg chg="mod">
          <ac:chgData name="Indoria, Priyanka Maruti" userId="c749efdb-d61c-4470-8df0-f0977f9f6ec1" providerId="ADAL" clId="{018107F5-3B83-4C00-A80B-A278C699A0CF}" dt="2026-03-02T12:55:42.796" v="722" actId="2711"/>
          <ac:spMkLst>
            <pc:docMk/>
            <pc:sldMk cId="1944773028" sldId="2147483646"/>
            <ac:spMk id="166" creationId="{851B4AEA-B0B9-00FC-E9CE-55B3E5E9DD8B}"/>
          </ac:spMkLst>
        </pc:spChg>
        <pc:spChg chg="mod">
          <ac:chgData name="Indoria, Priyanka Maruti" userId="c749efdb-d61c-4470-8df0-f0977f9f6ec1" providerId="ADAL" clId="{018107F5-3B83-4C00-A80B-A278C699A0CF}" dt="2026-03-02T12:55:42.796" v="722" actId="2711"/>
          <ac:spMkLst>
            <pc:docMk/>
            <pc:sldMk cId="1944773028" sldId="2147483646"/>
            <ac:spMk id="167" creationId="{BF7BC2A8-55BE-FFA2-3DB7-EF5026F0DDA0}"/>
          </ac:spMkLst>
        </pc:spChg>
        <pc:spChg chg="mod">
          <ac:chgData name="Indoria, Priyanka Maruti" userId="c749efdb-d61c-4470-8df0-f0977f9f6ec1" providerId="ADAL" clId="{018107F5-3B83-4C00-A80B-A278C699A0CF}" dt="2026-03-02T12:55:42.796" v="722" actId="2711"/>
          <ac:spMkLst>
            <pc:docMk/>
            <pc:sldMk cId="1944773028" sldId="2147483646"/>
            <ac:spMk id="191" creationId="{5DFCE95C-80CE-2D9B-88C6-914DBB7DDCE3}"/>
          </ac:spMkLst>
        </pc:spChg>
      </pc:sldChg>
      <pc:sldMasterChg chg="addSp delSp modSp mod modSldLayout">
        <pc:chgData name="Indoria, Priyanka Maruti" userId="c749efdb-d61c-4470-8df0-f0977f9f6ec1" providerId="ADAL" clId="{018107F5-3B83-4C00-A80B-A278C699A0CF}" dt="2026-03-02T11:11:34.290" v="23" actId="20577"/>
        <pc:sldMasterMkLst>
          <pc:docMk/>
          <pc:sldMasterMk cId="2719133398" sldId="2147484118"/>
        </pc:sldMasterMkLst>
        <pc:spChg chg="add mod">
          <ac:chgData name="Indoria, Priyanka Maruti" userId="c749efdb-d61c-4470-8df0-f0977f9f6ec1" providerId="ADAL" clId="{018107F5-3B83-4C00-A80B-A278C699A0CF}" dt="2026-03-02T11:11:34.290" v="23" actId="20577"/>
          <ac:spMkLst>
            <pc:docMk/>
            <pc:sldMasterMk cId="2719133398" sldId="2147484118"/>
            <ac:spMk id="6" creationId="{4C030E17-C486-D66E-6D00-2A5F1C8F19C9}"/>
          </ac:spMkLst>
        </pc:spChg>
        <pc:picChg chg="add mod modCrop">
          <ac:chgData name="Indoria, Priyanka Maruti" userId="c749efdb-d61c-4470-8df0-f0977f9f6ec1" providerId="ADAL" clId="{018107F5-3B83-4C00-A80B-A278C699A0CF}" dt="2026-03-02T11:10:13.041" v="14" actId="732"/>
          <ac:picMkLst>
            <pc:docMk/>
            <pc:sldMasterMk cId="2719133398" sldId="2147484118"/>
            <ac:picMk id="5" creationId="{9BF6F803-4072-B251-C316-7DB6B8DEC7DD}"/>
          </ac:picMkLst>
        </pc:picChg>
        <pc:sldLayoutChg chg="modSp mod">
          <pc:chgData name="Indoria, Priyanka Maruti" userId="c749efdb-d61c-4470-8df0-f0977f9f6ec1" providerId="ADAL" clId="{018107F5-3B83-4C00-A80B-A278C699A0CF}" dt="2026-03-02T11:07:24.101" v="7" actId="1076"/>
          <pc:sldLayoutMkLst>
            <pc:docMk/>
            <pc:sldMasterMk cId="2719133398" sldId="2147484118"/>
            <pc:sldLayoutMk cId="465814614" sldId="2147484296"/>
          </pc:sldLayoutMkLst>
          <pc:spChg chg="mod">
            <ac:chgData name="Indoria, Priyanka Maruti" userId="c749efdb-d61c-4470-8df0-f0977f9f6ec1" providerId="ADAL" clId="{018107F5-3B83-4C00-A80B-A278C699A0CF}" dt="2026-03-02T11:07:24.101" v="7" actId="1076"/>
            <ac:spMkLst>
              <pc:docMk/>
              <pc:sldMasterMk cId="2719133398" sldId="2147484118"/>
              <pc:sldLayoutMk cId="465814614" sldId="2147484296"/>
              <ac:spMk id="23" creationId="{B92814EB-708F-421C-9F3F-E5C7B767B62F}"/>
            </ac:spMkLst>
          </pc:spChg>
        </pc:sldLayoutChg>
      </pc:sldMasterChg>
      <pc:sldMasterChg chg="addSp delSp modSp mod">
        <pc:chgData name="Indoria, Priyanka Maruti" userId="c749efdb-d61c-4470-8df0-f0977f9f6ec1" providerId="ADAL" clId="{018107F5-3B83-4C00-A80B-A278C699A0CF}" dt="2026-03-02T11:44:47.867" v="142"/>
        <pc:sldMasterMkLst>
          <pc:docMk/>
          <pc:sldMasterMk cId="2198034277" sldId="2147485047"/>
        </pc:sldMasterMkLst>
        <pc:picChg chg="add mod">
          <ac:chgData name="Indoria, Priyanka Maruti" userId="c749efdb-d61c-4470-8df0-f0977f9f6ec1" providerId="ADAL" clId="{018107F5-3B83-4C00-A80B-A278C699A0CF}" dt="2026-03-02T11:44:47.867" v="142"/>
          <ac:picMkLst>
            <pc:docMk/>
            <pc:sldMasterMk cId="2198034277" sldId="2147485047"/>
            <ac:picMk id="3" creationId="{E7CB2C67-F692-F39E-AD61-E06CE05A9916}"/>
          </ac:picMkLst>
        </pc:picChg>
      </pc:sldMasterChg>
      <pc:sldMasterChg chg="modSldLayout">
        <pc:chgData name="Indoria, Priyanka Maruti" userId="c749efdb-d61c-4470-8df0-f0977f9f6ec1" providerId="ADAL" clId="{018107F5-3B83-4C00-A80B-A278C699A0CF}" dt="2026-03-02T14:32:00.299" v="1167"/>
        <pc:sldMasterMkLst>
          <pc:docMk/>
          <pc:sldMasterMk cId="4196761283" sldId="2147485060"/>
        </pc:sldMasterMkLst>
        <pc:sldLayoutChg chg="modSp mod">
          <pc:chgData name="Indoria, Priyanka Maruti" userId="c749efdb-d61c-4470-8df0-f0977f9f6ec1" providerId="ADAL" clId="{018107F5-3B83-4C00-A80B-A278C699A0CF}" dt="2026-03-02T14:32:00.299" v="1167"/>
          <pc:sldLayoutMkLst>
            <pc:docMk/>
            <pc:sldMasterMk cId="4196761283" sldId="2147485060"/>
            <pc:sldLayoutMk cId="76773478" sldId="2147485061"/>
          </pc:sldLayoutMkLst>
          <pc:spChg chg="mod">
            <ac:chgData name="Indoria, Priyanka Maruti" userId="c749efdb-d61c-4470-8df0-f0977f9f6ec1" providerId="ADAL" clId="{018107F5-3B83-4C00-A80B-A278C699A0CF}" dt="2026-03-02T14:32:00.299" v="1167"/>
            <ac:spMkLst>
              <pc:docMk/>
              <pc:sldMasterMk cId="4196761283" sldId="2147485060"/>
              <pc:sldLayoutMk cId="76773478" sldId="2147485061"/>
              <ac:spMk id="2" creationId="{46B5460D-8910-C4B3-2156-DE8786A97F71}"/>
            </ac:spMkLst>
          </pc:spChg>
        </pc:sldLayoutChg>
      </pc:sldMasterChg>
      <pc:sldMasterChg chg="addSp delSp modSp mod addSldLayout delSldLayout modSldLayout">
        <pc:chgData name="Indoria, Priyanka Maruti" userId="c749efdb-d61c-4470-8df0-f0977f9f6ec1" providerId="ADAL" clId="{018107F5-3B83-4C00-A80B-A278C699A0CF}" dt="2026-03-02T15:18:27.326" v="1428" actId="3064"/>
        <pc:sldMasterMkLst>
          <pc:docMk/>
          <pc:sldMasterMk cId="1175409555" sldId="2147485069"/>
        </pc:sldMasterMkLst>
        <pc:spChg chg="add">
          <ac:chgData name="Indoria, Priyanka Maruti" userId="c749efdb-d61c-4470-8df0-f0977f9f6ec1" providerId="ADAL" clId="{018107F5-3B83-4C00-A80B-A278C699A0CF}" dt="2026-03-02T11:25:03.438" v="50"/>
          <ac:spMkLst>
            <pc:docMk/>
            <pc:sldMasterMk cId="1175409555" sldId="2147485069"/>
            <ac:spMk id="12" creationId="{C0FF2681-347D-8B25-1A43-5E64E84ABC9A}"/>
          </ac:spMkLst>
        </pc:spChg>
        <pc:spChg chg="add">
          <ac:chgData name="Indoria, Priyanka Maruti" userId="c749efdb-d61c-4470-8df0-f0977f9f6ec1" providerId="ADAL" clId="{018107F5-3B83-4C00-A80B-A278C699A0CF}" dt="2026-03-02T11:25:03.438" v="50"/>
          <ac:spMkLst>
            <pc:docMk/>
            <pc:sldMasterMk cId="1175409555" sldId="2147485069"/>
            <ac:spMk id="17" creationId="{519B033A-DDEF-7B5E-A77A-3DEE3B20A291}"/>
          </ac:spMkLst>
        </pc:spChg>
        <pc:spChg chg="add">
          <ac:chgData name="Indoria, Priyanka Maruti" userId="c749efdb-d61c-4470-8df0-f0977f9f6ec1" providerId="ADAL" clId="{018107F5-3B83-4C00-A80B-A278C699A0CF}" dt="2026-03-02T11:25:03.438" v="50"/>
          <ac:spMkLst>
            <pc:docMk/>
            <pc:sldMasterMk cId="1175409555" sldId="2147485069"/>
            <ac:spMk id="18" creationId="{8A1EDF20-9BF3-F8C7-E76E-DC736546E197}"/>
          </ac:spMkLst>
        </pc:spChg>
        <pc:spChg chg="add">
          <ac:chgData name="Indoria, Priyanka Maruti" userId="c749efdb-d61c-4470-8df0-f0977f9f6ec1" providerId="ADAL" clId="{018107F5-3B83-4C00-A80B-A278C699A0CF}" dt="2026-03-02T11:25:03.438" v="50"/>
          <ac:spMkLst>
            <pc:docMk/>
            <pc:sldMasterMk cId="1175409555" sldId="2147485069"/>
            <ac:spMk id="19" creationId="{92B07E1D-B359-DB47-9C76-A2BCAA0AE87B}"/>
          </ac:spMkLst>
        </pc:spChg>
        <pc:spChg chg="add">
          <ac:chgData name="Indoria, Priyanka Maruti" userId="c749efdb-d61c-4470-8df0-f0977f9f6ec1" providerId="ADAL" clId="{018107F5-3B83-4C00-A80B-A278C699A0CF}" dt="2026-03-02T11:25:03.438" v="50"/>
          <ac:spMkLst>
            <pc:docMk/>
            <pc:sldMasterMk cId="1175409555" sldId="2147485069"/>
            <ac:spMk id="21" creationId="{605EC4BD-9D3E-7259-5DC4-722CAC74D63F}"/>
          </ac:spMkLst>
        </pc:spChg>
        <pc:spChg chg="add">
          <ac:chgData name="Indoria, Priyanka Maruti" userId="c749efdb-d61c-4470-8df0-f0977f9f6ec1" providerId="ADAL" clId="{018107F5-3B83-4C00-A80B-A278C699A0CF}" dt="2026-03-02T11:25:03.438" v="50"/>
          <ac:spMkLst>
            <pc:docMk/>
            <pc:sldMasterMk cId="1175409555" sldId="2147485069"/>
            <ac:spMk id="23" creationId="{B5D1AC10-0871-5DAC-621F-0BD86072FACC}"/>
          </ac:spMkLst>
        </pc:spChg>
        <pc:spChg chg="add del">
          <ac:chgData name="Indoria, Priyanka Maruti" userId="c749efdb-d61c-4470-8df0-f0977f9f6ec1" providerId="ADAL" clId="{018107F5-3B83-4C00-A80B-A278C699A0CF}" dt="2026-03-02T11:30:57.327" v="62" actId="478"/>
          <ac:spMkLst>
            <pc:docMk/>
            <pc:sldMasterMk cId="1175409555" sldId="2147485069"/>
            <ac:spMk id="24" creationId="{03A444C7-A832-41BE-1F12-3944A044DBE0}"/>
          </ac:spMkLst>
        </pc:spChg>
        <pc:spChg chg="add">
          <ac:chgData name="Indoria, Priyanka Maruti" userId="c749efdb-d61c-4470-8df0-f0977f9f6ec1" providerId="ADAL" clId="{018107F5-3B83-4C00-A80B-A278C699A0CF}" dt="2026-03-02T11:25:03.438" v="50"/>
          <ac:spMkLst>
            <pc:docMk/>
            <pc:sldMasterMk cId="1175409555" sldId="2147485069"/>
            <ac:spMk id="25" creationId="{18B0C39B-F390-304A-491E-1D3AA27C119E}"/>
          </ac:spMkLst>
        </pc:spChg>
        <pc:spChg chg="add mod">
          <ac:chgData name="Indoria, Priyanka Maruti" userId="c749efdb-d61c-4470-8df0-f0977f9f6ec1" providerId="ADAL" clId="{018107F5-3B83-4C00-A80B-A278C699A0CF}" dt="2026-03-02T11:30:40.430" v="56" actId="1076"/>
          <ac:spMkLst>
            <pc:docMk/>
            <pc:sldMasterMk cId="1175409555" sldId="2147485069"/>
            <ac:spMk id="27" creationId="{FBE5065A-1A45-EBC1-9CCB-80F411924781}"/>
          </ac:spMkLst>
        </pc:spChg>
        <pc:picChg chg="add mod">
          <ac:chgData name="Indoria, Priyanka Maruti" userId="c749efdb-d61c-4470-8df0-f0977f9f6ec1" providerId="ADAL" clId="{018107F5-3B83-4C00-A80B-A278C699A0CF}" dt="2026-03-02T11:43:28.009" v="133"/>
          <ac:picMkLst>
            <pc:docMk/>
            <pc:sldMasterMk cId="1175409555" sldId="2147485069"/>
            <ac:picMk id="28" creationId="{90077D75-42B1-81CC-5B1D-8642734DF359}"/>
          </ac:picMkLst>
        </pc:picChg>
        <pc:sldLayoutChg chg="modSp mod setBg">
          <pc:chgData name="Indoria, Priyanka Maruti" userId="c749efdb-d61c-4470-8df0-f0977f9f6ec1" providerId="ADAL" clId="{018107F5-3B83-4C00-A80B-A278C699A0CF}" dt="2026-03-02T11:55:01.806" v="276" actId="207"/>
          <pc:sldLayoutMkLst>
            <pc:docMk/>
            <pc:sldMasterMk cId="1175409555" sldId="2147485069"/>
            <pc:sldLayoutMk cId="2669541129" sldId="2147485131"/>
          </pc:sldLayoutMkLst>
          <pc:spChg chg="mod">
            <ac:chgData name="Indoria, Priyanka Maruti" userId="c749efdb-d61c-4470-8df0-f0977f9f6ec1" providerId="ADAL" clId="{018107F5-3B83-4C00-A80B-A278C699A0CF}" dt="2026-03-02T11:55:01.806" v="276" actId="207"/>
            <ac:spMkLst>
              <pc:docMk/>
              <pc:sldMasterMk cId="1175409555" sldId="2147485069"/>
              <pc:sldLayoutMk cId="2669541129" sldId="2147485131"/>
              <ac:spMk id="2" creationId="{1B342561-1DD2-4DA7-BA2A-C8E3856FE9BB}"/>
            </ac:spMkLst>
          </pc:spChg>
        </pc:sldLayoutChg>
        <pc:sldLayoutChg chg="modSp mod setBg">
          <pc:chgData name="Indoria, Priyanka Maruti" userId="c749efdb-d61c-4470-8df0-f0977f9f6ec1" providerId="ADAL" clId="{018107F5-3B83-4C00-A80B-A278C699A0CF}" dt="2026-03-02T11:47:04.424" v="171" actId="207"/>
          <pc:sldLayoutMkLst>
            <pc:docMk/>
            <pc:sldMasterMk cId="1175409555" sldId="2147485069"/>
            <pc:sldLayoutMk cId="2238640172" sldId="2147485132"/>
          </pc:sldLayoutMkLst>
          <pc:spChg chg="mod">
            <ac:chgData name="Indoria, Priyanka Maruti" userId="c749efdb-d61c-4470-8df0-f0977f9f6ec1" providerId="ADAL" clId="{018107F5-3B83-4C00-A80B-A278C699A0CF}" dt="2026-03-02T11:47:04.424" v="171" actId="207"/>
            <ac:spMkLst>
              <pc:docMk/>
              <pc:sldMasterMk cId="1175409555" sldId="2147485069"/>
              <pc:sldLayoutMk cId="2238640172" sldId="2147485132"/>
              <ac:spMk id="2" creationId="{DEA8CE45-A6FC-9CE9-F8CD-BA044CFE9412}"/>
            </ac:spMkLst>
          </pc:spChg>
        </pc:sldLayoutChg>
        <pc:sldLayoutChg chg="delSp modSp mod setBg">
          <pc:chgData name="Indoria, Priyanka Maruti" userId="c749efdb-d61c-4470-8df0-f0977f9f6ec1" providerId="ADAL" clId="{018107F5-3B83-4C00-A80B-A278C699A0CF}" dt="2026-03-02T15:18:27.326" v="1428" actId="3064"/>
          <pc:sldLayoutMkLst>
            <pc:docMk/>
            <pc:sldMasterMk cId="1175409555" sldId="2147485069"/>
            <pc:sldLayoutMk cId="2092280451" sldId="2147485133"/>
          </pc:sldLayoutMkLst>
          <pc:spChg chg="mod">
            <ac:chgData name="Indoria, Priyanka Maruti" userId="c749efdb-d61c-4470-8df0-f0977f9f6ec1" providerId="ADAL" clId="{018107F5-3B83-4C00-A80B-A278C699A0CF}" dt="2026-03-02T15:18:27.326" v="1428" actId="3064"/>
            <ac:spMkLst>
              <pc:docMk/>
              <pc:sldMasterMk cId="1175409555" sldId="2147485069"/>
              <pc:sldLayoutMk cId="2092280451" sldId="2147485133"/>
              <ac:spMk id="5" creationId="{0BA091BB-1771-4A6F-B93C-43E4798B4251}"/>
            </ac:spMkLst>
          </pc:spChg>
        </pc:sldLayoutChg>
        <pc:sldLayoutChg chg="addSp modSp add mod replId modTransition">
          <pc:chgData name="Indoria, Priyanka Maruti" userId="c749efdb-d61c-4470-8df0-f0977f9f6ec1" providerId="ADAL" clId="{018107F5-3B83-4C00-A80B-A278C699A0CF}" dt="2026-03-02T14:18:43.723" v="1060" actId="255"/>
          <pc:sldLayoutMkLst>
            <pc:docMk/>
            <pc:sldMasterMk cId="1175409555" sldId="2147485069"/>
            <pc:sldLayoutMk cId="3639151340" sldId="2147485266"/>
          </pc:sldLayoutMkLst>
          <pc:spChg chg="mod ord">
            <ac:chgData name="Indoria, Priyanka Maruti" userId="c749efdb-d61c-4470-8df0-f0977f9f6ec1" providerId="ADAL" clId="{018107F5-3B83-4C00-A80B-A278C699A0CF}" dt="2026-03-02T14:18:43.723" v="1060" actId="255"/>
            <ac:spMkLst>
              <pc:docMk/>
              <pc:sldMasterMk cId="1175409555" sldId="2147485069"/>
              <pc:sldLayoutMk cId="3639151340" sldId="2147485266"/>
              <ac:spMk id="5" creationId="{0BA091BB-1771-4A6F-B93C-43E4798B4251}"/>
            </ac:spMkLst>
          </pc:spChg>
          <pc:spChg chg="add mod">
            <ac:chgData name="Indoria, Priyanka Maruti" userId="c749efdb-d61c-4470-8df0-f0977f9f6ec1" providerId="ADAL" clId="{018107F5-3B83-4C00-A80B-A278C699A0CF}" dt="2026-03-02T12:02:59.708" v="346" actId="207"/>
            <ac:spMkLst>
              <pc:docMk/>
              <pc:sldMasterMk cId="1175409555" sldId="2147485069"/>
              <pc:sldLayoutMk cId="3639151340" sldId="2147485266"/>
              <ac:spMk id="6" creationId="{4123B97C-1649-2E9D-81A0-FCC8513A1F82}"/>
            </ac:spMkLst>
          </pc:spChg>
          <pc:spChg chg="mod">
            <ac:chgData name="Indoria, Priyanka Maruti" userId="c749efdb-d61c-4470-8df0-f0977f9f6ec1" providerId="ADAL" clId="{018107F5-3B83-4C00-A80B-A278C699A0CF}" dt="2026-03-02T12:01:09.099" v="307"/>
            <ac:spMkLst>
              <pc:docMk/>
              <pc:sldMasterMk cId="1175409555" sldId="2147485069"/>
              <pc:sldLayoutMk cId="3639151340" sldId="2147485266"/>
              <ac:spMk id="15" creationId="{3FC1AE3D-6A88-AAE5-3E81-730FEF1197AB}"/>
            </ac:spMkLst>
          </pc:spChg>
          <pc:spChg chg="mod">
            <ac:chgData name="Indoria, Priyanka Maruti" userId="c749efdb-d61c-4470-8df0-f0977f9f6ec1" providerId="ADAL" clId="{018107F5-3B83-4C00-A80B-A278C699A0CF}" dt="2026-03-02T12:01:09.099" v="307"/>
            <ac:spMkLst>
              <pc:docMk/>
              <pc:sldMasterMk cId="1175409555" sldId="2147485069"/>
              <pc:sldLayoutMk cId="3639151340" sldId="2147485266"/>
              <ac:spMk id="16" creationId="{58399338-9952-AF92-9B99-0DFFEC226CFE}"/>
            </ac:spMkLst>
          </pc:spChg>
          <pc:spChg chg="mod">
            <ac:chgData name="Indoria, Priyanka Maruti" userId="c749efdb-d61c-4470-8df0-f0977f9f6ec1" providerId="ADAL" clId="{018107F5-3B83-4C00-A80B-A278C699A0CF}" dt="2026-03-02T12:01:09.099" v="307"/>
            <ac:spMkLst>
              <pc:docMk/>
              <pc:sldMasterMk cId="1175409555" sldId="2147485069"/>
              <pc:sldLayoutMk cId="3639151340" sldId="2147485266"/>
              <ac:spMk id="17" creationId="{D95AB3B9-84DA-59F9-69DD-6D54CD0D766C}"/>
            </ac:spMkLst>
          </pc:spChg>
          <pc:spChg chg="mod">
            <ac:chgData name="Indoria, Priyanka Maruti" userId="c749efdb-d61c-4470-8df0-f0977f9f6ec1" providerId="ADAL" clId="{018107F5-3B83-4C00-A80B-A278C699A0CF}" dt="2026-03-02T12:01:09.099" v="307"/>
            <ac:spMkLst>
              <pc:docMk/>
              <pc:sldMasterMk cId="1175409555" sldId="2147485069"/>
              <pc:sldLayoutMk cId="3639151340" sldId="2147485266"/>
              <ac:spMk id="18" creationId="{A2BC4D46-8207-7451-B1FD-FFF27EBD31F4}"/>
            </ac:spMkLst>
          </pc:spChg>
          <pc:spChg chg="mod">
            <ac:chgData name="Indoria, Priyanka Maruti" userId="c749efdb-d61c-4470-8df0-f0977f9f6ec1" providerId="ADAL" clId="{018107F5-3B83-4C00-A80B-A278C699A0CF}" dt="2026-03-02T12:01:09.099" v="307"/>
            <ac:spMkLst>
              <pc:docMk/>
              <pc:sldMasterMk cId="1175409555" sldId="2147485069"/>
              <pc:sldLayoutMk cId="3639151340" sldId="2147485266"/>
              <ac:spMk id="19" creationId="{50650C08-7CFA-52FE-4E46-9C98A8B0567D}"/>
            </ac:spMkLst>
          </pc:spChg>
          <pc:grpChg chg="add mod">
            <ac:chgData name="Indoria, Priyanka Maruti" userId="c749efdb-d61c-4470-8df0-f0977f9f6ec1" providerId="ADAL" clId="{018107F5-3B83-4C00-A80B-A278C699A0CF}" dt="2026-03-02T12:01:21.642" v="310" actId="1076"/>
            <ac:grpSpMkLst>
              <pc:docMk/>
              <pc:sldMasterMk cId="1175409555" sldId="2147485069"/>
              <pc:sldLayoutMk cId="3639151340" sldId="2147485266"/>
              <ac:grpSpMk id="14" creationId="{6D41E846-C22F-A7B5-8D29-B5FF24029F0A}"/>
            </ac:grpSpMkLst>
          </pc:grpChg>
          <pc:picChg chg="add mod">
            <ac:chgData name="Indoria, Priyanka Maruti" userId="c749efdb-d61c-4470-8df0-f0977f9f6ec1" providerId="ADAL" clId="{018107F5-3B83-4C00-A80B-A278C699A0CF}" dt="2026-03-02T11:59:46.648" v="288" actId="1076"/>
            <ac:picMkLst>
              <pc:docMk/>
              <pc:sldMasterMk cId="1175409555" sldId="2147485069"/>
              <pc:sldLayoutMk cId="3639151340" sldId="2147485266"/>
              <ac:picMk id="3" creationId="{BD0620ED-03C8-1DFE-293E-48A8777F6754}"/>
            </ac:picMkLst>
          </pc:picChg>
          <pc:picChg chg="add mod">
            <ac:chgData name="Indoria, Priyanka Maruti" userId="c749efdb-d61c-4470-8df0-f0977f9f6ec1" providerId="ADAL" clId="{018107F5-3B83-4C00-A80B-A278C699A0CF}" dt="2026-03-02T12:01:58.598" v="317"/>
            <ac:picMkLst>
              <pc:docMk/>
              <pc:sldMasterMk cId="1175409555" sldId="2147485069"/>
              <pc:sldLayoutMk cId="3639151340" sldId="2147485266"/>
              <ac:picMk id="20" creationId="{BA5C0CCD-A560-2DA0-1B53-DBBFDFB1080E}"/>
            </ac:picMkLst>
          </pc:picChg>
        </pc:sldLayoutChg>
      </pc:sldMasterChg>
    </pc:docChg>
  </pc:docChgLst>
  <pc:docChgLst>
    <pc:chgData name="Keshari, Adarsh" userId="f131e8f8-16a1-4e78-99b9-630be34fe3cb" providerId="ADAL" clId="{D5143BBC-3FF9-4668-8312-E7F6733A4928}"/>
    <pc:docChg chg="undo redo custSel addSld delSld modSld sldOrd modMainMaster">
      <pc:chgData name="Keshari, Adarsh" userId="f131e8f8-16a1-4e78-99b9-630be34fe3cb" providerId="ADAL" clId="{D5143BBC-3FF9-4668-8312-E7F6733A4928}" dt="2026-03-03T05:13:13.933" v="3539" actId="1076"/>
      <pc:docMkLst>
        <pc:docMk/>
      </pc:docMkLst>
      <pc:sldChg chg="addSp modSp add mod">
        <pc:chgData name="Keshari, Adarsh" userId="f131e8f8-16a1-4e78-99b9-630be34fe3cb" providerId="ADAL" clId="{D5143BBC-3FF9-4668-8312-E7F6733A4928}" dt="2026-03-03T05:12:53.830" v="3537" actId="208"/>
        <pc:sldMkLst>
          <pc:docMk/>
          <pc:sldMk cId="703853927" sldId="257"/>
        </pc:sldMkLst>
        <pc:spChg chg="add mod">
          <ac:chgData name="Keshari, Adarsh" userId="f131e8f8-16a1-4e78-99b9-630be34fe3cb" providerId="ADAL" clId="{D5143BBC-3FF9-4668-8312-E7F6733A4928}" dt="2026-03-02T08:35:40.221" v="1913" actId="1076"/>
          <ac:spMkLst>
            <pc:docMk/>
            <pc:sldMk cId="703853927" sldId="257"/>
            <ac:spMk id="2" creationId="{ECCC3FDD-EA17-7D50-6F22-8FB3C0A0C8B1}"/>
          </ac:spMkLst>
        </pc:spChg>
        <pc:spChg chg="mod">
          <ac:chgData name="Keshari, Adarsh" userId="f131e8f8-16a1-4e78-99b9-630be34fe3cb" providerId="ADAL" clId="{D5143BBC-3FF9-4668-8312-E7F6733A4928}" dt="2026-03-02T08:35:12.528" v="1910" actId="1076"/>
          <ac:spMkLst>
            <pc:docMk/>
            <pc:sldMk cId="703853927" sldId="257"/>
            <ac:spMk id="60" creationId="{76BFA80D-B857-5591-08B2-77F27E98FEE6}"/>
          </ac:spMkLst>
        </pc:spChg>
        <pc:spChg chg="mod">
          <ac:chgData name="Keshari, Adarsh" userId="f131e8f8-16a1-4e78-99b9-630be34fe3cb" providerId="ADAL" clId="{D5143BBC-3FF9-4668-8312-E7F6733A4928}" dt="2026-03-02T08:30:45.607" v="1746" actId="1076"/>
          <ac:spMkLst>
            <pc:docMk/>
            <pc:sldMk cId="703853927" sldId="257"/>
            <ac:spMk id="65" creationId="{BF5B8355-6D8B-41C2-D0B9-19F7BA94649C}"/>
          </ac:spMkLst>
        </pc:spChg>
        <pc:spChg chg="mod">
          <ac:chgData name="Keshari, Adarsh" userId="f131e8f8-16a1-4e78-99b9-630be34fe3cb" providerId="ADAL" clId="{D5143BBC-3FF9-4668-8312-E7F6733A4928}" dt="2026-03-02T08:30:40.713" v="1745" actId="1076"/>
          <ac:spMkLst>
            <pc:docMk/>
            <pc:sldMk cId="703853927" sldId="257"/>
            <ac:spMk id="66" creationId="{31728F22-6B13-A582-0646-60AB49F391AA}"/>
          </ac:spMkLst>
        </pc:spChg>
        <pc:spChg chg="mod">
          <ac:chgData name="Keshari, Adarsh" userId="f131e8f8-16a1-4e78-99b9-630be34fe3cb" providerId="ADAL" clId="{D5143BBC-3FF9-4668-8312-E7F6733A4928}" dt="2026-03-02T08:27:14.884" v="1685" actId="20577"/>
          <ac:spMkLst>
            <pc:docMk/>
            <pc:sldMk cId="703853927" sldId="257"/>
            <ac:spMk id="67" creationId="{A116D1DD-93CE-E6B0-4E01-F8B001273CD7}"/>
          </ac:spMkLst>
        </pc:spChg>
        <pc:spChg chg="mod">
          <ac:chgData name="Keshari, Adarsh" userId="f131e8f8-16a1-4e78-99b9-630be34fe3cb" providerId="ADAL" clId="{D5143BBC-3FF9-4668-8312-E7F6733A4928}" dt="2026-03-02T08:30:18.905" v="1743" actId="1038"/>
          <ac:spMkLst>
            <pc:docMk/>
            <pc:sldMk cId="703853927" sldId="257"/>
            <ac:spMk id="70" creationId="{1EF47FD6-8E20-D655-A0EF-4A7901EBE4B5}"/>
          </ac:spMkLst>
        </pc:spChg>
        <pc:spChg chg="mod">
          <ac:chgData name="Keshari, Adarsh" userId="f131e8f8-16a1-4e78-99b9-630be34fe3cb" providerId="ADAL" clId="{D5143BBC-3FF9-4668-8312-E7F6733A4928}" dt="2026-03-02T08:30:34.695" v="1744" actId="1076"/>
          <ac:spMkLst>
            <pc:docMk/>
            <pc:sldMk cId="703853927" sldId="257"/>
            <ac:spMk id="71" creationId="{C073697C-0D82-D773-F9D1-1BB646EB6845}"/>
          </ac:spMkLst>
        </pc:spChg>
        <pc:spChg chg="mod">
          <ac:chgData name="Keshari, Adarsh" userId="f131e8f8-16a1-4e78-99b9-630be34fe3cb" providerId="ADAL" clId="{D5143BBC-3FF9-4668-8312-E7F6733A4928}" dt="2026-03-02T08:27:19.469" v="1693" actId="20577"/>
          <ac:spMkLst>
            <pc:docMk/>
            <pc:sldMk cId="703853927" sldId="257"/>
            <ac:spMk id="72" creationId="{9E85FF4F-1A55-2752-112F-27002E3AE178}"/>
          </ac:spMkLst>
        </pc:spChg>
        <pc:spChg chg="mod">
          <ac:chgData name="Keshari, Adarsh" userId="f131e8f8-16a1-4e78-99b9-630be34fe3cb" providerId="ADAL" clId="{D5143BBC-3FF9-4668-8312-E7F6733A4928}" dt="2026-03-02T08:31:02.168" v="1757" actId="1038"/>
          <ac:spMkLst>
            <pc:docMk/>
            <pc:sldMk cId="703853927" sldId="257"/>
            <ac:spMk id="75" creationId="{60BA7EFB-8FC4-5AE9-5B35-AAF3E82544FE}"/>
          </ac:spMkLst>
        </pc:spChg>
        <pc:spChg chg="mod">
          <ac:chgData name="Keshari, Adarsh" userId="f131e8f8-16a1-4e78-99b9-630be34fe3cb" providerId="ADAL" clId="{D5143BBC-3FF9-4668-8312-E7F6733A4928}" dt="2026-03-02T08:30:02.719" v="1736" actId="1076"/>
          <ac:spMkLst>
            <pc:docMk/>
            <pc:sldMk cId="703853927" sldId="257"/>
            <ac:spMk id="76" creationId="{440EF9EA-F4CD-81ED-ABBB-C0BEFFEBBDB1}"/>
          </ac:spMkLst>
        </pc:spChg>
        <pc:spChg chg="mod">
          <ac:chgData name="Keshari, Adarsh" userId="f131e8f8-16a1-4e78-99b9-630be34fe3cb" providerId="ADAL" clId="{D5143BBC-3FF9-4668-8312-E7F6733A4928}" dt="2026-03-02T08:27:26.887" v="1703" actId="20577"/>
          <ac:spMkLst>
            <pc:docMk/>
            <pc:sldMk cId="703853927" sldId="257"/>
            <ac:spMk id="77" creationId="{2BE80D17-2A0A-8E4B-FA7E-1C752A3DCAEC}"/>
          </ac:spMkLst>
        </pc:spChg>
        <pc:spChg chg="mod">
          <ac:chgData name="Keshari, Adarsh" userId="f131e8f8-16a1-4e78-99b9-630be34fe3cb" providerId="ADAL" clId="{D5143BBC-3FF9-4668-8312-E7F6733A4928}" dt="2026-03-02T08:35:43.963" v="1914" actId="1076"/>
          <ac:spMkLst>
            <pc:docMk/>
            <pc:sldMk cId="703853927" sldId="257"/>
            <ac:spMk id="80" creationId="{7E20C5AF-40BB-F34C-C639-96F196E3DA07}"/>
          </ac:spMkLst>
        </pc:spChg>
        <pc:spChg chg="mod">
          <ac:chgData name="Keshari, Adarsh" userId="f131e8f8-16a1-4e78-99b9-630be34fe3cb" providerId="ADAL" clId="{D5143BBC-3FF9-4668-8312-E7F6733A4928}" dt="2026-03-03T05:12:53.830" v="3537" actId="208"/>
          <ac:spMkLst>
            <pc:docMk/>
            <pc:sldMk cId="703853927" sldId="257"/>
            <ac:spMk id="90" creationId="{2A2090E2-B38D-2502-7777-C303E49CEF50}"/>
          </ac:spMkLst>
        </pc:spChg>
        <pc:spChg chg="mod">
          <ac:chgData name="Keshari, Adarsh" userId="f131e8f8-16a1-4e78-99b9-630be34fe3cb" providerId="ADAL" clId="{D5143BBC-3FF9-4668-8312-E7F6733A4928}" dt="2026-03-03T05:12:53.830" v="3537" actId="208"/>
          <ac:spMkLst>
            <pc:docMk/>
            <pc:sldMk cId="703853927" sldId="257"/>
            <ac:spMk id="92" creationId="{B40EFED0-2BEC-01E4-8926-B46F768E3AC3}"/>
          </ac:spMkLst>
        </pc:spChg>
        <pc:spChg chg="mod">
          <ac:chgData name="Keshari, Adarsh" userId="f131e8f8-16a1-4e78-99b9-630be34fe3cb" providerId="ADAL" clId="{D5143BBC-3FF9-4668-8312-E7F6733A4928}" dt="2026-03-02T08:26:58.059" v="1673"/>
          <ac:spMkLst>
            <pc:docMk/>
            <pc:sldMk cId="703853927" sldId="257"/>
            <ac:spMk id="94" creationId="{E109F403-E814-90CC-E520-A30A3B641BB1}"/>
          </ac:spMkLst>
        </pc:spChg>
        <pc:grpChg chg="mod">
          <ac:chgData name="Keshari, Adarsh" userId="f131e8f8-16a1-4e78-99b9-630be34fe3cb" providerId="ADAL" clId="{D5143BBC-3FF9-4668-8312-E7F6733A4928}" dt="2026-03-02T08:27:50.754" v="1705"/>
          <ac:grpSpMkLst>
            <pc:docMk/>
            <pc:sldMk cId="703853927" sldId="257"/>
            <ac:grpSpMk id="6" creationId="{A074FE86-DB39-E098-4C2F-AD1D259DE245}"/>
          </ac:grpSpMkLst>
        </pc:grpChg>
        <pc:grpChg chg="mod">
          <ac:chgData name="Keshari, Adarsh" userId="f131e8f8-16a1-4e78-99b9-630be34fe3cb" providerId="ADAL" clId="{D5143BBC-3FF9-4668-8312-E7F6733A4928}" dt="2026-03-02T08:28:24.920" v="1710"/>
          <ac:grpSpMkLst>
            <pc:docMk/>
            <pc:sldMk cId="703853927" sldId="257"/>
            <ac:grpSpMk id="7" creationId="{C495F0CB-9B7B-D58E-AB13-1BD0B537F5FF}"/>
          </ac:grpSpMkLst>
        </pc:grpChg>
        <pc:grpChg chg="mod">
          <ac:chgData name="Keshari, Adarsh" userId="f131e8f8-16a1-4e78-99b9-630be34fe3cb" providerId="ADAL" clId="{D5143BBC-3FF9-4668-8312-E7F6733A4928}" dt="2026-03-02T08:28:56.658" v="1718"/>
          <ac:grpSpMkLst>
            <pc:docMk/>
            <pc:sldMk cId="703853927" sldId="257"/>
            <ac:grpSpMk id="8" creationId="{CA4F8001-A72C-2A53-EC04-878C7452D35C}"/>
          </ac:grpSpMkLst>
        </pc:grpChg>
        <pc:picChg chg="add mod">
          <ac:chgData name="Keshari, Adarsh" userId="f131e8f8-16a1-4e78-99b9-630be34fe3cb" providerId="ADAL" clId="{D5143BBC-3FF9-4668-8312-E7F6733A4928}" dt="2026-03-02T08:33:35.756" v="1879" actId="1038"/>
          <ac:picMkLst>
            <pc:docMk/>
            <pc:sldMk cId="703853927" sldId="257"/>
            <ac:picMk id="4" creationId="{1EB839EE-0E1C-1402-46E9-3559EB41003A}"/>
          </ac:picMkLst>
        </pc:picChg>
        <pc:picChg chg="mod">
          <ac:chgData name="Keshari, Adarsh" userId="f131e8f8-16a1-4e78-99b9-630be34fe3cb" providerId="ADAL" clId="{D5143BBC-3FF9-4668-8312-E7F6733A4928}" dt="2026-03-02T08:27:50.754" v="1705"/>
          <ac:picMkLst>
            <pc:docMk/>
            <pc:sldMk cId="703853927" sldId="257"/>
            <ac:picMk id="68" creationId="{8CA981E9-0ABD-6EF4-4AA4-A67276DF0E3B}"/>
          </ac:picMkLst>
        </pc:picChg>
        <pc:picChg chg="mod">
          <ac:chgData name="Keshari, Adarsh" userId="f131e8f8-16a1-4e78-99b9-630be34fe3cb" providerId="ADAL" clId="{D5143BBC-3FF9-4668-8312-E7F6733A4928}" dt="2026-03-02T08:27:50.754" v="1705"/>
          <ac:picMkLst>
            <pc:docMk/>
            <pc:sldMk cId="703853927" sldId="257"/>
            <ac:picMk id="69" creationId="{F7CCDB49-68C0-513A-BC4E-259EB48F8A8F}"/>
          </ac:picMkLst>
        </pc:picChg>
        <pc:picChg chg="mod">
          <ac:chgData name="Keshari, Adarsh" userId="f131e8f8-16a1-4e78-99b9-630be34fe3cb" providerId="ADAL" clId="{D5143BBC-3FF9-4668-8312-E7F6733A4928}" dt="2026-03-02T08:28:24.920" v="1710"/>
          <ac:picMkLst>
            <pc:docMk/>
            <pc:sldMk cId="703853927" sldId="257"/>
            <ac:picMk id="73" creationId="{998A1CF0-83D9-6E64-6A5E-3126BEACB21B}"/>
          </ac:picMkLst>
        </pc:picChg>
        <pc:picChg chg="mod">
          <ac:chgData name="Keshari, Adarsh" userId="f131e8f8-16a1-4e78-99b9-630be34fe3cb" providerId="ADAL" clId="{D5143BBC-3FF9-4668-8312-E7F6733A4928}" dt="2026-03-02T08:28:24.920" v="1710"/>
          <ac:picMkLst>
            <pc:docMk/>
            <pc:sldMk cId="703853927" sldId="257"/>
            <ac:picMk id="74" creationId="{4CE19AAA-6D85-6E1D-FAC4-7C8B1E5A0EB4}"/>
          </ac:picMkLst>
        </pc:picChg>
        <pc:picChg chg="mod">
          <ac:chgData name="Keshari, Adarsh" userId="f131e8f8-16a1-4e78-99b9-630be34fe3cb" providerId="ADAL" clId="{D5143BBC-3FF9-4668-8312-E7F6733A4928}" dt="2026-03-02T08:30:59.634" v="1751" actId="1038"/>
          <ac:picMkLst>
            <pc:docMk/>
            <pc:sldMk cId="703853927" sldId="257"/>
            <ac:picMk id="78" creationId="{B7382D66-946D-0933-A676-08D04EF8617B}"/>
          </ac:picMkLst>
        </pc:picChg>
        <pc:picChg chg="mod">
          <ac:chgData name="Keshari, Adarsh" userId="f131e8f8-16a1-4e78-99b9-630be34fe3cb" providerId="ADAL" clId="{D5143BBC-3FF9-4668-8312-E7F6733A4928}" dt="2026-03-02T08:28:56.658" v="1718"/>
          <ac:picMkLst>
            <pc:docMk/>
            <pc:sldMk cId="703853927" sldId="257"/>
            <ac:picMk id="79" creationId="{43A82A3E-179B-CE40-CFE8-EB4BEA21B12D}"/>
          </ac:picMkLst>
        </pc:picChg>
        <pc:picChg chg="mod">
          <ac:chgData name="Keshari, Adarsh" userId="f131e8f8-16a1-4e78-99b9-630be34fe3cb" providerId="ADAL" clId="{D5143BBC-3FF9-4668-8312-E7F6733A4928}" dt="2026-03-02T08:33:48.369" v="1891" actId="1037"/>
          <ac:picMkLst>
            <pc:docMk/>
            <pc:sldMk cId="703853927" sldId="257"/>
            <ac:picMk id="81" creationId="{4D11E127-ED61-D2D7-64B4-AF58036587D3}"/>
          </ac:picMkLst>
        </pc:picChg>
        <pc:picChg chg="mod">
          <ac:chgData name="Keshari, Adarsh" userId="f131e8f8-16a1-4e78-99b9-630be34fe3cb" providerId="ADAL" clId="{D5143BBC-3FF9-4668-8312-E7F6733A4928}" dt="2026-03-03T05:12:53.830" v="3537" actId="208"/>
          <ac:picMkLst>
            <pc:docMk/>
            <pc:sldMk cId="703853927" sldId="257"/>
            <ac:picMk id="93" creationId="{7452349E-6906-33A5-A742-3A9E4146E17F}"/>
          </ac:picMkLst>
        </pc:picChg>
        <pc:cxnChg chg="mod">
          <ac:chgData name="Keshari, Adarsh" userId="f131e8f8-16a1-4e78-99b9-630be34fe3cb" providerId="ADAL" clId="{D5143BBC-3FF9-4668-8312-E7F6733A4928}" dt="2026-03-03T05:12:53.830" v="3537" actId="208"/>
          <ac:cxnSpMkLst>
            <pc:docMk/>
            <pc:sldMk cId="703853927" sldId="257"/>
            <ac:cxnSpMk id="27" creationId="{8695D68C-E55B-3934-60E5-A2BAD112E26A}"/>
          </ac:cxnSpMkLst>
        </pc:cxnChg>
        <pc:cxnChg chg="mod">
          <ac:chgData name="Keshari, Adarsh" userId="f131e8f8-16a1-4e78-99b9-630be34fe3cb" providerId="ADAL" clId="{D5143BBC-3FF9-4668-8312-E7F6733A4928}" dt="2026-03-03T05:12:53.830" v="3537" actId="208"/>
          <ac:cxnSpMkLst>
            <pc:docMk/>
            <pc:sldMk cId="703853927" sldId="257"/>
            <ac:cxnSpMk id="30" creationId="{898E87C5-BF0C-3A8D-01AB-85BADD9A7532}"/>
          </ac:cxnSpMkLst>
        </pc:cxnChg>
      </pc:sldChg>
      <pc:sldChg chg="addSp delSp modSp new mod">
        <pc:chgData name="Keshari, Adarsh" userId="f131e8f8-16a1-4e78-99b9-630be34fe3cb" providerId="ADAL" clId="{D5143BBC-3FF9-4668-8312-E7F6733A4928}" dt="2026-03-02T11:13:06.556" v="2833" actId="20577"/>
        <pc:sldMkLst>
          <pc:docMk/>
          <pc:sldMk cId="1428959645" sldId="272"/>
        </pc:sldMkLst>
        <pc:spChg chg="add del mod">
          <ac:chgData name="Keshari, Adarsh" userId="f131e8f8-16a1-4e78-99b9-630be34fe3cb" providerId="ADAL" clId="{D5143BBC-3FF9-4668-8312-E7F6733A4928}" dt="2026-03-02T11:13:06.556" v="2833" actId="20577"/>
          <ac:spMkLst>
            <pc:docMk/>
            <pc:sldMk cId="1428959645" sldId="272"/>
            <ac:spMk id="7" creationId="{28C8E5B8-6FE4-1AC0-0597-B6ED376E239F}"/>
          </ac:spMkLst>
        </pc:spChg>
        <pc:spChg chg="mod">
          <ac:chgData name="Keshari, Adarsh" userId="f131e8f8-16a1-4e78-99b9-630be34fe3cb" providerId="ADAL" clId="{D5143BBC-3FF9-4668-8312-E7F6733A4928}" dt="2026-03-02T11:06:40.659" v="2684"/>
          <ac:spMkLst>
            <pc:docMk/>
            <pc:sldMk cId="1428959645" sldId="272"/>
            <ac:spMk id="17" creationId="{6F15691F-38A2-B76C-EA1E-DBFD0EBF832B}"/>
          </ac:spMkLst>
        </pc:spChg>
        <pc:spChg chg="mod">
          <ac:chgData name="Keshari, Adarsh" userId="f131e8f8-16a1-4e78-99b9-630be34fe3cb" providerId="ADAL" clId="{D5143BBC-3FF9-4668-8312-E7F6733A4928}" dt="2026-03-02T11:06:40.659" v="2684"/>
          <ac:spMkLst>
            <pc:docMk/>
            <pc:sldMk cId="1428959645" sldId="272"/>
            <ac:spMk id="23" creationId="{D0717801-4294-F35A-FD57-AE760ED0C6F6}"/>
          </ac:spMkLst>
        </pc:spChg>
        <pc:spChg chg="mod">
          <ac:chgData name="Keshari, Adarsh" userId="f131e8f8-16a1-4e78-99b9-630be34fe3cb" providerId="ADAL" clId="{D5143BBC-3FF9-4668-8312-E7F6733A4928}" dt="2026-03-02T11:06:40.659" v="2684"/>
          <ac:spMkLst>
            <pc:docMk/>
            <pc:sldMk cId="1428959645" sldId="272"/>
            <ac:spMk id="26" creationId="{2392B6EC-706C-0A73-3617-85D7096C8933}"/>
          </ac:spMkLst>
        </pc:spChg>
        <pc:spChg chg="mod">
          <ac:chgData name="Keshari, Adarsh" userId="f131e8f8-16a1-4e78-99b9-630be34fe3cb" providerId="ADAL" clId="{D5143BBC-3FF9-4668-8312-E7F6733A4928}" dt="2026-03-02T11:06:40.659" v="2684"/>
          <ac:spMkLst>
            <pc:docMk/>
            <pc:sldMk cId="1428959645" sldId="272"/>
            <ac:spMk id="28" creationId="{C3FFAFCC-A20F-B3CA-E3A3-D22B47DEB6B2}"/>
          </ac:spMkLst>
        </pc:spChg>
        <pc:spChg chg="mod">
          <ac:chgData name="Keshari, Adarsh" userId="f131e8f8-16a1-4e78-99b9-630be34fe3cb" providerId="ADAL" clId="{D5143BBC-3FF9-4668-8312-E7F6733A4928}" dt="2026-03-02T11:06:40.659" v="2684"/>
          <ac:spMkLst>
            <pc:docMk/>
            <pc:sldMk cId="1428959645" sldId="272"/>
            <ac:spMk id="33" creationId="{2A40A0FD-7809-313E-C4B2-E5363D086540}"/>
          </ac:spMkLst>
        </pc:spChg>
        <pc:spChg chg="mod">
          <ac:chgData name="Keshari, Adarsh" userId="f131e8f8-16a1-4e78-99b9-630be34fe3cb" providerId="ADAL" clId="{D5143BBC-3FF9-4668-8312-E7F6733A4928}" dt="2026-03-02T11:06:40.659" v="2684"/>
          <ac:spMkLst>
            <pc:docMk/>
            <pc:sldMk cId="1428959645" sldId="272"/>
            <ac:spMk id="34" creationId="{6F2EC6FF-D118-E522-EDC4-AACB36E00B7F}"/>
          </ac:spMkLst>
        </pc:spChg>
        <pc:spChg chg="mod">
          <ac:chgData name="Keshari, Adarsh" userId="f131e8f8-16a1-4e78-99b9-630be34fe3cb" providerId="ADAL" clId="{D5143BBC-3FF9-4668-8312-E7F6733A4928}" dt="2026-03-02T11:06:40.659" v="2684"/>
          <ac:spMkLst>
            <pc:docMk/>
            <pc:sldMk cId="1428959645" sldId="272"/>
            <ac:spMk id="35" creationId="{4BD6338A-07A0-1054-7461-8BC055EC8BD1}"/>
          </ac:spMkLst>
        </pc:spChg>
        <pc:spChg chg="mod">
          <ac:chgData name="Keshari, Adarsh" userId="f131e8f8-16a1-4e78-99b9-630be34fe3cb" providerId="ADAL" clId="{D5143BBC-3FF9-4668-8312-E7F6733A4928}" dt="2026-03-02T11:06:40.659" v="2684"/>
          <ac:spMkLst>
            <pc:docMk/>
            <pc:sldMk cId="1428959645" sldId="272"/>
            <ac:spMk id="36" creationId="{774CCA7B-7E8F-2443-1E73-BC39EC0FF2F7}"/>
          </ac:spMkLst>
        </pc:spChg>
        <pc:spChg chg="mod">
          <ac:chgData name="Keshari, Adarsh" userId="f131e8f8-16a1-4e78-99b9-630be34fe3cb" providerId="ADAL" clId="{D5143BBC-3FF9-4668-8312-E7F6733A4928}" dt="2026-03-02T11:06:40.659" v="2684"/>
          <ac:spMkLst>
            <pc:docMk/>
            <pc:sldMk cId="1428959645" sldId="272"/>
            <ac:spMk id="39" creationId="{3ACF4F10-2202-4A7E-3BD8-EFBC608C6186}"/>
          </ac:spMkLst>
        </pc:spChg>
        <pc:spChg chg="mod">
          <ac:chgData name="Keshari, Adarsh" userId="f131e8f8-16a1-4e78-99b9-630be34fe3cb" providerId="ADAL" clId="{D5143BBC-3FF9-4668-8312-E7F6733A4928}" dt="2026-03-02T11:07:41.899" v="2707" actId="1076"/>
          <ac:spMkLst>
            <pc:docMk/>
            <pc:sldMk cId="1428959645" sldId="272"/>
            <ac:spMk id="45" creationId="{F92A3B6B-2894-04FA-B1ED-45093008D070}"/>
          </ac:spMkLst>
        </pc:spChg>
        <pc:spChg chg="mod">
          <ac:chgData name="Keshari, Adarsh" userId="f131e8f8-16a1-4e78-99b9-630be34fe3cb" providerId="ADAL" clId="{D5143BBC-3FF9-4668-8312-E7F6733A4928}" dt="2026-03-02T11:08:12.970" v="2714" actId="1076"/>
          <ac:spMkLst>
            <pc:docMk/>
            <pc:sldMk cId="1428959645" sldId="272"/>
            <ac:spMk id="46" creationId="{AC161DFE-4480-BFE4-E6F1-57744239EE8B}"/>
          </ac:spMkLst>
        </pc:spChg>
        <pc:spChg chg="mod">
          <ac:chgData name="Keshari, Adarsh" userId="f131e8f8-16a1-4e78-99b9-630be34fe3cb" providerId="ADAL" clId="{D5143BBC-3FF9-4668-8312-E7F6733A4928}" dt="2026-03-02T11:08:41.158" v="2735" actId="20577"/>
          <ac:spMkLst>
            <pc:docMk/>
            <pc:sldMk cId="1428959645" sldId="272"/>
            <ac:spMk id="47" creationId="{ABC84CFA-3229-0782-230B-D74E21100C37}"/>
          </ac:spMkLst>
        </pc:spChg>
        <pc:spChg chg="add mod">
          <ac:chgData name="Keshari, Adarsh" userId="f131e8f8-16a1-4e78-99b9-630be34fe3cb" providerId="ADAL" clId="{D5143BBC-3FF9-4668-8312-E7F6733A4928}" dt="2026-03-02T11:09:48.022" v="2761"/>
          <ac:spMkLst>
            <pc:docMk/>
            <pc:sldMk cId="1428959645" sldId="272"/>
            <ac:spMk id="48" creationId="{DC0585A8-7AFC-509D-DA93-CA8EA7CA9E95}"/>
          </ac:spMkLst>
        </pc:spChg>
        <pc:spChg chg="mod">
          <ac:chgData name="Keshari, Adarsh" userId="f131e8f8-16a1-4e78-99b9-630be34fe3cb" providerId="ADAL" clId="{D5143BBC-3FF9-4668-8312-E7F6733A4928}" dt="2026-03-02T11:10:05.459" v="2767" actId="1036"/>
          <ac:spMkLst>
            <pc:docMk/>
            <pc:sldMk cId="1428959645" sldId="272"/>
            <ac:spMk id="49" creationId="{D1DE801C-A731-4FC6-5A85-11A975B9853B}"/>
          </ac:spMkLst>
        </pc:spChg>
        <pc:spChg chg="mod">
          <ac:chgData name="Keshari, Adarsh" userId="f131e8f8-16a1-4e78-99b9-630be34fe3cb" providerId="ADAL" clId="{D5143BBC-3FF9-4668-8312-E7F6733A4928}" dt="2026-03-02T11:10:15.869" v="2768"/>
          <ac:spMkLst>
            <pc:docMk/>
            <pc:sldMk cId="1428959645" sldId="272"/>
            <ac:spMk id="50" creationId="{063280BB-53A7-0A67-CDF4-2B4B41E590F2}"/>
          </ac:spMkLst>
        </pc:spChg>
        <pc:grpChg chg="mod">
          <ac:chgData name="Keshari, Adarsh" userId="f131e8f8-16a1-4e78-99b9-630be34fe3cb" providerId="ADAL" clId="{D5143BBC-3FF9-4668-8312-E7F6733A4928}" dt="2026-03-02T11:10:05.459" v="2767" actId="1036"/>
          <ac:grpSpMkLst>
            <pc:docMk/>
            <pc:sldMk cId="1428959645" sldId="272"/>
            <ac:grpSpMk id="30" creationId="{9D439D15-8D77-8016-B1AB-40D46CCC8A70}"/>
          </ac:grpSpMkLst>
        </pc:grpChg>
        <pc:cxnChg chg="mod">
          <ac:chgData name="Keshari, Adarsh" userId="f131e8f8-16a1-4e78-99b9-630be34fe3cb" providerId="ADAL" clId="{D5143BBC-3FF9-4668-8312-E7F6733A4928}" dt="2026-03-02T11:08:16.892" v="2729" actId="1036"/>
          <ac:cxnSpMkLst>
            <pc:docMk/>
            <pc:sldMk cId="1428959645" sldId="272"/>
            <ac:cxnSpMk id="43" creationId="{13BD7D41-3BBE-750A-624B-F6292DCFA00A}"/>
          </ac:cxnSpMkLst>
        </pc:cxnChg>
      </pc:sldChg>
      <pc:sldChg chg="addSp delSp modSp new mod">
        <pc:chgData name="Keshari, Adarsh" userId="f131e8f8-16a1-4e78-99b9-630be34fe3cb" providerId="ADAL" clId="{D5143BBC-3FF9-4668-8312-E7F6733A4928}" dt="2026-03-02T11:14:01.306" v="2837" actId="14100"/>
        <pc:sldMkLst>
          <pc:docMk/>
          <pc:sldMk cId="1983407048" sldId="275"/>
        </pc:sldMkLst>
        <pc:spChg chg="add mod">
          <ac:chgData name="Keshari, Adarsh" userId="f131e8f8-16a1-4e78-99b9-630be34fe3cb" providerId="ADAL" clId="{D5143BBC-3FF9-4668-8312-E7F6733A4928}" dt="2026-03-02T11:14:01.306" v="2837" actId="14100"/>
          <ac:spMkLst>
            <pc:docMk/>
            <pc:sldMk cId="1983407048" sldId="275"/>
            <ac:spMk id="91" creationId="{6B41EEFB-1592-3B72-AB8B-E4EE5C32B106}"/>
          </ac:spMkLst>
        </pc:spChg>
        <pc:spChg chg="mod">
          <ac:chgData name="Keshari, Adarsh" userId="f131e8f8-16a1-4e78-99b9-630be34fe3cb" providerId="ADAL" clId="{D5143BBC-3FF9-4668-8312-E7F6733A4928}" dt="2026-03-02T10:41:52.928" v="2562"/>
          <ac:spMkLst>
            <pc:docMk/>
            <pc:sldMk cId="1983407048" sldId="275"/>
            <ac:spMk id="92" creationId="{9DEE07CA-BCAB-3DF4-5B20-4F305811841E}"/>
          </ac:spMkLst>
        </pc:spChg>
        <pc:spChg chg="add mod">
          <ac:chgData name="Keshari, Adarsh" userId="f131e8f8-16a1-4e78-99b9-630be34fe3cb" providerId="ADAL" clId="{D5143BBC-3FF9-4668-8312-E7F6733A4928}" dt="2026-03-02T05:36:34.016" v="92"/>
          <ac:spMkLst>
            <pc:docMk/>
            <pc:sldMk cId="1983407048" sldId="275"/>
            <ac:spMk id="93" creationId="{BC429CE2-C213-D1F3-194C-DCC8C042B7B6}"/>
          </ac:spMkLst>
        </pc:spChg>
        <pc:spChg chg="add mod">
          <ac:chgData name="Keshari, Adarsh" userId="f131e8f8-16a1-4e78-99b9-630be34fe3cb" providerId="ADAL" clId="{D5143BBC-3FF9-4668-8312-E7F6733A4928}" dt="2026-03-02T05:36:34.016" v="92"/>
          <ac:spMkLst>
            <pc:docMk/>
            <pc:sldMk cId="1983407048" sldId="275"/>
            <ac:spMk id="94" creationId="{DD88CA47-67FD-E0AD-397E-C5B43152C90A}"/>
          </ac:spMkLst>
        </pc:spChg>
        <pc:spChg chg="add mod">
          <ac:chgData name="Keshari, Adarsh" userId="f131e8f8-16a1-4e78-99b9-630be34fe3cb" providerId="ADAL" clId="{D5143BBC-3FF9-4668-8312-E7F6733A4928}" dt="2026-03-02T05:36:34.016" v="92"/>
          <ac:spMkLst>
            <pc:docMk/>
            <pc:sldMk cId="1983407048" sldId="275"/>
            <ac:spMk id="95" creationId="{CC6E2440-2E3F-65E5-918C-8F47EEA49BEB}"/>
          </ac:spMkLst>
        </pc:spChg>
        <pc:spChg chg="mod">
          <ac:chgData name="Keshari, Adarsh" userId="f131e8f8-16a1-4e78-99b9-630be34fe3cb" providerId="ADAL" clId="{D5143BBC-3FF9-4668-8312-E7F6733A4928}" dt="2026-03-02T05:36:34.016" v="92"/>
          <ac:spMkLst>
            <pc:docMk/>
            <pc:sldMk cId="1983407048" sldId="275"/>
            <ac:spMk id="103" creationId="{A7F9B61F-8225-D6E9-20CA-10A04FE09E99}"/>
          </ac:spMkLst>
        </pc:spChg>
        <pc:spChg chg="mod">
          <ac:chgData name="Keshari, Adarsh" userId="f131e8f8-16a1-4e78-99b9-630be34fe3cb" providerId="ADAL" clId="{D5143BBC-3FF9-4668-8312-E7F6733A4928}" dt="2026-03-02T05:36:34.016" v="92"/>
          <ac:spMkLst>
            <pc:docMk/>
            <pc:sldMk cId="1983407048" sldId="275"/>
            <ac:spMk id="105" creationId="{B3A76DDC-3D6B-6444-A495-F05E7E4CD8F8}"/>
          </ac:spMkLst>
        </pc:spChg>
        <pc:spChg chg="mod">
          <ac:chgData name="Keshari, Adarsh" userId="f131e8f8-16a1-4e78-99b9-630be34fe3cb" providerId="ADAL" clId="{D5143BBC-3FF9-4668-8312-E7F6733A4928}" dt="2026-03-02T05:36:34.016" v="92"/>
          <ac:spMkLst>
            <pc:docMk/>
            <pc:sldMk cId="1983407048" sldId="275"/>
            <ac:spMk id="108" creationId="{BF51D29D-0D46-65B6-30ED-4410125084D8}"/>
          </ac:spMkLst>
        </pc:spChg>
        <pc:spChg chg="mod">
          <ac:chgData name="Keshari, Adarsh" userId="f131e8f8-16a1-4e78-99b9-630be34fe3cb" providerId="ADAL" clId="{D5143BBC-3FF9-4668-8312-E7F6733A4928}" dt="2026-03-02T05:36:34.016" v="92"/>
          <ac:spMkLst>
            <pc:docMk/>
            <pc:sldMk cId="1983407048" sldId="275"/>
            <ac:spMk id="114" creationId="{D190B2F1-430A-2675-388A-6FEFAE50EF56}"/>
          </ac:spMkLst>
        </pc:spChg>
        <pc:spChg chg="add mod">
          <ac:chgData name="Keshari, Adarsh" userId="f131e8f8-16a1-4e78-99b9-630be34fe3cb" providerId="ADAL" clId="{D5143BBC-3FF9-4668-8312-E7F6733A4928}" dt="2026-03-02T05:36:34.016" v="92"/>
          <ac:spMkLst>
            <pc:docMk/>
            <pc:sldMk cId="1983407048" sldId="275"/>
            <ac:spMk id="131" creationId="{D09E41EF-5773-7313-FC01-B0C5C1572A2F}"/>
          </ac:spMkLst>
        </pc:spChg>
        <pc:picChg chg="mod">
          <ac:chgData name="Keshari, Adarsh" userId="f131e8f8-16a1-4e78-99b9-630be34fe3cb" providerId="ADAL" clId="{D5143BBC-3FF9-4668-8312-E7F6733A4928}" dt="2026-03-02T05:40:48.003" v="124" actId="14100"/>
          <ac:picMkLst>
            <pc:docMk/>
            <pc:sldMk cId="1983407048" sldId="275"/>
            <ac:picMk id="90" creationId="{4C9ADD86-5401-00CD-498C-20C115CC5495}"/>
          </ac:picMkLst>
        </pc:picChg>
      </pc:sldChg>
      <pc:sldChg chg="addSp delSp modSp new mod">
        <pc:chgData name="Keshari, Adarsh" userId="f131e8f8-16a1-4e78-99b9-630be34fe3cb" providerId="ADAL" clId="{D5143BBC-3FF9-4668-8312-E7F6733A4928}" dt="2026-03-02T10:38:45.667" v="2514" actId="478"/>
        <pc:sldMkLst>
          <pc:docMk/>
          <pc:sldMk cId="2070303900" sldId="278"/>
        </pc:sldMkLst>
        <pc:spChg chg="mod">
          <ac:chgData name="Keshari, Adarsh" userId="f131e8f8-16a1-4e78-99b9-630be34fe3cb" providerId="ADAL" clId="{D5143BBC-3FF9-4668-8312-E7F6733A4928}" dt="2026-03-02T05:40:03.209" v="117" actId="14100"/>
          <ac:spMkLst>
            <pc:docMk/>
            <pc:sldMk cId="2070303900" sldId="278"/>
            <ac:spMk id="5" creationId="{E274E5A2-7D40-C4AE-9E91-2AA3C0A79BB1}"/>
          </ac:spMkLst>
        </pc:spChg>
        <pc:spChg chg="add mod">
          <ac:chgData name="Keshari, Adarsh" userId="f131e8f8-16a1-4e78-99b9-630be34fe3cb" providerId="ADAL" clId="{D5143BBC-3FF9-4668-8312-E7F6733A4928}" dt="2026-03-02T05:39:56.588" v="115" actId="6549"/>
          <ac:spMkLst>
            <pc:docMk/>
            <pc:sldMk cId="2070303900" sldId="278"/>
            <ac:spMk id="6" creationId="{3C4E90F0-E04B-5B4B-FFBB-48DEE435D792}"/>
          </ac:spMkLst>
        </pc:spChg>
        <pc:spChg chg="mod">
          <ac:chgData name="Keshari, Adarsh" userId="f131e8f8-16a1-4e78-99b9-630be34fe3cb" providerId="ADAL" clId="{D5143BBC-3FF9-4668-8312-E7F6733A4928}" dt="2026-03-02T10:38:41.274" v="2513" actId="20577"/>
          <ac:spMkLst>
            <pc:docMk/>
            <pc:sldMk cId="2070303900" sldId="278"/>
            <ac:spMk id="7" creationId="{44073D2A-70DD-9431-8CE6-09CB79D44209}"/>
          </ac:spMkLst>
        </pc:spChg>
        <pc:spChg chg="mod">
          <ac:chgData name="Keshari, Adarsh" userId="f131e8f8-16a1-4e78-99b9-630be34fe3cb" providerId="ADAL" clId="{D5143BBC-3FF9-4668-8312-E7F6733A4928}" dt="2026-03-02T07:32:27.022" v="512" actId="1076"/>
          <ac:spMkLst>
            <pc:docMk/>
            <pc:sldMk cId="2070303900" sldId="278"/>
            <ac:spMk id="8" creationId="{D8A1C4B4-11F5-1E57-3ABE-3C5DBDA8E7F4}"/>
          </ac:spMkLst>
        </pc:spChg>
        <pc:spChg chg="add mod">
          <ac:chgData name="Keshari, Adarsh" userId="f131e8f8-16a1-4e78-99b9-630be34fe3cb" providerId="ADAL" clId="{D5143BBC-3FF9-4668-8312-E7F6733A4928}" dt="2026-03-02T05:38:32.258" v="98"/>
          <ac:spMkLst>
            <pc:docMk/>
            <pc:sldMk cId="2070303900" sldId="278"/>
            <ac:spMk id="9" creationId="{B2DF77FC-7266-4AD9-49A5-8E106FD20AD4}"/>
          </ac:spMkLst>
        </pc:spChg>
        <pc:spChg chg="mod">
          <ac:chgData name="Keshari, Adarsh" userId="f131e8f8-16a1-4e78-99b9-630be34fe3cb" providerId="ADAL" clId="{D5143BBC-3FF9-4668-8312-E7F6733A4928}" dt="2026-03-02T07:32:27.022" v="512" actId="1076"/>
          <ac:spMkLst>
            <pc:docMk/>
            <pc:sldMk cId="2070303900" sldId="278"/>
            <ac:spMk id="10" creationId="{B0BB5C7D-C51D-B41F-78DA-6A1402ABC104}"/>
          </ac:spMkLst>
        </pc:spChg>
        <pc:spChg chg="mod">
          <ac:chgData name="Keshari, Adarsh" userId="f131e8f8-16a1-4e78-99b9-630be34fe3cb" providerId="ADAL" clId="{D5143BBC-3FF9-4668-8312-E7F6733A4928}" dt="2026-03-02T05:38:32.258" v="98"/>
          <ac:spMkLst>
            <pc:docMk/>
            <pc:sldMk cId="2070303900" sldId="278"/>
            <ac:spMk id="15" creationId="{2EE7CEBC-4AC7-BF18-5B56-4184137334CE}"/>
          </ac:spMkLst>
        </pc:spChg>
        <pc:spChg chg="mod">
          <ac:chgData name="Keshari, Adarsh" userId="f131e8f8-16a1-4e78-99b9-630be34fe3cb" providerId="ADAL" clId="{D5143BBC-3FF9-4668-8312-E7F6733A4928}" dt="2026-03-02T05:38:32.258" v="98"/>
          <ac:spMkLst>
            <pc:docMk/>
            <pc:sldMk cId="2070303900" sldId="278"/>
            <ac:spMk id="20" creationId="{3AA400AC-0D31-33B9-1B70-D75A68FE1093}"/>
          </ac:spMkLst>
        </pc:spChg>
        <pc:spChg chg="mod">
          <ac:chgData name="Keshari, Adarsh" userId="f131e8f8-16a1-4e78-99b9-630be34fe3cb" providerId="ADAL" clId="{D5143BBC-3FF9-4668-8312-E7F6733A4928}" dt="2026-03-02T07:32:27.022" v="512" actId="1076"/>
          <ac:spMkLst>
            <pc:docMk/>
            <pc:sldMk cId="2070303900" sldId="278"/>
            <ac:spMk id="21" creationId="{EC6B2105-F8CF-D3C7-DD21-856D0CF11804}"/>
          </ac:spMkLst>
        </pc:spChg>
        <pc:spChg chg="mod">
          <ac:chgData name="Keshari, Adarsh" userId="f131e8f8-16a1-4e78-99b9-630be34fe3cb" providerId="ADAL" clId="{D5143BBC-3FF9-4668-8312-E7F6733A4928}" dt="2026-03-02T07:32:27.022" v="512" actId="1076"/>
          <ac:spMkLst>
            <pc:docMk/>
            <pc:sldMk cId="2070303900" sldId="278"/>
            <ac:spMk id="22" creationId="{EBBF050D-AA1A-6FCD-F5C8-86210F54FC9F}"/>
          </ac:spMkLst>
        </pc:spChg>
        <pc:spChg chg="mod">
          <ac:chgData name="Keshari, Adarsh" userId="f131e8f8-16a1-4e78-99b9-630be34fe3cb" providerId="ADAL" clId="{D5143BBC-3FF9-4668-8312-E7F6733A4928}" dt="2026-03-02T07:32:27.022" v="512" actId="1076"/>
          <ac:spMkLst>
            <pc:docMk/>
            <pc:sldMk cId="2070303900" sldId="278"/>
            <ac:spMk id="24" creationId="{9C3EDBA1-91DA-EEDD-20BD-4EE1B815F458}"/>
          </ac:spMkLst>
        </pc:spChg>
        <pc:spChg chg="mod">
          <ac:chgData name="Keshari, Adarsh" userId="f131e8f8-16a1-4e78-99b9-630be34fe3cb" providerId="ADAL" clId="{D5143BBC-3FF9-4668-8312-E7F6733A4928}" dt="2026-03-02T07:32:27.022" v="512" actId="1076"/>
          <ac:spMkLst>
            <pc:docMk/>
            <pc:sldMk cId="2070303900" sldId="278"/>
            <ac:spMk id="25" creationId="{AEA81BA0-9670-92B4-CA33-F847B809D925}"/>
          </ac:spMkLst>
        </pc:spChg>
        <pc:spChg chg="mod">
          <ac:chgData name="Keshari, Adarsh" userId="f131e8f8-16a1-4e78-99b9-630be34fe3cb" providerId="ADAL" clId="{D5143BBC-3FF9-4668-8312-E7F6733A4928}" dt="2026-03-02T10:36:29.632" v="2507" actId="20577"/>
          <ac:spMkLst>
            <pc:docMk/>
            <pc:sldMk cId="2070303900" sldId="278"/>
            <ac:spMk id="27" creationId="{9D26A372-4868-FDF5-EEED-FECC58469E2D}"/>
          </ac:spMkLst>
        </pc:spChg>
        <pc:spChg chg="mod">
          <ac:chgData name="Keshari, Adarsh" userId="f131e8f8-16a1-4e78-99b9-630be34fe3cb" providerId="ADAL" clId="{D5143BBC-3FF9-4668-8312-E7F6733A4928}" dt="2026-03-02T05:38:32.258" v="98"/>
          <ac:spMkLst>
            <pc:docMk/>
            <pc:sldMk cId="2070303900" sldId="278"/>
            <ac:spMk id="29" creationId="{01491688-E0F7-C19E-8B37-187F18E274CA}"/>
          </ac:spMkLst>
        </pc:spChg>
        <pc:spChg chg="add mod">
          <ac:chgData name="Keshari, Adarsh" userId="f131e8f8-16a1-4e78-99b9-630be34fe3cb" providerId="ADAL" clId="{D5143BBC-3FF9-4668-8312-E7F6733A4928}" dt="2026-03-02T07:32:27.022" v="512" actId="1076"/>
          <ac:spMkLst>
            <pc:docMk/>
            <pc:sldMk cId="2070303900" sldId="278"/>
            <ac:spMk id="36" creationId="{71E6BAE0-5AFA-42D2-BE0E-A43F2CC83807}"/>
          </ac:spMkLst>
        </pc:spChg>
        <pc:spChg chg="mod">
          <ac:chgData name="Keshari, Adarsh" userId="f131e8f8-16a1-4e78-99b9-630be34fe3cb" providerId="ADAL" clId="{D5143BBC-3FF9-4668-8312-E7F6733A4928}" dt="2026-03-02T07:32:27.022" v="512" actId="1076"/>
          <ac:spMkLst>
            <pc:docMk/>
            <pc:sldMk cId="2070303900" sldId="278"/>
            <ac:spMk id="41" creationId="{773709B9-5DC9-31E6-2D3E-F0A78813669B}"/>
          </ac:spMkLst>
        </pc:spChg>
        <pc:spChg chg="add mod">
          <ac:chgData name="Keshari, Adarsh" userId="f131e8f8-16a1-4e78-99b9-630be34fe3cb" providerId="ADAL" clId="{D5143BBC-3FF9-4668-8312-E7F6733A4928}" dt="2026-03-02T07:32:27.022" v="512" actId="1076"/>
          <ac:spMkLst>
            <pc:docMk/>
            <pc:sldMk cId="2070303900" sldId="278"/>
            <ac:spMk id="45" creationId="{1BCC6F2F-65B2-44DE-943B-50EF9FA855F1}"/>
          </ac:spMkLst>
        </pc:spChg>
        <pc:spChg chg="mod">
          <ac:chgData name="Keshari, Adarsh" userId="f131e8f8-16a1-4e78-99b9-630be34fe3cb" providerId="ADAL" clId="{D5143BBC-3FF9-4668-8312-E7F6733A4928}" dt="2026-03-02T07:32:27.022" v="512" actId="1076"/>
          <ac:spMkLst>
            <pc:docMk/>
            <pc:sldMk cId="2070303900" sldId="278"/>
            <ac:spMk id="47" creationId="{EA365617-65D7-4BEF-F241-CC1189292BFB}"/>
          </ac:spMkLst>
        </pc:spChg>
        <pc:spChg chg="add mod">
          <ac:chgData name="Keshari, Adarsh" userId="f131e8f8-16a1-4e78-99b9-630be34fe3cb" providerId="ADAL" clId="{D5143BBC-3FF9-4668-8312-E7F6733A4928}" dt="2026-03-02T07:32:20.194" v="511" actId="1076"/>
          <ac:spMkLst>
            <pc:docMk/>
            <pc:sldMk cId="2070303900" sldId="278"/>
            <ac:spMk id="50" creationId="{740F35FD-8E1B-4308-5EEE-8DBB28E46E85}"/>
          </ac:spMkLst>
        </pc:spChg>
        <pc:grpChg chg="mod">
          <ac:chgData name="Keshari, Adarsh" userId="f131e8f8-16a1-4e78-99b9-630be34fe3cb" providerId="ADAL" clId="{D5143BBC-3FF9-4668-8312-E7F6733A4928}" dt="2026-03-02T07:32:20.194" v="511" actId="1076"/>
          <ac:grpSpMkLst>
            <pc:docMk/>
            <pc:sldMk cId="2070303900" sldId="278"/>
            <ac:grpSpMk id="26" creationId="{39C32C95-2974-EE5C-81BD-74DFF313B64F}"/>
          </ac:grpSpMkLst>
        </pc:grpChg>
        <pc:grpChg chg="mod">
          <ac:chgData name="Keshari, Adarsh" userId="f131e8f8-16a1-4e78-99b9-630be34fe3cb" providerId="ADAL" clId="{D5143BBC-3FF9-4668-8312-E7F6733A4928}" dt="2026-03-02T07:32:20.194" v="511" actId="1076"/>
          <ac:grpSpMkLst>
            <pc:docMk/>
            <pc:sldMk cId="2070303900" sldId="278"/>
            <ac:grpSpMk id="31" creationId="{B8A8AFB8-630A-A838-BDB5-E9F6C5E43B01}"/>
          </ac:grpSpMkLst>
        </pc:grpChg>
        <pc:grpChg chg="mod">
          <ac:chgData name="Keshari, Adarsh" userId="f131e8f8-16a1-4e78-99b9-630be34fe3cb" providerId="ADAL" clId="{D5143BBC-3FF9-4668-8312-E7F6733A4928}" dt="2026-03-02T07:32:20.194" v="511" actId="1076"/>
          <ac:grpSpMkLst>
            <pc:docMk/>
            <pc:sldMk cId="2070303900" sldId="278"/>
            <ac:grpSpMk id="37" creationId="{0CEC5F9E-F5B2-13A3-A1A8-0DF224D47B20}"/>
          </ac:grpSpMkLst>
        </pc:grpChg>
        <pc:picChg chg="mod">
          <ac:chgData name="Keshari, Adarsh" userId="f131e8f8-16a1-4e78-99b9-630be34fe3cb" providerId="ADAL" clId="{D5143BBC-3FF9-4668-8312-E7F6733A4928}" dt="2026-03-02T05:40:05.264" v="118" actId="14100"/>
          <ac:picMkLst>
            <pc:docMk/>
            <pc:sldMk cId="2070303900" sldId="278"/>
            <ac:picMk id="4" creationId="{E3BB709C-4A94-BCEC-3871-E3342AAA854C}"/>
          </ac:picMkLst>
        </pc:picChg>
        <pc:cxnChg chg="mod">
          <ac:chgData name="Keshari, Adarsh" userId="f131e8f8-16a1-4e78-99b9-630be34fe3cb" providerId="ADAL" clId="{D5143BBC-3FF9-4668-8312-E7F6733A4928}" dt="2026-03-02T07:32:20.194" v="511" actId="1076"/>
          <ac:cxnSpMkLst>
            <pc:docMk/>
            <pc:sldMk cId="2070303900" sldId="278"/>
            <ac:cxnSpMk id="43" creationId="{41B09C2D-5D3D-F33E-0C62-A83D9AA95E5F}"/>
          </ac:cxnSpMkLst>
        </pc:cxnChg>
        <pc:cxnChg chg="mod">
          <ac:chgData name="Keshari, Adarsh" userId="f131e8f8-16a1-4e78-99b9-630be34fe3cb" providerId="ADAL" clId="{D5143BBC-3FF9-4668-8312-E7F6733A4928}" dt="2026-03-02T07:32:20.194" v="511" actId="1076"/>
          <ac:cxnSpMkLst>
            <pc:docMk/>
            <pc:sldMk cId="2070303900" sldId="278"/>
            <ac:cxnSpMk id="44" creationId="{CCFABA56-B305-FA47-1E59-537DB5FF6324}"/>
          </ac:cxnSpMkLst>
        </pc:cxnChg>
      </pc:sldChg>
      <pc:sldChg chg="modSp add mod">
        <pc:chgData name="Keshari, Adarsh" userId="f131e8f8-16a1-4e78-99b9-630be34fe3cb" providerId="ADAL" clId="{D5143BBC-3FF9-4668-8312-E7F6733A4928}" dt="2026-03-02T11:13:49.874" v="2836" actId="14100"/>
        <pc:sldMkLst>
          <pc:docMk/>
          <pc:sldMk cId="2019825405" sldId="286"/>
        </pc:sldMkLst>
        <pc:spChg chg="mod">
          <ac:chgData name="Keshari, Adarsh" userId="f131e8f8-16a1-4e78-99b9-630be34fe3cb" providerId="ADAL" clId="{D5143BBC-3FF9-4668-8312-E7F6733A4928}" dt="2026-03-02T11:13:49.874" v="2836" actId="14100"/>
          <ac:spMkLst>
            <pc:docMk/>
            <pc:sldMk cId="2019825405" sldId="286"/>
            <ac:spMk id="91" creationId="{6B41EEFB-1592-3B72-AB8B-E4EE5C32B106}"/>
          </ac:spMkLst>
        </pc:spChg>
        <pc:spChg chg="mod">
          <ac:chgData name="Keshari, Adarsh" userId="f131e8f8-16a1-4e78-99b9-630be34fe3cb" providerId="ADAL" clId="{D5143BBC-3FF9-4668-8312-E7F6733A4928}" dt="2026-03-02T10:40:58.677" v="2548" actId="20577"/>
          <ac:spMkLst>
            <pc:docMk/>
            <pc:sldMk cId="2019825405" sldId="286"/>
            <ac:spMk id="92" creationId="{9DEE07CA-BCAB-3DF4-5B20-4F305811841E}"/>
          </ac:spMkLst>
        </pc:spChg>
      </pc:sldChg>
      <pc:sldChg chg="addSp delSp mod">
        <pc:chgData name="Keshari, Adarsh" userId="f131e8f8-16a1-4e78-99b9-630be34fe3cb" providerId="ADAL" clId="{D5143BBC-3FF9-4668-8312-E7F6733A4928}" dt="2026-03-02T11:31:53.062" v="2856" actId="478"/>
        <pc:sldMkLst>
          <pc:docMk/>
          <pc:sldMk cId="435032822" sldId="287"/>
        </pc:sldMkLst>
      </pc:sldChg>
      <pc:sldChg chg="addSp delSp modSp new mod">
        <pc:chgData name="Keshari, Adarsh" userId="f131e8f8-16a1-4e78-99b9-630be34fe3cb" providerId="ADAL" clId="{D5143BBC-3FF9-4668-8312-E7F6733A4928}" dt="2026-03-02T10:46:06.596" v="2576" actId="478"/>
        <pc:sldMkLst>
          <pc:docMk/>
          <pc:sldMk cId="3179448566" sldId="288"/>
        </pc:sldMkLst>
        <pc:spChg chg="mod">
          <ac:chgData name="Keshari, Adarsh" userId="f131e8f8-16a1-4e78-99b9-630be34fe3cb" providerId="ADAL" clId="{D5143BBC-3FF9-4668-8312-E7F6733A4928}" dt="2026-03-02T05:41:38.406" v="132"/>
          <ac:spMkLst>
            <pc:docMk/>
            <pc:sldMk cId="3179448566" sldId="288"/>
            <ac:spMk id="14" creationId="{0457C8A5-9BE5-4D50-AD99-4E68277C5097}"/>
          </ac:spMkLst>
        </pc:spChg>
        <pc:spChg chg="mod">
          <ac:chgData name="Keshari, Adarsh" userId="f131e8f8-16a1-4e78-99b9-630be34fe3cb" providerId="ADAL" clId="{D5143BBC-3FF9-4668-8312-E7F6733A4928}" dt="2026-03-02T05:41:38.406" v="132"/>
          <ac:spMkLst>
            <pc:docMk/>
            <pc:sldMk cId="3179448566" sldId="288"/>
            <ac:spMk id="18" creationId="{75BC68A6-D505-9A8D-C24A-FEA96C55D43D}"/>
          </ac:spMkLst>
        </pc:spChg>
        <pc:spChg chg="mod">
          <ac:chgData name="Keshari, Adarsh" userId="f131e8f8-16a1-4e78-99b9-630be34fe3cb" providerId="ADAL" clId="{D5143BBC-3FF9-4668-8312-E7F6733A4928}" dt="2026-03-02T05:41:38.406" v="132"/>
          <ac:spMkLst>
            <pc:docMk/>
            <pc:sldMk cId="3179448566" sldId="288"/>
            <ac:spMk id="23" creationId="{04312FB7-AD05-C172-56D5-BAD43D203B55}"/>
          </ac:spMkLst>
        </pc:spChg>
        <pc:spChg chg="mod">
          <ac:chgData name="Keshari, Adarsh" userId="f131e8f8-16a1-4e78-99b9-630be34fe3cb" providerId="ADAL" clId="{D5143BBC-3FF9-4668-8312-E7F6733A4928}" dt="2026-03-02T05:41:38.406" v="132"/>
          <ac:spMkLst>
            <pc:docMk/>
            <pc:sldMk cId="3179448566" sldId="288"/>
            <ac:spMk id="26" creationId="{56E4545E-800B-EAD9-8CB2-3D26473F7414}"/>
          </ac:spMkLst>
        </pc:spChg>
        <pc:spChg chg="add mod">
          <ac:chgData name="Keshari, Adarsh" userId="f131e8f8-16a1-4e78-99b9-630be34fe3cb" providerId="ADAL" clId="{D5143BBC-3FF9-4668-8312-E7F6733A4928}" dt="2026-03-02T05:41:38.406" v="132"/>
          <ac:spMkLst>
            <pc:docMk/>
            <pc:sldMk cId="3179448566" sldId="288"/>
            <ac:spMk id="28" creationId="{038A1287-CCAF-D85D-6CFC-76E6E4FC48A0}"/>
          </ac:spMkLst>
        </pc:spChg>
        <pc:spChg chg="add mod">
          <ac:chgData name="Keshari, Adarsh" userId="f131e8f8-16a1-4e78-99b9-630be34fe3cb" providerId="ADAL" clId="{D5143BBC-3FF9-4668-8312-E7F6733A4928}" dt="2026-03-02T05:41:38.406" v="132"/>
          <ac:spMkLst>
            <pc:docMk/>
            <pc:sldMk cId="3179448566" sldId="288"/>
            <ac:spMk id="42" creationId="{32867BBC-B5F0-5D5F-2F89-5662BE360512}"/>
          </ac:spMkLst>
        </pc:spChg>
        <pc:spChg chg="add mod">
          <ac:chgData name="Keshari, Adarsh" userId="f131e8f8-16a1-4e78-99b9-630be34fe3cb" providerId="ADAL" clId="{D5143BBC-3FF9-4668-8312-E7F6733A4928}" dt="2026-03-02T05:41:38.406" v="132"/>
          <ac:spMkLst>
            <pc:docMk/>
            <pc:sldMk cId="3179448566" sldId="288"/>
            <ac:spMk id="45" creationId="{07D2C4FB-328D-29EB-7CE8-E9037104196C}"/>
          </ac:spMkLst>
        </pc:spChg>
        <pc:spChg chg="add mod">
          <ac:chgData name="Keshari, Adarsh" userId="f131e8f8-16a1-4e78-99b9-630be34fe3cb" providerId="ADAL" clId="{D5143BBC-3FF9-4668-8312-E7F6733A4928}" dt="2026-03-02T05:41:38.406" v="132"/>
          <ac:spMkLst>
            <pc:docMk/>
            <pc:sldMk cId="3179448566" sldId="288"/>
            <ac:spMk id="46" creationId="{7A1077F9-C231-9CAE-A570-1A872FCA8535}"/>
          </ac:spMkLst>
        </pc:spChg>
        <pc:spChg chg="add mod">
          <ac:chgData name="Keshari, Adarsh" userId="f131e8f8-16a1-4e78-99b9-630be34fe3cb" providerId="ADAL" clId="{D5143BBC-3FF9-4668-8312-E7F6733A4928}" dt="2026-03-02T05:41:38.406" v="132"/>
          <ac:spMkLst>
            <pc:docMk/>
            <pc:sldMk cId="3179448566" sldId="288"/>
            <ac:spMk id="47" creationId="{FDFED866-A010-8115-B455-FF298F2C3E4E}"/>
          </ac:spMkLst>
        </pc:spChg>
        <pc:spChg chg="add mod">
          <ac:chgData name="Keshari, Adarsh" userId="f131e8f8-16a1-4e78-99b9-630be34fe3cb" providerId="ADAL" clId="{D5143BBC-3FF9-4668-8312-E7F6733A4928}" dt="2026-03-02T10:46:01.654" v="2575" actId="14100"/>
          <ac:spMkLst>
            <pc:docMk/>
            <pc:sldMk cId="3179448566" sldId="288"/>
            <ac:spMk id="52" creationId="{5C26D60A-AF50-575B-B8B0-4499460116A7}"/>
          </ac:spMkLst>
        </pc:spChg>
      </pc:sldChg>
      <pc:sldChg chg="addSp delSp modSp new mod">
        <pc:chgData name="Keshari, Adarsh" userId="f131e8f8-16a1-4e78-99b9-630be34fe3cb" providerId="ADAL" clId="{D5143BBC-3FF9-4668-8312-E7F6733A4928}" dt="2026-03-02T10:51:20.162" v="2609" actId="20577"/>
        <pc:sldMkLst>
          <pc:docMk/>
          <pc:sldMk cId="1010593421" sldId="289"/>
        </pc:sldMkLst>
        <pc:spChg chg="add mod">
          <ac:chgData name="Keshari, Adarsh" userId="f131e8f8-16a1-4e78-99b9-630be34fe3cb" providerId="ADAL" clId="{D5143BBC-3FF9-4668-8312-E7F6733A4928}" dt="2026-03-02T10:47:06.261" v="2578" actId="1038"/>
          <ac:spMkLst>
            <pc:docMk/>
            <pc:sldMk cId="1010593421" sldId="289"/>
            <ac:spMk id="55" creationId="{97BB4B6D-DB43-998D-2388-B9F6D87EDEB4}"/>
          </ac:spMkLst>
        </pc:spChg>
        <pc:spChg chg="add mod">
          <ac:chgData name="Keshari, Adarsh" userId="f131e8f8-16a1-4e78-99b9-630be34fe3cb" providerId="ADAL" clId="{D5143BBC-3FF9-4668-8312-E7F6733A4928}" dt="2026-03-02T10:51:20.162" v="2609" actId="20577"/>
          <ac:spMkLst>
            <pc:docMk/>
            <pc:sldMk cId="1010593421" sldId="289"/>
            <ac:spMk id="57" creationId="{60F61B0A-C7B9-C14E-3D90-CBF15109B839}"/>
          </ac:spMkLst>
        </pc:spChg>
        <pc:spChg chg="mod">
          <ac:chgData name="Keshari, Adarsh" userId="f131e8f8-16a1-4e78-99b9-630be34fe3cb" providerId="ADAL" clId="{D5143BBC-3FF9-4668-8312-E7F6733A4928}" dt="2026-03-02T05:44:52.774" v="145"/>
          <ac:spMkLst>
            <pc:docMk/>
            <pc:sldMk cId="1010593421" sldId="289"/>
            <ac:spMk id="59" creationId="{4133A284-B86B-2ED8-7846-4AE3147A43F5}"/>
          </ac:spMkLst>
        </pc:spChg>
        <pc:spChg chg="mod">
          <ac:chgData name="Keshari, Adarsh" userId="f131e8f8-16a1-4e78-99b9-630be34fe3cb" providerId="ADAL" clId="{D5143BBC-3FF9-4668-8312-E7F6733A4928}" dt="2026-03-02T05:44:52.774" v="145"/>
          <ac:spMkLst>
            <pc:docMk/>
            <pc:sldMk cId="1010593421" sldId="289"/>
            <ac:spMk id="61" creationId="{BE1D3F00-7DAC-150E-ED25-E49C034E745B}"/>
          </ac:spMkLst>
        </pc:spChg>
        <pc:spChg chg="mod">
          <ac:chgData name="Keshari, Adarsh" userId="f131e8f8-16a1-4e78-99b9-630be34fe3cb" providerId="ADAL" clId="{D5143BBC-3FF9-4668-8312-E7F6733A4928}" dt="2026-03-02T05:44:52.774" v="145"/>
          <ac:spMkLst>
            <pc:docMk/>
            <pc:sldMk cId="1010593421" sldId="289"/>
            <ac:spMk id="69" creationId="{E7105212-7A3D-D919-4A13-89A172E30BC4}"/>
          </ac:spMkLst>
        </pc:spChg>
        <pc:spChg chg="mod">
          <ac:chgData name="Keshari, Adarsh" userId="f131e8f8-16a1-4e78-99b9-630be34fe3cb" providerId="ADAL" clId="{D5143BBC-3FF9-4668-8312-E7F6733A4928}" dt="2026-03-02T05:44:52.774" v="145"/>
          <ac:spMkLst>
            <pc:docMk/>
            <pc:sldMk cId="1010593421" sldId="289"/>
            <ac:spMk id="73" creationId="{4B2FF509-E5ED-9A68-C908-6C3E97FE33DE}"/>
          </ac:spMkLst>
        </pc:spChg>
        <pc:spChg chg="mod">
          <ac:chgData name="Keshari, Adarsh" userId="f131e8f8-16a1-4e78-99b9-630be34fe3cb" providerId="ADAL" clId="{D5143BBC-3FF9-4668-8312-E7F6733A4928}" dt="2026-03-02T05:44:52.774" v="145"/>
          <ac:spMkLst>
            <pc:docMk/>
            <pc:sldMk cId="1010593421" sldId="289"/>
            <ac:spMk id="77" creationId="{B3DAF9A2-25D4-D64B-9134-BD6ACF97AF65}"/>
          </ac:spMkLst>
        </pc:spChg>
        <pc:spChg chg="mod">
          <ac:chgData name="Keshari, Adarsh" userId="f131e8f8-16a1-4e78-99b9-630be34fe3cb" providerId="ADAL" clId="{D5143BBC-3FF9-4668-8312-E7F6733A4928}" dt="2026-03-02T05:44:52.774" v="145"/>
          <ac:spMkLst>
            <pc:docMk/>
            <pc:sldMk cId="1010593421" sldId="289"/>
            <ac:spMk id="89" creationId="{703562B2-AEF5-407D-80F0-8C2A3CAC7CE2}"/>
          </ac:spMkLst>
        </pc:spChg>
        <pc:spChg chg="mod">
          <ac:chgData name="Keshari, Adarsh" userId="f131e8f8-16a1-4e78-99b9-630be34fe3cb" providerId="ADAL" clId="{D5143BBC-3FF9-4668-8312-E7F6733A4928}" dt="2026-03-02T05:44:52.774" v="145"/>
          <ac:spMkLst>
            <pc:docMk/>
            <pc:sldMk cId="1010593421" sldId="289"/>
            <ac:spMk id="90" creationId="{D01100E3-795B-B3D6-BBAC-76C66764844F}"/>
          </ac:spMkLst>
        </pc:spChg>
        <pc:spChg chg="mod">
          <ac:chgData name="Keshari, Adarsh" userId="f131e8f8-16a1-4e78-99b9-630be34fe3cb" providerId="ADAL" clId="{D5143BBC-3FF9-4668-8312-E7F6733A4928}" dt="2026-03-02T05:44:52.774" v="145"/>
          <ac:spMkLst>
            <pc:docMk/>
            <pc:sldMk cId="1010593421" sldId="289"/>
            <ac:spMk id="93" creationId="{F4CDAC1A-3479-0EB6-73A9-E85A811E3280}"/>
          </ac:spMkLst>
        </pc:spChg>
        <pc:grpChg chg="mod">
          <ac:chgData name="Keshari, Adarsh" userId="f131e8f8-16a1-4e78-99b9-630be34fe3cb" providerId="ADAL" clId="{D5143BBC-3FF9-4668-8312-E7F6733A4928}" dt="2026-03-02T10:51:17.656" v="2603" actId="14100"/>
          <ac:grpSpMkLst>
            <pc:docMk/>
            <pc:sldMk cId="1010593421" sldId="289"/>
            <ac:grpSpMk id="79" creationId="{AA206052-02D3-B09C-7B26-D2AC42079E69}"/>
          </ac:grpSpMkLst>
        </pc:grpChg>
      </pc:sldChg>
      <pc:sldChg chg="addSp delSp modSp new mod">
        <pc:chgData name="Keshari, Adarsh" userId="f131e8f8-16a1-4e78-99b9-630be34fe3cb" providerId="ADAL" clId="{D5143BBC-3FF9-4668-8312-E7F6733A4928}" dt="2026-03-02T10:59:15.068" v="2651"/>
        <pc:sldMkLst>
          <pc:docMk/>
          <pc:sldMk cId="1903185492" sldId="291"/>
        </pc:sldMkLst>
        <pc:spChg chg="mod">
          <ac:chgData name="Keshari, Adarsh" userId="f131e8f8-16a1-4e78-99b9-630be34fe3cb" providerId="ADAL" clId="{D5143BBC-3FF9-4668-8312-E7F6733A4928}" dt="2026-03-02T10:59:15.068" v="2651"/>
          <ac:spMkLst>
            <pc:docMk/>
            <pc:sldMk cId="1903185492" sldId="291"/>
            <ac:spMk id="7" creationId="{542F0F50-AE21-2E69-E046-2AED880253C8}"/>
          </ac:spMkLst>
        </pc:spChg>
        <pc:spChg chg="mod">
          <ac:chgData name="Keshari, Adarsh" userId="f131e8f8-16a1-4e78-99b9-630be34fe3cb" providerId="ADAL" clId="{D5143BBC-3FF9-4668-8312-E7F6733A4928}" dt="2026-03-02T05:47:06.015" v="170"/>
          <ac:spMkLst>
            <pc:docMk/>
            <pc:sldMk cId="1903185492" sldId="291"/>
            <ac:spMk id="12" creationId="{7BF6B58A-E3CB-2073-1521-C5C7E2FC55AF}"/>
          </ac:spMkLst>
        </pc:spChg>
        <pc:spChg chg="mod">
          <ac:chgData name="Keshari, Adarsh" userId="f131e8f8-16a1-4e78-99b9-630be34fe3cb" providerId="ADAL" clId="{D5143BBC-3FF9-4668-8312-E7F6733A4928}" dt="2026-03-02T05:47:06.015" v="170"/>
          <ac:spMkLst>
            <pc:docMk/>
            <pc:sldMk cId="1903185492" sldId="291"/>
            <ac:spMk id="14" creationId="{7CA2B8A9-796B-867B-0427-84DAE19F2757}"/>
          </ac:spMkLst>
        </pc:spChg>
        <pc:spChg chg="mod">
          <ac:chgData name="Keshari, Adarsh" userId="f131e8f8-16a1-4e78-99b9-630be34fe3cb" providerId="ADAL" clId="{D5143BBC-3FF9-4668-8312-E7F6733A4928}" dt="2026-03-02T05:47:06.015" v="170"/>
          <ac:spMkLst>
            <pc:docMk/>
            <pc:sldMk cId="1903185492" sldId="291"/>
            <ac:spMk id="18" creationId="{A35DF997-5438-B986-6F57-3EEA00572490}"/>
          </ac:spMkLst>
        </pc:spChg>
        <pc:spChg chg="mod">
          <ac:chgData name="Keshari, Adarsh" userId="f131e8f8-16a1-4e78-99b9-630be34fe3cb" providerId="ADAL" clId="{D5143BBC-3FF9-4668-8312-E7F6733A4928}" dt="2026-03-02T05:47:06.015" v="170"/>
          <ac:spMkLst>
            <pc:docMk/>
            <pc:sldMk cId="1903185492" sldId="291"/>
            <ac:spMk id="20" creationId="{33EFB06C-E4B1-7BDF-5B06-EC283D296060}"/>
          </ac:spMkLst>
        </pc:spChg>
        <pc:spChg chg="mod">
          <ac:chgData name="Keshari, Adarsh" userId="f131e8f8-16a1-4e78-99b9-630be34fe3cb" providerId="ADAL" clId="{D5143BBC-3FF9-4668-8312-E7F6733A4928}" dt="2026-03-02T05:47:06.015" v="170"/>
          <ac:spMkLst>
            <pc:docMk/>
            <pc:sldMk cId="1903185492" sldId="291"/>
            <ac:spMk id="23" creationId="{76ABA07C-00B2-0308-8977-A021967FA956}"/>
          </ac:spMkLst>
        </pc:spChg>
        <pc:spChg chg="mod">
          <ac:chgData name="Keshari, Adarsh" userId="f131e8f8-16a1-4e78-99b9-630be34fe3cb" providerId="ADAL" clId="{D5143BBC-3FF9-4668-8312-E7F6733A4928}" dt="2026-03-02T05:47:06.015" v="170"/>
          <ac:spMkLst>
            <pc:docMk/>
            <pc:sldMk cId="1903185492" sldId="291"/>
            <ac:spMk id="31" creationId="{AB66D747-1C31-2C47-AD4F-3CB8789977CD}"/>
          </ac:spMkLst>
        </pc:spChg>
        <pc:spChg chg="mod">
          <ac:chgData name="Keshari, Adarsh" userId="f131e8f8-16a1-4e78-99b9-630be34fe3cb" providerId="ADAL" clId="{D5143BBC-3FF9-4668-8312-E7F6733A4928}" dt="2026-03-02T05:47:06.015" v="170"/>
          <ac:spMkLst>
            <pc:docMk/>
            <pc:sldMk cId="1903185492" sldId="291"/>
            <ac:spMk id="39" creationId="{F45C3B00-F2DB-CABA-98F7-2360C560986B}"/>
          </ac:spMkLst>
        </pc:spChg>
        <pc:spChg chg="add mod">
          <ac:chgData name="Keshari, Adarsh" userId="f131e8f8-16a1-4e78-99b9-630be34fe3cb" providerId="ADAL" clId="{D5143BBC-3FF9-4668-8312-E7F6733A4928}" dt="2026-03-02T05:47:06.015" v="170"/>
          <ac:spMkLst>
            <pc:docMk/>
            <pc:sldMk cId="1903185492" sldId="291"/>
            <ac:spMk id="45" creationId="{BEC8726F-70F1-203F-A9E3-318761084815}"/>
          </ac:spMkLst>
        </pc:spChg>
        <pc:spChg chg="add mod">
          <ac:chgData name="Keshari, Adarsh" userId="f131e8f8-16a1-4e78-99b9-630be34fe3cb" providerId="ADAL" clId="{D5143BBC-3FF9-4668-8312-E7F6733A4928}" dt="2026-03-02T05:47:06.015" v="170"/>
          <ac:spMkLst>
            <pc:docMk/>
            <pc:sldMk cId="1903185492" sldId="291"/>
            <ac:spMk id="47" creationId="{B68D6634-64C9-8AEB-1275-9A2326C728B3}"/>
          </ac:spMkLst>
        </pc:spChg>
        <pc:spChg chg="add mod">
          <ac:chgData name="Keshari, Adarsh" userId="f131e8f8-16a1-4e78-99b9-630be34fe3cb" providerId="ADAL" clId="{D5143BBC-3FF9-4668-8312-E7F6733A4928}" dt="2026-03-02T05:47:06.015" v="170"/>
          <ac:spMkLst>
            <pc:docMk/>
            <pc:sldMk cId="1903185492" sldId="291"/>
            <ac:spMk id="49" creationId="{75C1405E-F033-B80A-5908-CDB0DE6D3A34}"/>
          </ac:spMkLst>
        </pc:spChg>
      </pc:sldChg>
      <pc:sldChg chg="addSp delSp modSp mod">
        <pc:chgData name="Keshari, Adarsh" userId="f131e8f8-16a1-4e78-99b9-630be34fe3cb" providerId="ADAL" clId="{D5143BBC-3FF9-4668-8312-E7F6733A4928}" dt="2026-03-03T05:13:13.933" v="3539" actId="1076"/>
        <pc:sldMkLst>
          <pc:docMk/>
          <pc:sldMk cId="3578420882" sldId="293"/>
        </pc:sldMkLst>
        <pc:spChg chg="add mod">
          <ac:chgData name="Keshari, Adarsh" userId="f131e8f8-16a1-4e78-99b9-630be34fe3cb" providerId="ADAL" clId="{D5143BBC-3FF9-4668-8312-E7F6733A4928}" dt="2026-03-02T08:19:34.549" v="1602" actId="1037"/>
          <ac:spMkLst>
            <pc:docMk/>
            <pc:sldMk cId="3578420882" sldId="293"/>
            <ac:spMk id="3" creationId="{A11192FC-55F5-B061-8658-ABB231C789FD}"/>
          </ac:spMkLst>
        </pc:spChg>
        <pc:spChg chg="add mod ord topLvl">
          <ac:chgData name="Keshari, Adarsh" userId="f131e8f8-16a1-4e78-99b9-630be34fe3cb" providerId="ADAL" clId="{D5143BBC-3FF9-4668-8312-E7F6733A4928}" dt="2026-03-02T08:16:35.129" v="1522" actId="1076"/>
          <ac:spMkLst>
            <pc:docMk/>
            <pc:sldMk cId="3578420882" sldId="293"/>
            <ac:spMk id="12" creationId="{512E4883-A60F-4113-7AFC-CB0B7E9F67EE}"/>
          </ac:spMkLst>
        </pc:spChg>
        <pc:spChg chg="mod ord topLvl">
          <ac:chgData name="Keshari, Adarsh" userId="f131e8f8-16a1-4e78-99b9-630be34fe3cb" providerId="ADAL" clId="{D5143BBC-3FF9-4668-8312-E7F6733A4928}" dt="2026-03-02T08:19:34.549" v="1602" actId="1037"/>
          <ac:spMkLst>
            <pc:docMk/>
            <pc:sldMk cId="3578420882" sldId="293"/>
            <ac:spMk id="46" creationId="{2C1A8A68-6730-3E61-099F-C7A0AD7AEB9B}"/>
          </ac:spMkLst>
        </pc:spChg>
        <pc:spChg chg="mod ord topLvl">
          <ac:chgData name="Keshari, Adarsh" userId="f131e8f8-16a1-4e78-99b9-630be34fe3cb" providerId="ADAL" clId="{D5143BBC-3FF9-4668-8312-E7F6733A4928}" dt="2026-03-02T08:19:34.549" v="1602" actId="1037"/>
          <ac:spMkLst>
            <pc:docMk/>
            <pc:sldMk cId="3578420882" sldId="293"/>
            <ac:spMk id="47" creationId="{9886BBA7-05B1-C17B-2EDF-9F5AC031F164}"/>
          </ac:spMkLst>
        </pc:spChg>
        <pc:spChg chg="mod ord topLvl">
          <ac:chgData name="Keshari, Adarsh" userId="f131e8f8-16a1-4e78-99b9-630be34fe3cb" providerId="ADAL" clId="{D5143BBC-3FF9-4668-8312-E7F6733A4928}" dt="2026-03-02T08:16:25.499" v="1519" actId="1076"/>
          <ac:spMkLst>
            <pc:docMk/>
            <pc:sldMk cId="3578420882" sldId="293"/>
            <ac:spMk id="48" creationId="{D5387632-BF93-7D75-D30F-01836802B17C}"/>
          </ac:spMkLst>
        </pc:spChg>
        <pc:spChg chg="mod">
          <ac:chgData name="Keshari, Adarsh" userId="f131e8f8-16a1-4e78-99b9-630be34fe3cb" providerId="ADAL" clId="{D5143BBC-3FF9-4668-8312-E7F6733A4928}" dt="2026-03-02T08:41:41.239" v="1997" actId="1076"/>
          <ac:spMkLst>
            <pc:docMk/>
            <pc:sldMk cId="3578420882" sldId="293"/>
            <ac:spMk id="49" creationId="{2E892FDA-14CA-734D-2F9D-CE0976237FF9}"/>
          </ac:spMkLst>
        </pc:spChg>
        <pc:spChg chg="mod">
          <ac:chgData name="Keshari, Adarsh" userId="f131e8f8-16a1-4e78-99b9-630be34fe3cb" providerId="ADAL" clId="{D5143BBC-3FF9-4668-8312-E7F6733A4928}" dt="2026-03-02T08:10:16.393" v="1349" actId="2711"/>
          <ac:spMkLst>
            <pc:docMk/>
            <pc:sldMk cId="3578420882" sldId="293"/>
            <ac:spMk id="50" creationId="{E651847A-1020-0B6E-57D6-66D1D83A1604}"/>
          </ac:spMkLst>
        </pc:spChg>
        <pc:spChg chg="mod">
          <ac:chgData name="Keshari, Adarsh" userId="f131e8f8-16a1-4e78-99b9-630be34fe3cb" providerId="ADAL" clId="{D5143BBC-3FF9-4668-8312-E7F6733A4928}" dt="2026-03-02T08:19:34.549" v="1602" actId="1037"/>
          <ac:spMkLst>
            <pc:docMk/>
            <pc:sldMk cId="3578420882" sldId="293"/>
            <ac:spMk id="51" creationId="{E3498B57-2BF9-97D4-7251-6B13C1677658}"/>
          </ac:spMkLst>
        </pc:spChg>
        <pc:spChg chg="mod">
          <ac:chgData name="Keshari, Adarsh" userId="f131e8f8-16a1-4e78-99b9-630be34fe3cb" providerId="ADAL" clId="{D5143BBC-3FF9-4668-8312-E7F6733A4928}" dt="2026-03-02T08:19:34.549" v="1602" actId="1037"/>
          <ac:spMkLst>
            <pc:docMk/>
            <pc:sldMk cId="3578420882" sldId="293"/>
            <ac:spMk id="52" creationId="{42F03623-90B4-EE14-723E-EB3115F53343}"/>
          </ac:spMkLst>
        </pc:spChg>
        <pc:spChg chg="mod">
          <ac:chgData name="Keshari, Adarsh" userId="f131e8f8-16a1-4e78-99b9-630be34fe3cb" providerId="ADAL" clId="{D5143BBC-3FF9-4668-8312-E7F6733A4928}" dt="2026-03-02T08:10:22.709" v="1350" actId="14100"/>
          <ac:spMkLst>
            <pc:docMk/>
            <pc:sldMk cId="3578420882" sldId="293"/>
            <ac:spMk id="56" creationId="{19553644-A20D-50E3-8281-8349E0FEC9BC}"/>
          </ac:spMkLst>
        </pc:spChg>
        <pc:spChg chg="mod">
          <ac:chgData name="Keshari, Adarsh" userId="f131e8f8-16a1-4e78-99b9-630be34fe3cb" providerId="ADAL" clId="{D5143BBC-3FF9-4668-8312-E7F6733A4928}" dt="2026-03-02T08:19:34.549" v="1602" actId="1037"/>
          <ac:spMkLst>
            <pc:docMk/>
            <pc:sldMk cId="3578420882" sldId="293"/>
            <ac:spMk id="57" creationId="{5446159C-9CC9-0FB4-2272-FF594828B679}"/>
          </ac:spMkLst>
        </pc:spChg>
        <pc:spChg chg="mod">
          <ac:chgData name="Keshari, Adarsh" userId="f131e8f8-16a1-4e78-99b9-630be34fe3cb" providerId="ADAL" clId="{D5143BBC-3FF9-4668-8312-E7F6733A4928}" dt="2026-03-02T08:19:28.254" v="1599" actId="1038"/>
          <ac:spMkLst>
            <pc:docMk/>
            <pc:sldMk cId="3578420882" sldId="293"/>
            <ac:spMk id="58" creationId="{2B0555BD-C965-6E9E-29FD-449323F09000}"/>
          </ac:spMkLst>
        </pc:spChg>
        <pc:spChg chg="mod">
          <ac:chgData name="Keshari, Adarsh" userId="f131e8f8-16a1-4e78-99b9-630be34fe3cb" providerId="ADAL" clId="{D5143BBC-3FF9-4668-8312-E7F6733A4928}" dt="2026-03-02T08:12:17.409" v="1382" actId="1035"/>
          <ac:spMkLst>
            <pc:docMk/>
            <pc:sldMk cId="3578420882" sldId="293"/>
            <ac:spMk id="59" creationId="{63E42A07-FEC9-2F56-22C7-7A1D3388BE4B}"/>
          </ac:spMkLst>
        </pc:spChg>
        <pc:spChg chg="mod">
          <ac:chgData name="Keshari, Adarsh" userId="f131e8f8-16a1-4e78-99b9-630be34fe3cb" providerId="ADAL" clId="{D5143BBC-3FF9-4668-8312-E7F6733A4928}" dt="2026-03-02T08:19:34.549" v="1602" actId="1037"/>
          <ac:spMkLst>
            <pc:docMk/>
            <pc:sldMk cId="3578420882" sldId="293"/>
            <ac:spMk id="60" creationId="{4B446EBC-17AA-5022-C857-1120581C7515}"/>
          </ac:spMkLst>
        </pc:spChg>
        <pc:spChg chg="mod">
          <ac:chgData name="Keshari, Adarsh" userId="f131e8f8-16a1-4e78-99b9-630be34fe3cb" providerId="ADAL" clId="{D5143BBC-3FF9-4668-8312-E7F6733A4928}" dt="2026-03-02T08:19:28.254" v="1599" actId="1038"/>
          <ac:spMkLst>
            <pc:docMk/>
            <pc:sldMk cId="3578420882" sldId="293"/>
            <ac:spMk id="61" creationId="{BB87D6FB-9FAB-EF34-D708-5427E511A5AB}"/>
          </ac:spMkLst>
        </pc:spChg>
        <pc:spChg chg="mod">
          <ac:chgData name="Keshari, Adarsh" userId="f131e8f8-16a1-4e78-99b9-630be34fe3cb" providerId="ADAL" clId="{D5143BBC-3FF9-4668-8312-E7F6733A4928}" dt="2026-03-02T08:18:16.374" v="1573" actId="20577"/>
          <ac:spMkLst>
            <pc:docMk/>
            <pc:sldMk cId="3578420882" sldId="293"/>
            <ac:spMk id="62" creationId="{18B787C7-D607-C214-5C1A-DC87A46F6B05}"/>
          </ac:spMkLst>
        </pc:spChg>
        <pc:spChg chg="mod">
          <ac:chgData name="Keshari, Adarsh" userId="f131e8f8-16a1-4e78-99b9-630be34fe3cb" providerId="ADAL" clId="{D5143BBC-3FF9-4668-8312-E7F6733A4928}" dt="2026-03-02T08:09:47.033" v="1346" actId="20577"/>
          <ac:spMkLst>
            <pc:docMk/>
            <pc:sldMk cId="3578420882" sldId="293"/>
            <ac:spMk id="65" creationId="{6E790D12-A055-D34E-A604-2345EE3C2611}"/>
          </ac:spMkLst>
        </pc:spChg>
        <pc:spChg chg="mod">
          <ac:chgData name="Keshari, Adarsh" userId="f131e8f8-16a1-4e78-99b9-630be34fe3cb" providerId="ADAL" clId="{D5143BBC-3FF9-4668-8312-E7F6733A4928}" dt="2026-03-02T08:12:17.409" v="1382" actId="1035"/>
          <ac:spMkLst>
            <pc:docMk/>
            <pc:sldMk cId="3578420882" sldId="293"/>
            <ac:spMk id="66" creationId="{7618645F-B46E-46D1-052A-627EAD557FE6}"/>
          </ac:spMkLst>
        </pc:spChg>
        <pc:spChg chg="mod">
          <ac:chgData name="Keshari, Adarsh" userId="f131e8f8-16a1-4e78-99b9-630be34fe3cb" providerId="ADAL" clId="{D5143BBC-3FF9-4668-8312-E7F6733A4928}" dt="2026-03-02T08:19:34.549" v="1602" actId="1037"/>
          <ac:spMkLst>
            <pc:docMk/>
            <pc:sldMk cId="3578420882" sldId="293"/>
            <ac:spMk id="67" creationId="{21F30340-80BA-B813-B235-EE4228F29847}"/>
          </ac:spMkLst>
        </pc:spChg>
        <pc:spChg chg="mod">
          <ac:chgData name="Keshari, Adarsh" userId="f131e8f8-16a1-4e78-99b9-630be34fe3cb" providerId="ADAL" clId="{D5143BBC-3FF9-4668-8312-E7F6733A4928}" dt="2026-03-02T08:03:31.277" v="1126" actId="20577"/>
          <ac:spMkLst>
            <pc:docMk/>
            <pc:sldMk cId="3578420882" sldId="293"/>
            <ac:spMk id="70" creationId="{A711A36E-EF30-6DA3-B48B-8793F3AA7C5C}"/>
          </ac:spMkLst>
        </pc:spChg>
        <pc:spChg chg="mod">
          <ac:chgData name="Keshari, Adarsh" userId="f131e8f8-16a1-4e78-99b9-630be34fe3cb" providerId="ADAL" clId="{D5143BBC-3FF9-4668-8312-E7F6733A4928}" dt="2026-03-02T08:03:14.146" v="1125"/>
          <ac:spMkLst>
            <pc:docMk/>
            <pc:sldMk cId="3578420882" sldId="293"/>
            <ac:spMk id="71" creationId="{970C7574-6ADD-A062-1029-7B820EDF7F57}"/>
          </ac:spMkLst>
        </pc:spChg>
        <pc:spChg chg="mod">
          <ac:chgData name="Keshari, Adarsh" userId="f131e8f8-16a1-4e78-99b9-630be34fe3cb" providerId="ADAL" clId="{D5143BBC-3FF9-4668-8312-E7F6733A4928}" dt="2026-03-02T08:08:29.949" v="1307" actId="1038"/>
          <ac:spMkLst>
            <pc:docMk/>
            <pc:sldMk cId="3578420882" sldId="293"/>
            <ac:spMk id="72" creationId="{AD9D01CF-DBED-7542-98DF-B9F8E0BA5E7F}"/>
          </ac:spMkLst>
        </pc:spChg>
        <pc:spChg chg="mod">
          <ac:chgData name="Keshari, Adarsh" userId="f131e8f8-16a1-4e78-99b9-630be34fe3cb" providerId="ADAL" clId="{D5143BBC-3FF9-4668-8312-E7F6733A4928}" dt="2026-03-02T08:19:28.254" v="1599" actId="1038"/>
          <ac:spMkLst>
            <pc:docMk/>
            <pc:sldMk cId="3578420882" sldId="293"/>
            <ac:spMk id="75" creationId="{8DF51949-0317-32B5-4B82-F0E5E7F3D0E6}"/>
          </ac:spMkLst>
        </pc:spChg>
        <pc:spChg chg="mod">
          <ac:chgData name="Keshari, Adarsh" userId="f131e8f8-16a1-4e78-99b9-630be34fe3cb" providerId="ADAL" clId="{D5143BBC-3FF9-4668-8312-E7F6733A4928}" dt="2026-03-02T08:19:28.254" v="1599" actId="1038"/>
          <ac:spMkLst>
            <pc:docMk/>
            <pc:sldMk cId="3578420882" sldId="293"/>
            <ac:spMk id="76" creationId="{C531C5F6-0520-AF7F-A601-BC42620183FD}"/>
          </ac:spMkLst>
        </pc:spChg>
        <pc:spChg chg="mod">
          <ac:chgData name="Keshari, Adarsh" userId="f131e8f8-16a1-4e78-99b9-630be34fe3cb" providerId="ADAL" clId="{D5143BBC-3FF9-4668-8312-E7F6733A4928}" dt="2026-03-02T08:19:28.254" v="1599" actId="1038"/>
          <ac:spMkLst>
            <pc:docMk/>
            <pc:sldMk cId="3578420882" sldId="293"/>
            <ac:spMk id="77" creationId="{8C94FA2A-30AF-43F6-BFAC-AD6CB1BB94EC}"/>
          </ac:spMkLst>
        </pc:spChg>
        <pc:spChg chg="add del mod topLvl">
          <ac:chgData name="Keshari, Adarsh" userId="f131e8f8-16a1-4e78-99b9-630be34fe3cb" providerId="ADAL" clId="{D5143BBC-3FF9-4668-8312-E7F6733A4928}" dt="2026-03-02T08:06:12.666" v="1253" actId="1076"/>
          <ac:spMkLst>
            <pc:docMk/>
            <pc:sldMk cId="3578420882" sldId="293"/>
            <ac:spMk id="80" creationId="{B1DFAD6E-C581-55F6-182C-DC990F176F22}"/>
          </ac:spMkLst>
        </pc:spChg>
        <pc:spChg chg="mod">
          <ac:chgData name="Keshari, Adarsh" userId="f131e8f8-16a1-4e78-99b9-630be34fe3cb" providerId="ADAL" clId="{D5143BBC-3FF9-4668-8312-E7F6733A4928}" dt="2026-03-02T08:19:34.549" v="1602" actId="1037"/>
          <ac:spMkLst>
            <pc:docMk/>
            <pc:sldMk cId="3578420882" sldId="293"/>
            <ac:spMk id="82" creationId="{FC88B779-A298-9234-81DC-DA514BE11605}"/>
          </ac:spMkLst>
        </pc:spChg>
        <pc:spChg chg="mod">
          <ac:chgData name="Keshari, Adarsh" userId="f131e8f8-16a1-4e78-99b9-630be34fe3cb" providerId="ADAL" clId="{D5143BBC-3FF9-4668-8312-E7F6733A4928}" dt="2026-03-02T08:12:17.409" v="1382" actId="1035"/>
          <ac:spMkLst>
            <pc:docMk/>
            <pc:sldMk cId="3578420882" sldId="293"/>
            <ac:spMk id="83" creationId="{1E828C71-A08A-35E7-770C-BCAA41CD5837}"/>
          </ac:spMkLst>
        </pc:spChg>
        <pc:spChg chg="mod">
          <ac:chgData name="Keshari, Adarsh" userId="f131e8f8-16a1-4e78-99b9-630be34fe3cb" providerId="ADAL" clId="{D5143BBC-3FF9-4668-8312-E7F6733A4928}" dt="2026-03-03T05:13:13.933" v="3539" actId="1076"/>
          <ac:spMkLst>
            <pc:docMk/>
            <pc:sldMk cId="3578420882" sldId="293"/>
            <ac:spMk id="84" creationId="{8DE94CBC-1C81-CCAF-5A16-9E50441D1832}"/>
          </ac:spMkLst>
        </pc:spChg>
        <pc:spChg chg="mod">
          <ac:chgData name="Keshari, Adarsh" userId="f131e8f8-16a1-4e78-99b9-630be34fe3cb" providerId="ADAL" clId="{D5143BBC-3FF9-4668-8312-E7F6733A4928}" dt="2026-03-02T07:44:18.292" v="669" actId="1076"/>
          <ac:spMkLst>
            <pc:docMk/>
            <pc:sldMk cId="3578420882" sldId="293"/>
            <ac:spMk id="85" creationId="{504E52D2-8F24-7A4C-B288-F96279A411B4}"/>
          </ac:spMkLst>
        </pc:spChg>
        <pc:spChg chg="mod">
          <ac:chgData name="Keshari, Adarsh" userId="f131e8f8-16a1-4e78-99b9-630be34fe3cb" providerId="ADAL" clId="{D5143BBC-3FF9-4668-8312-E7F6733A4928}" dt="2026-03-02T07:56:53.493" v="903" actId="1036"/>
          <ac:spMkLst>
            <pc:docMk/>
            <pc:sldMk cId="3578420882" sldId="293"/>
            <ac:spMk id="88" creationId="{0E1E68B8-CA64-F300-7E1C-AAAB44322414}"/>
          </ac:spMkLst>
        </pc:spChg>
        <pc:spChg chg="mod ord">
          <ac:chgData name="Keshari, Adarsh" userId="f131e8f8-16a1-4e78-99b9-630be34fe3cb" providerId="ADAL" clId="{D5143BBC-3FF9-4668-8312-E7F6733A4928}" dt="2026-03-02T08:22:18.997" v="1669" actId="1036"/>
          <ac:spMkLst>
            <pc:docMk/>
            <pc:sldMk cId="3578420882" sldId="293"/>
            <ac:spMk id="90" creationId="{5753385B-49E8-88BE-2464-141AE5446C5F}"/>
          </ac:spMkLst>
        </pc:spChg>
        <pc:spChg chg="mod">
          <ac:chgData name="Keshari, Adarsh" userId="f131e8f8-16a1-4e78-99b9-630be34fe3cb" providerId="ADAL" clId="{D5143BBC-3FF9-4668-8312-E7F6733A4928}" dt="2026-03-02T08:19:28.254" v="1599" actId="1038"/>
          <ac:spMkLst>
            <pc:docMk/>
            <pc:sldMk cId="3578420882" sldId="293"/>
            <ac:spMk id="92" creationId="{18A924BF-68DA-50F3-EE30-2AEBEFF885B0}"/>
          </ac:spMkLst>
        </pc:spChg>
        <pc:spChg chg="mod">
          <ac:chgData name="Keshari, Adarsh" userId="f131e8f8-16a1-4e78-99b9-630be34fe3cb" providerId="ADAL" clId="{D5143BBC-3FF9-4668-8312-E7F6733A4928}" dt="2026-03-02T08:19:21.983" v="1591" actId="1076"/>
          <ac:spMkLst>
            <pc:docMk/>
            <pc:sldMk cId="3578420882" sldId="293"/>
            <ac:spMk id="94" creationId="{79E6A21E-8385-99B7-A374-C7647E29ABCF}"/>
          </ac:spMkLst>
        </pc:spChg>
        <pc:grpChg chg="add mod">
          <ac:chgData name="Keshari, Adarsh" userId="f131e8f8-16a1-4e78-99b9-630be34fe3cb" providerId="ADAL" clId="{D5143BBC-3FF9-4668-8312-E7F6733A4928}" dt="2026-03-02T08:07:44.611" v="1263" actId="1076"/>
          <ac:grpSpMkLst>
            <pc:docMk/>
            <pc:sldMk cId="3578420882" sldId="293"/>
            <ac:grpSpMk id="6" creationId="{54A8B4A1-93BD-BF13-45EA-A875EA59E00A}"/>
          </ac:grpSpMkLst>
        </pc:grpChg>
        <pc:grpChg chg="add mod">
          <ac:chgData name="Keshari, Adarsh" userId="f131e8f8-16a1-4e78-99b9-630be34fe3cb" providerId="ADAL" clId="{D5143BBC-3FF9-4668-8312-E7F6733A4928}" dt="2026-03-02T08:08:23.236" v="1293" actId="1037"/>
          <ac:grpSpMkLst>
            <pc:docMk/>
            <pc:sldMk cId="3578420882" sldId="293"/>
            <ac:grpSpMk id="7" creationId="{9AF394B5-3A68-338A-F4B4-B653A03D7696}"/>
          </ac:grpSpMkLst>
        </pc:grpChg>
        <pc:grpChg chg="add mod">
          <ac:chgData name="Keshari, Adarsh" userId="f131e8f8-16a1-4e78-99b9-630be34fe3cb" providerId="ADAL" clId="{D5143BBC-3FF9-4668-8312-E7F6733A4928}" dt="2026-03-02T08:18:53.211" v="1584" actId="1076"/>
          <ac:grpSpMkLst>
            <pc:docMk/>
            <pc:sldMk cId="3578420882" sldId="293"/>
            <ac:grpSpMk id="8" creationId="{CB507D2B-8094-9B4D-77AA-638616EA4970}"/>
          </ac:grpSpMkLst>
        </pc:grpChg>
        <pc:grpChg chg="mod">
          <ac:chgData name="Keshari, Adarsh" userId="f131e8f8-16a1-4e78-99b9-630be34fe3cb" providerId="ADAL" clId="{D5143BBC-3FF9-4668-8312-E7F6733A4928}" dt="2026-03-02T08:22:18.997" v="1669" actId="1036"/>
          <ac:grpSpMkLst>
            <pc:docMk/>
            <pc:sldMk cId="3578420882" sldId="293"/>
            <ac:grpSpMk id="91" creationId="{7AC3F5AA-435C-0849-64DA-6295DEED70D0}"/>
          </ac:grpSpMkLst>
        </pc:grpChg>
        <pc:picChg chg="mod">
          <ac:chgData name="Keshari, Adarsh" userId="f131e8f8-16a1-4e78-99b9-630be34fe3cb" providerId="ADAL" clId="{D5143BBC-3FF9-4668-8312-E7F6733A4928}" dt="2026-03-02T07:41:40.970" v="608" actId="1076"/>
          <ac:picMkLst>
            <pc:docMk/>
            <pc:sldMk cId="3578420882" sldId="293"/>
            <ac:picMk id="63" creationId="{7E169DAC-DB5D-D555-02B1-995E53F9C927}"/>
          </ac:picMkLst>
        </pc:picChg>
        <pc:picChg chg="mod">
          <ac:chgData name="Keshari, Adarsh" userId="f131e8f8-16a1-4e78-99b9-630be34fe3cb" providerId="ADAL" clId="{D5143BBC-3FF9-4668-8312-E7F6733A4928}" dt="2026-03-02T07:41:48.381" v="609" actId="1076"/>
          <ac:picMkLst>
            <pc:docMk/>
            <pc:sldMk cId="3578420882" sldId="293"/>
            <ac:picMk id="64" creationId="{8EDD5FE3-2005-C2AA-0D01-F6BF802CBC90}"/>
          </ac:picMkLst>
        </pc:picChg>
        <pc:picChg chg="mod">
          <ac:chgData name="Keshari, Adarsh" userId="f131e8f8-16a1-4e78-99b9-630be34fe3cb" providerId="ADAL" clId="{D5143BBC-3FF9-4668-8312-E7F6733A4928}" dt="2026-03-02T08:07:47.881" v="1270" actId="1038"/>
          <ac:picMkLst>
            <pc:docMk/>
            <pc:sldMk cId="3578420882" sldId="293"/>
            <ac:picMk id="68" creationId="{18511220-5CD6-3052-AE07-5721C9F5DB4E}"/>
          </ac:picMkLst>
        </pc:picChg>
        <pc:picChg chg="mod">
          <ac:chgData name="Keshari, Adarsh" userId="f131e8f8-16a1-4e78-99b9-630be34fe3cb" providerId="ADAL" clId="{D5143BBC-3FF9-4668-8312-E7F6733A4928}" dt="2026-03-02T08:07:52.859" v="1287" actId="1037"/>
          <ac:picMkLst>
            <pc:docMk/>
            <pc:sldMk cId="3578420882" sldId="293"/>
            <ac:picMk id="69" creationId="{6518E164-4567-1D10-3C58-9F36C2CE8EAF}"/>
          </ac:picMkLst>
        </pc:picChg>
        <pc:picChg chg="mod">
          <ac:chgData name="Keshari, Adarsh" userId="f131e8f8-16a1-4e78-99b9-630be34fe3cb" providerId="ADAL" clId="{D5143BBC-3FF9-4668-8312-E7F6733A4928}" dt="2026-03-02T08:03:14.146" v="1125"/>
          <ac:picMkLst>
            <pc:docMk/>
            <pc:sldMk cId="3578420882" sldId="293"/>
            <ac:picMk id="73" creationId="{24D0F027-A2F5-F9C1-AFC4-4D0C59BACFB3}"/>
          </ac:picMkLst>
        </pc:picChg>
        <pc:picChg chg="mod">
          <ac:chgData name="Keshari, Adarsh" userId="f131e8f8-16a1-4e78-99b9-630be34fe3cb" providerId="ADAL" clId="{D5143BBC-3FF9-4668-8312-E7F6733A4928}" dt="2026-03-02T08:08:26.303" v="1299" actId="1037"/>
          <ac:picMkLst>
            <pc:docMk/>
            <pc:sldMk cId="3578420882" sldId="293"/>
            <ac:picMk id="74" creationId="{1F6B1D5D-ED23-3719-1137-49D467F9934F}"/>
          </ac:picMkLst>
        </pc:picChg>
        <pc:picChg chg="mod">
          <ac:chgData name="Keshari, Adarsh" userId="f131e8f8-16a1-4e78-99b9-630be34fe3cb" providerId="ADAL" clId="{D5143BBC-3FF9-4668-8312-E7F6733A4928}" dt="2026-03-02T07:50:08.720" v="743" actId="164"/>
          <ac:picMkLst>
            <pc:docMk/>
            <pc:sldMk cId="3578420882" sldId="293"/>
            <ac:picMk id="78" creationId="{88D0B26A-F1F6-50F2-22F1-9EB5C6C96989}"/>
          </ac:picMkLst>
        </pc:picChg>
        <pc:picChg chg="mod">
          <ac:chgData name="Keshari, Adarsh" userId="f131e8f8-16a1-4e78-99b9-630be34fe3cb" providerId="ADAL" clId="{D5143BBC-3FF9-4668-8312-E7F6733A4928}" dt="2026-03-02T08:08:55.393" v="1334" actId="1037"/>
          <ac:picMkLst>
            <pc:docMk/>
            <pc:sldMk cId="3578420882" sldId="293"/>
            <ac:picMk id="79" creationId="{A0818F73-8056-DEC2-4CB2-32F6C5004EA1}"/>
          </ac:picMkLst>
        </pc:picChg>
        <pc:picChg chg="add del mod topLvl">
          <ac:chgData name="Keshari, Adarsh" userId="f131e8f8-16a1-4e78-99b9-630be34fe3cb" providerId="ADAL" clId="{D5143BBC-3FF9-4668-8312-E7F6733A4928}" dt="2026-03-02T08:06:08.660" v="1252" actId="1037"/>
          <ac:picMkLst>
            <pc:docMk/>
            <pc:sldMk cId="3578420882" sldId="293"/>
            <ac:picMk id="81" creationId="{E20D9270-0445-D774-855E-8510418B03C3}"/>
          </ac:picMkLst>
        </pc:picChg>
        <pc:cxnChg chg="add mod">
          <ac:chgData name="Keshari, Adarsh" userId="f131e8f8-16a1-4e78-99b9-630be34fe3cb" providerId="ADAL" clId="{D5143BBC-3FF9-4668-8312-E7F6733A4928}" dt="2026-03-02T08:17:07.953" v="1534" actId="1036"/>
          <ac:cxnSpMkLst>
            <pc:docMk/>
            <pc:sldMk cId="3578420882" sldId="293"/>
            <ac:cxnSpMk id="15" creationId="{D5AD37E7-9645-5F9C-0C7F-22B1FC01D736}"/>
          </ac:cxnSpMkLst>
        </pc:cxnChg>
        <pc:cxnChg chg="add mod">
          <ac:chgData name="Keshari, Adarsh" userId="f131e8f8-16a1-4e78-99b9-630be34fe3cb" providerId="ADAL" clId="{D5143BBC-3FF9-4668-8312-E7F6733A4928}" dt="2026-03-02T08:22:41.258" v="1670" actId="14100"/>
          <ac:cxnSpMkLst>
            <pc:docMk/>
            <pc:sldMk cId="3578420882" sldId="293"/>
            <ac:cxnSpMk id="16" creationId="{1BCD8587-A922-C80E-B7FC-3A4D5D07066F}"/>
          </ac:cxnSpMkLst>
        </pc:cxnChg>
        <pc:cxnChg chg="add mod">
          <ac:chgData name="Keshari, Adarsh" userId="f131e8f8-16a1-4e78-99b9-630be34fe3cb" providerId="ADAL" clId="{D5143BBC-3FF9-4668-8312-E7F6733A4928}" dt="2026-03-02T08:21:13.505" v="1628" actId="1076"/>
          <ac:cxnSpMkLst>
            <pc:docMk/>
            <pc:sldMk cId="3578420882" sldId="293"/>
            <ac:cxnSpMk id="27" creationId="{8ED87596-B04A-9C8D-E59F-E324A75B2BDD}"/>
          </ac:cxnSpMkLst>
        </pc:cxnChg>
        <pc:cxnChg chg="add mod">
          <ac:chgData name="Keshari, Adarsh" userId="f131e8f8-16a1-4e78-99b9-630be34fe3cb" providerId="ADAL" clId="{D5143BBC-3FF9-4668-8312-E7F6733A4928}" dt="2026-03-02T08:21:59.186" v="1657" actId="14100"/>
          <ac:cxnSpMkLst>
            <pc:docMk/>
            <pc:sldMk cId="3578420882" sldId="293"/>
            <ac:cxnSpMk id="30" creationId="{E1545A88-271C-B4AF-CC87-CA61A25C4266}"/>
          </ac:cxnSpMkLst>
        </pc:cxnChg>
        <pc:cxnChg chg="mod">
          <ac:chgData name="Keshari, Adarsh" userId="f131e8f8-16a1-4e78-99b9-630be34fe3cb" providerId="ADAL" clId="{D5143BBC-3FF9-4668-8312-E7F6733A4928}" dt="2026-03-02T07:44:18.292" v="669" actId="1076"/>
          <ac:cxnSpMkLst>
            <pc:docMk/>
            <pc:sldMk cId="3578420882" sldId="293"/>
            <ac:cxnSpMk id="86" creationId="{3ED7C3F5-42F4-B68E-2AE2-7D8F03846E7D}"/>
          </ac:cxnSpMkLst>
        </pc:cxnChg>
        <pc:cxnChg chg="mod">
          <ac:chgData name="Keshari, Adarsh" userId="f131e8f8-16a1-4e78-99b9-630be34fe3cb" providerId="ADAL" clId="{D5143BBC-3FF9-4668-8312-E7F6733A4928}" dt="2026-03-02T08:09:53.009" v="1347" actId="14100"/>
          <ac:cxnSpMkLst>
            <pc:docMk/>
            <pc:sldMk cId="3578420882" sldId="293"/>
            <ac:cxnSpMk id="87" creationId="{404A1B61-7F1A-9C0E-1834-9A6022B140D7}"/>
          </ac:cxnSpMkLst>
        </pc:cxnChg>
      </pc:sldChg>
      <pc:sldChg chg="addSp delSp modSp new mod">
        <pc:chgData name="Keshari, Adarsh" userId="f131e8f8-16a1-4e78-99b9-630be34fe3cb" providerId="ADAL" clId="{D5143BBC-3FF9-4668-8312-E7F6733A4928}" dt="2026-03-02T10:24:42.603" v="2495"/>
        <pc:sldMkLst>
          <pc:docMk/>
          <pc:sldMk cId="2885637992" sldId="295"/>
        </pc:sldMkLst>
        <pc:spChg chg="mod">
          <ac:chgData name="Keshari, Adarsh" userId="f131e8f8-16a1-4e78-99b9-630be34fe3cb" providerId="ADAL" clId="{D5143BBC-3FF9-4668-8312-E7F6733A4928}" dt="2026-03-02T10:18:45.642" v="2438" actId="12"/>
          <ac:spMkLst>
            <pc:docMk/>
            <pc:sldMk cId="2885637992" sldId="295"/>
            <ac:spMk id="6" creationId="{63869962-E4C2-BA13-1F77-07B46DE27106}"/>
          </ac:spMkLst>
        </pc:spChg>
        <pc:spChg chg="mod">
          <ac:chgData name="Keshari, Adarsh" userId="f131e8f8-16a1-4e78-99b9-630be34fe3cb" providerId="ADAL" clId="{D5143BBC-3FF9-4668-8312-E7F6733A4928}" dt="2026-03-02T10:24:36.648" v="2493"/>
          <ac:spMkLst>
            <pc:docMk/>
            <pc:sldMk cId="2885637992" sldId="295"/>
            <ac:spMk id="7" creationId="{7FEBBF10-5EF4-3528-D46A-8C9A0004BD98}"/>
          </ac:spMkLst>
        </pc:spChg>
        <pc:spChg chg="mod">
          <ac:chgData name="Keshari, Adarsh" userId="f131e8f8-16a1-4e78-99b9-630be34fe3cb" providerId="ADAL" clId="{D5143BBC-3FF9-4668-8312-E7F6733A4928}" dt="2026-03-02T10:18:50.529" v="2439" actId="12"/>
          <ac:spMkLst>
            <pc:docMk/>
            <pc:sldMk cId="2885637992" sldId="295"/>
            <ac:spMk id="8" creationId="{B6E62BF0-5673-126E-2ABD-FF638044F7BA}"/>
          </ac:spMkLst>
        </pc:spChg>
        <pc:spChg chg="mod">
          <ac:chgData name="Keshari, Adarsh" userId="f131e8f8-16a1-4e78-99b9-630be34fe3cb" providerId="ADAL" clId="{D5143BBC-3FF9-4668-8312-E7F6733A4928}" dt="2026-03-02T10:23:47.744" v="2487" actId="1076"/>
          <ac:spMkLst>
            <pc:docMk/>
            <pc:sldMk cId="2885637992" sldId="295"/>
            <ac:spMk id="9" creationId="{7CA8E5B5-5EC1-D219-109D-316A8B97D201}"/>
          </ac:spMkLst>
        </pc:spChg>
        <pc:spChg chg="mod">
          <ac:chgData name="Keshari, Adarsh" userId="f131e8f8-16a1-4e78-99b9-630be34fe3cb" providerId="ADAL" clId="{D5143BBC-3FF9-4668-8312-E7F6733A4928}" dt="2026-03-02T10:18:54.989" v="2440" actId="12"/>
          <ac:spMkLst>
            <pc:docMk/>
            <pc:sldMk cId="2885637992" sldId="295"/>
            <ac:spMk id="10" creationId="{1EC7546C-4AD8-46BB-6653-AC02A4B69CB8}"/>
          </ac:spMkLst>
        </pc:spChg>
        <pc:spChg chg="mod">
          <ac:chgData name="Keshari, Adarsh" userId="f131e8f8-16a1-4e78-99b9-630be34fe3cb" providerId="ADAL" clId="{D5143BBC-3FF9-4668-8312-E7F6733A4928}" dt="2026-03-02T10:24:36.648" v="2493"/>
          <ac:spMkLst>
            <pc:docMk/>
            <pc:sldMk cId="2885637992" sldId="295"/>
            <ac:spMk id="11" creationId="{9F60DEA7-5DCE-B2C4-7513-13039965E665}"/>
          </ac:spMkLst>
        </pc:spChg>
        <pc:spChg chg="mod">
          <ac:chgData name="Keshari, Adarsh" userId="f131e8f8-16a1-4e78-99b9-630be34fe3cb" providerId="ADAL" clId="{D5143BBC-3FF9-4668-8312-E7F6733A4928}" dt="2026-03-02T10:24:36.648" v="2493"/>
          <ac:spMkLst>
            <pc:docMk/>
            <pc:sldMk cId="2885637992" sldId="295"/>
            <ac:spMk id="12" creationId="{0C79BA84-2AFC-4C71-65EA-2A786747DFCB}"/>
          </ac:spMkLst>
        </pc:spChg>
        <pc:spChg chg="mod">
          <ac:chgData name="Keshari, Adarsh" userId="f131e8f8-16a1-4e78-99b9-630be34fe3cb" providerId="ADAL" clId="{D5143BBC-3FF9-4668-8312-E7F6733A4928}" dt="2026-03-02T10:24:36.648" v="2493"/>
          <ac:spMkLst>
            <pc:docMk/>
            <pc:sldMk cId="2885637992" sldId="295"/>
            <ac:spMk id="13" creationId="{0E30BB18-D737-FF4F-383D-55E4111C5835}"/>
          </ac:spMkLst>
        </pc:spChg>
        <pc:spChg chg="mod">
          <ac:chgData name="Keshari, Adarsh" userId="f131e8f8-16a1-4e78-99b9-630be34fe3cb" providerId="ADAL" clId="{D5143BBC-3FF9-4668-8312-E7F6733A4928}" dt="2026-03-02T10:20:48.771" v="2467" actId="14100"/>
          <ac:spMkLst>
            <pc:docMk/>
            <pc:sldMk cId="2885637992" sldId="295"/>
            <ac:spMk id="30" creationId="{22EFE883-DE8A-3EE3-20F3-F8748247436C}"/>
          </ac:spMkLst>
        </pc:spChg>
        <pc:spChg chg="mod">
          <ac:chgData name="Keshari, Adarsh" userId="f131e8f8-16a1-4e78-99b9-630be34fe3cb" providerId="ADAL" clId="{D5143BBC-3FF9-4668-8312-E7F6733A4928}" dt="2026-03-02T10:24:42.603" v="2495"/>
          <ac:spMkLst>
            <pc:docMk/>
            <pc:sldMk cId="2885637992" sldId="295"/>
            <ac:spMk id="31" creationId="{CC9BCFB7-13ED-8297-6FA5-7ED541B84EF4}"/>
          </ac:spMkLst>
        </pc:spChg>
        <pc:spChg chg="mod">
          <ac:chgData name="Keshari, Adarsh" userId="f131e8f8-16a1-4e78-99b9-630be34fe3cb" providerId="ADAL" clId="{D5143BBC-3FF9-4668-8312-E7F6733A4928}" dt="2026-03-02T10:24:36.648" v="2493"/>
          <ac:spMkLst>
            <pc:docMk/>
            <pc:sldMk cId="2885637992" sldId="295"/>
            <ac:spMk id="36" creationId="{56131F9B-EA1F-FDF2-5F4D-9F875B947907}"/>
          </ac:spMkLst>
        </pc:spChg>
        <pc:spChg chg="mod">
          <ac:chgData name="Keshari, Adarsh" userId="f131e8f8-16a1-4e78-99b9-630be34fe3cb" providerId="ADAL" clId="{D5143BBC-3FF9-4668-8312-E7F6733A4928}" dt="2026-03-02T10:24:36.648" v="2493"/>
          <ac:spMkLst>
            <pc:docMk/>
            <pc:sldMk cId="2885637992" sldId="295"/>
            <ac:spMk id="46" creationId="{6242E9B2-D1F6-53D5-3C7D-6BB8511124F7}"/>
          </ac:spMkLst>
        </pc:spChg>
        <pc:spChg chg="mod">
          <ac:chgData name="Keshari, Adarsh" userId="f131e8f8-16a1-4e78-99b9-630be34fe3cb" providerId="ADAL" clId="{D5143BBC-3FF9-4668-8312-E7F6733A4928}" dt="2026-03-02T10:24:36.648" v="2493"/>
          <ac:spMkLst>
            <pc:docMk/>
            <pc:sldMk cId="2885637992" sldId="295"/>
            <ac:spMk id="47" creationId="{EBF6FB06-B2A4-5600-6FF5-348F0AFA8D2E}"/>
          </ac:spMkLst>
        </pc:spChg>
        <pc:spChg chg="mod">
          <ac:chgData name="Keshari, Adarsh" userId="f131e8f8-16a1-4e78-99b9-630be34fe3cb" providerId="ADAL" clId="{D5143BBC-3FF9-4668-8312-E7F6733A4928}" dt="2026-03-02T10:24:36.648" v="2493"/>
          <ac:spMkLst>
            <pc:docMk/>
            <pc:sldMk cId="2885637992" sldId="295"/>
            <ac:spMk id="51" creationId="{A4EA14AA-0131-D3E2-19AE-1AD41103EA57}"/>
          </ac:spMkLst>
        </pc:spChg>
        <pc:spChg chg="mod">
          <ac:chgData name="Keshari, Adarsh" userId="f131e8f8-16a1-4e78-99b9-630be34fe3cb" providerId="ADAL" clId="{D5143BBC-3FF9-4668-8312-E7F6733A4928}" dt="2026-03-02T10:24:36.648" v="2493"/>
          <ac:spMkLst>
            <pc:docMk/>
            <pc:sldMk cId="2885637992" sldId="295"/>
            <ac:spMk id="54" creationId="{EDEFF519-0E90-0750-0274-D8FAFAB34698}"/>
          </ac:spMkLst>
        </pc:spChg>
        <pc:spChg chg="add mod">
          <ac:chgData name="Keshari, Adarsh" userId="f131e8f8-16a1-4e78-99b9-630be34fe3cb" providerId="ADAL" clId="{D5143BBC-3FF9-4668-8312-E7F6733A4928}" dt="2026-03-02T10:14:25.309" v="2401" actId="207"/>
          <ac:spMkLst>
            <pc:docMk/>
            <pc:sldMk cId="2885637992" sldId="295"/>
            <ac:spMk id="62" creationId="{28EBCD86-8DC3-6700-1EF8-3A3C8BDB647F}"/>
          </ac:spMkLst>
        </pc:spChg>
        <pc:spChg chg="add mod">
          <ac:chgData name="Keshari, Adarsh" userId="f131e8f8-16a1-4e78-99b9-630be34fe3cb" providerId="ADAL" clId="{D5143BBC-3FF9-4668-8312-E7F6733A4928}" dt="2026-03-02T10:20:33.621" v="2466" actId="1038"/>
          <ac:spMkLst>
            <pc:docMk/>
            <pc:sldMk cId="2885637992" sldId="295"/>
            <ac:spMk id="63" creationId="{0B2A1697-8A9F-CAF8-9406-AB3D6515EAA6}"/>
          </ac:spMkLst>
        </pc:spChg>
      </pc:sldChg>
      <pc:sldChg chg="modSp mod">
        <pc:chgData name="Keshari, Adarsh" userId="f131e8f8-16a1-4e78-99b9-630be34fe3cb" providerId="ADAL" clId="{D5143BBC-3FF9-4668-8312-E7F6733A4928}" dt="2026-03-02T12:39:55.824" v="3520" actId="207"/>
        <pc:sldMkLst>
          <pc:docMk/>
          <pc:sldMk cId="1113418968" sldId="2147375957"/>
        </pc:sldMkLst>
        <pc:spChg chg="mod">
          <ac:chgData name="Keshari, Adarsh" userId="f131e8f8-16a1-4e78-99b9-630be34fe3cb" providerId="ADAL" clId="{D5143BBC-3FF9-4668-8312-E7F6733A4928}" dt="2026-03-02T12:39:55.824" v="3520" actId="207"/>
          <ac:spMkLst>
            <pc:docMk/>
            <pc:sldMk cId="1113418968" sldId="2147375957"/>
            <ac:spMk id="10" creationId="{D2D65B21-6BCD-82A7-0729-507AA4CDAA44}"/>
          </ac:spMkLst>
        </pc:spChg>
        <pc:spChg chg="mod">
          <ac:chgData name="Keshari, Adarsh" userId="f131e8f8-16a1-4e78-99b9-630be34fe3cb" providerId="ADAL" clId="{D5143BBC-3FF9-4668-8312-E7F6733A4928}" dt="2026-03-02T12:38:32.409" v="3503" actId="2711"/>
          <ac:spMkLst>
            <pc:docMk/>
            <pc:sldMk cId="1113418968" sldId="2147375957"/>
            <ac:spMk id="24" creationId="{03D402B6-4C51-F48D-C474-C79B34FD75E3}"/>
          </ac:spMkLst>
        </pc:spChg>
        <pc:spChg chg="mod">
          <ac:chgData name="Keshari, Adarsh" userId="f131e8f8-16a1-4e78-99b9-630be34fe3cb" providerId="ADAL" clId="{D5143BBC-3FF9-4668-8312-E7F6733A4928}" dt="2026-03-02T12:38:38.435" v="3504" actId="2711"/>
          <ac:spMkLst>
            <pc:docMk/>
            <pc:sldMk cId="1113418968" sldId="2147375957"/>
            <ac:spMk id="38" creationId="{2E31AAF4-7EA5-1834-9969-F7A978E2C0D0}"/>
          </ac:spMkLst>
        </pc:spChg>
        <pc:spChg chg="mod">
          <ac:chgData name="Keshari, Adarsh" userId="f131e8f8-16a1-4e78-99b9-630be34fe3cb" providerId="ADAL" clId="{D5143BBC-3FF9-4668-8312-E7F6733A4928}" dt="2026-03-02T12:38:51.181" v="3507" actId="113"/>
          <ac:spMkLst>
            <pc:docMk/>
            <pc:sldMk cId="1113418968" sldId="2147375957"/>
            <ac:spMk id="45" creationId="{55EDC078-043D-6877-5F71-CB49ED950C3A}"/>
          </ac:spMkLst>
        </pc:spChg>
      </pc:sldChg>
      <pc:sldChg chg="delSp modSp mod">
        <pc:chgData name="Keshari, Adarsh" userId="f131e8f8-16a1-4e78-99b9-630be34fe3cb" providerId="ADAL" clId="{D5143BBC-3FF9-4668-8312-E7F6733A4928}" dt="2026-03-02T10:54:16.594" v="2648" actId="20577"/>
        <pc:sldMkLst>
          <pc:docMk/>
          <pc:sldMk cId="3432820719" sldId="2147472734"/>
        </pc:sldMkLst>
        <pc:spChg chg="mod">
          <ac:chgData name="Keshari, Adarsh" userId="f131e8f8-16a1-4e78-99b9-630be34fe3cb" providerId="ADAL" clId="{D5143BBC-3FF9-4668-8312-E7F6733A4928}" dt="2026-03-02T10:54:16.594" v="2648" actId="20577"/>
          <ac:spMkLst>
            <pc:docMk/>
            <pc:sldMk cId="3432820719" sldId="2147472734"/>
            <ac:spMk id="7" creationId="{D2516176-75FE-43DB-809D-44670DF933E9}"/>
          </ac:spMkLst>
        </pc:spChg>
        <pc:spChg chg="mod">
          <ac:chgData name="Keshari, Adarsh" userId="f131e8f8-16a1-4e78-99b9-630be34fe3cb" providerId="ADAL" clId="{D5143BBC-3FF9-4668-8312-E7F6733A4928}" dt="2026-03-02T05:45:27.165" v="153" actId="1037"/>
          <ac:spMkLst>
            <pc:docMk/>
            <pc:sldMk cId="3432820719" sldId="2147472734"/>
            <ac:spMk id="45" creationId="{827D6F8A-BED7-4088-8054-1EB2AF8DA0D6}"/>
          </ac:spMkLst>
        </pc:spChg>
        <pc:picChg chg="mod">
          <ac:chgData name="Keshari, Adarsh" userId="f131e8f8-16a1-4e78-99b9-630be34fe3cb" providerId="ADAL" clId="{D5143BBC-3FF9-4668-8312-E7F6733A4928}" dt="2026-03-02T05:45:12.100" v="149" actId="14100"/>
          <ac:picMkLst>
            <pc:docMk/>
            <pc:sldMk cId="3432820719" sldId="2147472734"/>
            <ac:picMk id="2" creationId="{B6DC810F-EAE6-D5E7-1F52-631417E4A656}"/>
          </ac:picMkLst>
        </pc:picChg>
      </pc:sldChg>
      <pc:sldChg chg="addSp delSp modSp mod setBg">
        <pc:chgData name="Keshari, Adarsh" userId="f131e8f8-16a1-4e78-99b9-630be34fe3cb" providerId="ADAL" clId="{D5143BBC-3FF9-4668-8312-E7F6733A4928}" dt="2026-03-02T12:15:13.232" v="3492" actId="478"/>
        <pc:sldMkLst>
          <pc:docMk/>
          <pc:sldMk cId="657932122" sldId="2147473540"/>
        </pc:sldMkLst>
        <pc:spChg chg="mod">
          <ac:chgData name="Keshari, Adarsh" userId="f131e8f8-16a1-4e78-99b9-630be34fe3cb" providerId="ADAL" clId="{D5143BBC-3FF9-4668-8312-E7F6733A4928}" dt="2026-03-02T12:00:51.961" v="3317" actId="207"/>
          <ac:spMkLst>
            <pc:docMk/>
            <pc:sldMk cId="657932122" sldId="2147473540"/>
            <ac:spMk id="2" creationId="{30F06C1A-CDD2-ADDC-32FE-231AE5F832F1}"/>
          </ac:spMkLst>
        </pc:spChg>
        <pc:spChg chg="mod">
          <ac:chgData name="Keshari, Adarsh" userId="f131e8f8-16a1-4e78-99b9-630be34fe3cb" providerId="ADAL" clId="{D5143BBC-3FF9-4668-8312-E7F6733A4928}" dt="2026-03-02T11:38:43.090" v="2952" actId="164"/>
          <ac:spMkLst>
            <pc:docMk/>
            <pc:sldMk cId="657932122" sldId="2147473540"/>
            <ac:spMk id="7" creationId="{AB2A257C-9AAC-8950-7B18-06A435DC53D0}"/>
          </ac:spMkLst>
        </pc:spChg>
        <pc:spChg chg="mod">
          <ac:chgData name="Keshari, Adarsh" userId="f131e8f8-16a1-4e78-99b9-630be34fe3cb" providerId="ADAL" clId="{D5143BBC-3FF9-4668-8312-E7F6733A4928}" dt="2026-03-02T12:04:27.080" v="3335" actId="14100"/>
          <ac:spMkLst>
            <pc:docMk/>
            <pc:sldMk cId="657932122" sldId="2147473540"/>
            <ac:spMk id="10" creationId="{A97A0E1E-5CF0-669E-CB11-72A46012E5B0}"/>
          </ac:spMkLst>
        </pc:spChg>
        <pc:spChg chg="mod">
          <ac:chgData name="Keshari, Adarsh" userId="f131e8f8-16a1-4e78-99b9-630be34fe3cb" providerId="ADAL" clId="{D5143BBC-3FF9-4668-8312-E7F6733A4928}" dt="2026-03-02T12:04:33.794" v="3336" actId="1076"/>
          <ac:spMkLst>
            <pc:docMk/>
            <pc:sldMk cId="657932122" sldId="2147473540"/>
            <ac:spMk id="11" creationId="{D748F4B6-E3D6-662C-9E23-18D30E8DFD8E}"/>
          </ac:spMkLst>
        </pc:spChg>
        <pc:spChg chg="mod">
          <ac:chgData name="Keshari, Adarsh" userId="f131e8f8-16a1-4e78-99b9-630be34fe3cb" providerId="ADAL" clId="{D5143BBC-3FF9-4668-8312-E7F6733A4928}" dt="2026-03-02T12:06:49.455" v="3371" actId="14100"/>
          <ac:spMkLst>
            <pc:docMk/>
            <pc:sldMk cId="657932122" sldId="2147473540"/>
            <ac:spMk id="17" creationId="{7AA29D4A-02D3-0806-AA32-0DA5C9CCDE19}"/>
          </ac:spMkLst>
        </pc:spChg>
        <pc:spChg chg="mod">
          <ac:chgData name="Keshari, Adarsh" userId="f131e8f8-16a1-4e78-99b9-630be34fe3cb" providerId="ADAL" clId="{D5143BBC-3FF9-4668-8312-E7F6733A4928}" dt="2026-03-02T12:05:04.398" v="3353" actId="1036"/>
          <ac:spMkLst>
            <pc:docMk/>
            <pc:sldMk cId="657932122" sldId="2147473540"/>
            <ac:spMk id="21" creationId="{4F8F6C8B-8252-9FED-FADB-DD863D068843}"/>
          </ac:spMkLst>
        </pc:spChg>
        <pc:spChg chg="mod ord">
          <ac:chgData name="Keshari, Adarsh" userId="f131e8f8-16a1-4e78-99b9-630be34fe3cb" providerId="ADAL" clId="{D5143BBC-3FF9-4668-8312-E7F6733A4928}" dt="2026-03-02T12:06:02.892" v="3360" actId="1076"/>
          <ac:spMkLst>
            <pc:docMk/>
            <pc:sldMk cId="657932122" sldId="2147473540"/>
            <ac:spMk id="22" creationId="{4D7302EB-01D7-183F-0503-F1BC39AA9B75}"/>
          </ac:spMkLst>
        </pc:spChg>
        <pc:spChg chg="mod">
          <ac:chgData name="Keshari, Adarsh" userId="f131e8f8-16a1-4e78-99b9-630be34fe3cb" providerId="ADAL" clId="{D5143BBC-3FF9-4668-8312-E7F6733A4928}" dt="2026-03-02T12:04:37.695" v="3345" actId="1036"/>
          <ac:spMkLst>
            <pc:docMk/>
            <pc:sldMk cId="657932122" sldId="2147473540"/>
            <ac:spMk id="23" creationId="{978C8197-3497-5787-47CF-B5DCB49D2AC6}"/>
          </ac:spMkLst>
        </pc:spChg>
        <pc:spChg chg="mod ord">
          <ac:chgData name="Keshari, Adarsh" userId="f131e8f8-16a1-4e78-99b9-630be34fe3cb" providerId="ADAL" clId="{D5143BBC-3FF9-4668-8312-E7F6733A4928}" dt="2026-03-02T12:07:10.825" v="3374" actId="1076"/>
          <ac:spMkLst>
            <pc:docMk/>
            <pc:sldMk cId="657932122" sldId="2147473540"/>
            <ac:spMk id="24" creationId="{6782EF75-D941-B00B-D396-3FF6EAD08856}"/>
          </ac:spMkLst>
        </pc:spChg>
        <pc:spChg chg="mod">
          <ac:chgData name="Keshari, Adarsh" userId="f131e8f8-16a1-4e78-99b9-630be34fe3cb" providerId="ADAL" clId="{D5143BBC-3FF9-4668-8312-E7F6733A4928}" dt="2026-03-02T12:04:16.841" v="3334" actId="1036"/>
          <ac:spMkLst>
            <pc:docMk/>
            <pc:sldMk cId="657932122" sldId="2147473540"/>
            <ac:spMk id="26" creationId="{B0E26B96-5C2A-A92A-ACC6-769792D4B8D3}"/>
          </ac:spMkLst>
        </pc:spChg>
        <pc:spChg chg="mod">
          <ac:chgData name="Keshari, Adarsh" userId="f131e8f8-16a1-4e78-99b9-630be34fe3cb" providerId="ADAL" clId="{D5143BBC-3FF9-4668-8312-E7F6733A4928}" dt="2026-03-02T11:44:55.317" v="3018" actId="1036"/>
          <ac:spMkLst>
            <pc:docMk/>
            <pc:sldMk cId="657932122" sldId="2147473540"/>
            <ac:spMk id="29" creationId="{EEB7A43D-CFE5-F0D0-41E6-318FC5C0B574}"/>
          </ac:spMkLst>
        </pc:spChg>
        <pc:spChg chg="mod">
          <ac:chgData name="Keshari, Adarsh" userId="f131e8f8-16a1-4e78-99b9-630be34fe3cb" providerId="ADAL" clId="{D5143BBC-3FF9-4668-8312-E7F6733A4928}" dt="2026-03-02T12:00:51.961" v="3317" actId="207"/>
          <ac:spMkLst>
            <pc:docMk/>
            <pc:sldMk cId="657932122" sldId="2147473540"/>
            <ac:spMk id="31" creationId="{344EB909-EE4F-8DA7-9837-3CDBD4A32ED2}"/>
          </ac:spMkLst>
        </pc:spChg>
        <pc:spChg chg="mod">
          <ac:chgData name="Keshari, Adarsh" userId="f131e8f8-16a1-4e78-99b9-630be34fe3cb" providerId="ADAL" clId="{D5143BBC-3FF9-4668-8312-E7F6733A4928}" dt="2026-03-02T12:05:15.472" v="3354" actId="1076"/>
          <ac:spMkLst>
            <pc:docMk/>
            <pc:sldMk cId="657932122" sldId="2147473540"/>
            <ac:spMk id="34" creationId="{672C8930-8CA4-452D-5F46-639158C7EF79}"/>
          </ac:spMkLst>
        </pc:spChg>
        <pc:spChg chg="add mod">
          <ac:chgData name="Keshari, Adarsh" userId="f131e8f8-16a1-4e78-99b9-630be34fe3cb" providerId="ADAL" clId="{D5143BBC-3FF9-4668-8312-E7F6733A4928}" dt="2026-03-02T12:03:03.501" v="3325" actId="20577"/>
          <ac:spMkLst>
            <pc:docMk/>
            <pc:sldMk cId="657932122" sldId="2147473540"/>
            <ac:spMk id="39" creationId="{8A574C2D-913B-9B95-BDE8-09A8EAEB427D}"/>
          </ac:spMkLst>
        </pc:spChg>
        <pc:spChg chg="mod">
          <ac:chgData name="Keshari, Adarsh" userId="f131e8f8-16a1-4e78-99b9-630be34fe3cb" providerId="ADAL" clId="{D5143BBC-3FF9-4668-8312-E7F6733A4928}" dt="2026-03-02T12:05:51.440" v="3358" actId="1076"/>
          <ac:spMkLst>
            <pc:docMk/>
            <pc:sldMk cId="657932122" sldId="2147473540"/>
            <ac:spMk id="42" creationId="{EFFE5199-8834-53AD-DFD0-E4B9918E894D}"/>
          </ac:spMkLst>
        </pc:spChg>
        <pc:spChg chg="mod">
          <ac:chgData name="Keshari, Adarsh" userId="f131e8f8-16a1-4e78-99b9-630be34fe3cb" providerId="ADAL" clId="{D5143BBC-3FF9-4668-8312-E7F6733A4928}" dt="2026-03-02T11:43:51.360" v="2996" actId="1076"/>
          <ac:spMkLst>
            <pc:docMk/>
            <pc:sldMk cId="657932122" sldId="2147473540"/>
            <ac:spMk id="46" creationId="{B41EC9C2-7218-BD83-01DB-BCDC2F0DC753}"/>
          </ac:spMkLst>
        </pc:spChg>
        <pc:spChg chg="mod">
          <ac:chgData name="Keshari, Adarsh" userId="f131e8f8-16a1-4e78-99b9-630be34fe3cb" providerId="ADAL" clId="{D5143BBC-3FF9-4668-8312-E7F6733A4928}" dt="2026-03-02T12:05:15.472" v="3354" actId="1076"/>
          <ac:spMkLst>
            <pc:docMk/>
            <pc:sldMk cId="657932122" sldId="2147473540"/>
            <ac:spMk id="48" creationId="{97852059-76BA-C561-52CE-F2DED044FD22}"/>
          </ac:spMkLst>
        </pc:spChg>
        <pc:spChg chg="mod">
          <ac:chgData name="Keshari, Adarsh" userId="f131e8f8-16a1-4e78-99b9-630be34fe3cb" providerId="ADAL" clId="{D5143BBC-3FF9-4668-8312-E7F6733A4928}" dt="2026-03-02T12:00:51.961" v="3317" actId="207"/>
          <ac:spMkLst>
            <pc:docMk/>
            <pc:sldMk cId="657932122" sldId="2147473540"/>
            <ac:spMk id="59" creationId="{47D4F1CD-88C7-672E-A94D-08729A4A7F33}"/>
          </ac:spMkLst>
        </pc:spChg>
        <pc:spChg chg="add mod">
          <ac:chgData name="Keshari, Adarsh" userId="f131e8f8-16a1-4e78-99b9-630be34fe3cb" providerId="ADAL" clId="{D5143BBC-3FF9-4668-8312-E7F6733A4928}" dt="2026-03-02T12:07:04.849" v="3372" actId="1076"/>
          <ac:spMkLst>
            <pc:docMk/>
            <pc:sldMk cId="657932122" sldId="2147473540"/>
            <ac:spMk id="62" creationId="{6993E6EF-155D-ED1C-8534-84CB9DA4A930}"/>
          </ac:spMkLst>
        </pc:spChg>
        <pc:spChg chg="mod">
          <ac:chgData name="Keshari, Adarsh" userId="f131e8f8-16a1-4e78-99b9-630be34fe3cb" providerId="ADAL" clId="{D5143BBC-3FF9-4668-8312-E7F6733A4928}" dt="2026-03-02T12:05:37.931" v="3356" actId="1076"/>
          <ac:spMkLst>
            <pc:docMk/>
            <pc:sldMk cId="657932122" sldId="2147473540"/>
            <ac:spMk id="75" creationId="{DFC2C614-4DE8-D433-B76C-93CAE5B2B391}"/>
          </ac:spMkLst>
        </pc:spChg>
        <pc:spChg chg="mod">
          <ac:chgData name="Keshari, Adarsh" userId="f131e8f8-16a1-4e78-99b9-630be34fe3cb" providerId="ADAL" clId="{D5143BBC-3FF9-4668-8312-E7F6733A4928}" dt="2026-03-02T12:05:33.343" v="3355" actId="1076"/>
          <ac:spMkLst>
            <pc:docMk/>
            <pc:sldMk cId="657932122" sldId="2147473540"/>
            <ac:spMk id="77" creationId="{7011DEAC-9710-8145-288B-3AFFFD4CCF5F}"/>
          </ac:spMkLst>
        </pc:spChg>
        <pc:spChg chg="mod">
          <ac:chgData name="Keshari, Adarsh" userId="f131e8f8-16a1-4e78-99b9-630be34fe3cb" providerId="ADAL" clId="{D5143BBC-3FF9-4668-8312-E7F6733A4928}" dt="2026-03-02T12:06:17.214" v="3365" actId="1076"/>
          <ac:spMkLst>
            <pc:docMk/>
            <pc:sldMk cId="657932122" sldId="2147473540"/>
            <ac:spMk id="78" creationId="{3D5A2A60-9782-E683-F30F-E30738B77EF8}"/>
          </ac:spMkLst>
        </pc:spChg>
        <pc:spChg chg="mod">
          <ac:chgData name="Keshari, Adarsh" userId="f131e8f8-16a1-4e78-99b9-630be34fe3cb" providerId="ADAL" clId="{D5143BBC-3FF9-4668-8312-E7F6733A4928}" dt="2026-03-02T12:07:13.716" v="3375" actId="1076"/>
          <ac:spMkLst>
            <pc:docMk/>
            <pc:sldMk cId="657932122" sldId="2147473540"/>
            <ac:spMk id="79" creationId="{B2E72A8F-0124-EDEA-AE3B-0E7E30D52DD2}"/>
          </ac:spMkLst>
        </pc:spChg>
        <pc:spChg chg="mod">
          <ac:chgData name="Keshari, Adarsh" userId="f131e8f8-16a1-4e78-99b9-630be34fe3cb" providerId="ADAL" clId="{D5143BBC-3FF9-4668-8312-E7F6733A4928}" dt="2026-03-02T12:05:44.078" v="3357" actId="1076"/>
          <ac:spMkLst>
            <pc:docMk/>
            <pc:sldMk cId="657932122" sldId="2147473540"/>
            <ac:spMk id="80" creationId="{5E4F25D9-0818-89BA-F3A8-B31CCE05564D}"/>
          </ac:spMkLst>
        </pc:spChg>
        <pc:spChg chg="mod">
          <ac:chgData name="Keshari, Adarsh" userId="f131e8f8-16a1-4e78-99b9-630be34fe3cb" providerId="ADAL" clId="{D5143BBC-3FF9-4668-8312-E7F6733A4928}" dt="2026-03-02T11:59:01.352" v="3296"/>
          <ac:spMkLst>
            <pc:docMk/>
            <pc:sldMk cId="657932122" sldId="2147473540"/>
            <ac:spMk id="82" creationId="{ED8953DD-6B03-E0BE-339B-DB0FCE41E95C}"/>
          </ac:spMkLst>
        </pc:spChg>
        <pc:grpChg chg="add mod">
          <ac:chgData name="Keshari, Adarsh" userId="f131e8f8-16a1-4e78-99b9-630be34fe3cb" providerId="ADAL" clId="{D5143BBC-3FF9-4668-8312-E7F6733A4928}" dt="2026-03-02T11:56:41.588" v="3252" actId="1037"/>
          <ac:grpSpMkLst>
            <pc:docMk/>
            <pc:sldMk cId="657932122" sldId="2147473540"/>
            <ac:grpSpMk id="49" creationId="{59318AF1-FD06-19A1-F051-F5D4A931AC4B}"/>
          </ac:grpSpMkLst>
        </pc:grpChg>
        <pc:graphicFrameChg chg="mod modGraphic">
          <ac:chgData name="Keshari, Adarsh" userId="f131e8f8-16a1-4e78-99b9-630be34fe3cb" providerId="ADAL" clId="{D5143BBC-3FF9-4668-8312-E7F6733A4928}" dt="2026-03-02T12:15:03.276" v="3491"/>
          <ac:graphicFrameMkLst>
            <pc:docMk/>
            <pc:sldMk cId="657932122" sldId="2147473540"/>
            <ac:graphicFrameMk id="15" creationId="{26718D14-744F-1402-79C8-7C47FEA01254}"/>
          </ac:graphicFrameMkLst>
        </pc:graphicFrameChg>
        <pc:picChg chg="mod">
          <ac:chgData name="Keshari, Adarsh" userId="f131e8f8-16a1-4e78-99b9-630be34fe3cb" providerId="ADAL" clId="{D5143BBC-3FF9-4668-8312-E7F6733A4928}" dt="2026-03-02T11:43:46.381" v="2995" actId="14100"/>
          <ac:picMkLst>
            <pc:docMk/>
            <pc:sldMk cId="657932122" sldId="2147473540"/>
            <ac:picMk id="47" creationId="{9A7D177F-2216-B377-0361-F43B66DBB076}"/>
          </ac:picMkLst>
        </pc:picChg>
        <pc:picChg chg="add mod">
          <ac:chgData name="Keshari, Adarsh" userId="f131e8f8-16a1-4e78-99b9-630be34fe3cb" providerId="ADAL" clId="{D5143BBC-3FF9-4668-8312-E7F6733A4928}" dt="2026-03-02T11:44:55.317" v="3018" actId="1036"/>
          <ac:picMkLst>
            <pc:docMk/>
            <pc:sldMk cId="657932122" sldId="2147473540"/>
            <ac:picMk id="55" creationId="{2349AEE6-A3C1-13DC-2169-428C1B7FF5AF}"/>
          </ac:picMkLst>
        </pc:picChg>
        <pc:picChg chg="add mod">
          <ac:chgData name="Keshari, Adarsh" userId="f131e8f8-16a1-4e78-99b9-630be34fe3cb" providerId="ADAL" clId="{D5143BBC-3FF9-4668-8312-E7F6733A4928}" dt="2026-03-02T12:05:04.398" v="3353" actId="1036"/>
          <ac:picMkLst>
            <pc:docMk/>
            <pc:sldMk cId="657932122" sldId="2147473540"/>
            <ac:picMk id="57" creationId="{92A3183E-67D4-4D60-AE79-5875FD90F923}"/>
          </ac:picMkLst>
        </pc:picChg>
        <pc:picChg chg="add mod">
          <ac:chgData name="Keshari, Adarsh" userId="f131e8f8-16a1-4e78-99b9-630be34fe3cb" providerId="ADAL" clId="{D5143BBC-3FF9-4668-8312-E7F6733A4928}" dt="2026-03-02T12:05:15.472" v="3354" actId="1076"/>
          <ac:picMkLst>
            <pc:docMk/>
            <pc:sldMk cId="657932122" sldId="2147473540"/>
            <ac:picMk id="58" creationId="{3AB69E0B-0657-E402-3251-9CA04A7468D9}"/>
          </ac:picMkLst>
        </pc:picChg>
        <pc:picChg chg="add mod">
          <ac:chgData name="Keshari, Adarsh" userId="f131e8f8-16a1-4e78-99b9-630be34fe3cb" providerId="ADAL" clId="{D5143BBC-3FF9-4668-8312-E7F6733A4928}" dt="2026-03-02T12:06:12.728" v="3364" actId="1076"/>
          <ac:picMkLst>
            <pc:docMk/>
            <pc:sldMk cId="657932122" sldId="2147473540"/>
            <ac:picMk id="60" creationId="{A22E131F-F8BC-5553-374F-BE776BD36436}"/>
          </ac:picMkLst>
        </pc:picChg>
      </pc:sldChg>
      <pc:sldChg chg="modSp mod">
        <pc:chgData name="Keshari, Adarsh" userId="f131e8f8-16a1-4e78-99b9-630be34fe3cb" providerId="ADAL" clId="{D5143BBC-3FF9-4668-8312-E7F6733A4928}" dt="2026-03-02T12:54:30.286" v="3535" actId="1038"/>
        <pc:sldMkLst>
          <pc:docMk/>
          <pc:sldMk cId="4107191023" sldId="2147477786"/>
        </pc:sldMkLst>
        <pc:spChg chg="mod">
          <ac:chgData name="Keshari, Adarsh" userId="f131e8f8-16a1-4e78-99b9-630be34fe3cb" providerId="ADAL" clId="{D5143BBC-3FF9-4668-8312-E7F6733A4928}" dt="2026-03-02T12:53:18.756" v="3523" actId="1076"/>
          <ac:spMkLst>
            <pc:docMk/>
            <pc:sldMk cId="4107191023" sldId="2147477786"/>
            <ac:spMk id="11" creationId="{3CA5F539-6BC0-03FD-FB00-C8C2AFFF43A4}"/>
          </ac:spMkLst>
        </pc:spChg>
        <pc:spChg chg="mod">
          <ac:chgData name="Keshari, Adarsh" userId="f131e8f8-16a1-4e78-99b9-630be34fe3cb" providerId="ADAL" clId="{D5143BBC-3FF9-4668-8312-E7F6733A4928}" dt="2026-03-02T12:53:18.756" v="3523" actId="1076"/>
          <ac:spMkLst>
            <pc:docMk/>
            <pc:sldMk cId="4107191023" sldId="2147477786"/>
            <ac:spMk id="25" creationId="{983D54E0-8C6F-ACC0-51B2-A8FF78BA3D2A}"/>
          </ac:spMkLst>
        </pc:spChg>
        <pc:spChg chg="mod">
          <ac:chgData name="Keshari, Adarsh" userId="f131e8f8-16a1-4e78-99b9-630be34fe3cb" providerId="ADAL" clId="{D5143BBC-3FF9-4668-8312-E7F6733A4928}" dt="2026-03-02T12:53:18.756" v="3523" actId="1076"/>
          <ac:spMkLst>
            <pc:docMk/>
            <pc:sldMk cId="4107191023" sldId="2147477786"/>
            <ac:spMk id="30" creationId="{488DFBB2-2B84-AE7A-95D5-A96D69F117C6}"/>
          </ac:spMkLst>
        </pc:spChg>
        <pc:spChg chg="mod">
          <ac:chgData name="Keshari, Adarsh" userId="f131e8f8-16a1-4e78-99b9-630be34fe3cb" providerId="ADAL" clId="{D5143BBC-3FF9-4668-8312-E7F6733A4928}" dt="2026-03-02T12:53:18.756" v="3523" actId="1076"/>
          <ac:spMkLst>
            <pc:docMk/>
            <pc:sldMk cId="4107191023" sldId="2147477786"/>
            <ac:spMk id="32" creationId="{FE5AE581-5A1C-537E-7949-0FBA4235D107}"/>
          </ac:spMkLst>
        </pc:spChg>
        <pc:spChg chg="mod">
          <ac:chgData name="Keshari, Adarsh" userId="f131e8f8-16a1-4e78-99b9-630be34fe3cb" providerId="ADAL" clId="{D5143BBC-3FF9-4668-8312-E7F6733A4928}" dt="2026-03-02T12:53:18.756" v="3523" actId="1076"/>
          <ac:spMkLst>
            <pc:docMk/>
            <pc:sldMk cId="4107191023" sldId="2147477786"/>
            <ac:spMk id="35" creationId="{C3370B39-721C-D9A4-8DF7-38CBE6D20D6B}"/>
          </ac:spMkLst>
        </pc:spChg>
        <pc:spChg chg="mod">
          <ac:chgData name="Keshari, Adarsh" userId="f131e8f8-16a1-4e78-99b9-630be34fe3cb" providerId="ADAL" clId="{D5143BBC-3FF9-4668-8312-E7F6733A4928}" dt="2026-03-02T12:53:18.756" v="3523" actId="1076"/>
          <ac:spMkLst>
            <pc:docMk/>
            <pc:sldMk cId="4107191023" sldId="2147477786"/>
            <ac:spMk id="36" creationId="{9264E4C1-EC7C-6E20-157D-0B0266EC93B8}"/>
          </ac:spMkLst>
        </pc:spChg>
        <pc:spChg chg="mod">
          <ac:chgData name="Keshari, Adarsh" userId="f131e8f8-16a1-4e78-99b9-630be34fe3cb" providerId="ADAL" clId="{D5143BBC-3FF9-4668-8312-E7F6733A4928}" dt="2026-03-02T12:53:18.756" v="3523" actId="1076"/>
          <ac:spMkLst>
            <pc:docMk/>
            <pc:sldMk cId="4107191023" sldId="2147477786"/>
            <ac:spMk id="38" creationId="{7876F22A-219F-CC00-BEFF-9E4867A3D299}"/>
          </ac:spMkLst>
        </pc:spChg>
        <pc:spChg chg="mod">
          <ac:chgData name="Keshari, Adarsh" userId="f131e8f8-16a1-4e78-99b9-630be34fe3cb" providerId="ADAL" clId="{D5143BBC-3FF9-4668-8312-E7F6733A4928}" dt="2026-03-02T12:53:38.084" v="3527" actId="1076"/>
          <ac:spMkLst>
            <pc:docMk/>
            <pc:sldMk cId="4107191023" sldId="2147477786"/>
            <ac:spMk id="39" creationId="{77BCE7A3-6242-C737-D1A9-DDFE72748D35}"/>
          </ac:spMkLst>
        </pc:spChg>
        <pc:spChg chg="mod">
          <ac:chgData name="Keshari, Adarsh" userId="f131e8f8-16a1-4e78-99b9-630be34fe3cb" providerId="ADAL" clId="{D5143BBC-3FF9-4668-8312-E7F6733A4928}" dt="2026-03-02T12:53:24.990" v="3524" actId="1076"/>
          <ac:spMkLst>
            <pc:docMk/>
            <pc:sldMk cId="4107191023" sldId="2147477786"/>
            <ac:spMk id="40" creationId="{BE88208E-527D-73AF-FAF0-77B03547732D}"/>
          </ac:spMkLst>
        </pc:spChg>
        <pc:spChg chg="mod">
          <ac:chgData name="Keshari, Adarsh" userId="f131e8f8-16a1-4e78-99b9-630be34fe3cb" providerId="ADAL" clId="{D5143BBC-3FF9-4668-8312-E7F6733A4928}" dt="2026-03-02T12:53:24.990" v="3524" actId="1076"/>
          <ac:spMkLst>
            <pc:docMk/>
            <pc:sldMk cId="4107191023" sldId="2147477786"/>
            <ac:spMk id="41" creationId="{A040D13B-98C1-B3E0-6E1A-AAC09C98C957}"/>
          </ac:spMkLst>
        </pc:spChg>
        <pc:spChg chg="mod">
          <ac:chgData name="Keshari, Adarsh" userId="f131e8f8-16a1-4e78-99b9-630be34fe3cb" providerId="ADAL" clId="{D5143BBC-3FF9-4668-8312-E7F6733A4928}" dt="2026-03-02T12:53:24.990" v="3524" actId="1076"/>
          <ac:spMkLst>
            <pc:docMk/>
            <pc:sldMk cId="4107191023" sldId="2147477786"/>
            <ac:spMk id="42" creationId="{ACC2655E-C32E-8A84-D69D-48F2120A5F9B}"/>
          </ac:spMkLst>
        </pc:spChg>
        <pc:spChg chg="mod">
          <ac:chgData name="Keshari, Adarsh" userId="f131e8f8-16a1-4e78-99b9-630be34fe3cb" providerId="ADAL" clId="{D5143BBC-3FF9-4668-8312-E7F6733A4928}" dt="2026-03-02T12:54:23.844" v="3532" actId="1076"/>
          <ac:spMkLst>
            <pc:docMk/>
            <pc:sldMk cId="4107191023" sldId="2147477786"/>
            <ac:spMk id="43" creationId="{E50586B2-B5DC-6CBD-DF0C-6CA2A9A195BC}"/>
          </ac:spMkLst>
        </pc:spChg>
        <pc:spChg chg="mod">
          <ac:chgData name="Keshari, Adarsh" userId="f131e8f8-16a1-4e78-99b9-630be34fe3cb" providerId="ADAL" clId="{D5143BBC-3FF9-4668-8312-E7F6733A4928}" dt="2026-03-02T12:54:23.844" v="3532" actId="1076"/>
          <ac:spMkLst>
            <pc:docMk/>
            <pc:sldMk cId="4107191023" sldId="2147477786"/>
            <ac:spMk id="46" creationId="{65D223AF-A1FF-8383-D9D0-C74EAC046AE9}"/>
          </ac:spMkLst>
        </pc:spChg>
        <pc:spChg chg="mod">
          <ac:chgData name="Keshari, Adarsh" userId="f131e8f8-16a1-4e78-99b9-630be34fe3cb" providerId="ADAL" clId="{D5143BBC-3FF9-4668-8312-E7F6733A4928}" dt="2026-03-02T12:53:18.756" v="3523" actId="1076"/>
          <ac:spMkLst>
            <pc:docMk/>
            <pc:sldMk cId="4107191023" sldId="2147477786"/>
            <ac:spMk id="47" creationId="{4AD54E1D-35B8-EA0C-0607-13AA91B84BD3}"/>
          </ac:spMkLst>
        </pc:spChg>
        <pc:spChg chg="mod">
          <ac:chgData name="Keshari, Adarsh" userId="f131e8f8-16a1-4e78-99b9-630be34fe3cb" providerId="ADAL" clId="{D5143BBC-3FF9-4668-8312-E7F6733A4928}" dt="2026-03-02T12:53:58.604" v="3529" actId="1076"/>
          <ac:spMkLst>
            <pc:docMk/>
            <pc:sldMk cId="4107191023" sldId="2147477786"/>
            <ac:spMk id="69" creationId="{2AE34431-2F1A-D403-738D-5ED41C4A3DF4}"/>
          </ac:spMkLst>
        </pc:spChg>
        <pc:cxnChg chg="mod">
          <ac:chgData name="Keshari, Adarsh" userId="f131e8f8-16a1-4e78-99b9-630be34fe3cb" providerId="ADAL" clId="{D5143BBC-3FF9-4668-8312-E7F6733A4928}" dt="2026-03-02T12:54:30.286" v="3535" actId="1038"/>
          <ac:cxnSpMkLst>
            <pc:docMk/>
            <pc:sldMk cId="4107191023" sldId="2147477786"/>
            <ac:cxnSpMk id="45" creationId="{F6D5B66D-72F6-733C-D7BA-AD18B076662A}"/>
          </ac:cxnSpMkLst>
        </pc:cxnChg>
      </pc:sldChg>
      <pc:sldChg chg="delSp mod">
        <pc:chgData name="Keshari, Adarsh" userId="f131e8f8-16a1-4e78-99b9-630be34fe3cb" providerId="ADAL" clId="{D5143BBC-3FF9-4668-8312-E7F6733A4928}" dt="2026-03-02T05:31:42.351" v="4" actId="478"/>
        <pc:sldMkLst>
          <pc:docMk/>
          <pc:sldMk cId="1139542921" sldId="2147482957"/>
        </pc:sldMkLst>
      </pc:sldChg>
      <pc:sldChg chg="modSp mod">
        <pc:chgData name="Keshari, Adarsh" userId="f131e8f8-16a1-4e78-99b9-630be34fe3cb" providerId="ADAL" clId="{D5143BBC-3FF9-4668-8312-E7F6733A4928}" dt="2026-03-02T12:22:17.700" v="3499" actId="207"/>
        <pc:sldMkLst>
          <pc:docMk/>
          <pc:sldMk cId="4050349691" sldId="2147483429"/>
        </pc:sldMkLst>
        <pc:graphicFrameChg chg="mod modGraphic">
          <ac:chgData name="Keshari, Adarsh" userId="f131e8f8-16a1-4e78-99b9-630be34fe3cb" providerId="ADAL" clId="{D5143BBC-3FF9-4668-8312-E7F6733A4928}" dt="2026-03-02T12:22:17.700" v="3499" actId="207"/>
          <ac:graphicFrameMkLst>
            <pc:docMk/>
            <pc:sldMk cId="4050349691" sldId="2147483429"/>
            <ac:graphicFrameMk id="4" creationId="{D63718EB-A235-AE2F-9D85-C0AE00360A61}"/>
          </ac:graphicFrameMkLst>
        </pc:graphicFrameChg>
      </pc:sldChg>
      <pc:sldChg chg="modSp mod">
        <pc:chgData name="Keshari, Adarsh" userId="f131e8f8-16a1-4e78-99b9-630be34fe3cb" providerId="ADAL" clId="{D5143BBC-3FF9-4668-8312-E7F6733A4928}" dt="2026-03-02T10:09:49.883" v="2388" actId="14100"/>
        <pc:sldMkLst>
          <pc:docMk/>
          <pc:sldMk cId="902939176" sldId="2147483645"/>
        </pc:sldMkLst>
        <pc:spChg chg="mod">
          <ac:chgData name="Keshari, Adarsh" userId="f131e8f8-16a1-4e78-99b9-630be34fe3cb" providerId="ADAL" clId="{D5143BBC-3FF9-4668-8312-E7F6733A4928}" dt="2026-03-02T08:48:34.491" v="2093" actId="14100"/>
          <ac:spMkLst>
            <pc:docMk/>
            <pc:sldMk cId="902939176" sldId="2147483645"/>
            <ac:spMk id="3" creationId="{98F8ECF8-8D3D-BF20-CF07-D8F74E92E503}"/>
          </ac:spMkLst>
        </pc:spChg>
        <pc:spChg chg="mod">
          <ac:chgData name="Keshari, Adarsh" userId="f131e8f8-16a1-4e78-99b9-630be34fe3cb" providerId="ADAL" clId="{D5143BBC-3FF9-4668-8312-E7F6733A4928}" dt="2026-03-02T10:09:29.231" v="2387" actId="1076"/>
          <ac:spMkLst>
            <pc:docMk/>
            <pc:sldMk cId="902939176" sldId="2147483645"/>
            <ac:spMk id="4" creationId="{863FB5E0-40DB-4C31-0250-26F544F0BEEB}"/>
          </ac:spMkLst>
        </pc:spChg>
        <pc:spChg chg="mod">
          <ac:chgData name="Keshari, Adarsh" userId="f131e8f8-16a1-4e78-99b9-630be34fe3cb" providerId="ADAL" clId="{D5143BBC-3FF9-4668-8312-E7F6733A4928}" dt="2026-03-02T08:59:32.091" v="2289" actId="1036"/>
          <ac:spMkLst>
            <pc:docMk/>
            <pc:sldMk cId="902939176" sldId="2147483645"/>
            <ac:spMk id="5" creationId="{A8EE6FCE-8041-6FE2-C2CB-9DF6C6C15BB9}"/>
          </ac:spMkLst>
        </pc:spChg>
        <pc:spChg chg="mod">
          <ac:chgData name="Keshari, Adarsh" userId="f131e8f8-16a1-4e78-99b9-630be34fe3cb" providerId="ADAL" clId="{D5143BBC-3FF9-4668-8312-E7F6733A4928}" dt="2026-03-02T08:48:34.491" v="2093" actId="14100"/>
          <ac:spMkLst>
            <pc:docMk/>
            <pc:sldMk cId="902939176" sldId="2147483645"/>
            <ac:spMk id="7" creationId="{0DCF27A5-98A1-98FC-73F5-566252CEE332}"/>
          </ac:spMkLst>
        </pc:spChg>
        <pc:spChg chg="mod">
          <ac:chgData name="Keshari, Adarsh" userId="f131e8f8-16a1-4e78-99b9-630be34fe3cb" providerId="ADAL" clId="{D5143BBC-3FF9-4668-8312-E7F6733A4928}" dt="2026-03-02T10:09:49.883" v="2388" actId="14100"/>
          <ac:spMkLst>
            <pc:docMk/>
            <pc:sldMk cId="902939176" sldId="2147483645"/>
            <ac:spMk id="8" creationId="{872DE31B-B592-8B38-7AC2-D3F55138B08E}"/>
          </ac:spMkLst>
        </pc:spChg>
        <pc:spChg chg="mod">
          <ac:chgData name="Keshari, Adarsh" userId="f131e8f8-16a1-4e78-99b9-630be34fe3cb" providerId="ADAL" clId="{D5143BBC-3FF9-4668-8312-E7F6733A4928}" dt="2026-03-02T10:09:10.341" v="2386" actId="1038"/>
          <ac:spMkLst>
            <pc:docMk/>
            <pc:sldMk cId="902939176" sldId="2147483645"/>
            <ac:spMk id="9" creationId="{46BED91E-8CE1-45E3-4D20-5A4F517A4E65}"/>
          </ac:spMkLst>
        </pc:spChg>
        <pc:spChg chg="mod">
          <ac:chgData name="Keshari, Adarsh" userId="f131e8f8-16a1-4e78-99b9-630be34fe3cb" providerId="ADAL" clId="{D5143BBC-3FF9-4668-8312-E7F6733A4928}" dt="2026-03-02T10:07:09.698" v="2346" actId="14100"/>
          <ac:spMkLst>
            <pc:docMk/>
            <pc:sldMk cId="902939176" sldId="2147483645"/>
            <ac:spMk id="10" creationId="{EE08D2A6-E8A6-3EC7-1AE9-E622A762CD84}"/>
          </ac:spMkLst>
        </pc:spChg>
        <pc:spChg chg="mod">
          <ac:chgData name="Keshari, Adarsh" userId="f131e8f8-16a1-4e78-99b9-630be34fe3cb" providerId="ADAL" clId="{D5143BBC-3FF9-4668-8312-E7F6733A4928}" dt="2026-03-02T10:07:09.698" v="2346" actId="14100"/>
          <ac:spMkLst>
            <pc:docMk/>
            <pc:sldMk cId="902939176" sldId="2147483645"/>
            <ac:spMk id="16" creationId="{A5216657-47E5-96D7-9038-930C32E0C5F6}"/>
          </ac:spMkLst>
        </pc:spChg>
        <pc:spChg chg="mod">
          <ac:chgData name="Keshari, Adarsh" userId="f131e8f8-16a1-4e78-99b9-630be34fe3cb" providerId="ADAL" clId="{D5143BBC-3FF9-4668-8312-E7F6733A4928}" dt="2026-03-02T10:07:09.698" v="2346" actId="14100"/>
          <ac:spMkLst>
            <pc:docMk/>
            <pc:sldMk cId="902939176" sldId="2147483645"/>
            <ac:spMk id="19" creationId="{FAA6B221-0F49-61B1-ABDA-6505B4F7A614}"/>
          </ac:spMkLst>
        </pc:spChg>
        <pc:spChg chg="mod">
          <ac:chgData name="Keshari, Adarsh" userId="f131e8f8-16a1-4e78-99b9-630be34fe3cb" providerId="ADAL" clId="{D5143BBC-3FF9-4668-8312-E7F6733A4928}" dt="2026-03-02T08:46:05.201" v="2082" actId="1038"/>
          <ac:spMkLst>
            <pc:docMk/>
            <pc:sldMk cId="902939176" sldId="2147483645"/>
            <ac:spMk id="30" creationId="{DEEAFD44-2982-9668-33D4-75C789419DA8}"/>
          </ac:spMkLst>
        </pc:spChg>
        <pc:spChg chg="mod">
          <ac:chgData name="Keshari, Adarsh" userId="f131e8f8-16a1-4e78-99b9-630be34fe3cb" providerId="ADAL" clId="{D5143BBC-3FF9-4668-8312-E7F6733A4928}" dt="2026-03-02T08:46:05.201" v="2082" actId="1038"/>
          <ac:spMkLst>
            <pc:docMk/>
            <pc:sldMk cId="902939176" sldId="2147483645"/>
            <ac:spMk id="32" creationId="{94211B2D-2DA4-09D7-0159-FFF7E4244082}"/>
          </ac:spMkLst>
        </pc:spChg>
        <pc:spChg chg="mod">
          <ac:chgData name="Keshari, Adarsh" userId="f131e8f8-16a1-4e78-99b9-630be34fe3cb" providerId="ADAL" clId="{D5143BBC-3FF9-4668-8312-E7F6733A4928}" dt="2026-03-02T08:45:39.613" v="2072" actId="1036"/>
          <ac:spMkLst>
            <pc:docMk/>
            <pc:sldMk cId="902939176" sldId="2147483645"/>
            <ac:spMk id="33" creationId="{60E2C369-36EB-4313-2736-21D753346FA1}"/>
          </ac:spMkLst>
        </pc:spChg>
        <pc:spChg chg="mod">
          <ac:chgData name="Keshari, Adarsh" userId="f131e8f8-16a1-4e78-99b9-630be34fe3cb" providerId="ADAL" clId="{D5143BBC-3FF9-4668-8312-E7F6733A4928}" dt="2026-03-02T08:46:34.537" v="2084" actId="1037"/>
          <ac:spMkLst>
            <pc:docMk/>
            <pc:sldMk cId="902939176" sldId="2147483645"/>
            <ac:spMk id="35" creationId="{23654374-4384-2665-EDE3-4B55671DA8F2}"/>
          </ac:spMkLst>
        </pc:spChg>
        <pc:spChg chg="mod">
          <ac:chgData name="Keshari, Adarsh" userId="f131e8f8-16a1-4e78-99b9-630be34fe3cb" providerId="ADAL" clId="{D5143BBC-3FF9-4668-8312-E7F6733A4928}" dt="2026-03-02T08:46:05.201" v="2082" actId="1038"/>
          <ac:spMkLst>
            <pc:docMk/>
            <pc:sldMk cId="902939176" sldId="2147483645"/>
            <ac:spMk id="36" creationId="{F9DE3484-1DE3-1138-7AF2-21D3F19F9A9B}"/>
          </ac:spMkLst>
        </pc:spChg>
        <pc:spChg chg="mod">
          <ac:chgData name="Keshari, Adarsh" userId="f131e8f8-16a1-4e78-99b9-630be34fe3cb" providerId="ADAL" clId="{D5143BBC-3FF9-4668-8312-E7F6733A4928}" dt="2026-03-02T08:46:05.201" v="2082" actId="1038"/>
          <ac:spMkLst>
            <pc:docMk/>
            <pc:sldMk cId="902939176" sldId="2147483645"/>
            <ac:spMk id="37" creationId="{D596F0AA-CEBF-66E3-2530-B81A0EC0938D}"/>
          </ac:spMkLst>
        </pc:spChg>
        <pc:spChg chg="mod">
          <ac:chgData name="Keshari, Adarsh" userId="f131e8f8-16a1-4e78-99b9-630be34fe3cb" providerId="ADAL" clId="{D5143BBC-3FF9-4668-8312-E7F6733A4928}" dt="2026-03-02T08:45:30.554" v="2067" actId="1038"/>
          <ac:spMkLst>
            <pc:docMk/>
            <pc:sldMk cId="902939176" sldId="2147483645"/>
            <ac:spMk id="40" creationId="{2AEAC29F-7DF3-713E-8529-49287635C132}"/>
          </ac:spMkLst>
        </pc:spChg>
        <pc:spChg chg="mod">
          <ac:chgData name="Keshari, Adarsh" userId="f131e8f8-16a1-4e78-99b9-630be34fe3cb" providerId="ADAL" clId="{D5143BBC-3FF9-4668-8312-E7F6733A4928}" dt="2026-03-02T08:55:15.324" v="2237" actId="1076"/>
          <ac:spMkLst>
            <pc:docMk/>
            <pc:sldMk cId="902939176" sldId="2147483645"/>
            <ac:spMk id="41" creationId="{D5FDDDC6-FE91-026C-B265-41D511DE9C87}"/>
          </ac:spMkLst>
        </pc:spChg>
        <pc:spChg chg="mod">
          <ac:chgData name="Keshari, Adarsh" userId="f131e8f8-16a1-4e78-99b9-630be34fe3cb" providerId="ADAL" clId="{D5143BBC-3FF9-4668-8312-E7F6733A4928}" dt="2026-03-02T09:00:09.823" v="2293" actId="1038"/>
          <ac:spMkLst>
            <pc:docMk/>
            <pc:sldMk cId="902939176" sldId="2147483645"/>
            <ac:spMk id="44" creationId="{3879D10B-3559-5388-8993-BF91AF3CA7F8}"/>
          </ac:spMkLst>
        </pc:spChg>
        <pc:spChg chg="mod">
          <ac:chgData name="Keshari, Adarsh" userId="f131e8f8-16a1-4e78-99b9-630be34fe3cb" providerId="ADAL" clId="{D5143BBC-3FF9-4668-8312-E7F6733A4928}" dt="2026-03-02T08:46:26.805" v="2083" actId="1035"/>
          <ac:spMkLst>
            <pc:docMk/>
            <pc:sldMk cId="902939176" sldId="2147483645"/>
            <ac:spMk id="45" creationId="{D2D52EBA-B60A-C6A3-076E-7E5EBEDDCE5A}"/>
          </ac:spMkLst>
        </pc:spChg>
        <pc:spChg chg="mod">
          <ac:chgData name="Keshari, Adarsh" userId="f131e8f8-16a1-4e78-99b9-630be34fe3cb" providerId="ADAL" clId="{D5143BBC-3FF9-4668-8312-E7F6733A4928}" dt="2026-03-02T08:54:30.301" v="2231" actId="1076"/>
          <ac:spMkLst>
            <pc:docMk/>
            <pc:sldMk cId="902939176" sldId="2147483645"/>
            <ac:spMk id="46" creationId="{21A0FA04-A2E7-ABFE-287B-DBB82D681972}"/>
          </ac:spMkLst>
        </pc:spChg>
        <pc:spChg chg="mod">
          <ac:chgData name="Keshari, Adarsh" userId="f131e8f8-16a1-4e78-99b9-630be34fe3cb" providerId="ADAL" clId="{D5143BBC-3FF9-4668-8312-E7F6733A4928}" dt="2026-03-02T08:44:59.607" v="2061" actId="1035"/>
          <ac:spMkLst>
            <pc:docMk/>
            <pc:sldMk cId="902939176" sldId="2147483645"/>
            <ac:spMk id="48" creationId="{EC74F46C-03AD-119C-A366-42F56928156E}"/>
          </ac:spMkLst>
        </pc:spChg>
        <pc:spChg chg="mod">
          <ac:chgData name="Keshari, Adarsh" userId="f131e8f8-16a1-4e78-99b9-630be34fe3cb" providerId="ADAL" clId="{D5143BBC-3FF9-4668-8312-E7F6733A4928}" dt="2026-03-02T08:46:26.805" v="2083" actId="1035"/>
          <ac:spMkLst>
            <pc:docMk/>
            <pc:sldMk cId="902939176" sldId="2147483645"/>
            <ac:spMk id="49" creationId="{5C60CDF9-C7B2-A098-9214-F7EE772A3703}"/>
          </ac:spMkLst>
        </pc:spChg>
        <pc:spChg chg="mod">
          <ac:chgData name="Keshari, Adarsh" userId="f131e8f8-16a1-4e78-99b9-630be34fe3cb" providerId="ADAL" clId="{D5143BBC-3FF9-4668-8312-E7F6733A4928}" dt="2026-03-02T08:46:26.805" v="2083" actId="1035"/>
          <ac:spMkLst>
            <pc:docMk/>
            <pc:sldMk cId="902939176" sldId="2147483645"/>
            <ac:spMk id="50" creationId="{4F19EB20-D2E8-3A1E-EDD6-1077C09531D2}"/>
          </ac:spMkLst>
        </pc:spChg>
        <pc:spChg chg="mod">
          <ac:chgData name="Keshari, Adarsh" userId="f131e8f8-16a1-4e78-99b9-630be34fe3cb" providerId="ADAL" clId="{D5143BBC-3FF9-4668-8312-E7F6733A4928}" dt="2026-03-02T08:46:26.805" v="2083" actId="1035"/>
          <ac:spMkLst>
            <pc:docMk/>
            <pc:sldMk cId="902939176" sldId="2147483645"/>
            <ac:spMk id="51" creationId="{69C8148F-4237-054F-7487-FDD522213FC1}"/>
          </ac:spMkLst>
        </pc:spChg>
        <pc:spChg chg="mod">
          <ac:chgData name="Keshari, Adarsh" userId="f131e8f8-16a1-4e78-99b9-630be34fe3cb" providerId="ADAL" clId="{D5143BBC-3FF9-4668-8312-E7F6733A4928}" dt="2026-03-02T08:44:59.607" v="2061" actId="1035"/>
          <ac:spMkLst>
            <pc:docMk/>
            <pc:sldMk cId="902939176" sldId="2147483645"/>
            <ac:spMk id="52" creationId="{A57DD631-7AE2-02E6-DB19-048690377633}"/>
          </ac:spMkLst>
        </pc:spChg>
        <pc:spChg chg="mod">
          <ac:chgData name="Keshari, Adarsh" userId="f131e8f8-16a1-4e78-99b9-630be34fe3cb" providerId="ADAL" clId="{D5143BBC-3FF9-4668-8312-E7F6733A4928}" dt="2026-03-02T08:46:26.805" v="2083" actId="1035"/>
          <ac:spMkLst>
            <pc:docMk/>
            <pc:sldMk cId="902939176" sldId="2147483645"/>
            <ac:spMk id="54" creationId="{ADA9143C-290B-80FF-78A9-629863F3415D}"/>
          </ac:spMkLst>
        </pc:spChg>
        <pc:spChg chg="mod">
          <ac:chgData name="Keshari, Adarsh" userId="f131e8f8-16a1-4e78-99b9-630be34fe3cb" providerId="ADAL" clId="{D5143BBC-3FF9-4668-8312-E7F6733A4928}" dt="2026-03-02T10:07:19.501" v="2352" actId="1035"/>
          <ac:spMkLst>
            <pc:docMk/>
            <pc:sldMk cId="902939176" sldId="2147483645"/>
            <ac:spMk id="55" creationId="{78AE540E-253D-39C7-0E01-60B79192E0E1}"/>
          </ac:spMkLst>
        </pc:spChg>
        <pc:spChg chg="mod">
          <ac:chgData name="Keshari, Adarsh" userId="f131e8f8-16a1-4e78-99b9-630be34fe3cb" providerId="ADAL" clId="{D5143BBC-3FF9-4668-8312-E7F6733A4928}" dt="2026-03-02T08:46:26.805" v="2083" actId="1035"/>
          <ac:spMkLst>
            <pc:docMk/>
            <pc:sldMk cId="902939176" sldId="2147483645"/>
            <ac:spMk id="56" creationId="{711B9044-79E1-B986-147F-AFA2D51EF505}"/>
          </ac:spMkLst>
        </pc:spChg>
        <pc:spChg chg="mod">
          <ac:chgData name="Keshari, Adarsh" userId="f131e8f8-16a1-4e78-99b9-630be34fe3cb" providerId="ADAL" clId="{D5143BBC-3FF9-4668-8312-E7F6733A4928}" dt="2026-03-02T08:46:26.805" v="2083" actId="1035"/>
          <ac:spMkLst>
            <pc:docMk/>
            <pc:sldMk cId="902939176" sldId="2147483645"/>
            <ac:spMk id="57" creationId="{0E2795A5-1D20-C283-FCC1-32698649BFD4}"/>
          </ac:spMkLst>
        </pc:spChg>
        <pc:spChg chg="mod">
          <ac:chgData name="Keshari, Adarsh" userId="f131e8f8-16a1-4e78-99b9-630be34fe3cb" providerId="ADAL" clId="{D5143BBC-3FF9-4668-8312-E7F6733A4928}" dt="2026-03-02T10:07:09.698" v="2346" actId="14100"/>
          <ac:spMkLst>
            <pc:docMk/>
            <pc:sldMk cId="902939176" sldId="2147483645"/>
            <ac:spMk id="58" creationId="{5DECBEF3-3086-382C-DAA1-CCE414364AAE}"/>
          </ac:spMkLst>
        </pc:spChg>
        <pc:spChg chg="mod">
          <ac:chgData name="Keshari, Adarsh" userId="f131e8f8-16a1-4e78-99b9-630be34fe3cb" providerId="ADAL" clId="{D5143BBC-3FF9-4668-8312-E7F6733A4928}" dt="2026-03-02T08:46:26.805" v="2083" actId="1035"/>
          <ac:spMkLst>
            <pc:docMk/>
            <pc:sldMk cId="902939176" sldId="2147483645"/>
            <ac:spMk id="67" creationId="{55FE6A5C-BD60-5A65-2BB2-AC299EE9786A}"/>
          </ac:spMkLst>
        </pc:spChg>
        <pc:spChg chg="mod">
          <ac:chgData name="Keshari, Adarsh" userId="f131e8f8-16a1-4e78-99b9-630be34fe3cb" providerId="ADAL" clId="{D5143BBC-3FF9-4668-8312-E7F6733A4928}" dt="2026-03-02T08:46:26.805" v="2083" actId="1035"/>
          <ac:spMkLst>
            <pc:docMk/>
            <pc:sldMk cId="902939176" sldId="2147483645"/>
            <ac:spMk id="68" creationId="{48C065F2-6CA8-4FA7-F1D3-86089E600B1E}"/>
          </ac:spMkLst>
        </pc:spChg>
        <pc:spChg chg="mod">
          <ac:chgData name="Keshari, Adarsh" userId="f131e8f8-16a1-4e78-99b9-630be34fe3cb" providerId="ADAL" clId="{D5143BBC-3FF9-4668-8312-E7F6733A4928}" dt="2026-03-02T08:57:22.150" v="2262" actId="14100"/>
          <ac:spMkLst>
            <pc:docMk/>
            <pc:sldMk cId="902939176" sldId="2147483645"/>
            <ac:spMk id="107" creationId="{94EDD9C4-5B17-74BE-DE09-2978025D1BEE}"/>
          </ac:spMkLst>
        </pc:spChg>
        <pc:spChg chg="mod">
          <ac:chgData name="Keshari, Adarsh" userId="f131e8f8-16a1-4e78-99b9-630be34fe3cb" providerId="ADAL" clId="{D5143BBC-3FF9-4668-8312-E7F6733A4928}" dt="2026-03-02T08:57:35.120" v="2266" actId="1038"/>
          <ac:spMkLst>
            <pc:docMk/>
            <pc:sldMk cId="902939176" sldId="2147483645"/>
            <ac:spMk id="125" creationId="{2B92226E-FC37-75A8-70CD-873765198F84}"/>
          </ac:spMkLst>
        </pc:spChg>
        <pc:cxnChg chg="mod">
          <ac:chgData name="Keshari, Adarsh" userId="f131e8f8-16a1-4e78-99b9-630be34fe3cb" providerId="ADAL" clId="{D5143BBC-3FF9-4668-8312-E7F6733A4928}" dt="2026-03-02T08:59:32.091" v="2289" actId="1036"/>
          <ac:cxnSpMkLst>
            <pc:docMk/>
            <pc:sldMk cId="902939176" sldId="2147483645"/>
            <ac:cxnSpMk id="12" creationId="{4402C58D-DD3C-91F2-2250-CD6124B88468}"/>
          </ac:cxnSpMkLst>
        </pc:cxnChg>
        <pc:cxnChg chg="mod">
          <ac:chgData name="Keshari, Adarsh" userId="f131e8f8-16a1-4e78-99b9-630be34fe3cb" providerId="ADAL" clId="{D5143BBC-3FF9-4668-8312-E7F6733A4928}" dt="2026-03-02T08:59:57.873" v="2292" actId="14100"/>
          <ac:cxnSpMkLst>
            <pc:docMk/>
            <pc:sldMk cId="902939176" sldId="2147483645"/>
            <ac:cxnSpMk id="29" creationId="{FEC042A8-2169-B646-2965-4D2BA1AA5F2B}"/>
          </ac:cxnSpMkLst>
        </pc:cxnChg>
        <pc:cxnChg chg="mod">
          <ac:chgData name="Keshari, Adarsh" userId="f131e8f8-16a1-4e78-99b9-630be34fe3cb" providerId="ADAL" clId="{D5143BBC-3FF9-4668-8312-E7F6733A4928}" dt="2026-03-02T10:07:19.501" v="2352" actId="1035"/>
          <ac:cxnSpMkLst>
            <pc:docMk/>
            <pc:sldMk cId="902939176" sldId="2147483645"/>
            <ac:cxnSpMk id="59" creationId="{E877B039-F628-B2AD-DDDC-E982F939BDFD}"/>
          </ac:cxnSpMkLst>
        </pc:cxnChg>
        <pc:cxnChg chg="mod">
          <ac:chgData name="Keshari, Adarsh" userId="f131e8f8-16a1-4e78-99b9-630be34fe3cb" providerId="ADAL" clId="{D5143BBC-3FF9-4668-8312-E7F6733A4928}" dt="2026-03-02T10:07:19.501" v="2352" actId="1035"/>
          <ac:cxnSpMkLst>
            <pc:docMk/>
            <pc:sldMk cId="902939176" sldId="2147483645"/>
            <ac:cxnSpMk id="60" creationId="{AAF82143-ADC6-DCC8-C588-17FD4C6424F9}"/>
          </ac:cxnSpMkLst>
        </pc:cxnChg>
        <pc:cxnChg chg="mod">
          <ac:chgData name="Keshari, Adarsh" userId="f131e8f8-16a1-4e78-99b9-630be34fe3cb" providerId="ADAL" clId="{D5143BBC-3FF9-4668-8312-E7F6733A4928}" dt="2026-03-02T10:07:19.501" v="2352" actId="1035"/>
          <ac:cxnSpMkLst>
            <pc:docMk/>
            <pc:sldMk cId="902939176" sldId="2147483645"/>
            <ac:cxnSpMk id="64" creationId="{94AA1102-5FB5-1DC3-4112-4B5D59FF5CCA}"/>
          </ac:cxnSpMkLst>
        </pc:cxnChg>
        <pc:cxnChg chg="mod">
          <ac:chgData name="Keshari, Adarsh" userId="f131e8f8-16a1-4e78-99b9-630be34fe3cb" providerId="ADAL" clId="{D5143BBC-3FF9-4668-8312-E7F6733A4928}" dt="2026-03-02T10:07:09.698" v="2346" actId="14100"/>
          <ac:cxnSpMkLst>
            <pc:docMk/>
            <pc:sldMk cId="902939176" sldId="2147483645"/>
            <ac:cxnSpMk id="71" creationId="{D4C3AE42-E025-A126-BDEB-65CB4CE3264E}"/>
          </ac:cxnSpMkLst>
        </pc:cxnChg>
        <pc:cxnChg chg="mod ord">
          <ac:chgData name="Keshari, Adarsh" userId="f131e8f8-16a1-4e78-99b9-630be34fe3cb" providerId="ADAL" clId="{D5143BBC-3FF9-4668-8312-E7F6733A4928}" dt="2026-03-02T10:07:54.458" v="2358" actId="14100"/>
          <ac:cxnSpMkLst>
            <pc:docMk/>
            <pc:sldMk cId="902939176" sldId="2147483645"/>
            <ac:cxnSpMk id="86" creationId="{DF01A4F4-CD55-3EA4-9DA2-6F3746FDC8EE}"/>
          </ac:cxnSpMkLst>
        </pc:cxnChg>
        <pc:cxnChg chg="mod">
          <ac:chgData name="Keshari, Adarsh" userId="f131e8f8-16a1-4e78-99b9-630be34fe3cb" providerId="ADAL" clId="{D5143BBC-3FF9-4668-8312-E7F6733A4928}" dt="2026-03-02T10:08:08.332" v="2359" actId="208"/>
          <ac:cxnSpMkLst>
            <pc:docMk/>
            <pc:sldMk cId="902939176" sldId="2147483645"/>
            <ac:cxnSpMk id="99" creationId="{5920B11D-B3CB-9CCA-314D-014E1980A77A}"/>
          </ac:cxnSpMkLst>
        </pc:cxnChg>
      </pc:sldChg>
      <pc:sldMasterChg chg="addSp modSp mod modSldLayout">
        <pc:chgData name="Keshari, Adarsh" userId="f131e8f8-16a1-4e78-99b9-630be34fe3cb" providerId="ADAL" clId="{D5143BBC-3FF9-4668-8312-E7F6733A4928}" dt="2026-03-02T05:42:18.128" v="134" actId="478"/>
        <pc:sldMasterMkLst>
          <pc:docMk/>
          <pc:sldMasterMk cId="2719133398" sldId="2147484118"/>
        </pc:sldMasterMkLst>
        <pc:spChg chg="add mod">
          <ac:chgData name="Keshari, Adarsh" userId="f131e8f8-16a1-4e78-99b9-630be34fe3cb" providerId="ADAL" clId="{D5143BBC-3FF9-4668-8312-E7F6733A4928}" dt="2026-03-02T05:30:19.869" v="0"/>
          <ac:spMkLst>
            <pc:docMk/>
            <pc:sldMasterMk cId="2719133398" sldId="2147484118"/>
            <ac:spMk id="3" creationId="{FEA17E0B-D900-952D-2E20-77E59C46EA22}"/>
          </ac:spMkLst>
        </pc:spChg>
        <pc:spChg chg="add mod">
          <ac:chgData name="Keshari, Adarsh" userId="f131e8f8-16a1-4e78-99b9-630be34fe3cb" providerId="ADAL" clId="{D5143BBC-3FF9-4668-8312-E7F6733A4928}" dt="2026-03-02T05:34:20.484" v="78" actId="20577"/>
          <ac:spMkLst>
            <pc:docMk/>
            <pc:sldMasterMk cId="2719133398" sldId="2147484118"/>
            <ac:spMk id="4" creationId="{A483B4A3-6BE7-998F-0827-15299D44736D}"/>
          </ac:spMkLst>
        </pc:spChg>
        <pc:sldLayoutChg chg="addSp delSp modSp mod">
          <pc:chgData name="Keshari, Adarsh" userId="f131e8f8-16a1-4e78-99b9-630be34fe3cb" providerId="ADAL" clId="{D5143BBC-3FF9-4668-8312-E7F6733A4928}" dt="2026-03-02T05:42:18.128" v="134" actId="478"/>
          <pc:sldLayoutMkLst>
            <pc:docMk/>
            <pc:sldMasterMk cId="2719133398" sldId="2147484118"/>
            <pc:sldLayoutMk cId="305198273" sldId="2147485008"/>
          </pc:sldLayoutMkLst>
          <pc:spChg chg="add mod">
            <ac:chgData name="Keshari, Adarsh" userId="f131e8f8-16a1-4e78-99b9-630be34fe3cb" providerId="ADAL" clId="{D5143BBC-3FF9-4668-8312-E7F6733A4928}" dt="2026-03-02T05:32:40.237" v="6"/>
            <ac:spMkLst>
              <pc:docMk/>
              <pc:sldMasterMk cId="2719133398" sldId="2147484118"/>
              <pc:sldLayoutMk cId="305198273" sldId="2147485008"/>
              <ac:spMk id="2" creationId="{30950C68-3301-7979-4BCA-FE0694F46349}"/>
            </ac:spMkLst>
          </pc:spChg>
          <pc:spChg chg="mod">
            <ac:chgData name="Keshari, Adarsh" userId="f131e8f8-16a1-4e78-99b9-630be34fe3cb" providerId="ADAL" clId="{D5143BBC-3FF9-4668-8312-E7F6733A4928}" dt="2026-03-02T05:33:40.151" v="74" actId="6549"/>
            <ac:spMkLst>
              <pc:docMk/>
              <pc:sldMasterMk cId="2719133398" sldId="2147484118"/>
              <pc:sldLayoutMk cId="305198273" sldId="2147485008"/>
              <ac:spMk id="3" creationId="{793789B1-45FE-41D7-AB00-BF9FA7CBE232}"/>
            </ac:spMkLst>
          </pc:spChg>
          <pc:spChg chg="add mod">
            <ac:chgData name="Keshari, Adarsh" userId="f131e8f8-16a1-4e78-99b9-630be34fe3cb" providerId="ADAL" clId="{D5143BBC-3FF9-4668-8312-E7F6733A4928}" dt="2026-03-02T05:33:56.950" v="76" actId="20577"/>
            <ac:spMkLst>
              <pc:docMk/>
              <pc:sldMasterMk cId="2719133398" sldId="2147484118"/>
              <pc:sldLayoutMk cId="305198273" sldId="2147485008"/>
              <ac:spMk id="7" creationId="{A9A79282-A49F-3079-06E9-DD48E034046C}"/>
            </ac:spMkLst>
          </pc:spChg>
        </pc:sldLayoutChg>
      </pc:sldMasterChg>
      <pc:sldMasterChg chg="modSldLayout">
        <pc:chgData name="Keshari, Adarsh" userId="f131e8f8-16a1-4e78-99b9-630be34fe3cb" providerId="ADAL" clId="{D5143BBC-3FF9-4668-8312-E7F6733A4928}" dt="2026-03-02T12:37:27.867" v="3501"/>
        <pc:sldMasterMkLst>
          <pc:docMk/>
          <pc:sldMasterMk cId="1175409555" sldId="2147485069"/>
        </pc:sldMasterMkLst>
        <pc:sldLayoutChg chg="setBg">
          <pc:chgData name="Keshari, Adarsh" userId="f131e8f8-16a1-4e78-99b9-630be34fe3cb" providerId="ADAL" clId="{D5143BBC-3FF9-4668-8312-E7F6733A4928}" dt="2026-03-02T12:37:27.867" v="3501"/>
          <pc:sldLayoutMkLst>
            <pc:docMk/>
            <pc:sldMasterMk cId="1175409555" sldId="2147485069"/>
            <pc:sldLayoutMk cId="1792913153" sldId="2147485137"/>
          </pc:sldLayoutMkLst>
        </pc:sldLayoutChg>
      </pc:sldMasterChg>
    </pc:docChg>
  </pc:docChgLst>
  <pc:docChgLst>
    <pc:chgData name="Coffey, Paul" userId="S::paul.coffey@capgemini.com::598d88aa-952d-4f59-96d5-9282e8bd4823" providerId="AD" clId="Web-{D3D7BA4D-3A12-5EBE-ED31-3EDF04934C26}"/>
    <pc:docChg chg="modSld">
      <pc:chgData name="Coffey, Paul" userId="S::paul.coffey@capgemini.com::598d88aa-952d-4f59-96d5-9282e8bd4823" providerId="AD" clId="Web-{D3D7BA4D-3A12-5EBE-ED31-3EDF04934C26}" dt="2026-03-02T11:21:40.758" v="0" actId="1076"/>
      <pc:docMkLst>
        <pc:docMk/>
      </pc:docMkLst>
      <pc:sldChg chg="modSp">
        <pc:chgData name="Coffey, Paul" userId="S::paul.coffey@capgemini.com::598d88aa-952d-4f59-96d5-9282e8bd4823" providerId="AD" clId="Web-{D3D7BA4D-3A12-5EBE-ED31-3EDF04934C26}" dt="2026-03-02T11:21:40.758" v="0" actId="1076"/>
        <pc:sldMkLst>
          <pc:docMk/>
          <pc:sldMk cId="1073578091" sldId="2147483636"/>
        </pc:sldMkLst>
      </pc:sldChg>
    </pc:docChg>
  </pc:docChgLst>
  <pc:docChgLst>
    <pc:chgData name="Dinde, Prakash" userId="7f47c879-666e-4b6f-8d89-89d71c3006a4" providerId="ADAL" clId="{0296D255-4FC4-4032-83A1-3FF524EAC9F1}"/>
    <pc:docChg chg="undo custSel modSld sldOrd">
      <pc:chgData name="Dinde, Prakash" userId="7f47c879-666e-4b6f-8d89-89d71c3006a4" providerId="ADAL" clId="{0296D255-4FC4-4032-83A1-3FF524EAC9F1}" dt="2026-03-02T15:11:40.413" v="1631" actId="20577"/>
      <pc:docMkLst>
        <pc:docMk/>
      </pc:docMkLst>
      <pc:sldChg chg="addSp delSp modSp mod">
        <pc:chgData name="Dinde, Prakash" userId="7f47c879-666e-4b6f-8d89-89d71c3006a4" providerId="ADAL" clId="{0296D255-4FC4-4032-83A1-3FF524EAC9F1}" dt="2026-03-02T15:11:40.413" v="1631" actId="20577"/>
        <pc:sldMkLst>
          <pc:docMk/>
          <pc:sldMk cId="4163232624" sldId="277"/>
        </pc:sldMkLst>
        <pc:spChg chg="add mod">
          <ac:chgData name="Dinde, Prakash" userId="7f47c879-666e-4b6f-8d89-89d71c3006a4" providerId="ADAL" clId="{0296D255-4FC4-4032-83A1-3FF524EAC9F1}" dt="2026-03-02T15:06:23.576" v="1601" actId="1036"/>
          <ac:spMkLst>
            <pc:docMk/>
            <pc:sldMk cId="4163232624" sldId="277"/>
            <ac:spMk id="3" creationId="{B404460E-35C5-ECD3-A9B2-BAB00E5F1B47}"/>
          </ac:spMkLst>
        </pc:spChg>
        <pc:spChg chg="add mod">
          <ac:chgData name="Dinde, Prakash" userId="7f47c879-666e-4b6f-8d89-89d71c3006a4" providerId="ADAL" clId="{0296D255-4FC4-4032-83A1-3FF524EAC9F1}" dt="2026-03-02T11:12:52.754" v="1185" actId="1036"/>
          <ac:spMkLst>
            <pc:docMk/>
            <pc:sldMk cId="4163232624" sldId="277"/>
            <ac:spMk id="6" creationId="{023D6170-DEB6-BE69-8B3E-262EC77E556A}"/>
          </ac:spMkLst>
        </pc:spChg>
        <pc:spChg chg="mod">
          <ac:chgData name="Dinde, Prakash" userId="7f47c879-666e-4b6f-8d89-89d71c3006a4" providerId="ADAL" clId="{0296D255-4FC4-4032-83A1-3FF524EAC9F1}" dt="2026-03-02T15:11:40.413" v="1631" actId="20577"/>
          <ac:spMkLst>
            <pc:docMk/>
            <pc:sldMk cId="4163232624" sldId="277"/>
            <ac:spMk id="8" creationId="{A0D52976-D49F-E220-E6D0-064218275D4E}"/>
          </ac:spMkLst>
        </pc:spChg>
        <pc:spChg chg="mod">
          <ac:chgData name="Dinde, Prakash" userId="7f47c879-666e-4b6f-8d89-89d71c3006a4" providerId="ADAL" clId="{0296D255-4FC4-4032-83A1-3FF524EAC9F1}" dt="2026-03-02T15:00:59.608" v="1224" actId="1076"/>
          <ac:spMkLst>
            <pc:docMk/>
            <pc:sldMk cId="4163232624" sldId="277"/>
            <ac:spMk id="9" creationId="{7B0C482D-E447-B29C-6FEF-97716380BD41}"/>
          </ac:spMkLst>
        </pc:spChg>
        <pc:spChg chg="add mod">
          <ac:chgData name="Dinde, Prakash" userId="7f47c879-666e-4b6f-8d89-89d71c3006a4" providerId="ADAL" clId="{0296D255-4FC4-4032-83A1-3FF524EAC9F1}" dt="2026-03-02T15:03:25.317" v="1516" actId="1037"/>
          <ac:spMkLst>
            <pc:docMk/>
            <pc:sldMk cId="4163232624" sldId="277"/>
            <ac:spMk id="11" creationId="{2E369C44-E8DE-8B35-C07E-7775C12C4198}"/>
          </ac:spMkLst>
        </pc:spChg>
        <pc:spChg chg="mod">
          <ac:chgData name="Dinde, Prakash" userId="7f47c879-666e-4b6f-8d89-89d71c3006a4" providerId="ADAL" clId="{0296D255-4FC4-4032-83A1-3FF524EAC9F1}" dt="2026-03-02T15:02:20.700" v="1355" actId="1035"/>
          <ac:spMkLst>
            <pc:docMk/>
            <pc:sldMk cId="4163232624" sldId="277"/>
            <ac:spMk id="12" creationId="{4002F89D-4437-1027-99EB-3EE553AA11A7}"/>
          </ac:spMkLst>
        </pc:spChg>
        <pc:spChg chg="mod">
          <ac:chgData name="Dinde, Prakash" userId="7f47c879-666e-4b6f-8d89-89d71c3006a4" providerId="ADAL" clId="{0296D255-4FC4-4032-83A1-3FF524EAC9F1}" dt="2026-03-02T15:07:28.360" v="1614" actId="207"/>
          <ac:spMkLst>
            <pc:docMk/>
            <pc:sldMk cId="4163232624" sldId="277"/>
            <ac:spMk id="14" creationId="{498D6332-A49B-A42A-182B-15B6DBED4506}"/>
          </ac:spMkLst>
        </pc:spChg>
        <pc:spChg chg="mod">
          <ac:chgData name="Dinde, Prakash" userId="7f47c879-666e-4b6f-8d89-89d71c3006a4" providerId="ADAL" clId="{0296D255-4FC4-4032-83A1-3FF524EAC9F1}" dt="2026-03-02T15:07:33.877" v="1615" actId="313"/>
          <ac:spMkLst>
            <pc:docMk/>
            <pc:sldMk cId="4163232624" sldId="277"/>
            <ac:spMk id="15" creationId="{8F9D4ABE-9B93-2C14-DD68-398846DC34F9}"/>
          </ac:spMkLst>
        </pc:spChg>
        <pc:spChg chg="mod">
          <ac:chgData name="Dinde, Prakash" userId="7f47c879-666e-4b6f-8d89-89d71c3006a4" providerId="ADAL" clId="{0296D255-4FC4-4032-83A1-3FF524EAC9F1}" dt="2026-03-02T15:01:51.224" v="1337" actId="1036"/>
          <ac:spMkLst>
            <pc:docMk/>
            <pc:sldMk cId="4163232624" sldId="277"/>
            <ac:spMk id="17" creationId="{A77CF56B-88AA-F7E1-44E7-1C4A713031A8}"/>
          </ac:spMkLst>
        </pc:spChg>
        <pc:spChg chg="mod">
          <ac:chgData name="Dinde, Prakash" userId="7f47c879-666e-4b6f-8d89-89d71c3006a4" providerId="ADAL" clId="{0296D255-4FC4-4032-83A1-3FF524EAC9F1}" dt="2026-03-02T15:01:09.516" v="1257" actId="1037"/>
          <ac:spMkLst>
            <pc:docMk/>
            <pc:sldMk cId="4163232624" sldId="277"/>
            <ac:spMk id="19" creationId="{2C3A4C03-3363-1C4E-0568-1E3664EEFB32}"/>
          </ac:spMkLst>
        </pc:spChg>
        <pc:graphicFrameChg chg="add mod modGraphic">
          <ac:chgData name="Dinde, Prakash" userId="7f47c879-666e-4b6f-8d89-89d71c3006a4" providerId="ADAL" clId="{0296D255-4FC4-4032-83A1-3FF524EAC9F1}" dt="2026-03-02T15:07:44.046" v="1617" actId="20577"/>
          <ac:graphicFrameMkLst>
            <pc:docMk/>
            <pc:sldMk cId="4163232624" sldId="277"/>
            <ac:graphicFrameMk id="2" creationId="{268EDB53-369D-3290-725B-F13185CD9F86}"/>
          </ac:graphicFrameMkLst>
        </pc:graphicFrameChg>
        <pc:graphicFrameChg chg="mod modGraphic">
          <ac:chgData name="Dinde, Prakash" userId="7f47c879-666e-4b6f-8d89-89d71c3006a4" providerId="ADAL" clId="{0296D255-4FC4-4032-83A1-3FF524EAC9F1}" dt="2026-03-02T15:05:04.759" v="1573" actId="207"/>
          <ac:graphicFrameMkLst>
            <pc:docMk/>
            <pc:sldMk cId="4163232624" sldId="277"/>
            <ac:graphicFrameMk id="10" creationId="{4E2870E8-0D8A-DBB1-1063-6EFC7A95C49B}"/>
          </ac:graphicFrameMkLst>
        </pc:graphicFrameChg>
        <pc:graphicFrameChg chg="add mod modGraphic">
          <ac:chgData name="Dinde, Prakash" userId="7f47c879-666e-4b6f-8d89-89d71c3006a4" providerId="ADAL" clId="{0296D255-4FC4-4032-83A1-3FF524EAC9F1}" dt="2026-03-02T15:03:20.928" v="1499" actId="1036"/>
          <ac:graphicFrameMkLst>
            <pc:docMk/>
            <pc:sldMk cId="4163232624" sldId="277"/>
            <ac:graphicFrameMk id="13" creationId="{B9305B68-25FA-43D7-D3E2-946B1D62CF8D}"/>
          </ac:graphicFrameMkLst>
        </pc:graphicFrameChg>
        <pc:cxnChg chg="add mod">
          <ac:chgData name="Dinde, Prakash" userId="7f47c879-666e-4b6f-8d89-89d71c3006a4" providerId="ADAL" clId="{0296D255-4FC4-4032-83A1-3FF524EAC9F1}" dt="2026-03-02T15:03:45.259" v="1530" actId="1037"/>
          <ac:cxnSpMkLst>
            <pc:docMk/>
            <pc:sldMk cId="4163232624" sldId="277"/>
            <ac:cxnSpMk id="4" creationId="{60B4BD12-DE4E-378E-088F-5FFBA07B0A4F}"/>
          </ac:cxnSpMkLst>
        </pc:cxnChg>
      </pc:sldChg>
      <pc:sldChg chg="modSp mod">
        <pc:chgData name="Dinde, Prakash" userId="7f47c879-666e-4b6f-8d89-89d71c3006a4" providerId="ADAL" clId="{0296D255-4FC4-4032-83A1-3FF524EAC9F1}" dt="2026-03-02T14:58:28.417" v="1221" actId="207"/>
        <pc:sldMkLst>
          <pc:docMk/>
          <pc:sldMk cId="528807313" sldId="296"/>
        </pc:sldMkLst>
        <pc:spChg chg="mod">
          <ac:chgData name="Dinde, Prakash" userId="7f47c879-666e-4b6f-8d89-89d71c3006a4" providerId="ADAL" clId="{0296D255-4FC4-4032-83A1-3FF524EAC9F1}" dt="2026-03-02T13:21:50.331" v="1219" actId="207"/>
          <ac:spMkLst>
            <pc:docMk/>
            <pc:sldMk cId="528807313" sldId="296"/>
            <ac:spMk id="8" creationId="{A5A84C61-E907-2248-8AC7-7E4C0774D614}"/>
          </ac:spMkLst>
        </pc:spChg>
        <pc:graphicFrameChg chg="modGraphic">
          <ac:chgData name="Dinde, Prakash" userId="7f47c879-666e-4b6f-8d89-89d71c3006a4" providerId="ADAL" clId="{0296D255-4FC4-4032-83A1-3FF524EAC9F1}" dt="2026-03-02T14:58:28.417" v="1221" actId="207"/>
          <ac:graphicFrameMkLst>
            <pc:docMk/>
            <pc:sldMk cId="528807313" sldId="296"/>
            <ac:graphicFrameMk id="7" creationId="{0CB16F4C-E0B1-DBF0-6B58-AF28638DD5CD}"/>
          </ac:graphicFrameMkLst>
        </pc:graphicFrameChg>
      </pc:sldChg>
      <pc:sldChg chg="ord">
        <pc:chgData name="Dinde, Prakash" userId="7f47c879-666e-4b6f-8d89-89d71c3006a4" providerId="ADAL" clId="{0296D255-4FC4-4032-83A1-3FF524EAC9F1}" dt="2026-03-02T03:41:47.107" v="1"/>
        <pc:sldMkLst>
          <pc:docMk/>
          <pc:sldMk cId="1720204892" sldId="2147471933"/>
        </pc:sldMkLst>
      </pc:sldChg>
    </pc:docChg>
  </pc:docChgLst>
  <pc:docChgLst>
    <pc:chgData name="Shivarajan, Nilesh" userId="c26e7a95-5581-457b-ad66-92525fb48378" providerId="ADAL" clId="{2B37156B-11BD-48D5-A943-BC01F60762CE}"/>
    <pc:docChg chg="undo custSel addSld delSld modSld sldOrd">
      <pc:chgData name="Shivarajan, Nilesh" userId="c26e7a95-5581-457b-ad66-92525fb48378" providerId="ADAL" clId="{2B37156B-11BD-48D5-A943-BC01F60762CE}" dt="2026-03-02T14:15:16.964" v="843" actId="1038"/>
      <pc:docMkLst>
        <pc:docMk/>
      </pc:docMkLst>
      <pc:sldChg chg="addSp modSp mod">
        <pc:chgData name="Shivarajan, Nilesh" userId="c26e7a95-5581-457b-ad66-92525fb48378" providerId="ADAL" clId="{2B37156B-11BD-48D5-A943-BC01F60762CE}" dt="2026-03-02T06:56:39.030" v="304" actId="1076"/>
        <pc:sldMkLst>
          <pc:docMk/>
          <pc:sldMk cId="4264813641" sldId="270"/>
        </pc:sldMkLst>
        <pc:spChg chg="add mod">
          <ac:chgData name="Shivarajan, Nilesh" userId="c26e7a95-5581-457b-ad66-92525fb48378" providerId="ADAL" clId="{2B37156B-11BD-48D5-A943-BC01F60762CE}" dt="2026-03-02T06:56:39.030" v="304" actId="1076"/>
          <ac:spMkLst>
            <pc:docMk/>
            <pc:sldMk cId="4264813641" sldId="270"/>
            <ac:spMk id="14" creationId="{38FFB38B-9BE9-7FD7-93DB-DC295565494A}"/>
          </ac:spMkLst>
        </pc:spChg>
      </pc:sldChg>
      <pc:sldChg chg="addSp modSp mod ord">
        <pc:chgData name="Shivarajan, Nilesh" userId="c26e7a95-5581-457b-ad66-92525fb48378" providerId="ADAL" clId="{2B37156B-11BD-48D5-A943-BC01F60762CE}" dt="2026-03-02T06:54:38.830" v="269" actId="1037"/>
        <pc:sldMkLst>
          <pc:docMk/>
          <pc:sldMk cId="406297120" sldId="279"/>
        </pc:sldMkLst>
        <pc:spChg chg="add mod">
          <ac:chgData name="Shivarajan, Nilesh" userId="c26e7a95-5581-457b-ad66-92525fb48378" providerId="ADAL" clId="{2B37156B-11BD-48D5-A943-BC01F60762CE}" dt="2026-03-02T06:54:38.830" v="269" actId="1037"/>
          <ac:spMkLst>
            <pc:docMk/>
            <pc:sldMk cId="406297120" sldId="279"/>
            <ac:spMk id="2" creationId="{4EE39760-82F7-B31F-08F4-63A35B6324DC}"/>
          </ac:spMkLst>
        </pc:spChg>
      </pc:sldChg>
      <pc:sldChg chg="addSp modSp mod ord">
        <pc:chgData name="Shivarajan, Nilesh" userId="c26e7a95-5581-457b-ad66-92525fb48378" providerId="ADAL" clId="{2B37156B-11BD-48D5-A943-BC01F60762CE}" dt="2026-03-02T06:55:57.887" v="281" actId="1035"/>
        <pc:sldMkLst>
          <pc:docMk/>
          <pc:sldMk cId="1815117693" sldId="281"/>
        </pc:sldMkLst>
        <pc:spChg chg="mod">
          <ac:chgData name="Shivarajan, Nilesh" userId="c26e7a95-5581-457b-ad66-92525fb48378" providerId="ADAL" clId="{2B37156B-11BD-48D5-A943-BC01F60762CE}" dt="2026-03-02T06:55:53.204" v="277" actId="1076"/>
          <ac:spMkLst>
            <pc:docMk/>
            <pc:sldMk cId="1815117693" sldId="281"/>
            <ac:spMk id="2" creationId="{99AC767F-C571-35CE-92A1-7076632E6910}"/>
          </ac:spMkLst>
        </pc:spChg>
        <pc:spChg chg="add mod">
          <ac:chgData name="Shivarajan, Nilesh" userId="c26e7a95-5581-457b-ad66-92525fb48378" providerId="ADAL" clId="{2B37156B-11BD-48D5-A943-BC01F60762CE}" dt="2026-03-02T06:55:57.887" v="281" actId="1035"/>
          <ac:spMkLst>
            <pc:docMk/>
            <pc:sldMk cId="1815117693" sldId="281"/>
            <ac:spMk id="4" creationId="{BDBB1BB1-F538-64FB-E710-0BA7D5C1E367}"/>
          </ac:spMkLst>
        </pc:spChg>
      </pc:sldChg>
      <pc:sldChg chg="addSp modSp mod">
        <pc:chgData name="Shivarajan, Nilesh" userId="c26e7a95-5581-457b-ad66-92525fb48378" providerId="ADAL" clId="{2B37156B-11BD-48D5-A943-BC01F60762CE}" dt="2026-03-02T06:55:13.451" v="273" actId="20577"/>
        <pc:sldMkLst>
          <pc:docMk/>
          <pc:sldMk cId="3065000986" sldId="282"/>
        </pc:sldMkLst>
        <pc:spChg chg="add mod">
          <ac:chgData name="Shivarajan, Nilesh" userId="c26e7a95-5581-457b-ad66-92525fb48378" providerId="ADAL" clId="{2B37156B-11BD-48D5-A943-BC01F60762CE}" dt="2026-03-02T06:55:13.451" v="273" actId="20577"/>
          <ac:spMkLst>
            <pc:docMk/>
            <pc:sldMk cId="3065000986" sldId="282"/>
            <ac:spMk id="4" creationId="{B4B047C0-4AB5-1FE1-B583-A8EED3C504E3}"/>
          </ac:spMkLst>
        </pc:spChg>
      </pc:sldChg>
      <pc:sldChg chg="addSp modSp mod">
        <pc:chgData name="Shivarajan, Nilesh" userId="c26e7a95-5581-457b-ad66-92525fb48378" providerId="ADAL" clId="{2B37156B-11BD-48D5-A943-BC01F60762CE}" dt="2026-03-02T06:48:25.201" v="246" actId="20577"/>
        <pc:sldMkLst>
          <pc:docMk/>
          <pc:sldMk cId="3661484831" sldId="284"/>
        </pc:sldMkLst>
        <pc:spChg chg="mod">
          <ac:chgData name="Shivarajan, Nilesh" userId="c26e7a95-5581-457b-ad66-92525fb48378" providerId="ADAL" clId="{2B37156B-11BD-48D5-A943-BC01F60762CE}" dt="2026-03-02T06:44:21.296" v="92" actId="1076"/>
          <ac:spMkLst>
            <pc:docMk/>
            <pc:sldMk cId="3661484831" sldId="284"/>
            <ac:spMk id="2" creationId="{006131D5-F62A-6A6F-6DC0-756DC40F26E5}"/>
          </ac:spMkLst>
        </pc:spChg>
        <pc:spChg chg="mod">
          <ac:chgData name="Shivarajan, Nilesh" userId="c26e7a95-5581-457b-ad66-92525fb48378" providerId="ADAL" clId="{2B37156B-11BD-48D5-A943-BC01F60762CE}" dt="2026-03-02T06:44:56.778" v="136" actId="1035"/>
          <ac:spMkLst>
            <pc:docMk/>
            <pc:sldMk cId="3661484831" sldId="284"/>
            <ac:spMk id="15" creationId="{0527B91B-D493-28D8-7B5D-60A1C77E260D}"/>
          </ac:spMkLst>
        </pc:spChg>
        <pc:spChg chg="add mod">
          <ac:chgData name="Shivarajan, Nilesh" userId="c26e7a95-5581-457b-ad66-92525fb48378" providerId="ADAL" clId="{2B37156B-11BD-48D5-A943-BC01F60762CE}" dt="2026-03-02T06:48:25.201" v="246" actId="20577"/>
          <ac:spMkLst>
            <pc:docMk/>
            <pc:sldMk cId="3661484831" sldId="284"/>
            <ac:spMk id="16" creationId="{C3453EB4-1EA5-1C6F-9627-C2A79FF7CB41}"/>
          </ac:spMkLst>
        </pc:spChg>
        <pc:spChg chg="mod">
          <ac:chgData name="Shivarajan, Nilesh" userId="c26e7a95-5581-457b-ad66-92525fb48378" providerId="ADAL" clId="{2B37156B-11BD-48D5-A943-BC01F60762CE}" dt="2026-03-02T06:44:56.778" v="136" actId="1035"/>
          <ac:spMkLst>
            <pc:docMk/>
            <pc:sldMk cId="3661484831" sldId="284"/>
            <ac:spMk id="18" creationId="{25674CCE-6CB6-F57F-D01D-757566A61A43}"/>
          </ac:spMkLst>
        </pc:spChg>
        <pc:spChg chg="mod">
          <ac:chgData name="Shivarajan, Nilesh" userId="c26e7a95-5581-457b-ad66-92525fb48378" providerId="ADAL" clId="{2B37156B-11BD-48D5-A943-BC01F60762CE}" dt="2026-03-02T06:44:56.778" v="136" actId="1035"/>
          <ac:spMkLst>
            <pc:docMk/>
            <pc:sldMk cId="3661484831" sldId="284"/>
            <ac:spMk id="28" creationId="{FDA6D27D-0B0A-4C6F-998D-5A9FC8204800}"/>
          </ac:spMkLst>
        </pc:spChg>
        <pc:spChg chg="mod">
          <ac:chgData name="Shivarajan, Nilesh" userId="c26e7a95-5581-457b-ad66-92525fb48378" providerId="ADAL" clId="{2B37156B-11BD-48D5-A943-BC01F60762CE}" dt="2026-03-02T06:44:56.778" v="136" actId="1035"/>
          <ac:spMkLst>
            <pc:docMk/>
            <pc:sldMk cId="3661484831" sldId="284"/>
            <ac:spMk id="29" creationId="{45B1526D-6575-AB1C-0079-C8BE42BEB288}"/>
          </ac:spMkLst>
        </pc:spChg>
        <pc:spChg chg="mod">
          <ac:chgData name="Shivarajan, Nilesh" userId="c26e7a95-5581-457b-ad66-92525fb48378" providerId="ADAL" clId="{2B37156B-11BD-48D5-A943-BC01F60762CE}" dt="2026-03-02T06:44:56.778" v="136" actId="1035"/>
          <ac:spMkLst>
            <pc:docMk/>
            <pc:sldMk cId="3661484831" sldId="284"/>
            <ac:spMk id="30" creationId="{C61008BE-4026-DD69-4517-16F651E3AD9A}"/>
          </ac:spMkLst>
        </pc:spChg>
        <pc:spChg chg="mod">
          <ac:chgData name="Shivarajan, Nilesh" userId="c26e7a95-5581-457b-ad66-92525fb48378" providerId="ADAL" clId="{2B37156B-11BD-48D5-A943-BC01F60762CE}" dt="2026-03-02T06:44:56.778" v="136" actId="1035"/>
          <ac:spMkLst>
            <pc:docMk/>
            <pc:sldMk cId="3661484831" sldId="284"/>
            <ac:spMk id="75" creationId="{8021AFFA-1520-601B-1729-CFBFFF6C5776}"/>
          </ac:spMkLst>
        </pc:spChg>
      </pc:sldChg>
      <pc:sldChg chg="addSp delSp modSp new mod">
        <pc:chgData name="Shivarajan, Nilesh" userId="c26e7a95-5581-457b-ad66-92525fb48378" providerId="ADAL" clId="{2B37156B-11BD-48D5-A943-BC01F60762CE}" dt="2026-03-02T14:13:56.359" v="835" actId="1036"/>
        <pc:sldMkLst>
          <pc:docMk/>
          <pc:sldMk cId="435032822" sldId="287"/>
        </pc:sldMkLst>
        <pc:spChg chg="add mod">
          <ac:chgData name="Shivarajan, Nilesh" userId="c26e7a95-5581-457b-ad66-92525fb48378" providerId="ADAL" clId="{2B37156B-11BD-48D5-A943-BC01F60762CE}" dt="2026-03-02T14:06:25.242" v="746" actId="14100"/>
          <ac:spMkLst>
            <pc:docMk/>
            <pc:sldMk cId="435032822" sldId="287"/>
            <ac:spMk id="17" creationId="{55B9EE9F-CCF0-2F83-536A-12A8F99193D0}"/>
          </ac:spMkLst>
        </pc:spChg>
        <pc:spChg chg="mod">
          <ac:chgData name="Shivarajan, Nilesh" userId="c26e7a95-5581-457b-ad66-92525fb48378" providerId="ADAL" clId="{2B37156B-11BD-48D5-A943-BC01F60762CE}" dt="2026-03-02T14:13:21.232" v="830" actId="123"/>
          <ac:spMkLst>
            <pc:docMk/>
            <pc:sldMk cId="435032822" sldId="287"/>
            <ac:spMk id="18" creationId="{8C3266AC-CE27-0B93-F577-0058A65978D2}"/>
          </ac:spMkLst>
        </pc:spChg>
        <pc:spChg chg="mod">
          <ac:chgData name="Shivarajan, Nilesh" userId="c26e7a95-5581-457b-ad66-92525fb48378" providerId="ADAL" clId="{2B37156B-11BD-48D5-A943-BC01F60762CE}" dt="2026-03-02T08:48:01.843" v="333"/>
          <ac:spMkLst>
            <pc:docMk/>
            <pc:sldMk cId="435032822" sldId="287"/>
            <ac:spMk id="21" creationId="{22C130E3-2AB3-251B-37AF-010BC7908747}"/>
          </ac:spMkLst>
        </pc:spChg>
        <pc:spChg chg="mod">
          <ac:chgData name="Shivarajan, Nilesh" userId="c26e7a95-5581-457b-ad66-92525fb48378" providerId="ADAL" clId="{2B37156B-11BD-48D5-A943-BC01F60762CE}" dt="2026-03-02T08:48:01.843" v="333"/>
          <ac:spMkLst>
            <pc:docMk/>
            <pc:sldMk cId="435032822" sldId="287"/>
            <ac:spMk id="22" creationId="{54EE85E1-24E2-E01A-A824-23024DC42CA4}"/>
          </ac:spMkLst>
        </pc:spChg>
        <pc:spChg chg="mod">
          <ac:chgData name="Shivarajan, Nilesh" userId="c26e7a95-5581-457b-ad66-92525fb48378" providerId="ADAL" clId="{2B37156B-11BD-48D5-A943-BC01F60762CE}" dt="2026-03-02T08:48:01.843" v="333"/>
          <ac:spMkLst>
            <pc:docMk/>
            <pc:sldMk cId="435032822" sldId="287"/>
            <ac:spMk id="23" creationId="{34E6B3A1-A98B-835A-85B7-95BF5E713E1E}"/>
          </ac:spMkLst>
        </pc:spChg>
        <pc:spChg chg="mod">
          <ac:chgData name="Shivarajan, Nilesh" userId="c26e7a95-5581-457b-ad66-92525fb48378" providerId="ADAL" clId="{2B37156B-11BD-48D5-A943-BC01F60762CE}" dt="2026-03-02T08:48:01.843" v="333"/>
          <ac:spMkLst>
            <pc:docMk/>
            <pc:sldMk cId="435032822" sldId="287"/>
            <ac:spMk id="28" creationId="{C60165E2-4E57-4CD2-AC42-9FB6C969EC53}"/>
          </ac:spMkLst>
        </pc:spChg>
        <pc:spChg chg="mod">
          <ac:chgData name="Shivarajan, Nilesh" userId="c26e7a95-5581-457b-ad66-92525fb48378" providerId="ADAL" clId="{2B37156B-11BD-48D5-A943-BC01F60762CE}" dt="2026-03-02T08:48:01.843" v="333"/>
          <ac:spMkLst>
            <pc:docMk/>
            <pc:sldMk cId="435032822" sldId="287"/>
            <ac:spMk id="33" creationId="{92696454-6E99-4AF6-C9CB-985EBFD1700A}"/>
          </ac:spMkLst>
        </pc:spChg>
        <pc:spChg chg="mod">
          <ac:chgData name="Shivarajan, Nilesh" userId="c26e7a95-5581-457b-ad66-92525fb48378" providerId="ADAL" clId="{2B37156B-11BD-48D5-A943-BC01F60762CE}" dt="2026-03-02T08:48:01.843" v="333"/>
          <ac:spMkLst>
            <pc:docMk/>
            <pc:sldMk cId="435032822" sldId="287"/>
            <ac:spMk id="45" creationId="{DD0C5224-0626-F4A2-1F13-A251AC185FAE}"/>
          </ac:spMkLst>
        </pc:spChg>
        <pc:spChg chg="add mod">
          <ac:chgData name="Shivarajan, Nilesh" userId="c26e7a95-5581-457b-ad66-92525fb48378" providerId="ADAL" clId="{2B37156B-11BD-48D5-A943-BC01F60762CE}" dt="2026-03-02T14:12:12.393" v="818" actId="1036"/>
          <ac:spMkLst>
            <pc:docMk/>
            <pc:sldMk cId="435032822" sldId="287"/>
            <ac:spMk id="46" creationId="{F9F37C9E-6026-13B9-9150-A64EA130ED0E}"/>
          </ac:spMkLst>
        </pc:spChg>
        <pc:spChg chg="mod">
          <ac:chgData name="Shivarajan, Nilesh" userId="c26e7a95-5581-457b-ad66-92525fb48378" providerId="ADAL" clId="{2B37156B-11BD-48D5-A943-BC01F60762CE}" dt="2026-03-02T14:09:38.750" v="784" actId="1076"/>
          <ac:spMkLst>
            <pc:docMk/>
            <pc:sldMk cId="435032822" sldId="287"/>
            <ac:spMk id="47" creationId="{5F8B2AE1-59D5-EE00-5366-3C8DCB804DAC}"/>
          </ac:spMkLst>
        </pc:spChg>
        <pc:spChg chg="mod">
          <ac:chgData name="Shivarajan, Nilesh" userId="c26e7a95-5581-457b-ad66-92525fb48378" providerId="ADAL" clId="{2B37156B-11BD-48D5-A943-BC01F60762CE}" dt="2026-03-02T14:12:05.163" v="810" actId="1036"/>
          <ac:spMkLst>
            <pc:docMk/>
            <pc:sldMk cId="435032822" sldId="287"/>
            <ac:spMk id="48" creationId="{CE819ED1-E5D4-3BB7-6AD9-BF939A431FFF}"/>
          </ac:spMkLst>
        </pc:spChg>
        <pc:spChg chg="mod">
          <ac:chgData name="Shivarajan, Nilesh" userId="c26e7a95-5581-457b-ad66-92525fb48378" providerId="ADAL" clId="{2B37156B-11BD-48D5-A943-BC01F60762CE}" dt="2026-03-02T14:13:56.359" v="835" actId="1036"/>
          <ac:spMkLst>
            <pc:docMk/>
            <pc:sldMk cId="435032822" sldId="287"/>
            <ac:spMk id="49" creationId="{EA8FE7B2-1385-469D-9890-EA0504F4A160}"/>
          </ac:spMkLst>
        </pc:spChg>
        <pc:spChg chg="mod">
          <ac:chgData name="Shivarajan, Nilesh" userId="c26e7a95-5581-457b-ad66-92525fb48378" providerId="ADAL" clId="{2B37156B-11BD-48D5-A943-BC01F60762CE}" dt="2026-03-02T14:10:31.841" v="790" actId="20577"/>
          <ac:spMkLst>
            <pc:docMk/>
            <pc:sldMk cId="435032822" sldId="287"/>
            <ac:spMk id="50" creationId="{5043F25C-B715-49EA-810E-AF8A0FF280E9}"/>
          </ac:spMkLst>
        </pc:spChg>
        <pc:picChg chg="mod topLvl">
          <ac:chgData name="Shivarajan, Nilesh" userId="c26e7a95-5581-457b-ad66-92525fb48378" providerId="ADAL" clId="{2B37156B-11BD-48D5-A943-BC01F60762CE}" dt="2026-03-02T14:06:57.901" v="748" actId="165"/>
          <ac:picMkLst>
            <pc:docMk/>
            <pc:sldMk cId="435032822" sldId="287"/>
            <ac:picMk id="4" creationId="{189FD131-8D1A-5AF5-03A6-CB770B8D178F}"/>
          </ac:picMkLst>
        </pc:picChg>
        <pc:picChg chg="mod topLvl">
          <ac:chgData name="Shivarajan, Nilesh" userId="c26e7a95-5581-457b-ad66-92525fb48378" providerId="ADAL" clId="{2B37156B-11BD-48D5-A943-BC01F60762CE}" dt="2026-03-02T14:06:57.901" v="748" actId="165"/>
          <ac:picMkLst>
            <pc:docMk/>
            <pc:sldMk cId="435032822" sldId="287"/>
            <ac:picMk id="7" creationId="{AC2CEFBB-B5E8-8BC2-C3CB-9B22F62988D7}"/>
          </ac:picMkLst>
        </pc:picChg>
        <pc:picChg chg="mod topLvl">
          <ac:chgData name="Shivarajan, Nilesh" userId="c26e7a95-5581-457b-ad66-92525fb48378" providerId="ADAL" clId="{2B37156B-11BD-48D5-A943-BC01F60762CE}" dt="2026-03-02T14:08:08.233" v="766" actId="14100"/>
          <ac:picMkLst>
            <pc:docMk/>
            <pc:sldMk cId="435032822" sldId="287"/>
            <ac:picMk id="8" creationId="{1507005B-B5A4-B3BA-78E8-D8613673971F}"/>
          </ac:picMkLst>
        </pc:picChg>
        <pc:picChg chg="mod topLvl">
          <ac:chgData name="Shivarajan, Nilesh" userId="c26e7a95-5581-457b-ad66-92525fb48378" providerId="ADAL" clId="{2B37156B-11BD-48D5-A943-BC01F60762CE}" dt="2026-03-02T14:08:00.878" v="765" actId="14100"/>
          <ac:picMkLst>
            <pc:docMk/>
            <pc:sldMk cId="435032822" sldId="287"/>
            <ac:picMk id="9" creationId="{618F9A9A-3D0D-7646-0C55-F71283C11336}"/>
          </ac:picMkLst>
        </pc:picChg>
        <pc:picChg chg="mod topLvl">
          <ac:chgData name="Shivarajan, Nilesh" userId="c26e7a95-5581-457b-ad66-92525fb48378" providerId="ADAL" clId="{2B37156B-11BD-48D5-A943-BC01F60762CE}" dt="2026-03-02T14:07:50.556" v="764" actId="14100"/>
          <ac:picMkLst>
            <pc:docMk/>
            <pc:sldMk cId="435032822" sldId="287"/>
            <ac:picMk id="10" creationId="{9F909207-4398-1845-E383-51A064CBF183}"/>
          </ac:picMkLst>
        </pc:picChg>
        <pc:picChg chg="mod">
          <ac:chgData name="Shivarajan, Nilesh" userId="c26e7a95-5581-457b-ad66-92525fb48378" providerId="ADAL" clId="{2B37156B-11BD-48D5-A943-BC01F60762CE}" dt="2026-03-02T14:12:16.098" v="825" actId="1036"/>
          <ac:picMkLst>
            <pc:docMk/>
            <pc:sldMk cId="435032822" sldId="287"/>
            <ac:picMk id="51" creationId="{F939FBDA-FE48-4E76-3914-24A4657FA370}"/>
          </ac:picMkLst>
        </pc:picChg>
        <pc:picChg chg="mod">
          <ac:chgData name="Shivarajan, Nilesh" userId="c26e7a95-5581-457b-ad66-92525fb48378" providerId="ADAL" clId="{2B37156B-11BD-48D5-A943-BC01F60762CE}" dt="2026-03-02T14:12:08.793" v="815" actId="1036"/>
          <ac:picMkLst>
            <pc:docMk/>
            <pc:sldMk cId="435032822" sldId="287"/>
            <ac:picMk id="52" creationId="{8EF66A6E-8DEE-0766-62F5-E259118EA9EF}"/>
          </ac:picMkLst>
        </pc:picChg>
        <pc:picChg chg="mod">
          <ac:chgData name="Shivarajan, Nilesh" userId="c26e7a95-5581-457b-ad66-92525fb48378" providerId="ADAL" clId="{2B37156B-11BD-48D5-A943-BC01F60762CE}" dt="2026-03-02T14:12:00.037" v="807" actId="1036"/>
          <ac:picMkLst>
            <pc:docMk/>
            <pc:sldMk cId="435032822" sldId="287"/>
            <ac:picMk id="53" creationId="{6D24F818-D4DE-E2D5-10CA-7E357E918194}"/>
          </ac:picMkLst>
        </pc:picChg>
        <pc:picChg chg="mod">
          <ac:chgData name="Shivarajan, Nilesh" userId="c26e7a95-5581-457b-ad66-92525fb48378" providerId="ADAL" clId="{2B37156B-11BD-48D5-A943-BC01F60762CE}" dt="2026-03-02T14:11:07.297" v="791" actId="1076"/>
          <ac:picMkLst>
            <pc:docMk/>
            <pc:sldMk cId="435032822" sldId="287"/>
            <ac:picMk id="54" creationId="{06D10C6B-BCA2-5945-6D65-710B2B327C14}"/>
          </ac:picMkLst>
        </pc:picChg>
      </pc:sldChg>
      <pc:sldChg chg="modSp mod">
        <pc:chgData name="Shivarajan, Nilesh" userId="c26e7a95-5581-457b-ad66-92525fb48378" providerId="ADAL" clId="{2B37156B-11BD-48D5-A943-BC01F60762CE}" dt="2026-03-02T14:15:16.964" v="843" actId="1038"/>
        <pc:sldMkLst>
          <pc:docMk/>
          <pc:sldMk cId="2908794465" sldId="299"/>
        </pc:sldMkLst>
        <pc:spChg chg="mod">
          <ac:chgData name="Shivarajan, Nilesh" userId="c26e7a95-5581-457b-ad66-92525fb48378" providerId="ADAL" clId="{2B37156B-11BD-48D5-A943-BC01F60762CE}" dt="2026-03-02T13:18:40.238" v="697" actId="20577"/>
          <ac:spMkLst>
            <pc:docMk/>
            <pc:sldMk cId="2908794465" sldId="299"/>
            <ac:spMk id="16" creationId="{6CB9C03A-9D7A-22C4-AB9C-8ED17F6FA5C7}"/>
          </ac:spMkLst>
        </pc:spChg>
        <pc:picChg chg="mod">
          <ac:chgData name="Shivarajan, Nilesh" userId="c26e7a95-5581-457b-ad66-92525fb48378" providerId="ADAL" clId="{2B37156B-11BD-48D5-A943-BC01F60762CE}" dt="2026-03-02T14:15:16.964" v="843" actId="1038"/>
          <ac:picMkLst>
            <pc:docMk/>
            <pc:sldMk cId="2908794465" sldId="299"/>
            <ac:picMk id="29" creationId="{62F388A6-5973-D245-B588-50E5BEE034D1}"/>
          </ac:picMkLst>
        </pc:picChg>
      </pc:sldChg>
      <pc:sldChg chg="modSp mod">
        <pc:chgData name="Shivarajan, Nilesh" userId="c26e7a95-5581-457b-ad66-92525fb48378" providerId="ADAL" clId="{2B37156B-11BD-48D5-A943-BC01F60762CE}" dt="2026-03-02T12:07:08.925" v="586" actId="313"/>
        <pc:sldMkLst>
          <pc:docMk/>
          <pc:sldMk cId="657932122" sldId="2147473540"/>
        </pc:sldMkLst>
        <pc:spChg chg="mod">
          <ac:chgData name="Shivarajan, Nilesh" userId="c26e7a95-5581-457b-ad66-92525fb48378" providerId="ADAL" clId="{2B37156B-11BD-48D5-A943-BC01F60762CE}" dt="2026-03-02T12:07:08.925" v="586" actId="313"/>
          <ac:spMkLst>
            <pc:docMk/>
            <pc:sldMk cId="657932122" sldId="2147473540"/>
            <ac:spMk id="10" creationId="{A97A0E1E-5CF0-669E-CB11-72A46012E5B0}"/>
          </ac:spMkLst>
        </pc:spChg>
        <pc:spChg chg="mod">
          <ac:chgData name="Shivarajan, Nilesh" userId="c26e7a95-5581-457b-ad66-92525fb48378" providerId="ADAL" clId="{2B37156B-11BD-48D5-A943-BC01F60762CE}" dt="2026-03-02T11:54:24.842" v="557" actId="20577"/>
          <ac:spMkLst>
            <pc:docMk/>
            <pc:sldMk cId="657932122" sldId="2147473540"/>
            <ac:spMk id="11" creationId="{D748F4B6-E3D6-662C-9E23-18D30E8DFD8E}"/>
          </ac:spMkLst>
        </pc:spChg>
        <pc:spChg chg="mod">
          <ac:chgData name="Shivarajan, Nilesh" userId="c26e7a95-5581-457b-ad66-92525fb48378" providerId="ADAL" clId="{2B37156B-11BD-48D5-A943-BC01F60762CE}" dt="2026-03-02T11:45:48.836" v="386" actId="20577"/>
          <ac:spMkLst>
            <pc:docMk/>
            <pc:sldMk cId="657932122" sldId="2147473540"/>
            <ac:spMk id="26" creationId="{B0E26B96-5C2A-A92A-ACC6-769792D4B8D3}"/>
          </ac:spMkLst>
        </pc:spChg>
      </pc:sldChg>
      <pc:sldChg chg="addSp delSp modSp mod">
        <pc:chgData name="Shivarajan, Nilesh" userId="c26e7a95-5581-457b-ad66-92525fb48378" providerId="ADAL" clId="{2B37156B-11BD-48D5-A943-BC01F60762CE}" dt="2026-03-02T12:52:45.426" v="695" actId="1076"/>
        <pc:sldMkLst>
          <pc:docMk/>
          <pc:sldMk cId="4107191023" sldId="2147477786"/>
        </pc:sldMkLst>
        <pc:spChg chg="mod topLvl">
          <ac:chgData name="Shivarajan, Nilesh" userId="c26e7a95-5581-457b-ad66-92525fb48378" providerId="ADAL" clId="{2B37156B-11BD-48D5-A943-BC01F60762CE}" dt="2026-03-02T12:44:46.953" v="606" actId="165"/>
          <ac:spMkLst>
            <pc:docMk/>
            <pc:sldMk cId="4107191023" sldId="2147477786"/>
            <ac:spMk id="11" creationId="{3CA5F539-6BC0-03FD-FB00-C8C2AFFF43A4}"/>
          </ac:spMkLst>
        </pc:spChg>
        <pc:spChg chg="mod">
          <ac:chgData name="Shivarajan, Nilesh" userId="c26e7a95-5581-457b-ad66-92525fb48378" providerId="ADAL" clId="{2B37156B-11BD-48D5-A943-BC01F60762CE}" dt="2026-03-02T12:44:40.953" v="605" actId="1076"/>
          <ac:spMkLst>
            <pc:docMk/>
            <pc:sldMk cId="4107191023" sldId="2147477786"/>
            <ac:spMk id="24" creationId="{BE374037-6AF7-FFBD-257B-714EE54EB741}"/>
          </ac:spMkLst>
        </pc:spChg>
        <pc:spChg chg="mod">
          <ac:chgData name="Shivarajan, Nilesh" userId="c26e7a95-5581-457b-ad66-92525fb48378" providerId="ADAL" clId="{2B37156B-11BD-48D5-A943-BC01F60762CE}" dt="2026-03-02T12:44:40.953" v="605" actId="1076"/>
          <ac:spMkLst>
            <pc:docMk/>
            <pc:sldMk cId="4107191023" sldId="2147477786"/>
            <ac:spMk id="26" creationId="{CD800D51-4057-3051-2743-8D673E697B55}"/>
          </ac:spMkLst>
        </pc:spChg>
        <pc:spChg chg="mod">
          <ac:chgData name="Shivarajan, Nilesh" userId="c26e7a95-5581-457b-ad66-92525fb48378" providerId="ADAL" clId="{2B37156B-11BD-48D5-A943-BC01F60762CE}" dt="2026-03-02T12:44:40.953" v="605" actId="1076"/>
          <ac:spMkLst>
            <pc:docMk/>
            <pc:sldMk cId="4107191023" sldId="2147477786"/>
            <ac:spMk id="33" creationId="{6DF2C065-C789-1F83-2844-9610739EF34A}"/>
          </ac:spMkLst>
        </pc:spChg>
        <pc:spChg chg="mod topLvl">
          <ac:chgData name="Shivarajan, Nilesh" userId="c26e7a95-5581-457b-ad66-92525fb48378" providerId="ADAL" clId="{2B37156B-11BD-48D5-A943-BC01F60762CE}" dt="2026-03-02T12:44:46.953" v="606" actId="165"/>
          <ac:spMkLst>
            <pc:docMk/>
            <pc:sldMk cId="4107191023" sldId="2147477786"/>
            <ac:spMk id="39" creationId="{77BCE7A3-6242-C737-D1A9-DDFE72748D35}"/>
          </ac:spMkLst>
        </pc:spChg>
        <pc:spChg chg="mod topLvl">
          <ac:chgData name="Shivarajan, Nilesh" userId="c26e7a95-5581-457b-ad66-92525fb48378" providerId="ADAL" clId="{2B37156B-11BD-48D5-A943-BC01F60762CE}" dt="2026-03-02T12:44:46.953" v="606" actId="165"/>
          <ac:spMkLst>
            <pc:docMk/>
            <pc:sldMk cId="4107191023" sldId="2147477786"/>
            <ac:spMk id="46" creationId="{65D223AF-A1FF-8383-D9D0-C74EAC046AE9}"/>
          </ac:spMkLst>
        </pc:spChg>
        <pc:spChg chg="add mod">
          <ac:chgData name="Shivarajan, Nilesh" userId="c26e7a95-5581-457b-ad66-92525fb48378" providerId="ADAL" clId="{2B37156B-11BD-48D5-A943-BC01F60762CE}" dt="2026-03-02T12:52:45.426" v="695" actId="1076"/>
          <ac:spMkLst>
            <pc:docMk/>
            <pc:sldMk cId="4107191023" sldId="2147477786"/>
            <ac:spMk id="50" creationId="{282F4152-DC30-E67E-B008-8F8FF6C73285}"/>
          </ac:spMkLst>
        </pc:spChg>
        <pc:spChg chg="add mod">
          <ac:chgData name="Shivarajan, Nilesh" userId="c26e7a95-5581-457b-ad66-92525fb48378" providerId="ADAL" clId="{2B37156B-11BD-48D5-A943-BC01F60762CE}" dt="2026-03-02T12:52:34.559" v="693" actId="1076"/>
          <ac:spMkLst>
            <pc:docMk/>
            <pc:sldMk cId="4107191023" sldId="2147477786"/>
            <ac:spMk id="52" creationId="{D2E9B7B6-D1BE-0464-331D-5779B1965033}"/>
          </ac:spMkLst>
        </pc:spChg>
        <pc:spChg chg="add mod">
          <ac:chgData name="Shivarajan, Nilesh" userId="c26e7a95-5581-457b-ad66-92525fb48378" providerId="ADAL" clId="{2B37156B-11BD-48D5-A943-BC01F60762CE}" dt="2026-03-02T12:52:30.575" v="692" actId="1076"/>
          <ac:spMkLst>
            <pc:docMk/>
            <pc:sldMk cId="4107191023" sldId="2147477786"/>
            <ac:spMk id="55" creationId="{799C0A4B-D5A1-9015-AEFD-963E5412569D}"/>
          </ac:spMkLst>
        </pc:spChg>
      </pc:sldChg>
      <pc:sldChg chg="addSp delSp modSp mod">
        <pc:chgData name="Shivarajan, Nilesh" userId="c26e7a95-5581-457b-ad66-92525fb48378" providerId="ADAL" clId="{2B37156B-11BD-48D5-A943-BC01F60762CE}" dt="2026-03-02T06:58:16.216" v="322" actId="1037"/>
        <pc:sldMkLst>
          <pc:docMk/>
          <pc:sldMk cId="1546170917" sldId="2147483647"/>
        </pc:sldMkLst>
        <pc:spChg chg="add mod">
          <ac:chgData name="Shivarajan, Nilesh" userId="c26e7a95-5581-457b-ad66-92525fb48378" providerId="ADAL" clId="{2B37156B-11BD-48D5-A943-BC01F60762CE}" dt="2026-03-02T06:58:16.216" v="322" actId="1037"/>
          <ac:spMkLst>
            <pc:docMk/>
            <pc:sldMk cId="1546170917" sldId="2147483647"/>
            <ac:spMk id="16" creationId="{E85554E4-7A5C-FA59-0200-C51B2161D2FB}"/>
          </ac:spMkLst>
        </pc:spChg>
      </pc:sldChg>
    </pc:docChg>
  </pc:docChgLst>
  <pc:docChgLst>
    <pc:chgData name="Gupta, Himanshu Vinod" userId="2a50b46c-199b-4b51-af43-aee3533e3670" providerId="ADAL" clId="{A2B23291-B6BF-4126-BA2B-1ABBAC56E641}"/>
    <pc:docChg chg="undo custSel addSld delSld modSld sldOrd delMainMaster">
      <pc:chgData name="Gupta, Himanshu Vinod" userId="2a50b46c-199b-4b51-af43-aee3533e3670" providerId="ADAL" clId="{A2B23291-B6BF-4126-BA2B-1ABBAC56E641}" dt="2026-03-03T14:08:53.444" v="2924" actId="1037"/>
      <pc:docMkLst>
        <pc:docMk/>
      </pc:docMkLst>
      <pc:sldChg chg="addSp delSp modSp mod">
        <pc:chgData name="Gupta, Himanshu Vinod" userId="2a50b46c-199b-4b51-af43-aee3533e3670" providerId="ADAL" clId="{A2B23291-B6BF-4126-BA2B-1ABBAC56E641}" dt="2026-03-02T14:58:42.741" v="2854" actId="1076"/>
        <pc:sldMkLst>
          <pc:docMk/>
          <pc:sldMk cId="1741720251" sldId="256"/>
        </pc:sldMkLst>
        <pc:spChg chg="mod">
          <ac:chgData name="Gupta, Himanshu Vinod" userId="2a50b46c-199b-4b51-af43-aee3533e3670" providerId="ADAL" clId="{A2B23291-B6BF-4126-BA2B-1ABBAC56E641}" dt="2026-03-02T14:58:42.741" v="2854" actId="1076"/>
          <ac:spMkLst>
            <pc:docMk/>
            <pc:sldMk cId="1741720251" sldId="256"/>
            <ac:spMk id="4" creationId="{9882BD79-9A8E-0BD7-7F28-605FC11925D0}"/>
          </ac:spMkLst>
        </pc:spChg>
      </pc:sldChg>
      <pc:sldChg chg="addSp delSp modSp mod">
        <pc:chgData name="Gupta, Himanshu Vinod" userId="2a50b46c-199b-4b51-af43-aee3533e3670" providerId="ADAL" clId="{A2B23291-B6BF-4126-BA2B-1ABBAC56E641}" dt="2026-03-02T14:59:18.981" v="2881" actId="108"/>
        <pc:sldMkLst>
          <pc:docMk/>
          <pc:sldMk cId="703853927" sldId="257"/>
        </pc:sldMkLst>
        <pc:spChg chg="add mod">
          <ac:chgData name="Gupta, Himanshu Vinod" userId="2a50b46c-199b-4b51-af43-aee3533e3670" providerId="ADAL" clId="{A2B23291-B6BF-4126-BA2B-1ABBAC56E641}" dt="2026-03-02T09:46:01.165" v="2745"/>
          <ac:spMkLst>
            <pc:docMk/>
            <pc:sldMk cId="703853927" sldId="257"/>
            <ac:spMk id="5" creationId="{97FAD4A4-962A-FA9B-C10B-E67459BAA1FA}"/>
          </ac:spMkLst>
        </pc:spChg>
        <pc:spChg chg="mod">
          <ac:chgData name="Gupta, Himanshu Vinod" userId="2a50b46c-199b-4b51-af43-aee3533e3670" providerId="ADAL" clId="{A2B23291-B6BF-4126-BA2B-1ABBAC56E641}" dt="2026-03-02T14:59:18.981" v="2881" actId="108"/>
          <ac:spMkLst>
            <pc:docMk/>
            <pc:sldMk cId="703853927" sldId="257"/>
            <ac:spMk id="10" creationId="{3EBA16BA-F577-BABE-9AFA-A184D0CDDC52}"/>
          </ac:spMkLst>
        </pc:spChg>
      </pc:sldChg>
      <pc:sldChg chg="delSp mod">
        <pc:chgData name="Gupta, Himanshu Vinod" userId="2a50b46c-199b-4b51-af43-aee3533e3670" providerId="ADAL" clId="{A2B23291-B6BF-4126-BA2B-1ABBAC56E641}" dt="2026-03-02T14:56:52.655" v="2849" actId="478"/>
        <pc:sldMkLst>
          <pc:docMk/>
          <pc:sldMk cId="616379574" sldId="258"/>
        </pc:sldMkLst>
      </pc:sldChg>
      <pc:sldChg chg="addSp delSp modSp mod">
        <pc:chgData name="Gupta, Himanshu Vinod" userId="2a50b46c-199b-4b51-af43-aee3533e3670" providerId="ADAL" clId="{A2B23291-B6BF-4126-BA2B-1ABBAC56E641}" dt="2026-03-02T14:54:37.543" v="2830" actId="478"/>
        <pc:sldMkLst>
          <pc:docMk/>
          <pc:sldMk cId="3090202877" sldId="261"/>
        </pc:sldMkLst>
      </pc:sldChg>
      <pc:sldChg chg="addSp delSp modSp mod">
        <pc:chgData name="Gupta, Himanshu Vinod" userId="2a50b46c-199b-4b51-af43-aee3533e3670" providerId="ADAL" clId="{A2B23291-B6BF-4126-BA2B-1ABBAC56E641}" dt="2026-03-02T14:53:55.738" v="2818" actId="478"/>
        <pc:sldMkLst>
          <pc:docMk/>
          <pc:sldMk cId="3441025785" sldId="262"/>
        </pc:sldMkLst>
      </pc:sldChg>
      <pc:sldChg chg="addSp delSp modSp mod">
        <pc:chgData name="Gupta, Himanshu Vinod" userId="2a50b46c-199b-4b51-af43-aee3533e3670" providerId="ADAL" clId="{A2B23291-B6BF-4126-BA2B-1ABBAC56E641}" dt="2026-03-02T14:54:27.124" v="2827" actId="478"/>
        <pc:sldMkLst>
          <pc:docMk/>
          <pc:sldMk cId="3116726353" sldId="269"/>
        </pc:sldMkLst>
      </pc:sldChg>
      <pc:sldChg chg="modSp mod">
        <pc:chgData name="Gupta, Himanshu Vinod" userId="2a50b46c-199b-4b51-af43-aee3533e3670" providerId="ADAL" clId="{A2B23291-B6BF-4126-BA2B-1ABBAC56E641}" dt="2026-03-02T15:00:34.823" v="2898" actId="108"/>
        <pc:sldMkLst>
          <pc:docMk/>
          <pc:sldMk cId="1428959645" sldId="272"/>
        </pc:sldMkLst>
        <pc:spChg chg="mod">
          <ac:chgData name="Gupta, Himanshu Vinod" userId="2a50b46c-199b-4b51-af43-aee3533e3670" providerId="ADAL" clId="{A2B23291-B6BF-4126-BA2B-1ABBAC56E641}" dt="2026-03-02T15:00:34.823" v="2898" actId="108"/>
          <ac:spMkLst>
            <pc:docMk/>
            <pc:sldMk cId="1428959645" sldId="272"/>
            <ac:spMk id="7" creationId="{28C8E5B8-6FE4-1AC0-0597-B6ED376E239F}"/>
          </ac:spMkLst>
        </pc:spChg>
      </pc:sldChg>
      <pc:sldChg chg="addSp delSp modSp mod">
        <pc:chgData name="Gupta, Himanshu Vinod" userId="2a50b46c-199b-4b51-af43-aee3533e3670" providerId="ADAL" clId="{A2B23291-B6BF-4126-BA2B-1ABBAC56E641}" dt="2026-03-02T14:54:05.157" v="2821" actId="478"/>
        <pc:sldMkLst>
          <pc:docMk/>
          <pc:sldMk cId="3173590659" sldId="274"/>
        </pc:sldMkLst>
      </pc:sldChg>
      <pc:sldChg chg="modSp mod">
        <pc:chgData name="Gupta, Himanshu Vinod" userId="2a50b46c-199b-4b51-af43-aee3533e3670" providerId="ADAL" clId="{A2B23291-B6BF-4126-BA2B-1ABBAC56E641}" dt="2026-03-02T15:00:08.295" v="2892" actId="108"/>
        <pc:sldMkLst>
          <pc:docMk/>
          <pc:sldMk cId="1983407048" sldId="275"/>
        </pc:sldMkLst>
        <pc:spChg chg="mod">
          <ac:chgData name="Gupta, Himanshu Vinod" userId="2a50b46c-199b-4b51-af43-aee3533e3670" providerId="ADAL" clId="{A2B23291-B6BF-4126-BA2B-1ABBAC56E641}" dt="2026-03-02T15:00:08.295" v="2892" actId="108"/>
          <ac:spMkLst>
            <pc:docMk/>
            <pc:sldMk cId="1983407048" sldId="275"/>
            <ac:spMk id="92" creationId="{9DEE07CA-BCAB-3DF4-5B20-4F305811841E}"/>
          </ac:spMkLst>
        </pc:spChg>
      </pc:sldChg>
      <pc:sldChg chg="addSp delSp modSp mod">
        <pc:chgData name="Gupta, Himanshu Vinod" userId="2a50b46c-199b-4b51-af43-aee3533e3670" providerId="ADAL" clId="{A2B23291-B6BF-4126-BA2B-1ABBAC56E641}" dt="2026-03-02T14:54:12.885" v="2823" actId="478"/>
        <pc:sldMkLst>
          <pc:docMk/>
          <pc:sldMk cId="3627975907" sldId="276"/>
        </pc:sldMkLst>
      </pc:sldChg>
      <pc:sldChg chg="modSp mod">
        <pc:chgData name="Gupta, Himanshu Vinod" userId="2a50b46c-199b-4b51-af43-aee3533e3670" providerId="ADAL" clId="{A2B23291-B6BF-4126-BA2B-1ABBAC56E641}" dt="2026-03-02T15:01:03.224" v="2906" actId="108"/>
        <pc:sldMkLst>
          <pc:docMk/>
          <pc:sldMk cId="4163232624" sldId="277"/>
        </pc:sldMkLst>
        <pc:spChg chg="mod">
          <ac:chgData name="Gupta, Himanshu Vinod" userId="2a50b46c-199b-4b51-af43-aee3533e3670" providerId="ADAL" clId="{A2B23291-B6BF-4126-BA2B-1ABBAC56E641}" dt="2026-03-02T15:01:03.224" v="2906" actId="108"/>
          <ac:spMkLst>
            <pc:docMk/>
            <pc:sldMk cId="4163232624" sldId="277"/>
            <ac:spMk id="8" creationId="{A0D52976-D49F-E220-E6D0-064218275D4E}"/>
          </ac:spMkLst>
        </pc:spChg>
      </pc:sldChg>
      <pc:sldChg chg="modSp mod">
        <pc:chgData name="Gupta, Himanshu Vinod" userId="2a50b46c-199b-4b51-af43-aee3533e3670" providerId="ADAL" clId="{A2B23291-B6BF-4126-BA2B-1ABBAC56E641}" dt="2026-03-02T15:00:18.921" v="2893" actId="108"/>
        <pc:sldMkLst>
          <pc:docMk/>
          <pc:sldMk cId="2070303900" sldId="278"/>
        </pc:sldMkLst>
        <pc:spChg chg="mod">
          <ac:chgData name="Gupta, Himanshu Vinod" userId="2a50b46c-199b-4b51-af43-aee3533e3670" providerId="ADAL" clId="{A2B23291-B6BF-4126-BA2B-1ABBAC56E641}" dt="2026-03-02T15:00:18.921" v="2893" actId="108"/>
          <ac:spMkLst>
            <pc:docMk/>
            <pc:sldMk cId="2070303900" sldId="278"/>
            <ac:spMk id="7" creationId="{44073D2A-70DD-9431-8CE6-09CB79D44209}"/>
          </ac:spMkLst>
        </pc:spChg>
      </pc:sldChg>
      <pc:sldChg chg="modSp mod">
        <pc:chgData name="Gupta, Himanshu Vinod" userId="2a50b46c-199b-4b51-af43-aee3533e3670" providerId="ADAL" clId="{A2B23291-B6BF-4126-BA2B-1ABBAC56E641}" dt="2026-03-02T15:01:19.228" v="2908" actId="242"/>
        <pc:sldMkLst>
          <pc:docMk/>
          <pc:sldMk cId="3999605558" sldId="283"/>
        </pc:sldMkLst>
        <pc:spChg chg="mod">
          <ac:chgData name="Gupta, Himanshu Vinod" userId="2a50b46c-199b-4b51-af43-aee3533e3670" providerId="ADAL" clId="{A2B23291-B6BF-4126-BA2B-1ABBAC56E641}" dt="2026-03-02T15:01:19.228" v="2908" actId="242"/>
          <ac:spMkLst>
            <pc:docMk/>
            <pc:sldMk cId="3999605558" sldId="283"/>
            <ac:spMk id="3" creationId="{F26F3AE0-981B-F05F-2B6C-630A17E20484}"/>
          </ac:spMkLst>
        </pc:spChg>
      </pc:sldChg>
      <pc:sldChg chg="delSp mod">
        <pc:chgData name="Gupta, Himanshu Vinod" userId="2a50b46c-199b-4b51-af43-aee3533e3670" providerId="ADAL" clId="{A2B23291-B6BF-4126-BA2B-1ABBAC56E641}" dt="2026-03-02T14:56:49.652" v="2848" actId="478"/>
        <pc:sldMkLst>
          <pc:docMk/>
          <pc:sldMk cId="3661484831" sldId="284"/>
        </pc:sldMkLst>
      </pc:sldChg>
      <pc:sldChg chg="delSp mod">
        <pc:chgData name="Gupta, Himanshu Vinod" userId="2a50b46c-199b-4b51-af43-aee3533e3670" providerId="ADAL" clId="{A2B23291-B6BF-4126-BA2B-1ABBAC56E641}" dt="2026-03-02T14:54:07.275" v="2822" actId="478"/>
        <pc:sldMkLst>
          <pc:docMk/>
          <pc:sldMk cId="328943690" sldId="285"/>
        </pc:sldMkLst>
      </pc:sldChg>
      <pc:sldChg chg="modSp mod">
        <pc:chgData name="Gupta, Himanshu Vinod" userId="2a50b46c-199b-4b51-af43-aee3533e3670" providerId="ADAL" clId="{A2B23291-B6BF-4126-BA2B-1ABBAC56E641}" dt="2026-03-02T15:00:03.789" v="2891" actId="207"/>
        <pc:sldMkLst>
          <pc:docMk/>
          <pc:sldMk cId="2019825405" sldId="286"/>
        </pc:sldMkLst>
        <pc:spChg chg="mod">
          <ac:chgData name="Gupta, Himanshu Vinod" userId="2a50b46c-199b-4b51-af43-aee3533e3670" providerId="ADAL" clId="{A2B23291-B6BF-4126-BA2B-1ABBAC56E641}" dt="2026-03-02T15:00:03.789" v="2891" actId="207"/>
          <ac:spMkLst>
            <pc:docMk/>
            <pc:sldMk cId="2019825405" sldId="286"/>
            <ac:spMk id="92" creationId="{9DEE07CA-BCAB-3DF4-5B20-4F305811841E}"/>
          </ac:spMkLst>
        </pc:spChg>
      </pc:sldChg>
      <pc:sldChg chg="modSp mod">
        <pc:chgData name="Gupta, Himanshu Vinod" userId="2a50b46c-199b-4b51-af43-aee3533e3670" providerId="ADAL" clId="{A2B23291-B6BF-4126-BA2B-1ABBAC56E641}" dt="2026-03-02T15:00:21.645" v="2894" actId="108"/>
        <pc:sldMkLst>
          <pc:docMk/>
          <pc:sldMk cId="3179448566" sldId="288"/>
        </pc:sldMkLst>
        <pc:spChg chg="mod">
          <ac:chgData name="Gupta, Himanshu Vinod" userId="2a50b46c-199b-4b51-af43-aee3533e3670" providerId="ADAL" clId="{A2B23291-B6BF-4126-BA2B-1ABBAC56E641}" dt="2026-03-02T15:00:21.645" v="2894" actId="108"/>
          <ac:spMkLst>
            <pc:docMk/>
            <pc:sldMk cId="3179448566" sldId="288"/>
            <ac:spMk id="52" creationId="{5C26D60A-AF50-575B-B8B0-4499460116A7}"/>
          </ac:spMkLst>
        </pc:spChg>
      </pc:sldChg>
      <pc:sldChg chg="modSp mod">
        <pc:chgData name="Gupta, Himanshu Vinod" userId="2a50b46c-199b-4b51-af43-aee3533e3670" providerId="ADAL" clId="{A2B23291-B6BF-4126-BA2B-1ABBAC56E641}" dt="2026-03-02T15:00:26.749" v="2895" actId="108"/>
        <pc:sldMkLst>
          <pc:docMk/>
          <pc:sldMk cId="1010593421" sldId="289"/>
        </pc:sldMkLst>
        <pc:spChg chg="mod">
          <ac:chgData name="Gupta, Himanshu Vinod" userId="2a50b46c-199b-4b51-af43-aee3533e3670" providerId="ADAL" clId="{A2B23291-B6BF-4126-BA2B-1ABBAC56E641}" dt="2026-03-02T15:00:26.749" v="2895" actId="108"/>
          <ac:spMkLst>
            <pc:docMk/>
            <pc:sldMk cId="1010593421" sldId="289"/>
            <ac:spMk id="57" creationId="{60F61B0A-C7B9-C14E-3D90-CBF15109B839}"/>
          </ac:spMkLst>
        </pc:spChg>
      </pc:sldChg>
      <pc:sldChg chg="delSp mod">
        <pc:chgData name="Gupta, Himanshu Vinod" userId="2a50b46c-199b-4b51-af43-aee3533e3670" providerId="ADAL" clId="{A2B23291-B6BF-4126-BA2B-1ABBAC56E641}" dt="2026-03-02T14:53:59.288" v="2819" actId="478"/>
        <pc:sldMkLst>
          <pc:docMk/>
          <pc:sldMk cId="1046550424" sldId="290"/>
        </pc:sldMkLst>
      </pc:sldChg>
      <pc:sldChg chg="modSp mod">
        <pc:chgData name="Gupta, Himanshu Vinod" userId="2a50b46c-199b-4b51-af43-aee3533e3670" providerId="ADAL" clId="{A2B23291-B6BF-4126-BA2B-1ABBAC56E641}" dt="2026-03-02T15:00:32.279" v="2897" actId="108"/>
        <pc:sldMkLst>
          <pc:docMk/>
          <pc:sldMk cId="1903185492" sldId="291"/>
        </pc:sldMkLst>
        <pc:spChg chg="mod">
          <ac:chgData name="Gupta, Himanshu Vinod" userId="2a50b46c-199b-4b51-af43-aee3533e3670" providerId="ADAL" clId="{A2B23291-B6BF-4126-BA2B-1ABBAC56E641}" dt="2026-03-02T15:00:32.279" v="2897" actId="108"/>
          <ac:spMkLst>
            <pc:docMk/>
            <pc:sldMk cId="1903185492" sldId="291"/>
            <ac:spMk id="7" creationId="{542F0F50-AE21-2E69-E046-2AED880253C8}"/>
          </ac:spMkLst>
        </pc:spChg>
      </pc:sldChg>
      <pc:sldChg chg="addSp delSp modSp mod">
        <pc:chgData name="Gupta, Himanshu Vinod" userId="2a50b46c-199b-4b51-af43-aee3533e3670" providerId="ADAL" clId="{A2B23291-B6BF-4126-BA2B-1ABBAC56E641}" dt="2026-03-02T14:54:55.547" v="2834" actId="478"/>
        <pc:sldMkLst>
          <pc:docMk/>
          <pc:sldMk cId="3895348122" sldId="292"/>
        </pc:sldMkLst>
      </pc:sldChg>
      <pc:sldChg chg="addSp delSp modSp new mod ord">
        <pc:chgData name="Gupta, Himanshu Vinod" userId="2a50b46c-199b-4b51-af43-aee3533e3670" providerId="ADAL" clId="{A2B23291-B6BF-4126-BA2B-1ABBAC56E641}" dt="2026-03-02T14:59:13.313" v="2880" actId="108"/>
        <pc:sldMkLst>
          <pc:docMk/>
          <pc:sldMk cId="3578420882" sldId="293"/>
        </pc:sldMkLst>
        <pc:spChg chg="mod">
          <ac:chgData name="Gupta, Himanshu Vinod" userId="2a50b46c-199b-4b51-af43-aee3533e3670" providerId="ADAL" clId="{A2B23291-B6BF-4126-BA2B-1ABBAC56E641}" dt="2026-03-02T14:59:13.313" v="2880" actId="108"/>
          <ac:spMkLst>
            <pc:docMk/>
            <pc:sldMk cId="3578420882" sldId="293"/>
            <ac:spMk id="2" creationId="{1F781AD7-CDE8-FBAB-429A-7903C949602B}"/>
          </ac:spMkLst>
        </pc:spChg>
        <pc:spChg chg="add mod">
          <ac:chgData name="Gupta, Himanshu Vinod" userId="2a50b46c-199b-4b51-af43-aee3533e3670" providerId="ADAL" clId="{A2B23291-B6BF-4126-BA2B-1ABBAC56E641}" dt="2026-03-02T06:44:05.917" v="2318" actId="1036"/>
          <ac:spMkLst>
            <pc:docMk/>
            <pc:sldMk cId="3578420882" sldId="293"/>
            <ac:spMk id="46" creationId="{2C1A8A68-6730-3E61-099F-C7A0AD7AEB9B}"/>
          </ac:spMkLst>
        </pc:spChg>
        <pc:spChg chg="add mod">
          <ac:chgData name="Gupta, Himanshu Vinod" userId="2a50b46c-199b-4b51-af43-aee3533e3670" providerId="ADAL" clId="{A2B23291-B6BF-4126-BA2B-1ABBAC56E641}" dt="2026-03-02T09:45:50.214" v="2743" actId="20577"/>
          <ac:spMkLst>
            <pc:docMk/>
            <pc:sldMk cId="3578420882" sldId="293"/>
            <ac:spMk id="47" creationId="{9886BBA7-05B1-C17B-2EDF-9F5AC031F164}"/>
          </ac:spMkLst>
        </pc:spChg>
        <pc:spChg chg="add mod">
          <ac:chgData name="Gupta, Himanshu Vinod" userId="2a50b46c-199b-4b51-af43-aee3533e3670" providerId="ADAL" clId="{A2B23291-B6BF-4126-BA2B-1ABBAC56E641}" dt="2026-03-02T06:46:08.800" v="2437" actId="1038"/>
          <ac:spMkLst>
            <pc:docMk/>
            <pc:sldMk cId="3578420882" sldId="293"/>
            <ac:spMk id="48" creationId="{D5387632-BF93-7D75-D30F-01836802B17C}"/>
          </ac:spMkLst>
        </pc:spChg>
        <pc:spChg chg="add mod ord">
          <ac:chgData name="Gupta, Himanshu Vinod" userId="2a50b46c-199b-4b51-af43-aee3533e3670" providerId="ADAL" clId="{A2B23291-B6BF-4126-BA2B-1ABBAC56E641}" dt="2026-03-02T06:46:45.588" v="2492" actId="14100"/>
          <ac:spMkLst>
            <pc:docMk/>
            <pc:sldMk cId="3578420882" sldId="293"/>
            <ac:spMk id="49" creationId="{2E892FDA-14CA-734D-2F9D-CE0976237FF9}"/>
          </ac:spMkLst>
        </pc:spChg>
        <pc:spChg chg="add mod">
          <ac:chgData name="Gupta, Himanshu Vinod" userId="2a50b46c-199b-4b51-af43-aee3533e3670" providerId="ADAL" clId="{A2B23291-B6BF-4126-BA2B-1ABBAC56E641}" dt="2026-03-02T06:46:12.222" v="2444" actId="1036"/>
          <ac:spMkLst>
            <pc:docMk/>
            <pc:sldMk cId="3578420882" sldId="293"/>
            <ac:spMk id="50" creationId="{E651847A-1020-0B6E-57D6-66D1D83A1604}"/>
          </ac:spMkLst>
        </pc:spChg>
        <pc:spChg chg="add mod">
          <ac:chgData name="Gupta, Himanshu Vinod" userId="2a50b46c-199b-4b51-af43-aee3533e3670" providerId="ADAL" clId="{A2B23291-B6BF-4126-BA2B-1ABBAC56E641}" dt="2026-03-02T06:46:12.222" v="2444" actId="1036"/>
          <ac:spMkLst>
            <pc:docMk/>
            <pc:sldMk cId="3578420882" sldId="293"/>
            <ac:spMk id="51" creationId="{E3498B57-2BF9-97D4-7251-6B13C1677658}"/>
          </ac:spMkLst>
        </pc:spChg>
        <pc:spChg chg="add mod">
          <ac:chgData name="Gupta, Himanshu Vinod" userId="2a50b46c-199b-4b51-af43-aee3533e3670" providerId="ADAL" clId="{A2B23291-B6BF-4126-BA2B-1ABBAC56E641}" dt="2026-03-02T06:46:12.222" v="2444" actId="1036"/>
          <ac:spMkLst>
            <pc:docMk/>
            <pc:sldMk cId="3578420882" sldId="293"/>
            <ac:spMk id="52" creationId="{42F03623-90B4-EE14-723E-EB3115F53343}"/>
          </ac:spMkLst>
        </pc:spChg>
        <pc:spChg chg="add mod">
          <ac:chgData name="Gupta, Himanshu Vinod" userId="2a50b46c-199b-4b51-af43-aee3533e3670" providerId="ADAL" clId="{A2B23291-B6BF-4126-BA2B-1ABBAC56E641}" dt="2026-03-02T06:46:12.222" v="2444" actId="1036"/>
          <ac:spMkLst>
            <pc:docMk/>
            <pc:sldMk cId="3578420882" sldId="293"/>
            <ac:spMk id="56" creationId="{19553644-A20D-50E3-8281-8349E0FEC9BC}"/>
          </ac:spMkLst>
        </pc:spChg>
        <pc:spChg chg="add mod">
          <ac:chgData name="Gupta, Himanshu Vinod" userId="2a50b46c-199b-4b51-af43-aee3533e3670" providerId="ADAL" clId="{A2B23291-B6BF-4126-BA2B-1ABBAC56E641}" dt="2026-03-02T06:46:12.222" v="2444" actId="1036"/>
          <ac:spMkLst>
            <pc:docMk/>
            <pc:sldMk cId="3578420882" sldId="293"/>
            <ac:spMk id="57" creationId="{5446159C-9CC9-0FB4-2272-FF594828B679}"/>
          </ac:spMkLst>
        </pc:spChg>
        <pc:spChg chg="add mod">
          <ac:chgData name="Gupta, Himanshu Vinod" userId="2a50b46c-199b-4b51-af43-aee3533e3670" providerId="ADAL" clId="{A2B23291-B6BF-4126-BA2B-1ABBAC56E641}" dt="2026-03-02T06:46:12.222" v="2444" actId="1036"/>
          <ac:spMkLst>
            <pc:docMk/>
            <pc:sldMk cId="3578420882" sldId="293"/>
            <ac:spMk id="58" creationId="{2B0555BD-C965-6E9E-29FD-449323F09000}"/>
          </ac:spMkLst>
        </pc:spChg>
        <pc:spChg chg="mod ord">
          <ac:chgData name="Gupta, Himanshu Vinod" userId="2a50b46c-199b-4b51-af43-aee3533e3670" providerId="ADAL" clId="{A2B23291-B6BF-4126-BA2B-1ABBAC56E641}" dt="2026-03-02T06:46:43.075" v="2491" actId="14100"/>
          <ac:spMkLst>
            <pc:docMk/>
            <pc:sldMk cId="3578420882" sldId="293"/>
            <ac:spMk id="59" creationId="{63E42A07-FEC9-2F56-22C7-7A1D3388BE4B}"/>
          </ac:spMkLst>
        </pc:spChg>
        <pc:spChg chg="mod ord">
          <ac:chgData name="Gupta, Himanshu Vinod" userId="2a50b46c-199b-4b51-af43-aee3533e3670" providerId="ADAL" clId="{A2B23291-B6BF-4126-BA2B-1ABBAC56E641}" dt="2026-03-02T06:46:25.190" v="2477" actId="167"/>
          <ac:spMkLst>
            <pc:docMk/>
            <pc:sldMk cId="3578420882" sldId="293"/>
            <ac:spMk id="60" creationId="{4B446EBC-17AA-5022-C857-1120581C7515}"/>
          </ac:spMkLst>
        </pc:spChg>
        <pc:spChg chg="add mod">
          <ac:chgData name="Gupta, Himanshu Vinod" userId="2a50b46c-199b-4b51-af43-aee3533e3670" providerId="ADAL" clId="{A2B23291-B6BF-4126-BA2B-1ABBAC56E641}" dt="2026-03-02T06:45:23.316" v="2380" actId="1076"/>
          <ac:spMkLst>
            <pc:docMk/>
            <pc:sldMk cId="3578420882" sldId="293"/>
            <ac:spMk id="61" creationId="{BB87D6FB-9FAB-EF34-D708-5427E511A5AB}"/>
          </ac:spMkLst>
        </pc:spChg>
        <pc:spChg chg="add mod">
          <ac:chgData name="Gupta, Himanshu Vinod" userId="2a50b46c-199b-4b51-af43-aee3533e3670" providerId="ADAL" clId="{A2B23291-B6BF-4126-BA2B-1ABBAC56E641}" dt="2026-03-02T06:46:17.558" v="2469" actId="1035"/>
          <ac:spMkLst>
            <pc:docMk/>
            <pc:sldMk cId="3578420882" sldId="293"/>
            <ac:spMk id="62" creationId="{18B787C7-D607-C214-5C1A-DC87A46F6B05}"/>
          </ac:spMkLst>
        </pc:spChg>
        <pc:spChg chg="add mod">
          <ac:chgData name="Gupta, Himanshu Vinod" userId="2a50b46c-199b-4b51-af43-aee3533e3670" providerId="ADAL" clId="{A2B23291-B6BF-4126-BA2B-1ABBAC56E641}" dt="2026-03-02T06:46:29.605" v="2490" actId="1038"/>
          <ac:spMkLst>
            <pc:docMk/>
            <pc:sldMk cId="3578420882" sldId="293"/>
            <ac:spMk id="65" creationId="{6E790D12-A055-D34E-A604-2345EE3C2611}"/>
          </ac:spMkLst>
        </pc:spChg>
        <pc:spChg chg="add mod">
          <ac:chgData name="Gupta, Himanshu Vinod" userId="2a50b46c-199b-4b51-af43-aee3533e3670" providerId="ADAL" clId="{A2B23291-B6BF-4126-BA2B-1ABBAC56E641}" dt="2026-03-02T06:46:29.605" v="2490" actId="1038"/>
          <ac:spMkLst>
            <pc:docMk/>
            <pc:sldMk cId="3578420882" sldId="293"/>
            <ac:spMk id="66" creationId="{7618645F-B46E-46D1-052A-627EAD557FE6}"/>
          </ac:spMkLst>
        </pc:spChg>
        <pc:spChg chg="add mod">
          <ac:chgData name="Gupta, Himanshu Vinod" userId="2a50b46c-199b-4b51-af43-aee3533e3670" providerId="ADAL" clId="{A2B23291-B6BF-4126-BA2B-1ABBAC56E641}" dt="2026-03-02T06:48:56.053" v="2565" actId="1035"/>
          <ac:spMkLst>
            <pc:docMk/>
            <pc:sldMk cId="3578420882" sldId="293"/>
            <ac:spMk id="67" creationId="{21F30340-80BA-B813-B235-EE4228F29847}"/>
          </ac:spMkLst>
        </pc:spChg>
        <pc:spChg chg="add mod">
          <ac:chgData name="Gupta, Himanshu Vinod" userId="2a50b46c-199b-4b51-af43-aee3533e3670" providerId="ADAL" clId="{A2B23291-B6BF-4126-BA2B-1ABBAC56E641}" dt="2026-03-02T06:46:29.605" v="2490" actId="1038"/>
          <ac:spMkLst>
            <pc:docMk/>
            <pc:sldMk cId="3578420882" sldId="293"/>
            <ac:spMk id="70" creationId="{A711A36E-EF30-6DA3-B48B-8793F3AA7C5C}"/>
          </ac:spMkLst>
        </pc:spChg>
        <pc:spChg chg="mod">
          <ac:chgData name="Gupta, Himanshu Vinod" userId="2a50b46c-199b-4b51-af43-aee3533e3670" providerId="ADAL" clId="{A2B23291-B6BF-4126-BA2B-1ABBAC56E641}" dt="2026-03-02T06:46:29.605" v="2490" actId="1038"/>
          <ac:spMkLst>
            <pc:docMk/>
            <pc:sldMk cId="3578420882" sldId="293"/>
            <ac:spMk id="71" creationId="{970C7574-6ADD-A062-1029-7B820EDF7F57}"/>
          </ac:spMkLst>
        </pc:spChg>
        <pc:spChg chg="add mod">
          <ac:chgData name="Gupta, Himanshu Vinod" userId="2a50b46c-199b-4b51-af43-aee3533e3670" providerId="ADAL" clId="{A2B23291-B6BF-4126-BA2B-1ABBAC56E641}" dt="2026-03-02T06:48:56.053" v="2565" actId="1035"/>
          <ac:spMkLst>
            <pc:docMk/>
            <pc:sldMk cId="3578420882" sldId="293"/>
            <ac:spMk id="72" creationId="{AD9D01CF-DBED-7542-98DF-B9F8E0BA5E7F}"/>
          </ac:spMkLst>
        </pc:spChg>
        <pc:spChg chg="add mod">
          <ac:chgData name="Gupta, Himanshu Vinod" userId="2a50b46c-199b-4b51-af43-aee3533e3670" providerId="ADAL" clId="{A2B23291-B6BF-4126-BA2B-1ABBAC56E641}" dt="2026-03-02T06:46:29.605" v="2490" actId="1038"/>
          <ac:spMkLst>
            <pc:docMk/>
            <pc:sldMk cId="3578420882" sldId="293"/>
            <ac:spMk id="75" creationId="{8DF51949-0317-32B5-4B82-F0E5E7F3D0E6}"/>
          </ac:spMkLst>
        </pc:spChg>
        <pc:spChg chg="add mod">
          <ac:chgData name="Gupta, Himanshu Vinod" userId="2a50b46c-199b-4b51-af43-aee3533e3670" providerId="ADAL" clId="{A2B23291-B6BF-4126-BA2B-1ABBAC56E641}" dt="2026-03-02T06:46:29.605" v="2490" actId="1038"/>
          <ac:spMkLst>
            <pc:docMk/>
            <pc:sldMk cId="3578420882" sldId="293"/>
            <ac:spMk id="76" creationId="{C531C5F6-0520-AF7F-A601-BC42620183FD}"/>
          </ac:spMkLst>
        </pc:spChg>
        <pc:spChg chg="mod">
          <ac:chgData name="Gupta, Himanshu Vinod" userId="2a50b46c-199b-4b51-af43-aee3533e3670" providerId="ADAL" clId="{A2B23291-B6BF-4126-BA2B-1ABBAC56E641}" dt="2026-03-02T06:48:56.053" v="2565" actId="1035"/>
          <ac:spMkLst>
            <pc:docMk/>
            <pc:sldMk cId="3578420882" sldId="293"/>
            <ac:spMk id="77" creationId="{8C94FA2A-30AF-43F6-BFAC-AD6CB1BB94EC}"/>
          </ac:spMkLst>
        </pc:spChg>
        <pc:spChg chg="add mod">
          <ac:chgData name="Gupta, Himanshu Vinod" userId="2a50b46c-199b-4b51-af43-aee3533e3670" providerId="ADAL" clId="{A2B23291-B6BF-4126-BA2B-1ABBAC56E641}" dt="2026-03-02T06:49:13.641" v="2579" actId="1037"/>
          <ac:spMkLst>
            <pc:docMk/>
            <pc:sldMk cId="3578420882" sldId="293"/>
            <ac:spMk id="80" creationId="{B1DFAD6E-C581-55F6-182C-DC990F176F22}"/>
          </ac:spMkLst>
        </pc:spChg>
        <pc:spChg chg="add mod">
          <ac:chgData name="Gupta, Himanshu Vinod" userId="2a50b46c-199b-4b51-af43-aee3533e3670" providerId="ADAL" clId="{A2B23291-B6BF-4126-BA2B-1ABBAC56E641}" dt="2026-03-02T06:47:09.898" v="2526" actId="1036"/>
          <ac:spMkLst>
            <pc:docMk/>
            <pc:sldMk cId="3578420882" sldId="293"/>
            <ac:spMk id="82" creationId="{FC88B779-A298-9234-81DC-DA514BE11605}"/>
          </ac:spMkLst>
        </pc:spChg>
        <pc:spChg chg="add mod">
          <ac:chgData name="Gupta, Himanshu Vinod" userId="2a50b46c-199b-4b51-af43-aee3533e3670" providerId="ADAL" clId="{A2B23291-B6BF-4126-BA2B-1ABBAC56E641}" dt="2026-03-02T06:47:05.058" v="2506" actId="1038"/>
          <ac:spMkLst>
            <pc:docMk/>
            <pc:sldMk cId="3578420882" sldId="293"/>
            <ac:spMk id="83" creationId="{1E828C71-A08A-35E7-770C-BCAA41CD5837}"/>
          </ac:spMkLst>
        </pc:spChg>
        <pc:spChg chg="add mod">
          <ac:chgData name="Gupta, Himanshu Vinod" userId="2a50b46c-199b-4b51-af43-aee3533e3670" providerId="ADAL" clId="{A2B23291-B6BF-4126-BA2B-1ABBAC56E641}" dt="2026-03-02T06:47:57.862" v="2547" actId="1036"/>
          <ac:spMkLst>
            <pc:docMk/>
            <pc:sldMk cId="3578420882" sldId="293"/>
            <ac:spMk id="84" creationId="{8DE94CBC-1C81-CCAF-5A16-9E50441D1832}"/>
          </ac:spMkLst>
        </pc:spChg>
        <pc:spChg chg="add mod">
          <ac:chgData name="Gupta, Himanshu Vinod" userId="2a50b46c-199b-4b51-af43-aee3533e3670" providerId="ADAL" clId="{A2B23291-B6BF-4126-BA2B-1ABBAC56E641}" dt="2026-03-02T06:47:57.862" v="2547" actId="1036"/>
          <ac:spMkLst>
            <pc:docMk/>
            <pc:sldMk cId="3578420882" sldId="293"/>
            <ac:spMk id="85" creationId="{504E52D2-8F24-7A4C-B288-F96279A411B4}"/>
          </ac:spMkLst>
        </pc:spChg>
        <pc:spChg chg="add mod">
          <ac:chgData name="Gupta, Himanshu Vinod" userId="2a50b46c-199b-4b51-af43-aee3533e3670" providerId="ADAL" clId="{A2B23291-B6BF-4126-BA2B-1ABBAC56E641}" dt="2026-03-02T06:46:57.360" v="2493"/>
          <ac:spMkLst>
            <pc:docMk/>
            <pc:sldMk cId="3578420882" sldId="293"/>
            <ac:spMk id="88" creationId="{0E1E68B8-CA64-F300-7E1C-AAAB44322414}"/>
          </ac:spMkLst>
        </pc:spChg>
        <pc:spChg chg="add mod">
          <ac:chgData name="Gupta, Himanshu Vinod" userId="2a50b46c-199b-4b51-af43-aee3533e3670" providerId="ADAL" clId="{A2B23291-B6BF-4126-BA2B-1ABBAC56E641}" dt="2026-03-02T06:47:43.233" v="2538" actId="1076"/>
          <ac:spMkLst>
            <pc:docMk/>
            <pc:sldMk cId="3578420882" sldId="293"/>
            <ac:spMk id="90" creationId="{5753385B-49E8-88BE-2464-141AE5446C5F}"/>
          </ac:spMkLst>
        </pc:spChg>
        <pc:spChg chg="mod">
          <ac:chgData name="Gupta, Himanshu Vinod" userId="2a50b46c-199b-4b51-af43-aee3533e3670" providerId="ADAL" clId="{A2B23291-B6BF-4126-BA2B-1ABBAC56E641}" dt="2026-03-02T06:47:39.511" v="2537"/>
          <ac:spMkLst>
            <pc:docMk/>
            <pc:sldMk cId="3578420882" sldId="293"/>
            <ac:spMk id="92" creationId="{18A924BF-68DA-50F3-EE30-2AEBEFF885B0}"/>
          </ac:spMkLst>
        </pc:spChg>
        <pc:spChg chg="add mod">
          <ac:chgData name="Gupta, Himanshu Vinod" userId="2a50b46c-199b-4b51-af43-aee3533e3670" providerId="ADAL" clId="{A2B23291-B6BF-4126-BA2B-1ABBAC56E641}" dt="2026-03-02T06:48:48.579" v="2560"/>
          <ac:spMkLst>
            <pc:docMk/>
            <pc:sldMk cId="3578420882" sldId="293"/>
            <ac:spMk id="94" creationId="{79E6A21E-8385-99B7-A374-C7647E29ABCF}"/>
          </ac:spMkLst>
        </pc:spChg>
        <pc:grpChg chg="add mod">
          <ac:chgData name="Gupta, Himanshu Vinod" userId="2a50b46c-199b-4b51-af43-aee3533e3670" providerId="ADAL" clId="{A2B23291-B6BF-4126-BA2B-1ABBAC56E641}" dt="2026-03-02T06:47:43.233" v="2538" actId="1076"/>
          <ac:grpSpMkLst>
            <pc:docMk/>
            <pc:sldMk cId="3578420882" sldId="293"/>
            <ac:grpSpMk id="91" creationId="{7AC3F5AA-435C-0849-64DA-6295DEED70D0}"/>
          </ac:grpSpMkLst>
        </pc:grpChg>
        <pc:picChg chg="add mod">
          <ac:chgData name="Gupta, Himanshu Vinod" userId="2a50b46c-199b-4b51-af43-aee3533e3670" providerId="ADAL" clId="{A2B23291-B6BF-4126-BA2B-1ABBAC56E641}" dt="2026-03-02T06:46:12.222" v="2444" actId="1036"/>
          <ac:picMkLst>
            <pc:docMk/>
            <pc:sldMk cId="3578420882" sldId="293"/>
            <ac:picMk id="53" creationId="{433B4B8A-81AF-5CFD-66C1-D7698585C578}"/>
          </ac:picMkLst>
        </pc:picChg>
        <pc:picChg chg="add mod">
          <ac:chgData name="Gupta, Himanshu Vinod" userId="2a50b46c-199b-4b51-af43-aee3533e3670" providerId="ADAL" clId="{A2B23291-B6BF-4126-BA2B-1ABBAC56E641}" dt="2026-03-02T06:46:12.222" v="2444" actId="1036"/>
          <ac:picMkLst>
            <pc:docMk/>
            <pc:sldMk cId="3578420882" sldId="293"/>
            <ac:picMk id="54" creationId="{7EBB035D-8004-CC7C-9DC3-0F837C49EF34}"/>
          </ac:picMkLst>
        </pc:picChg>
        <pc:picChg chg="add mod">
          <ac:chgData name="Gupta, Himanshu Vinod" userId="2a50b46c-199b-4b51-af43-aee3533e3670" providerId="ADAL" clId="{A2B23291-B6BF-4126-BA2B-1ABBAC56E641}" dt="2026-03-02T06:46:12.222" v="2444" actId="1036"/>
          <ac:picMkLst>
            <pc:docMk/>
            <pc:sldMk cId="3578420882" sldId="293"/>
            <ac:picMk id="55" creationId="{F50C9123-F702-48C8-6A33-E08DB7071F10}"/>
          </ac:picMkLst>
        </pc:picChg>
        <pc:picChg chg="mod">
          <ac:chgData name="Gupta, Himanshu Vinod" userId="2a50b46c-199b-4b51-af43-aee3533e3670" providerId="ADAL" clId="{A2B23291-B6BF-4126-BA2B-1ABBAC56E641}" dt="2026-03-02T06:46:17.558" v="2469" actId="1035"/>
          <ac:picMkLst>
            <pc:docMk/>
            <pc:sldMk cId="3578420882" sldId="293"/>
            <ac:picMk id="64" creationId="{8EDD5FE3-2005-C2AA-0D01-F6BF802CBC90}"/>
          </ac:picMkLst>
        </pc:picChg>
        <pc:picChg chg="mod">
          <ac:chgData name="Gupta, Himanshu Vinod" userId="2a50b46c-199b-4b51-af43-aee3533e3670" providerId="ADAL" clId="{A2B23291-B6BF-4126-BA2B-1ABBAC56E641}" dt="2026-03-02T06:49:13.641" v="2579" actId="1037"/>
          <ac:picMkLst>
            <pc:docMk/>
            <pc:sldMk cId="3578420882" sldId="293"/>
            <ac:picMk id="81" creationId="{E20D9270-0445-D774-855E-8510418B03C3}"/>
          </ac:picMkLst>
        </pc:picChg>
        <pc:picChg chg="mod">
          <ac:chgData name="Gupta, Himanshu Vinod" userId="2a50b46c-199b-4b51-af43-aee3533e3670" providerId="ADAL" clId="{A2B23291-B6BF-4126-BA2B-1ABBAC56E641}" dt="2026-03-02T06:47:39.511" v="2537"/>
          <ac:picMkLst>
            <pc:docMk/>
            <pc:sldMk cId="3578420882" sldId="293"/>
            <ac:picMk id="93" creationId="{FC6DF1F6-5E8D-DA5A-709A-E67D23AA05AE}"/>
          </ac:picMkLst>
        </pc:picChg>
        <pc:cxnChg chg="add mod">
          <ac:chgData name="Gupta, Himanshu Vinod" userId="2a50b46c-199b-4b51-af43-aee3533e3670" providerId="ADAL" clId="{A2B23291-B6BF-4126-BA2B-1ABBAC56E641}" dt="2026-03-02T06:47:57.862" v="2547" actId="1036"/>
          <ac:cxnSpMkLst>
            <pc:docMk/>
            <pc:sldMk cId="3578420882" sldId="293"/>
            <ac:cxnSpMk id="86" creationId="{3ED7C3F5-42F4-B68E-2AE2-7D8F03846E7D}"/>
          </ac:cxnSpMkLst>
        </pc:cxnChg>
        <pc:cxnChg chg="add mod">
          <ac:chgData name="Gupta, Himanshu Vinod" userId="2a50b46c-199b-4b51-af43-aee3533e3670" providerId="ADAL" clId="{A2B23291-B6BF-4126-BA2B-1ABBAC56E641}" dt="2026-03-02T06:47:57.862" v="2547" actId="1036"/>
          <ac:cxnSpMkLst>
            <pc:docMk/>
            <pc:sldMk cId="3578420882" sldId="293"/>
            <ac:cxnSpMk id="87" creationId="{404A1B61-7F1A-9C0E-1834-9A6022B140D7}"/>
          </ac:cxnSpMkLst>
        </pc:cxnChg>
      </pc:sldChg>
      <pc:sldChg chg="addSp delSp modSp mod">
        <pc:chgData name="Gupta, Himanshu Vinod" userId="2a50b46c-199b-4b51-af43-aee3533e3670" providerId="ADAL" clId="{A2B23291-B6BF-4126-BA2B-1ABBAC56E641}" dt="2026-03-02T14:55:10.563" v="2836" actId="478"/>
        <pc:sldMkLst>
          <pc:docMk/>
          <pc:sldMk cId="4008323085" sldId="294"/>
        </pc:sldMkLst>
      </pc:sldChg>
      <pc:sldChg chg="addSp delSp modSp mod">
        <pc:chgData name="Gupta, Himanshu Vinod" userId="2a50b46c-199b-4b51-af43-aee3533e3670" providerId="ADAL" clId="{A2B23291-B6BF-4126-BA2B-1ABBAC56E641}" dt="2026-03-02T14:54:02.468" v="2820" actId="478"/>
        <pc:sldMkLst>
          <pc:docMk/>
          <pc:sldMk cId="2885637992" sldId="295"/>
        </pc:sldMkLst>
      </pc:sldChg>
      <pc:sldChg chg="delSp mod">
        <pc:chgData name="Gupta, Himanshu Vinod" userId="2a50b46c-199b-4b51-af43-aee3533e3670" providerId="ADAL" clId="{A2B23291-B6BF-4126-BA2B-1ABBAC56E641}" dt="2026-03-02T14:54:17.385" v="2824" actId="478"/>
        <pc:sldMkLst>
          <pc:docMk/>
          <pc:sldMk cId="528807313" sldId="296"/>
        </pc:sldMkLst>
      </pc:sldChg>
      <pc:sldChg chg="delSp mod">
        <pc:chgData name="Gupta, Himanshu Vinod" userId="2a50b46c-199b-4b51-af43-aee3533e3670" providerId="ADAL" clId="{A2B23291-B6BF-4126-BA2B-1ABBAC56E641}" dt="2026-03-02T14:54:30.224" v="2828" actId="478"/>
        <pc:sldMkLst>
          <pc:docMk/>
          <pc:sldMk cId="4135068764" sldId="297"/>
        </pc:sldMkLst>
      </pc:sldChg>
      <pc:sldChg chg="delSp modSp mod">
        <pc:chgData name="Gupta, Himanshu Vinod" userId="2a50b46c-199b-4b51-af43-aee3533e3670" providerId="ADAL" clId="{A2B23291-B6BF-4126-BA2B-1ABBAC56E641}" dt="2026-03-03T14:08:53.444" v="2924" actId="1037"/>
        <pc:sldMkLst>
          <pc:docMk/>
          <pc:sldMk cId="684173832" sldId="298"/>
        </pc:sldMkLst>
        <pc:spChg chg="mod">
          <ac:chgData name="Gupta, Himanshu Vinod" userId="2a50b46c-199b-4b51-af43-aee3533e3670" providerId="ADAL" clId="{A2B23291-B6BF-4126-BA2B-1ABBAC56E641}" dt="2026-03-03T14:08:42.364" v="2919" actId="1037"/>
          <ac:spMkLst>
            <pc:docMk/>
            <pc:sldMk cId="684173832" sldId="298"/>
            <ac:spMk id="28" creationId="{F82AD5B7-E7CC-E79C-883E-752C63885314}"/>
          </ac:spMkLst>
        </pc:spChg>
        <pc:spChg chg="mod">
          <ac:chgData name="Gupta, Himanshu Vinod" userId="2a50b46c-199b-4b51-af43-aee3533e3670" providerId="ADAL" clId="{A2B23291-B6BF-4126-BA2B-1ABBAC56E641}" dt="2026-03-03T14:08:30.084" v="2918" actId="1035"/>
          <ac:spMkLst>
            <pc:docMk/>
            <pc:sldMk cId="684173832" sldId="298"/>
            <ac:spMk id="29" creationId="{04F30BBE-314E-309D-0D7B-05AF0390246F}"/>
          </ac:spMkLst>
        </pc:spChg>
        <pc:cxnChg chg="mod">
          <ac:chgData name="Gupta, Himanshu Vinod" userId="2a50b46c-199b-4b51-af43-aee3533e3670" providerId="ADAL" clId="{A2B23291-B6BF-4126-BA2B-1ABBAC56E641}" dt="2026-03-03T14:08:42.364" v="2919" actId="1037"/>
          <ac:cxnSpMkLst>
            <pc:docMk/>
            <pc:sldMk cId="684173832" sldId="298"/>
            <ac:cxnSpMk id="38" creationId="{047AC7DC-4052-6FBD-555A-1D67AA7C5E08}"/>
          </ac:cxnSpMkLst>
        </pc:cxnChg>
        <pc:cxnChg chg="mod">
          <ac:chgData name="Gupta, Himanshu Vinod" userId="2a50b46c-199b-4b51-af43-aee3533e3670" providerId="ADAL" clId="{A2B23291-B6BF-4126-BA2B-1ABBAC56E641}" dt="2026-03-03T14:08:53.444" v="2924" actId="1037"/>
          <ac:cxnSpMkLst>
            <pc:docMk/>
            <pc:sldMk cId="684173832" sldId="298"/>
            <ac:cxnSpMk id="45" creationId="{6E856EE3-33B0-39AB-BA25-FB8906DF0B9E}"/>
          </ac:cxnSpMkLst>
        </pc:cxnChg>
      </pc:sldChg>
      <pc:sldChg chg="delSp mod">
        <pc:chgData name="Gupta, Himanshu Vinod" userId="2a50b46c-199b-4b51-af43-aee3533e3670" providerId="ADAL" clId="{A2B23291-B6BF-4126-BA2B-1ABBAC56E641}" dt="2026-03-02T14:56:46.287" v="2847" actId="478"/>
        <pc:sldMkLst>
          <pc:docMk/>
          <pc:sldMk cId="3647124663" sldId="7778"/>
        </pc:sldMkLst>
      </pc:sldChg>
      <pc:sldChg chg="modSp mod">
        <pc:chgData name="Gupta, Himanshu Vinod" userId="2a50b46c-199b-4b51-af43-aee3533e3670" providerId="ADAL" clId="{A2B23291-B6BF-4126-BA2B-1ABBAC56E641}" dt="2026-03-02T15:00:46.940" v="2902" actId="404"/>
        <pc:sldMkLst>
          <pc:docMk/>
          <pc:sldMk cId="1113418968" sldId="2147375957"/>
        </pc:sldMkLst>
        <pc:spChg chg="mod">
          <ac:chgData name="Gupta, Himanshu Vinod" userId="2a50b46c-199b-4b51-af43-aee3533e3670" providerId="ADAL" clId="{A2B23291-B6BF-4126-BA2B-1ABBAC56E641}" dt="2026-03-02T15:00:46.940" v="2902" actId="404"/>
          <ac:spMkLst>
            <pc:docMk/>
            <pc:sldMk cId="1113418968" sldId="2147375957"/>
            <ac:spMk id="2" creationId="{DF67DC09-A93F-B3D4-9BDE-5D82D02D6C31}"/>
          </ac:spMkLst>
        </pc:spChg>
      </pc:sldChg>
      <pc:sldChg chg="addSp delSp mod">
        <pc:chgData name="Gupta, Himanshu Vinod" userId="2a50b46c-199b-4b51-af43-aee3533e3670" providerId="ADAL" clId="{A2B23291-B6BF-4126-BA2B-1ABBAC56E641}" dt="2026-03-02T14:57:00.163" v="2852" actId="478"/>
        <pc:sldMkLst>
          <pc:docMk/>
          <pc:sldMk cId="1720204892" sldId="2147471933"/>
        </pc:sldMkLst>
        <pc:picChg chg="add del">
          <ac:chgData name="Gupta, Himanshu Vinod" userId="2a50b46c-199b-4b51-af43-aee3533e3670" providerId="ADAL" clId="{A2B23291-B6BF-4126-BA2B-1ABBAC56E641}" dt="2026-03-02T14:56:58.719" v="2851" actId="478"/>
          <ac:picMkLst>
            <pc:docMk/>
            <pc:sldMk cId="1720204892" sldId="2147471933"/>
            <ac:picMk id="15" creationId="{AE64C129-B0DD-B8CF-235D-63CEEDB2DB21}"/>
          </ac:picMkLst>
        </pc:picChg>
      </pc:sldChg>
      <pc:sldChg chg="addSp delSp modSp mod">
        <pc:chgData name="Gupta, Himanshu Vinod" userId="2a50b46c-199b-4b51-af43-aee3533e3670" providerId="ADAL" clId="{A2B23291-B6BF-4126-BA2B-1ABBAC56E641}" dt="2026-03-02T14:58:49.865" v="2864" actId="1036"/>
        <pc:sldMkLst>
          <pc:docMk/>
          <pc:sldMk cId="3027801223" sldId="2147471943"/>
        </pc:sldMkLst>
        <pc:spChg chg="mod">
          <ac:chgData name="Gupta, Himanshu Vinod" userId="2a50b46c-199b-4b51-af43-aee3533e3670" providerId="ADAL" clId="{A2B23291-B6BF-4126-BA2B-1ABBAC56E641}" dt="2026-03-02T14:58:49.865" v="2864" actId="1036"/>
          <ac:spMkLst>
            <pc:docMk/>
            <pc:sldMk cId="3027801223" sldId="2147471943"/>
            <ac:spMk id="217" creationId="{45A32CD4-B62E-2B31-B3AF-02D7220A830D}"/>
          </ac:spMkLst>
        </pc:spChg>
      </pc:sldChg>
      <pc:sldChg chg="modSp mod">
        <pc:chgData name="Gupta, Himanshu Vinod" userId="2a50b46c-199b-4b51-af43-aee3533e3670" providerId="ADAL" clId="{A2B23291-B6BF-4126-BA2B-1ABBAC56E641}" dt="2026-03-02T14:59:02.607" v="2879" actId="1036"/>
        <pc:sldMkLst>
          <pc:docMk/>
          <pc:sldMk cId="1969551484" sldId="2147471944"/>
        </pc:sldMkLst>
        <pc:spChg chg="mod">
          <ac:chgData name="Gupta, Himanshu Vinod" userId="2a50b46c-199b-4b51-af43-aee3533e3670" providerId="ADAL" clId="{A2B23291-B6BF-4126-BA2B-1ABBAC56E641}" dt="2026-03-02T14:59:02.607" v="2879" actId="1036"/>
          <ac:spMkLst>
            <pc:docMk/>
            <pc:sldMk cId="1969551484" sldId="2147471944"/>
            <ac:spMk id="221" creationId="{80C43A80-3732-D165-D440-56FE18F5F6E7}"/>
          </ac:spMkLst>
        </pc:spChg>
        <pc:grpChg chg="mod">
          <ac:chgData name="Gupta, Himanshu Vinod" userId="2a50b46c-199b-4b51-af43-aee3533e3670" providerId="ADAL" clId="{A2B23291-B6BF-4126-BA2B-1ABBAC56E641}" dt="2026-03-02T14:58:58.834" v="2875" actId="1036"/>
          <ac:grpSpMkLst>
            <pc:docMk/>
            <pc:sldMk cId="1969551484" sldId="2147471944"/>
            <ac:grpSpMk id="324" creationId="{C3F0DB87-F5A6-0B04-D41D-4F331C4E6FD9}"/>
          </ac:grpSpMkLst>
        </pc:grpChg>
      </pc:sldChg>
      <pc:sldChg chg="modSp mod">
        <pc:chgData name="Gupta, Himanshu Vinod" userId="2a50b46c-199b-4b51-af43-aee3533e3670" providerId="ADAL" clId="{A2B23291-B6BF-4126-BA2B-1ABBAC56E641}" dt="2026-03-02T15:00:29.845" v="2896" actId="108"/>
        <pc:sldMkLst>
          <pc:docMk/>
          <pc:sldMk cId="3432820719" sldId="2147472734"/>
        </pc:sldMkLst>
        <pc:spChg chg="mod">
          <ac:chgData name="Gupta, Himanshu Vinod" userId="2a50b46c-199b-4b51-af43-aee3533e3670" providerId="ADAL" clId="{A2B23291-B6BF-4126-BA2B-1ABBAC56E641}" dt="2026-03-02T15:00:29.845" v="2896" actId="108"/>
          <ac:spMkLst>
            <pc:docMk/>
            <pc:sldMk cId="3432820719" sldId="2147472734"/>
            <ac:spMk id="7" creationId="{D2516176-75FE-43DB-809D-44670DF933E9}"/>
          </ac:spMkLst>
        </pc:spChg>
      </pc:sldChg>
      <pc:sldChg chg="addSp delSp modSp mod">
        <pc:chgData name="Gupta, Himanshu Vinod" userId="2a50b46c-199b-4b51-af43-aee3533e3670" providerId="ADAL" clId="{A2B23291-B6BF-4126-BA2B-1ABBAC56E641}" dt="2026-03-02T15:01:42.026" v="2909" actId="255"/>
        <pc:sldMkLst>
          <pc:docMk/>
          <pc:sldMk cId="657932122" sldId="2147473540"/>
        </pc:sldMkLst>
        <pc:spChg chg="mod">
          <ac:chgData name="Gupta, Himanshu Vinod" userId="2a50b46c-199b-4b51-af43-aee3533e3670" providerId="ADAL" clId="{A2B23291-B6BF-4126-BA2B-1ABBAC56E641}" dt="2026-03-02T15:01:42.026" v="2909" actId="255"/>
          <ac:spMkLst>
            <pc:docMk/>
            <pc:sldMk cId="657932122" sldId="2147473540"/>
            <ac:spMk id="2" creationId="{30F06C1A-CDD2-ADDC-32FE-231AE5F832F1}"/>
          </ac:spMkLst>
        </pc:spChg>
      </pc:sldChg>
      <pc:sldChg chg="addSp modSp">
        <pc:chgData name="Gupta, Himanshu Vinod" userId="2a50b46c-199b-4b51-af43-aee3533e3670" providerId="ADAL" clId="{A2B23291-B6BF-4126-BA2B-1ABBAC56E641}" dt="2026-03-02T11:17:04.595" v="2789"/>
        <pc:sldMkLst>
          <pc:docMk/>
          <pc:sldMk cId="4107191023" sldId="2147477786"/>
        </pc:sldMkLst>
      </pc:sldChg>
      <pc:sldChg chg="addSp delSp modSp mod">
        <pc:chgData name="Gupta, Himanshu Vinod" userId="2a50b46c-199b-4b51-af43-aee3533e3670" providerId="ADAL" clId="{A2B23291-B6BF-4126-BA2B-1ABBAC56E641}" dt="2026-03-02T14:55:01.434" v="2835" actId="478"/>
        <pc:sldMkLst>
          <pc:docMk/>
          <pc:sldMk cId="1508187385" sldId="2147480486"/>
        </pc:sldMkLst>
      </pc:sldChg>
      <pc:sldChg chg="addSp delSp modSp mod">
        <pc:chgData name="Gupta, Himanshu Vinod" userId="2a50b46c-199b-4b51-af43-aee3533e3670" providerId="ADAL" clId="{A2B23291-B6BF-4126-BA2B-1ABBAC56E641}" dt="2026-03-02T14:54:52.392" v="2833" actId="478"/>
        <pc:sldMkLst>
          <pc:docMk/>
          <pc:sldMk cId="1139542921" sldId="2147482957"/>
        </pc:sldMkLst>
      </pc:sldChg>
      <pc:sldChg chg="addSp modSp">
        <pc:chgData name="Gupta, Himanshu Vinod" userId="2a50b46c-199b-4b51-af43-aee3533e3670" providerId="ADAL" clId="{A2B23291-B6BF-4126-BA2B-1ABBAC56E641}" dt="2026-03-02T11:16:55.755" v="2788"/>
        <pc:sldMkLst>
          <pc:docMk/>
          <pc:sldMk cId="3424198103" sldId="2147483330"/>
        </pc:sldMkLst>
      </pc:sldChg>
      <pc:sldChg chg="addSp delSp modSp mod">
        <pc:chgData name="Gupta, Himanshu Vinod" userId="2a50b46c-199b-4b51-af43-aee3533e3670" providerId="ADAL" clId="{A2B23291-B6BF-4126-BA2B-1ABBAC56E641}" dt="2026-03-02T14:54:48.086" v="2832" actId="478"/>
        <pc:sldMkLst>
          <pc:docMk/>
          <pc:sldMk cId="1874532828" sldId="2147483386"/>
        </pc:sldMkLst>
      </pc:sldChg>
      <pc:sldChg chg="modSp mod">
        <pc:chgData name="Gupta, Himanshu Vinod" userId="2a50b46c-199b-4b51-af43-aee3533e3670" providerId="ADAL" clId="{A2B23291-B6BF-4126-BA2B-1ABBAC56E641}" dt="2026-03-02T14:59:35.791" v="2885" actId="108"/>
        <pc:sldMkLst>
          <pc:docMk/>
          <pc:sldMk cId="4050349691" sldId="2147483429"/>
        </pc:sldMkLst>
        <pc:spChg chg="mod">
          <ac:chgData name="Gupta, Himanshu Vinod" userId="2a50b46c-199b-4b51-af43-aee3533e3670" providerId="ADAL" clId="{A2B23291-B6BF-4126-BA2B-1ABBAC56E641}" dt="2026-03-02T14:59:35.791" v="2885" actId="108"/>
          <ac:spMkLst>
            <pc:docMk/>
            <pc:sldMk cId="4050349691" sldId="2147483429"/>
            <ac:spMk id="6" creationId="{CD026E41-BAC0-463C-2D26-955E022DE5B3}"/>
          </ac:spMkLst>
        </pc:spChg>
      </pc:sldChg>
      <pc:sldChg chg="addSp delSp modSp mod">
        <pc:chgData name="Gupta, Himanshu Vinod" userId="2a50b46c-199b-4b51-af43-aee3533e3670" providerId="ADAL" clId="{A2B23291-B6BF-4126-BA2B-1ABBAC56E641}" dt="2026-03-02T14:54:22.119" v="2826" actId="478"/>
        <pc:sldMkLst>
          <pc:docMk/>
          <pc:sldMk cId="1073578091" sldId="2147483636"/>
        </pc:sldMkLst>
      </pc:sldChg>
      <pc:sldChg chg="modSp mod">
        <pc:chgData name="Gupta, Himanshu Vinod" userId="2a50b46c-199b-4b51-af43-aee3533e3670" providerId="ADAL" clId="{A2B23291-B6BF-4126-BA2B-1ABBAC56E641}" dt="2026-03-02T14:59:32.029" v="2884" actId="108"/>
        <pc:sldMkLst>
          <pc:docMk/>
          <pc:sldMk cId="219357949" sldId="2147483640"/>
        </pc:sldMkLst>
        <pc:spChg chg="mod">
          <ac:chgData name="Gupta, Himanshu Vinod" userId="2a50b46c-199b-4b51-af43-aee3533e3670" providerId="ADAL" clId="{A2B23291-B6BF-4126-BA2B-1ABBAC56E641}" dt="2026-03-02T14:59:32.029" v="2884" actId="108"/>
          <ac:spMkLst>
            <pc:docMk/>
            <pc:sldMk cId="219357949" sldId="2147483640"/>
            <ac:spMk id="5" creationId="{A606673D-6D92-8361-9DB8-3865CD33ECE2}"/>
          </ac:spMkLst>
        </pc:spChg>
      </pc:sldChg>
      <pc:sldChg chg="modSp mod">
        <pc:chgData name="Gupta, Himanshu Vinod" userId="2a50b46c-199b-4b51-af43-aee3533e3670" providerId="ADAL" clId="{A2B23291-B6BF-4126-BA2B-1ABBAC56E641}" dt="2026-03-02T14:59:28.161" v="2883" actId="108"/>
        <pc:sldMkLst>
          <pc:docMk/>
          <pc:sldMk cId="3137043187" sldId="2147483641"/>
        </pc:sldMkLst>
        <pc:spChg chg="mod">
          <ac:chgData name="Gupta, Himanshu Vinod" userId="2a50b46c-199b-4b51-af43-aee3533e3670" providerId="ADAL" clId="{A2B23291-B6BF-4126-BA2B-1ABBAC56E641}" dt="2026-03-02T14:59:28.161" v="2883" actId="108"/>
          <ac:spMkLst>
            <pc:docMk/>
            <pc:sldMk cId="3137043187" sldId="2147483641"/>
            <ac:spMk id="5" creationId="{B86E8CBE-2208-7D8A-E38D-E91970463D8E}"/>
          </ac:spMkLst>
        </pc:spChg>
      </pc:sldChg>
      <pc:sldChg chg="addSp modSp ord">
        <pc:chgData name="Gupta, Himanshu Vinod" userId="2a50b46c-199b-4b51-af43-aee3533e3670" providerId="ADAL" clId="{A2B23291-B6BF-4126-BA2B-1ABBAC56E641}" dt="2026-03-02T14:18:00.122" v="2803"/>
        <pc:sldMkLst>
          <pc:docMk/>
          <pc:sldMk cId="902939176" sldId="2147483645"/>
        </pc:sldMkLst>
      </pc:sldChg>
      <pc:sldChg chg="addSp modSp mod">
        <pc:chgData name="Gupta, Himanshu Vinod" userId="2a50b46c-199b-4b51-af43-aee3533e3670" providerId="ADAL" clId="{A2B23291-B6BF-4126-BA2B-1ABBAC56E641}" dt="2026-03-02T15:01:48.780" v="2910" actId="255"/>
        <pc:sldMkLst>
          <pc:docMk/>
          <pc:sldMk cId="1944773028" sldId="2147483646"/>
        </pc:sldMkLst>
        <pc:spChg chg="mod">
          <ac:chgData name="Gupta, Himanshu Vinod" userId="2a50b46c-199b-4b51-af43-aee3533e3670" providerId="ADAL" clId="{A2B23291-B6BF-4126-BA2B-1ABBAC56E641}" dt="2026-03-02T15:01:48.780" v="2910" actId="255"/>
          <ac:spMkLst>
            <pc:docMk/>
            <pc:sldMk cId="1944773028" sldId="2147483646"/>
            <ac:spMk id="31" creationId="{1DBFA0A2-3F13-5889-CA50-1A0ED3487B32}"/>
          </ac:spMkLst>
        </pc:spChg>
      </pc:sldChg>
    </pc:docChg>
  </pc:docChgLst>
  <pc:docChgLst>
    <pc:chgData name="Shinde, Ajinkya" userId="5a84c906-089d-40a6-a10e-4fc3bc319328" providerId="ADAL" clId="{CF1EF84F-7364-4A1C-BC6A-0E7C96C16B79}"/>
    <pc:docChg chg="sldOrd">
      <pc:chgData name="Shinde, Ajinkya" userId="5a84c906-089d-40a6-a10e-4fc3bc319328" providerId="ADAL" clId="{CF1EF84F-7364-4A1C-BC6A-0E7C96C16B79}" dt="2026-03-26T06:51:53.986" v="0" actId="20578"/>
      <pc:docMkLst>
        <pc:docMk/>
      </pc:docMkLst>
      <pc:sldChg chg="ord">
        <pc:chgData name="Shinde, Ajinkya" userId="5a84c906-089d-40a6-a10e-4fc3bc319328" providerId="ADAL" clId="{CF1EF84F-7364-4A1C-BC6A-0E7C96C16B79}" dt="2026-03-26T06:51:53.986" v="0" actId="20578"/>
        <pc:sldMkLst>
          <pc:docMk/>
          <pc:sldMk cId="3661484831" sldId="284"/>
        </pc:sldMkLst>
      </pc:sldChg>
    </pc:docChg>
  </pc:docChgLst>
  <pc:docChgLst>
    <pc:chgData name="Coffey, Paul" userId="S::paul.coffey@capgemini.com::598d88aa-952d-4f59-96d5-9282e8bd4823" providerId="AD" clId="Web-{A05CBA03-2D7E-02FC-2835-5A23EBB54163}"/>
    <pc:docChg chg="modSld">
      <pc:chgData name="Coffey, Paul" userId="S::paul.coffey@capgemini.com::598d88aa-952d-4f59-96d5-9282e8bd4823" providerId="AD" clId="Web-{A05CBA03-2D7E-02FC-2835-5A23EBB54163}" dt="2026-03-02T17:42:11.412" v="3" actId="14100"/>
      <pc:docMkLst>
        <pc:docMk/>
      </pc:docMkLst>
      <pc:sldChg chg="modSp">
        <pc:chgData name="Coffey, Paul" userId="S::paul.coffey@capgemini.com::598d88aa-952d-4f59-96d5-9282e8bd4823" providerId="AD" clId="Web-{A05CBA03-2D7E-02FC-2835-5A23EBB54163}" dt="2026-03-02T17:42:11.412" v="3" actId="14100"/>
        <pc:sldMkLst>
          <pc:docMk/>
          <pc:sldMk cId="3090202877" sldId="261"/>
        </pc:sldMkLst>
        <pc:spChg chg="mod">
          <ac:chgData name="Coffey, Paul" userId="S::paul.coffey@capgemini.com::598d88aa-952d-4f59-96d5-9282e8bd4823" providerId="AD" clId="Web-{A05CBA03-2D7E-02FC-2835-5A23EBB54163}" dt="2026-03-02T17:42:11.412" v="3" actId="14100"/>
          <ac:spMkLst>
            <pc:docMk/>
            <pc:sldMk cId="3090202877" sldId="261"/>
            <ac:spMk id="95" creationId="{94DBCD3E-99F6-AE33-4FFD-15F3B9711E49}"/>
          </ac:spMkLst>
        </pc:spChg>
      </pc:sldChg>
    </pc:docChg>
  </pc:docChgLst>
  <pc:docChgLst>
    <pc:chgData name="Costa, Claudio" userId="0ed7c580-1549-4216-ad1d-f96a6a667531" providerId="ADAL" clId="{2425A92B-F319-421D-AD91-C37035F77FCE}"/>
    <pc:docChg chg="modSld">
      <pc:chgData name="Costa, Claudio" userId="0ed7c580-1549-4216-ad1d-f96a6a667531" providerId="ADAL" clId="{2425A92B-F319-421D-AD91-C37035F77FCE}" dt="2026-03-02T17:42:08.136" v="37" actId="20577"/>
      <pc:docMkLst>
        <pc:docMk/>
      </pc:docMkLst>
      <pc:sldChg chg="addSp modSp mod">
        <pc:chgData name="Costa, Claudio" userId="0ed7c580-1549-4216-ad1d-f96a6a667531" providerId="ADAL" clId="{2425A92B-F319-421D-AD91-C37035F77FCE}" dt="2026-03-02T17:39:14.934" v="16" actId="6549"/>
        <pc:sldMkLst>
          <pc:docMk/>
          <pc:sldMk cId="3090202877" sldId="261"/>
        </pc:sldMkLst>
        <pc:spChg chg="add mod">
          <ac:chgData name="Costa, Claudio" userId="0ed7c580-1549-4216-ad1d-f96a6a667531" providerId="ADAL" clId="{2425A92B-F319-421D-AD91-C37035F77FCE}" dt="2026-03-02T17:38:50.373" v="3" actId="14100"/>
          <ac:spMkLst>
            <pc:docMk/>
            <pc:sldMk cId="3090202877" sldId="261"/>
            <ac:spMk id="3" creationId="{6AECE515-851C-9391-0312-0B1BF258CFEF}"/>
          </ac:spMkLst>
        </pc:spChg>
        <pc:spChg chg="mod">
          <ac:chgData name="Costa, Claudio" userId="0ed7c580-1549-4216-ad1d-f96a6a667531" providerId="ADAL" clId="{2425A92B-F319-421D-AD91-C37035F77FCE}" dt="2026-03-02T17:39:14.934" v="16" actId="6549"/>
          <ac:spMkLst>
            <pc:docMk/>
            <pc:sldMk cId="3090202877" sldId="261"/>
            <ac:spMk id="95" creationId="{94DBCD3E-99F6-AE33-4FFD-15F3B9711E49}"/>
          </ac:spMkLst>
        </pc:spChg>
      </pc:sldChg>
      <pc:sldChg chg="modSp mod">
        <pc:chgData name="Costa, Claudio" userId="0ed7c580-1549-4216-ad1d-f96a6a667531" providerId="ADAL" clId="{2425A92B-F319-421D-AD91-C37035F77FCE}" dt="2026-03-02T17:42:08.136" v="37" actId="20577"/>
        <pc:sldMkLst>
          <pc:docMk/>
          <pc:sldMk cId="528807313" sldId="296"/>
        </pc:sldMkLst>
        <pc:spChg chg="mod">
          <ac:chgData name="Costa, Claudio" userId="0ed7c580-1549-4216-ad1d-f96a6a667531" providerId="ADAL" clId="{2425A92B-F319-421D-AD91-C37035F77FCE}" dt="2026-03-02T17:42:08.136" v="37" actId="20577"/>
          <ac:spMkLst>
            <pc:docMk/>
            <pc:sldMk cId="528807313" sldId="296"/>
            <ac:spMk id="8" creationId="{A5A84C61-E907-2248-8AC7-7E4C0774D614}"/>
          </ac:spMkLst>
        </pc:spChg>
      </pc:sldChg>
      <pc:sldChg chg="modSp mod">
        <pc:chgData name="Costa, Claudio" userId="0ed7c580-1549-4216-ad1d-f96a6a667531" providerId="ADAL" clId="{2425A92B-F319-421D-AD91-C37035F77FCE}" dt="2026-03-02T17:39:36.806" v="24" actId="6549"/>
        <pc:sldMkLst>
          <pc:docMk/>
          <pc:sldMk cId="4050349691" sldId="2147483429"/>
        </pc:sldMkLst>
        <pc:graphicFrameChg chg="modGraphic">
          <ac:chgData name="Costa, Claudio" userId="0ed7c580-1549-4216-ad1d-f96a6a667531" providerId="ADAL" clId="{2425A92B-F319-421D-AD91-C37035F77FCE}" dt="2026-03-02T17:39:36.806" v="24" actId="6549"/>
          <ac:graphicFrameMkLst>
            <pc:docMk/>
            <pc:sldMk cId="4050349691" sldId="2147483429"/>
            <ac:graphicFrameMk id="4" creationId="{D63718EB-A235-AE2F-9D85-C0AE00360A61}"/>
          </ac:graphicFrameMkLst>
        </pc:graphicFrame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10.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D8B6225-3E94-4525-8747-A8CEEE07C472}"/>
              </a:ext>
            </a:extLst>
          </p:cNvPr>
          <p:cNvSpPr>
            <a:spLocks noGrp="1"/>
          </p:cNvSpPr>
          <p:nvPr>
            <p:ph type="hdr" sz="quarter"/>
          </p:nvPr>
        </p:nvSpPr>
        <p:spPr>
          <a:xfrm>
            <a:off x="2" y="0"/>
            <a:ext cx="4160520" cy="757000"/>
          </a:xfrm>
          <a:prstGeom prst="rect">
            <a:avLst/>
          </a:prstGeom>
        </p:spPr>
        <p:txBody>
          <a:bodyPr vert="horz" lIns="134932" tIns="67464" rIns="134932" bIns="67464" rtlCol="0"/>
          <a:lstStyle>
            <a:lvl1pPr algn="l">
              <a:defRPr sz="1800"/>
            </a:lvl1pPr>
          </a:lstStyle>
          <a:p>
            <a:endParaRPr lang="pt-PT" sz="1300"/>
          </a:p>
        </p:txBody>
      </p:sp>
      <p:sp>
        <p:nvSpPr>
          <p:cNvPr id="3" name="Date Placeholder 2">
            <a:extLst>
              <a:ext uri="{FF2B5EF4-FFF2-40B4-BE49-F238E27FC236}">
                <a16:creationId xmlns:a16="http://schemas.microsoft.com/office/drawing/2014/main" id="{1EE33FD8-B984-44FE-83F0-5C989EE62491}"/>
              </a:ext>
            </a:extLst>
          </p:cNvPr>
          <p:cNvSpPr>
            <a:spLocks noGrp="1"/>
          </p:cNvSpPr>
          <p:nvPr>
            <p:ph type="dt" sz="quarter" idx="1"/>
          </p:nvPr>
        </p:nvSpPr>
        <p:spPr>
          <a:xfrm>
            <a:off x="5438459" y="0"/>
            <a:ext cx="4160520" cy="757000"/>
          </a:xfrm>
          <a:prstGeom prst="rect">
            <a:avLst/>
          </a:prstGeom>
        </p:spPr>
        <p:txBody>
          <a:bodyPr vert="horz" lIns="134932" tIns="67464" rIns="134932" bIns="67464" rtlCol="0"/>
          <a:lstStyle>
            <a:lvl1pPr algn="r">
              <a:defRPr sz="1800"/>
            </a:lvl1pPr>
          </a:lstStyle>
          <a:p>
            <a:fld id="{86C988DC-9DE3-4390-97AB-D61B85DACE57}" type="datetimeFigureOut">
              <a:rPr lang="pt-PT" sz="1300"/>
              <a:pPr/>
              <a:t>23/04/2026</a:t>
            </a:fld>
            <a:endParaRPr lang="pt-PT" sz="1300"/>
          </a:p>
        </p:txBody>
      </p:sp>
      <p:sp>
        <p:nvSpPr>
          <p:cNvPr id="4" name="Footer Placeholder 3">
            <a:extLst>
              <a:ext uri="{FF2B5EF4-FFF2-40B4-BE49-F238E27FC236}">
                <a16:creationId xmlns:a16="http://schemas.microsoft.com/office/drawing/2014/main" id="{88AD1E4F-EFF7-4551-A0B7-35D2A74F4F4D}"/>
              </a:ext>
            </a:extLst>
          </p:cNvPr>
          <p:cNvSpPr>
            <a:spLocks noGrp="1"/>
          </p:cNvSpPr>
          <p:nvPr>
            <p:ph type="ftr" sz="quarter" idx="2"/>
          </p:nvPr>
        </p:nvSpPr>
        <p:spPr>
          <a:xfrm>
            <a:off x="2" y="14330607"/>
            <a:ext cx="4160520" cy="756999"/>
          </a:xfrm>
          <a:prstGeom prst="rect">
            <a:avLst/>
          </a:prstGeom>
        </p:spPr>
        <p:txBody>
          <a:bodyPr vert="horz" lIns="134932" tIns="67464" rIns="134932" bIns="67464" rtlCol="0" anchor="b"/>
          <a:lstStyle>
            <a:lvl1pPr algn="l">
              <a:defRPr sz="1800"/>
            </a:lvl1pPr>
          </a:lstStyle>
          <a:p>
            <a:endParaRPr lang="pt-PT" sz="1300"/>
          </a:p>
        </p:txBody>
      </p:sp>
      <p:sp>
        <p:nvSpPr>
          <p:cNvPr id="5" name="Slide Number Placeholder 4">
            <a:extLst>
              <a:ext uri="{FF2B5EF4-FFF2-40B4-BE49-F238E27FC236}">
                <a16:creationId xmlns:a16="http://schemas.microsoft.com/office/drawing/2014/main" id="{5C3F35C8-35E9-48DD-971F-B2366CC5B7DE}"/>
              </a:ext>
            </a:extLst>
          </p:cNvPr>
          <p:cNvSpPr>
            <a:spLocks noGrp="1"/>
          </p:cNvSpPr>
          <p:nvPr>
            <p:ph type="sldNum" sz="quarter" idx="3"/>
          </p:nvPr>
        </p:nvSpPr>
        <p:spPr>
          <a:xfrm>
            <a:off x="5438459" y="14330607"/>
            <a:ext cx="4160520" cy="756999"/>
          </a:xfrm>
          <a:prstGeom prst="rect">
            <a:avLst/>
          </a:prstGeom>
        </p:spPr>
        <p:txBody>
          <a:bodyPr vert="horz" lIns="134932" tIns="67464" rIns="134932" bIns="67464" rtlCol="0" anchor="b"/>
          <a:lstStyle>
            <a:lvl1pPr algn="r">
              <a:defRPr sz="1800"/>
            </a:lvl1pPr>
          </a:lstStyle>
          <a:p>
            <a:fld id="{2F190BF9-40D8-49B5-87EF-599BB2C7EE93}" type="slidenum">
              <a:rPr lang="pt-PT" sz="1300"/>
              <a:pPr/>
              <a:t>‹#›</a:t>
            </a:fld>
            <a:endParaRPr lang="pt-PT" sz="1300"/>
          </a:p>
        </p:txBody>
      </p:sp>
    </p:spTree>
    <p:extLst>
      <p:ext uri="{BB962C8B-B14F-4D97-AF65-F5344CB8AC3E}">
        <p14:creationId xmlns:p14="http://schemas.microsoft.com/office/powerpoint/2010/main" val="3609307613"/>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4750" userDrawn="1">
          <p15:clr>
            <a:srgbClr val="F26B43"/>
          </p15:clr>
        </p15:guide>
        <p15:guide id="2" pos="3024"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9.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Posição do Cabeçalho 1"/>
          <p:cNvSpPr>
            <a:spLocks noGrp="1"/>
          </p:cNvSpPr>
          <p:nvPr>
            <p:ph type="hdr" sz="quarter"/>
          </p:nvPr>
        </p:nvSpPr>
        <p:spPr>
          <a:xfrm>
            <a:off x="2" y="0"/>
            <a:ext cx="4160520" cy="757000"/>
          </a:xfrm>
          <a:prstGeom prst="rect">
            <a:avLst/>
          </a:prstGeom>
        </p:spPr>
        <p:txBody>
          <a:bodyPr vert="horz" lIns="134932" tIns="67464" rIns="134932" bIns="67464" rtlCol="0"/>
          <a:lstStyle>
            <a:lvl1pPr algn="l">
              <a:defRPr sz="1300"/>
            </a:lvl1pPr>
          </a:lstStyle>
          <a:p>
            <a:endParaRPr lang="pt-BR"/>
          </a:p>
        </p:txBody>
      </p:sp>
      <p:sp>
        <p:nvSpPr>
          <p:cNvPr id="3" name="Marcador de Posição da Data 2"/>
          <p:cNvSpPr>
            <a:spLocks noGrp="1"/>
          </p:cNvSpPr>
          <p:nvPr>
            <p:ph type="dt" idx="1"/>
          </p:nvPr>
        </p:nvSpPr>
        <p:spPr>
          <a:xfrm>
            <a:off x="5438459" y="0"/>
            <a:ext cx="4160520" cy="757000"/>
          </a:xfrm>
          <a:prstGeom prst="rect">
            <a:avLst/>
          </a:prstGeom>
        </p:spPr>
        <p:txBody>
          <a:bodyPr vert="horz" lIns="134932" tIns="67464" rIns="134932" bIns="67464" rtlCol="0"/>
          <a:lstStyle>
            <a:lvl1pPr algn="r">
              <a:defRPr sz="1300"/>
            </a:lvl1pPr>
          </a:lstStyle>
          <a:p>
            <a:fld id="{0835B8F7-DAC4-4931-8AED-4356A8B2FD64}" type="datetimeFigureOut">
              <a:rPr lang="pt-BR" smtClean="0"/>
              <a:pPr/>
              <a:t>23/04/2026</a:t>
            </a:fld>
            <a:endParaRPr lang="pt-BR"/>
          </a:p>
        </p:txBody>
      </p:sp>
      <p:sp>
        <p:nvSpPr>
          <p:cNvPr id="4" name="Marcador de Posição da Imagem do Diapositivo 3"/>
          <p:cNvSpPr>
            <a:spLocks noGrp="1" noRot="1" noChangeAspect="1"/>
          </p:cNvSpPr>
          <p:nvPr>
            <p:ph type="sldImg" idx="2"/>
          </p:nvPr>
        </p:nvSpPr>
        <p:spPr>
          <a:xfrm>
            <a:off x="277813" y="1889125"/>
            <a:ext cx="9045575" cy="5089525"/>
          </a:xfrm>
          <a:prstGeom prst="rect">
            <a:avLst/>
          </a:prstGeom>
          <a:noFill/>
          <a:ln w="12700">
            <a:solidFill>
              <a:prstClr val="black"/>
            </a:solidFill>
          </a:ln>
        </p:spPr>
        <p:txBody>
          <a:bodyPr vert="horz" lIns="134932" tIns="67464" rIns="134932" bIns="67464" rtlCol="0" anchor="ctr"/>
          <a:lstStyle/>
          <a:p>
            <a:endParaRPr lang="pt-BR"/>
          </a:p>
        </p:txBody>
      </p:sp>
      <p:sp>
        <p:nvSpPr>
          <p:cNvPr id="5" name="Marcador de Posição de Notas 4"/>
          <p:cNvSpPr>
            <a:spLocks noGrp="1"/>
          </p:cNvSpPr>
          <p:nvPr>
            <p:ph type="body" sz="quarter" idx="3"/>
          </p:nvPr>
        </p:nvSpPr>
        <p:spPr>
          <a:xfrm>
            <a:off x="960122" y="7260907"/>
            <a:ext cx="7680960" cy="5940743"/>
          </a:xfrm>
          <a:prstGeom prst="rect">
            <a:avLst/>
          </a:prstGeom>
        </p:spPr>
        <p:txBody>
          <a:bodyPr vert="horz" lIns="134932" tIns="67464" rIns="134932" bIns="67464" rtlCol="0"/>
          <a:lstStyle/>
          <a:p>
            <a:pPr lvl="0"/>
            <a:r>
              <a:rPr lang="pt-PT"/>
              <a:t>Insert comments</a:t>
            </a:r>
            <a:endParaRPr lang="pt-BR"/>
          </a:p>
        </p:txBody>
      </p:sp>
      <p:sp>
        <p:nvSpPr>
          <p:cNvPr id="6" name="Marcador de Posição do Rodapé 5"/>
          <p:cNvSpPr>
            <a:spLocks noGrp="1"/>
          </p:cNvSpPr>
          <p:nvPr>
            <p:ph type="ftr" sz="quarter" idx="4"/>
          </p:nvPr>
        </p:nvSpPr>
        <p:spPr>
          <a:xfrm>
            <a:off x="2" y="14330607"/>
            <a:ext cx="4160520" cy="756999"/>
          </a:xfrm>
          <a:prstGeom prst="rect">
            <a:avLst/>
          </a:prstGeom>
        </p:spPr>
        <p:txBody>
          <a:bodyPr vert="horz" lIns="134932" tIns="67464" rIns="134932" bIns="67464" rtlCol="0" anchor="b"/>
          <a:lstStyle>
            <a:lvl1pPr algn="l">
              <a:defRPr sz="1300"/>
            </a:lvl1pPr>
          </a:lstStyle>
          <a:p>
            <a:endParaRPr lang="pt-BR"/>
          </a:p>
        </p:txBody>
      </p:sp>
      <p:sp>
        <p:nvSpPr>
          <p:cNvPr id="7" name="Marcador de Posição do Número do Diapositivo 6"/>
          <p:cNvSpPr>
            <a:spLocks noGrp="1"/>
          </p:cNvSpPr>
          <p:nvPr>
            <p:ph type="sldNum" sz="quarter" idx="5"/>
          </p:nvPr>
        </p:nvSpPr>
        <p:spPr>
          <a:xfrm>
            <a:off x="5438459" y="14330607"/>
            <a:ext cx="4160520" cy="756999"/>
          </a:xfrm>
          <a:prstGeom prst="rect">
            <a:avLst/>
          </a:prstGeom>
        </p:spPr>
        <p:txBody>
          <a:bodyPr vert="horz" lIns="134932" tIns="67464" rIns="134932" bIns="67464" rtlCol="0" anchor="b"/>
          <a:lstStyle>
            <a:lvl1pPr algn="r">
              <a:defRPr sz="1300"/>
            </a:lvl1pPr>
          </a:lstStyle>
          <a:p>
            <a:fld id="{C0696B5C-12A0-4042-B4D0-BD3B9A4F58C6}" type="slidenum">
              <a:rPr lang="pt-BR" smtClean="0"/>
              <a:pPr/>
              <a:t>‹#›</a:t>
            </a:fld>
            <a:endParaRPr lang="pt-BR"/>
          </a:p>
        </p:txBody>
      </p:sp>
    </p:spTree>
    <p:extLst>
      <p:ext uri="{BB962C8B-B14F-4D97-AF65-F5344CB8AC3E}">
        <p14:creationId xmlns:p14="http://schemas.microsoft.com/office/powerpoint/2010/main" val="1575338179"/>
      </p:ext>
    </p:extLst>
  </p:cSld>
  <p:clrMap bg1="lt1" tx1="dk1" bg2="lt2" tx2="dk2" accent1="accent1" accent2="accent2" accent3="accent3" accent4="accent4" accent5="accent5" accent6="accent6" hlink="hlink" folHlink="folHlink"/>
  <p:notesStyle>
    <a:lvl1pPr marL="0" algn="l" defTabSz="914400" rtl="0" eaLnBrk="1" latinLnBrk="0" hangingPunct="1">
      <a:defRPr sz="9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it-IT"/>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0696B5C-12A0-4042-B4D0-BD3B9A4F58C6}" type="slidenum">
              <a:rPr kumimoji="0" lang="pt-BR" sz="1300" b="0" i="0" u="none" strike="noStrike" kern="1200" cap="none" spc="0" normalizeH="0" baseline="0" noProof="0" smtClean="0">
                <a:ln>
                  <a:noFill/>
                </a:ln>
                <a:solidFill>
                  <a:prstClr val="black"/>
                </a:solidFill>
                <a:effectLst/>
                <a:uLnTx/>
                <a:uFillTx/>
                <a:latin typeface="Verdana"/>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pt-BR" sz="1300" b="0" i="0" u="none" strike="noStrike" kern="1200" cap="none" spc="0" normalizeH="0" baseline="0" noProof="0">
              <a:ln>
                <a:noFill/>
              </a:ln>
              <a:solidFill>
                <a:prstClr val="black"/>
              </a:solidFill>
              <a:effectLst/>
              <a:uLnTx/>
              <a:uFillTx/>
              <a:latin typeface="Verdana"/>
              <a:ea typeface="+mn-ea"/>
              <a:cs typeface="+mn-cs"/>
            </a:endParaRPr>
          </a:p>
        </p:txBody>
      </p:sp>
    </p:spTree>
    <p:extLst>
      <p:ext uri="{BB962C8B-B14F-4D97-AF65-F5344CB8AC3E}">
        <p14:creationId xmlns:p14="http://schemas.microsoft.com/office/powerpoint/2010/main" val="6298816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B12A4A-813C-BB6D-9FEF-EF96BC2E957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2E189B-3B38-1637-3883-B4E05995D1C2}"/>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21C92F23-3C3A-0551-BD80-5A4F5D7AAA65}"/>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CE18AC07-1B2E-4416-6882-51BAB166E2E1}"/>
              </a:ext>
            </a:extLst>
          </p:cNvPr>
          <p:cNvSpPr>
            <a:spLocks noGrp="1"/>
          </p:cNvSpPr>
          <p:nvPr>
            <p:ph type="sldNum" sz="quarter" idx="5"/>
          </p:nvPr>
        </p:nvSpPr>
        <p:spPr/>
        <p:txBody>
          <a:bodyPr/>
          <a:lstStyle/>
          <a:p>
            <a:fld id="{C0696B5C-12A0-4042-B4D0-BD3B9A4F58C6}" type="slidenum">
              <a:rPr lang="pt-BR" smtClean="0"/>
              <a:pPr/>
              <a:t>7</a:t>
            </a:fld>
            <a:endParaRPr lang="pt-BR"/>
          </a:p>
        </p:txBody>
      </p:sp>
    </p:spTree>
    <p:extLst>
      <p:ext uri="{BB962C8B-B14F-4D97-AF65-F5344CB8AC3E}">
        <p14:creationId xmlns:p14="http://schemas.microsoft.com/office/powerpoint/2010/main" val="7439970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E27E8B-4A80-78B7-1A03-02DD04B4BC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B77D9D-5BE6-2382-E861-E8CBDFF28B6D}"/>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1BE51BD1-1DEE-236B-BBF3-6C9906620424}"/>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D7396964-7D22-DC10-28EB-A3E76E873165}"/>
              </a:ext>
            </a:extLst>
          </p:cNvPr>
          <p:cNvSpPr>
            <a:spLocks noGrp="1"/>
          </p:cNvSpPr>
          <p:nvPr>
            <p:ph type="sldNum" sz="quarter" idx="5"/>
          </p:nvPr>
        </p:nvSpPr>
        <p:spPr/>
        <p:txBody>
          <a:bodyPr/>
          <a:lstStyle/>
          <a:p>
            <a:fld id="{C0696B5C-12A0-4042-B4D0-BD3B9A4F58C6}" type="slidenum">
              <a:rPr lang="pt-BR" smtClean="0"/>
              <a:pPr/>
              <a:t>8</a:t>
            </a:fld>
            <a:endParaRPr lang="pt-BR"/>
          </a:p>
        </p:txBody>
      </p:sp>
    </p:spTree>
    <p:extLst>
      <p:ext uri="{BB962C8B-B14F-4D97-AF65-F5344CB8AC3E}">
        <p14:creationId xmlns:p14="http://schemas.microsoft.com/office/powerpoint/2010/main" val="24604488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0696B5C-12A0-4042-B4D0-BD3B9A4F58C6}" type="slidenum">
              <a:rPr kumimoji="0" lang="pt-BR" sz="900" b="0" i="0" u="none" strike="noStrike" kern="1200" cap="none" spc="0" normalizeH="0" baseline="0" noProof="0" smtClean="0">
                <a:ln>
                  <a:noFill/>
                </a:ln>
                <a:solidFill>
                  <a:prstClr val="black"/>
                </a:solidFill>
                <a:effectLst/>
                <a:uLnTx/>
                <a:uFillTx/>
                <a:latin typeface="Ubuntu"/>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pt-BR" sz="900" b="0" i="0" u="none" strike="noStrike" kern="1200" cap="none" spc="0" normalizeH="0" baseline="0" noProof="0">
              <a:ln>
                <a:noFill/>
              </a:ln>
              <a:solidFill>
                <a:prstClr val="black"/>
              </a:solidFill>
              <a:effectLst/>
              <a:uLnTx/>
              <a:uFillTx/>
              <a:latin typeface="Ubuntu"/>
              <a:ea typeface="+mn-ea"/>
              <a:cs typeface="+mn-cs"/>
            </a:endParaRPr>
          </a:p>
        </p:txBody>
      </p:sp>
    </p:spTree>
    <p:extLst>
      <p:ext uri="{BB962C8B-B14F-4D97-AF65-F5344CB8AC3E}">
        <p14:creationId xmlns:p14="http://schemas.microsoft.com/office/powerpoint/2010/main" val="17685933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5ABE49-F49E-4A4D-74A2-9693A35A207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38D7653-C660-9FDE-F1C3-293902EAAF1C}"/>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FBD97858-C3B4-9E59-E00D-6B2CAD1FC8D7}"/>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9E4E45D2-0BE3-FDB5-50FD-9ECC271E3726}"/>
              </a:ext>
            </a:extLst>
          </p:cNvPr>
          <p:cNvSpPr>
            <a:spLocks noGrp="1"/>
          </p:cNvSpPr>
          <p:nvPr>
            <p:ph type="sldNum" sz="quarter" idx="5"/>
          </p:nvPr>
        </p:nvSpPr>
        <p:spPr/>
        <p:txBody>
          <a:bodyPr/>
          <a:lstStyle/>
          <a:p>
            <a:fld id="{C0696B5C-12A0-4042-B4D0-BD3B9A4F58C6}" type="slidenum">
              <a:rPr lang="pt-BR" smtClean="0"/>
              <a:pPr/>
              <a:t>13</a:t>
            </a:fld>
            <a:endParaRPr lang="pt-BR"/>
          </a:p>
        </p:txBody>
      </p:sp>
    </p:spTree>
    <p:extLst>
      <p:ext uri="{BB962C8B-B14F-4D97-AF65-F5344CB8AC3E}">
        <p14:creationId xmlns:p14="http://schemas.microsoft.com/office/powerpoint/2010/main" val="348601352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16A2A8-CD5F-4780-F1A5-B5DA05E5F15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A10FF6-8D57-ECDD-6A4C-DA6AC794895E}"/>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8B7A8859-8AD1-3465-DDE8-9148EE30D9C1}"/>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7C099824-5C02-3F0A-FC78-12B0CEBEDC0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40D3A60-6111-4790-ACAF-96A4C90B2CC8}" type="slidenum">
              <a:rPr kumimoji="0" lang="en-AU"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AU"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97894231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0696B5C-12A0-4042-B4D0-BD3B9A4F58C6}" type="slidenum">
              <a:rPr lang="pt-BR" smtClean="0"/>
              <a:t>15</a:t>
            </a:fld>
            <a:endParaRPr lang="pt-BR"/>
          </a:p>
        </p:txBody>
      </p:sp>
    </p:spTree>
    <p:extLst>
      <p:ext uri="{BB962C8B-B14F-4D97-AF65-F5344CB8AC3E}">
        <p14:creationId xmlns:p14="http://schemas.microsoft.com/office/powerpoint/2010/main" val="234707785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1.xml"/><Relationship Id="rId1" Type="http://schemas.openxmlformats.org/officeDocument/2006/relationships/tags" Target="../tags/tag2.xml"/><Relationship Id="rId4" Type="http://schemas.openxmlformats.org/officeDocument/2006/relationships/image" Target="../media/image11.emf"/></Relationships>
</file>

<file path=ppt/slideLayouts/_rels/slideLayout22.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1.xml"/><Relationship Id="rId1" Type="http://schemas.openxmlformats.org/officeDocument/2006/relationships/tags" Target="../tags/tag3.xml"/><Relationship Id="rId4" Type="http://schemas.openxmlformats.org/officeDocument/2006/relationships/image" Target="../media/image11.emf"/></Relationships>
</file>

<file path=ppt/slideLayouts/_rels/slideLayout23.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1.xml"/><Relationship Id="rId1" Type="http://schemas.openxmlformats.org/officeDocument/2006/relationships/tags" Target="../tags/tag4.xml"/><Relationship Id="rId4" Type="http://schemas.openxmlformats.org/officeDocument/2006/relationships/image" Target="../media/image11.emf"/></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5.xml"/><Relationship Id="rId4" Type="http://schemas.openxmlformats.org/officeDocument/2006/relationships/image" Target="../media/image11.emf"/></Relationships>
</file>

<file path=ppt/slideLayouts/_rels/slideLayout29.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6.xml"/><Relationship Id="rId4" Type="http://schemas.openxmlformats.org/officeDocument/2006/relationships/image" Target="../media/image11.emf"/></Relationships>
</file>

<file path=ppt/slideLayouts/_rels/slideLayout30.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7.xml"/><Relationship Id="rId4" Type="http://schemas.openxmlformats.org/officeDocument/2006/relationships/image" Target="../media/image11.emf"/></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jpeg"/><Relationship Id="rId1" Type="http://schemas.openxmlformats.org/officeDocument/2006/relationships/slideMaster" Target="../slideMasters/slideMaster1.xml"/><Relationship Id="rId5" Type="http://schemas.openxmlformats.org/officeDocument/2006/relationships/image" Target="../media/image15.png"/><Relationship Id="rId4" Type="http://schemas.openxmlformats.org/officeDocument/2006/relationships/image" Target="../media/image14.png"/></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6.jpeg"/><Relationship Id="rId1" Type="http://schemas.openxmlformats.org/officeDocument/2006/relationships/slideMaster" Target="../slideMasters/slideMaster1.xml"/><Relationship Id="rId5" Type="http://schemas.openxmlformats.org/officeDocument/2006/relationships/image" Target="../media/image15.png"/><Relationship Id="rId4" Type="http://schemas.openxmlformats.org/officeDocument/2006/relationships/image" Target="../media/image14.png"/></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9.jpe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8.xml"/><Relationship Id="rId4" Type="http://schemas.openxmlformats.org/officeDocument/2006/relationships/image" Target="../media/image11.emf"/></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0.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9.xml"/><Relationship Id="rId6" Type="http://schemas.microsoft.com/office/2007/relationships/hdphoto" Target="../media/hdphoto1.wdp"/><Relationship Id="rId5" Type="http://schemas.openxmlformats.org/officeDocument/2006/relationships/image" Target="../media/image21.png"/><Relationship Id="rId4" Type="http://schemas.openxmlformats.org/officeDocument/2006/relationships/image" Target="../media/image11.emf"/></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22.jpeg"/><Relationship Id="rId7" Type="http://schemas.microsoft.com/office/2007/relationships/hdphoto" Target="../media/hdphoto1.wdp"/><Relationship Id="rId2" Type="http://schemas.openxmlformats.org/officeDocument/2006/relationships/slideMaster" Target="../slideMasters/slideMaster1.xml"/><Relationship Id="rId1" Type="http://schemas.openxmlformats.org/officeDocument/2006/relationships/tags" Target="../tags/tag10.xml"/><Relationship Id="rId6" Type="http://schemas.openxmlformats.org/officeDocument/2006/relationships/image" Target="../media/image21.png"/><Relationship Id="rId5" Type="http://schemas.openxmlformats.org/officeDocument/2006/relationships/image" Target="../media/image11.emf"/><Relationship Id="rId4" Type="http://schemas.openxmlformats.org/officeDocument/2006/relationships/oleObject" Target="../embeddings/oleObject3.bin"/></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slideMaster" Target="../slideMasters/slideMaster1.xml"/><Relationship Id="rId1" Type="http://schemas.openxmlformats.org/officeDocument/2006/relationships/tags" Target="../tags/tag11.xml"/><Relationship Id="rId5" Type="http://schemas.openxmlformats.org/officeDocument/2006/relationships/image" Target="../media/image11.emf"/><Relationship Id="rId4" Type="http://schemas.openxmlformats.org/officeDocument/2006/relationships/oleObject" Target="../embeddings/oleObject3.bin"/></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1.xml"/><Relationship Id="rId1" Type="http://schemas.openxmlformats.org/officeDocument/2006/relationships/tags" Target="../tags/tag12.xml"/><Relationship Id="rId5" Type="http://schemas.openxmlformats.org/officeDocument/2006/relationships/image" Target="../media/image27.jpeg"/><Relationship Id="rId4" Type="http://schemas.openxmlformats.org/officeDocument/2006/relationships/image" Target="../media/image26.emf"/></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7.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1.xml"/><Relationship Id="rId1" Type="http://schemas.openxmlformats.org/officeDocument/2006/relationships/tags" Target="../tags/tag13.xml"/><Relationship Id="rId4" Type="http://schemas.openxmlformats.org/officeDocument/2006/relationships/image" Target="../media/image26.emf"/></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Master" Target="../slideMasters/slideMaster1.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slideMaster" Target="../slideMasters/slideMaster1.xml"/><Relationship Id="rId1" Type="http://schemas.openxmlformats.org/officeDocument/2006/relationships/tags" Target="../tags/tag14.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9.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Master" Target="../slideMasters/slideMaster1.xml"/></Relationships>
</file>

<file path=ppt/slideLayouts/_rels/slideLayout9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Master" Target="../slideMasters/slideMaster1.xml"/></Relationships>
</file>

<file path=ppt/slideLayouts/_rels/slideLayout91.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Master" Target="../slideMasters/slideMaster1.xml"/><Relationship Id="rId1" Type="http://schemas.openxmlformats.org/officeDocument/2006/relationships/tags" Target="../tags/tag15.xml"/><Relationship Id="rId4" Type="http://schemas.openxmlformats.org/officeDocument/2006/relationships/image" Target="../media/image11.emf"/></Relationships>
</file>

<file path=ppt/slideLayouts/_rels/slideLayout92.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7.xml"/><Relationship Id="rId1" Type="http://schemas.openxmlformats.org/officeDocument/2006/relationships/tags" Target="../tags/tag16.xml"/><Relationship Id="rId5" Type="http://schemas.openxmlformats.org/officeDocument/2006/relationships/image" Target="../media/image32.emf"/><Relationship Id="rId4" Type="http://schemas.openxmlformats.org/officeDocument/2006/relationships/oleObject" Target="../embeddings/oleObject7.bin"/></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4.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Master" Target="../slideMasters/slideMaster1.xml"/><Relationship Id="rId1" Type="http://schemas.openxmlformats.org/officeDocument/2006/relationships/tags" Target="../tags/tag18.xml"/><Relationship Id="rId4" Type="http://schemas.openxmlformats.org/officeDocument/2006/relationships/image" Target="../media/image11.emf"/></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9.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Master" Target="../slideMasters/slideMaster2.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6.xml.rels><?xml version="1.0" encoding="UTF-8" standalone="yes"?>
<Relationships xmlns="http://schemas.openxmlformats.org/package/2006/relationships"><Relationship Id="rId8" Type="http://schemas.openxmlformats.org/officeDocument/2006/relationships/hyperlink" Target="http://www.youtube.com/capgeminimedia" TargetMode="External"/><Relationship Id="rId13" Type="http://schemas.openxmlformats.org/officeDocument/2006/relationships/image" Target="../media/image33.png"/><Relationship Id="rId3" Type="http://schemas.openxmlformats.org/officeDocument/2006/relationships/image" Target="../media/image34.png"/><Relationship Id="rId7" Type="http://schemas.openxmlformats.org/officeDocument/2006/relationships/image" Target="../media/image36.png"/><Relationship Id="rId12" Type="http://schemas.openxmlformats.org/officeDocument/2006/relationships/image" Target="../media/image39.png"/><Relationship Id="rId2" Type="http://schemas.openxmlformats.org/officeDocument/2006/relationships/hyperlink" Target="http://www.linkedin.com/company/capgemini" TargetMode="External"/><Relationship Id="rId1" Type="http://schemas.openxmlformats.org/officeDocument/2006/relationships/slideMaster" Target="../slideMasters/slideMaster2.xml"/><Relationship Id="rId6" Type="http://schemas.openxmlformats.org/officeDocument/2006/relationships/hyperlink" Target="http://www.twitter.com/capgemini" TargetMode="External"/><Relationship Id="rId11" Type="http://schemas.openxmlformats.org/officeDocument/2006/relationships/image" Target="../media/image38.png"/><Relationship Id="rId5" Type="http://schemas.openxmlformats.org/officeDocument/2006/relationships/image" Target="../media/image35.png"/><Relationship Id="rId10" Type="http://schemas.openxmlformats.org/officeDocument/2006/relationships/hyperlink" Target="http://www.facebook.com/capgemini" TargetMode="External"/><Relationship Id="rId4" Type="http://schemas.openxmlformats.org/officeDocument/2006/relationships/hyperlink" Target="http://www.slideshare.net/capgemini" TargetMode="External"/><Relationship Id="rId9" Type="http://schemas.openxmlformats.org/officeDocument/2006/relationships/image" Target="../media/image37.png"/></Relationships>
</file>

<file path=ppt/slideLayouts/_rels/slideLayout107.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2.xml"/><Relationship Id="rId1" Type="http://schemas.openxmlformats.org/officeDocument/2006/relationships/tags" Target="../tags/tag20.xml"/><Relationship Id="rId4" Type="http://schemas.openxmlformats.org/officeDocument/2006/relationships/image" Target="../media/image11.emf"/></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9.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Master" Target="../slideMasters/slideMaster2.xml"/><Relationship Id="rId1" Type="http://schemas.openxmlformats.org/officeDocument/2006/relationships/tags" Target="../tags/tag21.xml"/><Relationship Id="rId4" Type="http://schemas.openxmlformats.org/officeDocument/2006/relationships/image" Target="../media/image11.emf"/></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2.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2.xml"/><Relationship Id="rId1" Type="http://schemas.openxmlformats.org/officeDocument/2006/relationships/tags" Target="../tags/tag22.xml"/><Relationship Id="rId4" Type="http://schemas.openxmlformats.org/officeDocument/2006/relationships/image" Target="../media/image11.emf"/></Relationships>
</file>

<file path=ppt/slideLayouts/_rels/slideLayout113.xml.rels><?xml version="1.0" encoding="UTF-8" standalone="yes"?>
<Relationships xmlns="http://schemas.openxmlformats.org/package/2006/relationships"><Relationship Id="rId2" Type="http://schemas.openxmlformats.org/officeDocument/2006/relationships/image" Target="../media/image41.emf"/><Relationship Id="rId1" Type="http://schemas.openxmlformats.org/officeDocument/2006/relationships/slideMaster" Target="../slideMasters/slideMaster3.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0.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Master" Target="../slideMasters/slideMaster4.xml"/><Relationship Id="rId1" Type="http://schemas.openxmlformats.org/officeDocument/2006/relationships/tags" Target="../tags/tag24.xml"/><Relationship Id="rId4" Type="http://schemas.openxmlformats.org/officeDocument/2006/relationships/image" Target="../media/image11.emf"/></Relationships>
</file>

<file path=ppt/slideLayouts/_rels/slideLayout121.xml.rels><?xml version="1.0" encoding="UTF-8" standalone="yes"?>
<Relationships xmlns="http://schemas.openxmlformats.org/package/2006/relationships"><Relationship Id="rId8" Type="http://schemas.openxmlformats.org/officeDocument/2006/relationships/hyperlink" Target="http://www.youtube.com/capgeminimedia" TargetMode="External"/><Relationship Id="rId13" Type="http://schemas.openxmlformats.org/officeDocument/2006/relationships/image" Target="../media/image43.png"/><Relationship Id="rId3" Type="http://schemas.openxmlformats.org/officeDocument/2006/relationships/image" Target="../media/image34.png"/><Relationship Id="rId7" Type="http://schemas.openxmlformats.org/officeDocument/2006/relationships/image" Target="../media/image36.png"/><Relationship Id="rId12" Type="http://schemas.openxmlformats.org/officeDocument/2006/relationships/image" Target="../media/image42.png"/><Relationship Id="rId2" Type="http://schemas.openxmlformats.org/officeDocument/2006/relationships/hyperlink" Target="http://www.linkedin.com/company/capgemini" TargetMode="External"/><Relationship Id="rId1" Type="http://schemas.openxmlformats.org/officeDocument/2006/relationships/slideMaster" Target="../slideMasters/slideMaster4.xml"/><Relationship Id="rId6" Type="http://schemas.openxmlformats.org/officeDocument/2006/relationships/hyperlink" Target="http://www.twitter.com/capgemini" TargetMode="External"/><Relationship Id="rId11" Type="http://schemas.openxmlformats.org/officeDocument/2006/relationships/image" Target="../media/image38.png"/><Relationship Id="rId5" Type="http://schemas.openxmlformats.org/officeDocument/2006/relationships/image" Target="../media/image35.png"/><Relationship Id="rId10" Type="http://schemas.openxmlformats.org/officeDocument/2006/relationships/hyperlink" Target="http://www.facebook.com/capgemini" TargetMode="External"/><Relationship Id="rId4" Type="http://schemas.openxmlformats.org/officeDocument/2006/relationships/hyperlink" Target="http://www.slideshare.net/capgemini" TargetMode="External"/><Relationship Id="rId9" Type="http://schemas.openxmlformats.org/officeDocument/2006/relationships/image" Target="../media/image37.png"/></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5.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4.xml"/><Relationship Id="rId1" Type="http://schemas.openxmlformats.org/officeDocument/2006/relationships/tags" Target="../tags/tag25.xml"/><Relationship Id="rId4" Type="http://schemas.openxmlformats.org/officeDocument/2006/relationships/image" Target="../media/image11.emf"/></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8.xml.rels><?xml version="1.0" encoding="UTF-8" standalone="yes"?>
<Relationships xmlns="http://schemas.openxmlformats.org/package/2006/relationships"><Relationship Id="rId8" Type="http://schemas.openxmlformats.org/officeDocument/2006/relationships/hyperlink" Target="http://www.facebook.com/capgemini" TargetMode="External"/><Relationship Id="rId13" Type="http://schemas.microsoft.com/office/2007/relationships/hdphoto" Target="../media/hdphoto5.wdp"/><Relationship Id="rId3" Type="http://schemas.openxmlformats.org/officeDocument/2006/relationships/image" Target="../media/image47.png"/><Relationship Id="rId7" Type="http://schemas.microsoft.com/office/2007/relationships/hdphoto" Target="../media/hdphoto3.wdp"/><Relationship Id="rId12" Type="http://schemas.openxmlformats.org/officeDocument/2006/relationships/image" Target="../media/image50.png"/><Relationship Id="rId2" Type="http://schemas.openxmlformats.org/officeDocument/2006/relationships/hyperlink" Target="https://www.glassdoor.com/Overview/Working-at-Capgemini-EI_IE3803.11,20.htm" TargetMode="External"/><Relationship Id="rId1" Type="http://schemas.openxmlformats.org/officeDocument/2006/relationships/slideMaster" Target="../slideMasters/slideMaster5.xml"/><Relationship Id="rId6" Type="http://schemas.openxmlformats.org/officeDocument/2006/relationships/image" Target="../media/image48.png"/><Relationship Id="rId11" Type="http://schemas.openxmlformats.org/officeDocument/2006/relationships/hyperlink" Target="http://www.linkedin.com/company/capgemini" TargetMode="External"/><Relationship Id="rId5" Type="http://schemas.openxmlformats.org/officeDocument/2006/relationships/hyperlink" Target="http://www.youtube.com/capgeminimedia" TargetMode="External"/><Relationship Id="rId15" Type="http://schemas.microsoft.com/office/2007/relationships/hdphoto" Target="../media/hdphoto6.wdp"/><Relationship Id="rId10" Type="http://schemas.microsoft.com/office/2007/relationships/hdphoto" Target="../media/hdphoto4.wdp"/><Relationship Id="rId4" Type="http://schemas.microsoft.com/office/2007/relationships/hdphoto" Target="../media/hdphoto2.wdp"/><Relationship Id="rId9" Type="http://schemas.openxmlformats.org/officeDocument/2006/relationships/image" Target="../media/image49.png"/><Relationship Id="rId14" Type="http://schemas.openxmlformats.org/officeDocument/2006/relationships/image" Target="../media/image51.png"/></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3.xml.rels><?xml version="1.0" encoding="UTF-8" standalone="yes"?>
<Relationships xmlns="http://schemas.openxmlformats.org/package/2006/relationships"><Relationship Id="rId2" Type="http://schemas.openxmlformats.org/officeDocument/2006/relationships/image" Target="../media/image52.emf"/><Relationship Id="rId1" Type="http://schemas.openxmlformats.org/officeDocument/2006/relationships/slideMaster" Target="../slideMasters/slideMaster6.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8.xml.rels><?xml version="1.0" encoding="UTF-8" standalone="yes"?>
<Relationships xmlns="http://schemas.openxmlformats.org/package/2006/relationships"><Relationship Id="rId3" Type="http://schemas.openxmlformats.org/officeDocument/2006/relationships/image" Target="../media/image54.svg"/><Relationship Id="rId2" Type="http://schemas.openxmlformats.org/officeDocument/2006/relationships/image" Target="../media/image53.png"/><Relationship Id="rId1" Type="http://schemas.openxmlformats.org/officeDocument/2006/relationships/slideMaster" Target="../slideMasters/slideMaster6.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0.xml.rels><?xml version="1.0" encoding="UTF-8" standalone="yes"?>
<Relationships xmlns="http://schemas.openxmlformats.org/package/2006/relationships"><Relationship Id="rId3" Type="http://schemas.openxmlformats.org/officeDocument/2006/relationships/image" Target="../media/image54.svg"/><Relationship Id="rId2" Type="http://schemas.openxmlformats.org/officeDocument/2006/relationships/image" Target="../media/image53.png"/><Relationship Id="rId1" Type="http://schemas.openxmlformats.org/officeDocument/2006/relationships/slideMaster" Target="../slideMasters/slideMaster6.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7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74.xml.rels><?xml version="1.0" encoding="UTF-8" standalone="yes"?>
<Relationships xmlns="http://schemas.openxmlformats.org/package/2006/relationships"><Relationship Id="rId2" Type="http://schemas.openxmlformats.org/officeDocument/2006/relationships/image" Target="../media/image52.emf"/><Relationship Id="rId1" Type="http://schemas.openxmlformats.org/officeDocument/2006/relationships/slideMaster" Target="../slideMasters/slideMaster6.xml"/></Relationships>
</file>

<file path=ppt/slideLayouts/_rels/slideLayout175.xml.rels><?xml version="1.0" encoding="UTF-8" standalone="yes"?>
<Relationships xmlns="http://schemas.openxmlformats.org/package/2006/relationships"><Relationship Id="rId2" Type="http://schemas.openxmlformats.org/officeDocument/2006/relationships/image" Target="../media/image52.emf"/><Relationship Id="rId1" Type="http://schemas.openxmlformats.org/officeDocument/2006/relationships/slideMaster" Target="../slideMasters/slideMaster6.xml"/></Relationships>
</file>

<file path=ppt/slideLayouts/_rels/slideLayout176.xml.rels><?xml version="1.0" encoding="UTF-8" standalone="yes"?>
<Relationships xmlns="http://schemas.openxmlformats.org/package/2006/relationships"><Relationship Id="rId2" Type="http://schemas.openxmlformats.org/officeDocument/2006/relationships/image" Target="../media/image52.emf"/><Relationship Id="rId1" Type="http://schemas.openxmlformats.org/officeDocument/2006/relationships/slideMaster" Target="../slideMasters/slideMaster6.xml"/></Relationships>
</file>

<file path=ppt/slideLayouts/_rels/slideLayout177.xml.rels><?xml version="1.0" encoding="UTF-8" standalone="yes"?>
<Relationships xmlns="http://schemas.openxmlformats.org/package/2006/relationships"><Relationship Id="rId2" Type="http://schemas.openxmlformats.org/officeDocument/2006/relationships/image" Target="../media/image52.emf"/><Relationship Id="rId1" Type="http://schemas.openxmlformats.org/officeDocument/2006/relationships/slideMaster" Target="../slideMasters/slideMaster6.xml"/></Relationships>
</file>

<file path=ppt/slideLayouts/_rels/slideLayout17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7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8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8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82.xml.rels><?xml version="1.0" encoding="UTF-8" standalone="yes"?>
<Relationships xmlns="http://schemas.openxmlformats.org/package/2006/relationships"><Relationship Id="rId2" Type="http://schemas.openxmlformats.org/officeDocument/2006/relationships/image" Target="../media/image52.emf"/><Relationship Id="rId1" Type="http://schemas.openxmlformats.org/officeDocument/2006/relationships/slideMaster" Target="../slideMasters/slideMaster6.xml"/></Relationships>
</file>

<file path=ppt/slideLayouts/_rels/slideLayout18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84.xml.rels><?xml version="1.0" encoding="UTF-8" standalone="yes"?>
<Relationships xmlns="http://schemas.openxmlformats.org/package/2006/relationships"><Relationship Id="rId2" Type="http://schemas.openxmlformats.org/officeDocument/2006/relationships/image" Target="../media/image52.emf"/><Relationship Id="rId1" Type="http://schemas.openxmlformats.org/officeDocument/2006/relationships/slideMaster" Target="../slideMasters/slideMaster6.xml"/></Relationships>
</file>

<file path=ppt/slideLayouts/_rels/slideLayout18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86.xml.rels><?xml version="1.0" encoding="UTF-8" standalone="yes"?>
<Relationships xmlns="http://schemas.openxmlformats.org/package/2006/relationships"><Relationship Id="rId2" Type="http://schemas.openxmlformats.org/officeDocument/2006/relationships/image" Target="../media/image52.emf"/><Relationship Id="rId1" Type="http://schemas.openxmlformats.org/officeDocument/2006/relationships/slideMaster" Target="../slideMasters/slideMaster6.xml"/></Relationships>
</file>

<file path=ppt/slideLayouts/_rels/slideLayout18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88.xml.rels><?xml version="1.0" encoding="UTF-8" standalone="yes"?>
<Relationships xmlns="http://schemas.openxmlformats.org/package/2006/relationships"><Relationship Id="rId2" Type="http://schemas.openxmlformats.org/officeDocument/2006/relationships/image" Target="../media/image52.emf"/><Relationship Id="rId1" Type="http://schemas.openxmlformats.org/officeDocument/2006/relationships/slideMaster" Target="../slideMasters/slideMaster6.xml"/></Relationships>
</file>

<file path=ppt/slideLayouts/_rels/slideLayout18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90.xml.rels><?xml version="1.0" encoding="UTF-8" standalone="yes"?>
<Relationships xmlns="http://schemas.openxmlformats.org/package/2006/relationships"><Relationship Id="rId2" Type="http://schemas.openxmlformats.org/officeDocument/2006/relationships/image" Target="../media/image52.emf"/><Relationship Id="rId1" Type="http://schemas.openxmlformats.org/officeDocument/2006/relationships/slideMaster" Target="../slideMasters/slideMaster6.xml"/></Relationships>
</file>

<file path=ppt/slideLayouts/_rels/slideLayout191.xml.rels><?xml version="1.0" encoding="UTF-8" standalone="yes"?>
<Relationships xmlns="http://schemas.openxmlformats.org/package/2006/relationships"><Relationship Id="rId8" Type="http://schemas.openxmlformats.org/officeDocument/2006/relationships/hyperlink" Target="http://www.youtube.com/capgeminimedia" TargetMode="External"/><Relationship Id="rId13" Type="http://schemas.openxmlformats.org/officeDocument/2006/relationships/image" Target="../media/image58.png"/><Relationship Id="rId3" Type="http://schemas.openxmlformats.org/officeDocument/2006/relationships/tags" Target="../tags/tag29.xml"/><Relationship Id="rId7" Type="http://schemas.openxmlformats.org/officeDocument/2006/relationships/image" Target="../media/image55.png"/><Relationship Id="rId12" Type="http://schemas.openxmlformats.org/officeDocument/2006/relationships/hyperlink" Target="http://www.linkedin.com/company/capgemini" TargetMode="External"/><Relationship Id="rId2" Type="http://schemas.openxmlformats.org/officeDocument/2006/relationships/tags" Target="../tags/tag28.xml"/><Relationship Id="rId1" Type="http://schemas.openxmlformats.org/officeDocument/2006/relationships/tags" Target="../tags/tag27.xml"/><Relationship Id="rId6" Type="http://schemas.openxmlformats.org/officeDocument/2006/relationships/hyperlink" Target="https://www.glassdoor.com/Overview/Working-at-Capgemini-EI_IE3803.11,20.htm" TargetMode="External"/><Relationship Id="rId11" Type="http://schemas.openxmlformats.org/officeDocument/2006/relationships/image" Target="../media/image57.png"/><Relationship Id="rId5" Type="http://schemas.openxmlformats.org/officeDocument/2006/relationships/slideMaster" Target="../slideMasters/slideMaster6.xml"/><Relationship Id="rId15" Type="http://schemas.openxmlformats.org/officeDocument/2006/relationships/image" Target="../media/image59.png"/><Relationship Id="rId10" Type="http://schemas.openxmlformats.org/officeDocument/2006/relationships/hyperlink" Target="http://www.facebook.com/capgemini" TargetMode="External"/><Relationship Id="rId4" Type="http://schemas.openxmlformats.org/officeDocument/2006/relationships/tags" Target="../tags/tag30.xml"/><Relationship Id="rId9" Type="http://schemas.openxmlformats.org/officeDocument/2006/relationships/image" Target="../media/image56.png"/><Relationship Id="rId14" Type="http://schemas.openxmlformats.org/officeDocument/2006/relationships/hyperlink" Target="https://www.instagram.com/capgemini/" TargetMode="External"/></Relationships>
</file>

<file path=ppt/slideLayouts/_rels/slideLayout192.xml.rels><?xml version="1.0" encoding="UTF-8" standalone="yes"?>
<Relationships xmlns="http://schemas.openxmlformats.org/package/2006/relationships"><Relationship Id="rId8" Type="http://schemas.openxmlformats.org/officeDocument/2006/relationships/hyperlink" Target="http://www.linkedin.com/company/capgemini" TargetMode="External"/><Relationship Id="rId3" Type="http://schemas.openxmlformats.org/officeDocument/2006/relationships/image" Target="../media/image55.png"/><Relationship Id="rId7" Type="http://schemas.openxmlformats.org/officeDocument/2006/relationships/image" Target="../media/image57.png"/><Relationship Id="rId2" Type="http://schemas.openxmlformats.org/officeDocument/2006/relationships/hyperlink" Target="https://www.glassdoor.com/Overview/Working-at-Capgemini-EI_IE3803.11,20.htm" TargetMode="External"/><Relationship Id="rId1" Type="http://schemas.openxmlformats.org/officeDocument/2006/relationships/slideMaster" Target="../slideMasters/slideMaster6.xml"/><Relationship Id="rId6" Type="http://schemas.openxmlformats.org/officeDocument/2006/relationships/hyperlink" Target="http://www.facebook.com/capgemini" TargetMode="External"/><Relationship Id="rId11" Type="http://schemas.openxmlformats.org/officeDocument/2006/relationships/image" Target="../media/image59.png"/><Relationship Id="rId5" Type="http://schemas.openxmlformats.org/officeDocument/2006/relationships/image" Target="../media/image56.png"/><Relationship Id="rId10" Type="http://schemas.openxmlformats.org/officeDocument/2006/relationships/hyperlink" Target="https://www.instagram.com/capgemini/" TargetMode="External"/><Relationship Id="rId4" Type="http://schemas.openxmlformats.org/officeDocument/2006/relationships/hyperlink" Target="http://www.youtube.com/capgeminimedia" TargetMode="External"/><Relationship Id="rId9" Type="http://schemas.openxmlformats.org/officeDocument/2006/relationships/image" Target="../media/image58.png"/></Relationships>
</file>

<file path=ppt/slideLayouts/_rels/slideLayout193.xml.rels><?xml version="1.0" encoding="UTF-8" standalone="yes"?>
<Relationships xmlns="http://schemas.openxmlformats.org/package/2006/relationships"><Relationship Id="rId8" Type="http://schemas.openxmlformats.org/officeDocument/2006/relationships/hyperlink" Target="http://www.facebook.com/capgemini" TargetMode="External"/><Relationship Id="rId13" Type="http://schemas.microsoft.com/office/2007/relationships/hdphoto" Target="../media/hdphoto10.wdp"/><Relationship Id="rId3" Type="http://schemas.openxmlformats.org/officeDocument/2006/relationships/image" Target="../media/image47.png"/><Relationship Id="rId7" Type="http://schemas.microsoft.com/office/2007/relationships/hdphoto" Target="../media/hdphoto8.wdp"/><Relationship Id="rId12" Type="http://schemas.openxmlformats.org/officeDocument/2006/relationships/image" Target="../media/image50.png"/><Relationship Id="rId2" Type="http://schemas.openxmlformats.org/officeDocument/2006/relationships/hyperlink" Target="https://www.glassdoor.com/Overview/Working-at-Capgemini-EI_IE3803.11,20.htm" TargetMode="External"/><Relationship Id="rId16" Type="http://schemas.microsoft.com/office/2007/relationships/hdphoto" Target="../media/hdphoto11.wdp"/><Relationship Id="rId1" Type="http://schemas.openxmlformats.org/officeDocument/2006/relationships/slideMaster" Target="../slideMasters/slideMaster6.xml"/><Relationship Id="rId6" Type="http://schemas.openxmlformats.org/officeDocument/2006/relationships/image" Target="../media/image48.png"/><Relationship Id="rId11" Type="http://schemas.openxmlformats.org/officeDocument/2006/relationships/hyperlink" Target="http://www.linkedin.com/company/capgemini" TargetMode="External"/><Relationship Id="rId5" Type="http://schemas.openxmlformats.org/officeDocument/2006/relationships/hyperlink" Target="http://www.youtube.com/capgeminimedia" TargetMode="External"/><Relationship Id="rId15" Type="http://schemas.openxmlformats.org/officeDocument/2006/relationships/image" Target="../media/image51.png"/><Relationship Id="rId10" Type="http://schemas.microsoft.com/office/2007/relationships/hdphoto" Target="../media/hdphoto9.wdp"/><Relationship Id="rId4" Type="http://schemas.microsoft.com/office/2007/relationships/hdphoto" Target="../media/hdphoto7.wdp"/><Relationship Id="rId9" Type="http://schemas.openxmlformats.org/officeDocument/2006/relationships/image" Target="../media/image49.png"/><Relationship Id="rId14" Type="http://schemas.openxmlformats.org/officeDocument/2006/relationships/hyperlink" Target="https://www.instagram.com/capgemini/" TargetMode="External"/></Relationships>
</file>

<file path=ppt/slideLayouts/_rels/slideLayout194.xml.rels><?xml version="1.0" encoding="UTF-8" standalone="yes"?>
<Relationships xmlns="http://schemas.openxmlformats.org/package/2006/relationships"><Relationship Id="rId8" Type="http://schemas.openxmlformats.org/officeDocument/2006/relationships/hyperlink" Target="http://www.facebook.com/capgemini" TargetMode="External"/><Relationship Id="rId13" Type="http://schemas.microsoft.com/office/2007/relationships/hdphoto" Target="../media/hdphoto10.wdp"/><Relationship Id="rId3" Type="http://schemas.openxmlformats.org/officeDocument/2006/relationships/image" Target="../media/image47.png"/><Relationship Id="rId7" Type="http://schemas.microsoft.com/office/2007/relationships/hdphoto" Target="../media/hdphoto8.wdp"/><Relationship Id="rId12" Type="http://schemas.openxmlformats.org/officeDocument/2006/relationships/image" Target="../media/image50.png"/><Relationship Id="rId2" Type="http://schemas.openxmlformats.org/officeDocument/2006/relationships/hyperlink" Target="https://www.glassdoor.com/Overview/Working-at-Capgemini-EI_IE3803.11,20.htm" TargetMode="External"/><Relationship Id="rId16" Type="http://schemas.microsoft.com/office/2007/relationships/hdphoto" Target="../media/hdphoto11.wdp"/><Relationship Id="rId1" Type="http://schemas.openxmlformats.org/officeDocument/2006/relationships/slideMaster" Target="../slideMasters/slideMaster6.xml"/><Relationship Id="rId6" Type="http://schemas.openxmlformats.org/officeDocument/2006/relationships/image" Target="../media/image48.png"/><Relationship Id="rId11" Type="http://schemas.openxmlformats.org/officeDocument/2006/relationships/hyperlink" Target="http://www.linkedin.com/company/capgemini" TargetMode="External"/><Relationship Id="rId5" Type="http://schemas.openxmlformats.org/officeDocument/2006/relationships/hyperlink" Target="http://www.youtube.com/capgeminimedia" TargetMode="External"/><Relationship Id="rId15" Type="http://schemas.openxmlformats.org/officeDocument/2006/relationships/image" Target="../media/image51.png"/><Relationship Id="rId10" Type="http://schemas.microsoft.com/office/2007/relationships/hdphoto" Target="../media/hdphoto9.wdp"/><Relationship Id="rId4" Type="http://schemas.microsoft.com/office/2007/relationships/hdphoto" Target="../media/hdphoto7.wdp"/><Relationship Id="rId9" Type="http://schemas.openxmlformats.org/officeDocument/2006/relationships/image" Target="../media/image49.png"/><Relationship Id="rId14" Type="http://schemas.openxmlformats.org/officeDocument/2006/relationships/hyperlink" Target="https://www.instagram.com/capgemini/" TargetMode="External"/></Relationships>
</file>

<file path=ppt/slideLayouts/_rels/slideLayout19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9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9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98.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jpeg"/><Relationship Id="rId1" Type="http://schemas.openxmlformats.org/officeDocument/2006/relationships/slideMaster" Target="../slideMasters/slideMaster6.xml"/></Relationships>
</file>

<file path=ppt/slideLayouts/_rels/slideLayout19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00.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6.xml"/><Relationship Id="rId1" Type="http://schemas.openxmlformats.org/officeDocument/2006/relationships/tags" Target="../tags/tag31.xml"/><Relationship Id="rId4" Type="http://schemas.openxmlformats.org/officeDocument/2006/relationships/image" Target="../media/image11.emf"/></Relationships>
</file>

<file path=ppt/slideLayouts/_rels/slideLayout20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0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0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0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0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0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0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0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0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1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1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1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1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1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1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16.xml.rels><?xml version="1.0" encoding="UTF-8" standalone="yes"?>
<Relationships xmlns="http://schemas.openxmlformats.org/package/2006/relationships"><Relationship Id="rId2" Type="http://schemas.openxmlformats.org/officeDocument/2006/relationships/image" Target="../media/image52.emf"/><Relationship Id="rId1" Type="http://schemas.openxmlformats.org/officeDocument/2006/relationships/slideMaster" Target="../slideMasters/slideMaster7.xml"/></Relationships>
</file>

<file path=ppt/slideLayouts/_rels/slideLayout21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1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1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2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21.xml.rels><?xml version="1.0" encoding="UTF-8" standalone="yes"?>
<Relationships xmlns="http://schemas.openxmlformats.org/package/2006/relationships"><Relationship Id="rId2" Type="http://schemas.openxmlformats.org/officeDocument/2006/relationships/image" Target="../media/image52.emf"/><Relationship Id="rId1" Type="http://schemas.openxmlformats.org/officeDocument/2006/relationships/slideMaster" Target="../slideMasters/slideMaster7.xml"/></Relationships>
</file>

<file path=ppt/slideLayouts/_rels/slideLayout22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23.xml.rels><?xml version="1.0" encoding="UTF-8" standalone="yes"?>
<Relationships xmlns="http://schemas.openxmlformats.org/package/2006/relationships"><Relationship Id="rId2" Type="http://schemas.openxmlformats.org/officeDocument/2006/relationships/image" Target="../media/image52.emf"/><Relationship Id="rId1" Type="http://schemas.openxmlformats.org/officeDocument/2006/relationships/slideMaster" Target="../slideMasters/slideMaster7.xml"/></Relationships>
</file>

<file path=ppt/slideLayouts/_rels/slideLayout22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2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2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2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2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2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3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3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3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3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3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3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3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3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3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3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4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4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4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4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4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4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4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47.xml.rels><?xml version="1.0" encoding="UTF-8" standalone="yes"?>
<Relationships xmlns="http://schemas.openxmlformats.org/package/2006/relationships"><Relationship Id="rId2" Type="http://schemas.openxmlformats.org/officeDocument/2006/relationships/image" Target="../media/image52.emf"/><Relationship Id="rId1" Type="http://schemas.openxmlformats.org/officeDocument/2006/relationships/slideMaster" Target="../slideMasters/slideMaster7.xml"/></Relationships>
</file>

<file path=ppt/slideLayouts/_rels/slideLayout248.xml.rels><?xml version="1.0" encoding="UTF-8" standalone="yes"?>
<Relationships xmlns="http://schemas.openxmlformats.org/package/2006/relationships"><Relationship Id="rId2" Type="http://schemas.openxmlformats.org/officeDocument/2006/relationships/image" Target="../media/image52.emf"/><Relationship Id="rId1" Type="http://schemas.openxmlformats.org/officeDocument/2006/relationships/slideMaster" Target="../slideMasters/slideMaster7.xml"/></Relationships>
</file>

<file path=ppt/slideLayouts/_rels/slideLayout249.xml.rels><?xml version="1.0" encoding="UTF-8" standalone="yes"?>
<Relationships xmlns="http://schemas.openxmlformats.org/package/2006/relationships"><Relationship Id="rId2" Type="http://schemas.openxmlformats.org/officeDocument/2006/relationships/image" Target="../media/image52.emf"/><Relationship Id="rId1" Type="http://schemas.openxmlformats.org/officeDocument/2006/relationships/slideMaster" Target="../slideMasters/slideMaster7.xml"/></Relationships>
</file>

<file path=ppt/slideLayouts/_rels/slideLayout250.xml.rels><?xml version="1.0" encoding="UTF-8" standalone="yes"?>
<Relationships xmlns="http://schemas.openxmlformats.org/package/2006/relationships"><Relationship Id="rId2" Type="http://schemas.openxmlformats.org/officeDocument/2006/relationships/image" Target="../media/image52.emf"/><Relationship Id="rId1" Type="http://schemas.openxmlformats.org/officeDocument/2006/relationships/slideMaster" Target="../slideMasters/slideMaster7.xml"/></Relationships>
</file>

<file path=ppt/slideLayouts/_rels/slideLayout25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5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5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5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55.xml.rels><?xml version="1.0" encoding="UTF-8" standalone="yes"?>
<Relationships xmlns="http://schemas.openxmlformats.org/package/2006/relationships"><Relationship Id="rId2" Type="http://schemas.openxmlformats.org/officeDocument/2006/relationships/image" Target="../media/image52.emf"/><Relationship Id="rId1" Type="http://schemas.openxmlformats.org/officeDocument/2006/relationships/slideMaster" Target="../slideMasters/slideMaster7.xml"/></Relationships>
</file>

<file path=ppt/slideLayouts/_rels/slideLayout25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57.xml.rels><?xml version="1.0" encoding="UTF-8" standalone="yes"?>
<Relationships xmlns="http://schemas.openxmlformats.org/package/2006/relationships"><Relationship Id="rId2" Type="http://schemas.openxmlformats.org/officeDocument/2006/relationships/image" Target="../media/image52.emf"/><Relationship Id="rId1" Type="http://schemas.openxmlformats.org/officeDocument/2006/relationships/slideMaster" Target="../slideMasters/slideMaster7.xml"/></Relationships>
</file>

<file path=ppt/slideLayouts/_rels/slideLayout25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59.xml.rels><?xml version="1.0" encoding="UTF-8" standalone="yes"?>
<Relationships xmlns="http://schemas.openxmlformats.org/package/2006/relationships"><Relationship Id="rId2" Type="http://schemas.openxmlformats.org/officeDocument/2006/relationships/image" Target="../media/image52.emf"/><Relationship Id="rId1" Type="http://schemas.openxmlformats.org/officeDocument/2006/relationships/slideMaster" Target="../slideMasters/slideMaster7.xml"/></Relationships>
</file>

<file path=ppt/slideLayouts/_rels/slideLayout26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61.xml.rels><?xml version="1.0" encoding="UTF-8" standalone="yes"?>
<Relationships xmlns="http://schemas.openxmlformats.org/package/2006/relationships"><Relationship Id="rId2" Type="http://schemas.openxmlformats.org/officeDocument/2006/relationships/image" Target="../media/image52.emf"/><Relationship Id="rId1" Type="http://schemas.openxmlformats.org/officeDocument/2006/relationships/slideMaster" Target="../slideMasters/slideMaster7.xml"/></Relationships>
</file>

<file path=ppt/slideLayouts/_rels/slideLayout26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63.xml.rels><?xml version="1.0" encoding="UTF-8" standalone="yes"?>
<Relationships xmlns="http://schemas.openxmlformats.org/package/2006/relationships"><Relationship Id="rId2" Type="http://schemas.openxmlformats.org/officeDocument/2006/relationships/image" Target="../media/image52.emf"/><Relationship Id="rId1" Type="http://schemas.openxmlformats.org/officeDocument/2006/relationships/slideMaster" Target="../slideMasters/slideMaster7.xml"/></Relationships>
</file>

<file path=ppt/slideLayouts/_rels/slideLayout264.xml.rels><?xml version="1.0" encoding="UTF-8" standalone="yes"?>
<Relationships xmlns="http://schemas.openxmlformats.org/package/2006/relationships"><Relationship Id="rId8" Type="http://schemas.microsoft.com/office/2007/relationships/hdphoto" Target="../media/hdphoto12.wdp"/><Relationship Id="rId13" Type="http://schemas.openxmlformats.org/officeDocument/2006/relationships/image" Target="../media/image49.png"/><Relationship Id="rId18" Type="http://schemas.openxmlformats.org/officeDocument/2006/relationships/hyperlink" Target="https://www.instagram.com/capgemini/" TargetMode="External"/><Relationship Id="rId3" Type="http://schemas.openxmlformats.org/officeDocument/2006/relationships/tags" Target="../tags/tag34.xml"/><Relationship Id="rId7" Type="http://schemas.openxmlformats.org/officeDocument/2006/relationships/image" Target="../media/image47.png"/><Relationship Id="rId12" Type="http://schemas.openxmlformats.org/officeDocument/2006/relationships/hyperlink" Target="http://www.facebook.com/capgemini" TargetMode="External"/><Relationship Id="rId17" Type="http://schemas.microsoft.com/office/2007/relationships/hdphoto" Target="../media/hdphoto15.wdp"/><Relationship Id="rId2" Type="http://schemas.openxmlformats.org/officeDocument/2006/relationships/tags" Target="../tags/tag33.xml"/><Relationship Id="rId16" Type="http://schemas.openxmlformats.org/officeDocument/2006/relationships/image" Target="../media/image50.png"/><Relationship Id="rId20" Type="http://schemas.microsoft.com/office/2007/relationships/hdphoto" Target="../media/hdphoto16.wdp"/><Relationship Id="rId1" Type="http://schemas.openxmlformats.org/officeDocument/2006/relationships/tags" Target="../tags/tag32.xml"/><Relationship Id="rId6" Type="http://schemas.openxmlformats.org/officeDocument/2006/relationships/hyperlink" Target="https://www.glassdoor.com/Overview/Working-at-Capgemini-EI_IE3803.11,20.htm" TargetMode="External"/><Relationship Id="rId11" Type="http://schemas.microsoft.com/office/2007/relationships/hdphoto" Target="../media/hdphoto13.wdp"/><Relationship Id="rId5" Type="http://schemas.openxmlformats.org/officeDocument/2006/relationships/slideMaster" Target="../slideMasters/slideMaster7.xml"/><Relationship Id="rId15" Type="http://schemas.openxmlformats.org/officeDocument/2006/relationships/hyperlink" Target="http://www.linkedin.com/company/capgemini" TargetMode="External"/><Relationship Id="rId10" Type="http://schemas.openxmlformats.org/officeDocument/2006/relationships/image" Target="../media/image48.png"/><Relationship Id="rId19" Type="http://schemas.openxmlformats.org/officeDocument/2006/relationships/image" Target="../media/image51.png"/><Relationship Id="rId4" Type="http://schemas.openxmlformats.org/officeDocument/2006/relationships/tags" Target="../tags/tag35.xml"/><Relationship Id="rId9" Type="http://schemas.openxmlformats.org/officeDocument/2006/relationships/hyperlink" Target="http://www.youtube.com/capgeminimedia" TargetMode="External"/><Relationship Id="rId14" Type="http://schemas.microsoft.com/office/2007/relationships/hdphoto" Target="../media/hdphoto14.wdp"/></Relationships>
</file>

<file path=ppt/slideLayouts/_rels/slideLayout265.xml.rels><?xml version="1.0" encoding="UTF-8" standalone="yes"?>
<Relationships xmlns="http://schemas.openxmlformats.org/package/2006/relationships"><Relationship Id="rId8" Type="http://schemas.openxmlformats.org/officeDocument/2006/relationships/hyperlink" Target="http://www.facebook.com/capgemini" TargetMode="External"/><Relationship Id="rId13" Type="http://schemas.microsoft.com/office/2007/relationships/hdphoto" Target="../media/hdphoto15.wdp"/><Relationship Id="rId3" Type="http://schemas.openxmlformats.org/officeDocument/2006/relationships/image" Target="../media/image47.png"/><Relationship Id="rId7" Type="http://schemas.microsoft.com/office/2007/relationships/hdphoto" Target="../media/hdphoto13.wdp"/><Relationship Id="rId12" Type="http://schemas.openxmlformats.org/officeDocument/2006/relationships/image" Target="../media/image50.png"/><Relationship Id="rId2" Type="http://schemas.openxmlformats.org/officeDocument/2006/relationships/hyperlink" Target="https://www.glassdoor.com/Overview/Working-at-Capgemini-EI_IE3803.11,20.htm" TargetMode="External"/><Relationship Id="rId16" Type="http://schemas.microsoft.com/office/2007/relationships/hdphoto" Target="../media/hdphoto16.wdp"/><Relationship Id="rId1" Type="http://schemas.openxmlformats.org/officeDocument/2006/relationships/slideMaster" Target="../slideMasters/slideMaster7.xml"/><Relationship Id="rId6" Type="http://schemas.openxmlformats.org/officeDocument/2006/relationships/image" Target="../media/image48.png"/><Relationship Id="rId11" Type="http://schemas.openxmlformats.org/officeDocument/2006/relationships/hyperlink" Target="http://www.linkedin.com/company/capgemini" TargetMode="External"/><Relationship Id="rId5" Type="http://schemas.openxmlformats.org/officeDocument/2006/relationships/hyperlink" Target="http://www.youtube.com/capgeminimedia" TargetMode="External"/><Relationship Id="rId15" Type="http://schemas.openxmlformats.org/officeDocument/2006/relationships/image" Target="../media/image51.png"/><Relationship Id="rId10" Type="http://schemas.microsoft.com/office/2007/relationships/hdphoto" Target="../media/hdphoto14.wdp"/><Relationship Id="rId4" Type="http://schemas.microsoft.com/office/2007/relationships/hdphoto" Target="../media/hdphoto12.wdp"/><Relationship Id="rId9" Type="http://schemas.openxmlformats.org/officeDocument/2006/relationships/image" Target="../media/image49.png"/><Relationship Id="rId14" Type="http://schemas.openxmlformats.org/officeDocument/2006/relationships/hyperlink" Target="https://www.instagram.com/capgemini/" TargetMode="External"/></Relationships>
</file>

<file path=ppt/slideLayouts/_rels/slideLayout266.xml.rels><?xml version="1.0" encoding="UTF-8" standalone="yes"?>
<Relationships xmlns="http://schemas.openxmlformats.org/package/2006/relationships"><Relationship Id="rId8" Type="http://schemas.openxmlformats.org/officeDocument/2006/relationships/hyperlink" Target="http://www.linkedin.com/company/capgemini" TargetMode="External"/><Relationship Id="rId3" Type="http://schemas.openxmlformats.org/officeDocument/2006/relationships/image" Target="../media/image55.png"/><Relationship Id="rId7" Type="http://schemas.openxmlformats.org/officeDocument/2006/relationships/image" Target="../media/image57.png"/><Relationship Id="rId2" Type="http://schemas.openxmlformats.org/officeDocument/2006/relationships/hyperlink" Target="https://www.glassdoor.com/Overview/Working-at-Capgemini-EI_IE3803.11,20.htm" TargetMode="External"/><Relationship Id="rId1" Type="http://schemas.openxmlformats.org/officeDocument/2006/relationships/slideMaster" Target="../slideMasters/slideMaster7.xml"/><Relationship Id="rId6" Type="http://schemas.openxmlformats.org/officeDocument/2006/relationships/hyperlink" Target="http://www.facebook.com/capgemini" TargetMode="External"/><Relationship Id="rId11" Type="http://schemas.openxmlformats.org/officeDocument/2006/relationships/image" Target="../media/image59.png"/><Relationship Id="rId5" Type="http://schemas.openxmlformats.org/officeDocument/2006/relationships/image" Target="../media/image56.png"/><Relationship Id="rId10" Type="http://schemas.openxmlformats.org/officeDocument/2006/relationships/hyperlink" Target="https://www.instagram.com/capgemini/" TargetMode="External"/><Relationship Id="rId4" Type="http://schemas.openxmlformats.org/officeDocument/2006/relationships/hyperlink" Target="http://www.youtube.com/capgeminimedia" TargetMode="External"/><Relationship Id="rId9" Type="http://schemas.openxmlformats.org/officeDocument/2006/relationships/image" Target="../media/image58.png"/></Relationships>
</file>

<file path=ppt/slideLayouts/_rels/slideLayout26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6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6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7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7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7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7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7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75.xml.rels><?xml version="1.0" encoding="UTF-8" standalone="yes"?>
<Relationships xmlns="http://schemas.openxmlformats.org/package/2006/relationships"><Relationship Id="rId2" Type="http://schemas.openxmlformats.org/officeDocument/2006/relationships/image" Target="../media/image52.emf"/><Relationship Id="rId1" Type="http://schemas.openxmlformats.org/officeDocument/2006/relationships/slideMaster" Target="../slideMasters/slideMaster8.xml"/></Relationships>
</file>

<file path=ppt/slideLayouts/_rels/slideLayout27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7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7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7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80.xml.rels><?xml version="1.0" encoding="UTF-8" standalone="yes"?>
<Relationships xmlns="http://schemas.openxmlformats.org/package/2006/relationships"><Relationship Id="rId2" Type="http://schemas.openxmlformats.org/officeDocument/2006/relationships/image" Target="../media/image52.emf"/><Relationship Id="rId1" Type="http://schemas.openxmlformats.org/officeDocument/2006/relationships/slideMaster" Target="../slideMasters/slideMaster8.xml"/></Relationships>
</file>

<file path=ppt/slideLayouts/_rels/slideLayout28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82.xml.rels><?xml version="1.0" encoding="UTF-8" standalone="yes"?>
<Relationships xmlns="http://schemas.openxmlformats.org/package/2006/relationships"><Relationship Id="rId2" Type="http://schemas.openxmlformats.org/officeDocument/2006/relationships/image" Target="../media/image52.emf"/><Relationship Id="rId1" Type="http://schemas.openxmlformats.org/officeDocument/2006/relationships/slideMaster" Target="../slideMasters/slideMaster8.xml"/></Relationships>
</file>

<file path=ppt/slideLayouts/_rels/slideLayout28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8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8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8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8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8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8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9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9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9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9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9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9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9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9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9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9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0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0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0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0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0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0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06.xml.rels><?xml version="1.0" encoding="UTF-8" standalone="yes"?>
<Relationships xmlns="http://schemas.openxmlformats.org/package/2006/relationships"><Relationship Id="rId2" Type="http://schemas.openxmlformats.org/officeDocument/2006/relationships/image" Target="../media/image52.emf"/><Relationship Id="rId1" Type="http://schemas.openxmlformats.org/officeDocument/2006/relationships/slideMaster" Target="../slideMasters/slideMaster8.xml"/></Relationships>
</file>

<file path=ppt/slideLayouts/_rels/slideLayout307.xml.rels><?xml version="1.0" encoding="UTF-8" standalone="yes"?>
<Relationships xmlns="http://schemas.openxmlformats.org/package/2006/relationships"><Relationship Id="rId2" Type="http://schemas.openxmlformats.org/officeDocument/2006/relationships/image" Target="../media/image52.emf"/><Relationship Id="rId1" Type="http://schemas.openxmlformats.org/officeDocument/2006/relationships/slideMaster" Target="../slideMasters/slideMaster8.xml"/></Relationships>
</file>

<file path=ppt/slideLayouts/_rels/slideLayout308.xml.rels><?xml version="1.0" encoding="UTF-8" standalone="yes"?>
<Relationships xmlns="http://schemas.openxmlformats.org/package/2006/relationships"><Relationship Id="rId2" Type="http://schemas.openxmlformats.org/officeDocument/2006/relationships/image" Target="../media/image52.emf"/><Relationship Id="rId1" Type="http://schemas.openxmlformats.org/officeDocument/2006/relationships/slideMaster" Target="../slideMasters/slideMaster8.xml"/></Relationships>
</file>

<file path=ppt/slideLayouts/_rels/slideLayout309.xml.rels><?xml version="1.0" encoding="UTF-8" standalone="yes"?>
<Relationships xmlns="http://schemas.openxmlformats.org/package/2006/relationships"><Relationship Id="rId2" Type="http://schemas.openxmlformats.org/officeDocument/2006/relationships/image" Target="../media/image52.emf"/><Relationship Id="rId1" Type="http://schemas.openxmlformats.org/officeDocument/2006/relationships/slideMaster" Target="../slideMasters/slideMaster8.xml"/></Relationships>
</file>

<file path=ppt/slideLayouts/_rels/slideLayout31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1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1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1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14.xml.rels><?xml version="1.0" encoding="UTF-8" standalone="yes"?>
<Relationships xmlns="http://schemas.openxmlformats.org/package/2006/relationships"><Relationship Id="rId2" Type="http://schemas.openxmlformats.org/officeDocument/2006/relationships/image" Target="../media/image52.emf"/><Relationship Id="rId1" Type="http://schemas.openxmlformats.org/officeDocument/2006/relationships/slideMaster" Target="../slideMasters/slideMaster8.xml"/></Relationships>
</file>

<file path=ppt/slideLayouts/_rels/slideLayout31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16.xml.rels><?xml version="1.0" encoding="UTF-8" standalone="yes"?>
<Relationships xmlns="http://schemas.openxmlformats.org/package/2006/relationships"><Relationship Id="rId2" Type="http://schemas.openxmlformats.org/officeDocument/2006/relationships/image" Target="../media/image52.emf"/><Relationship Id="rId1" Type="http://schemas.openxmlformats.org/officeDocument/2006/relationships/slideMaster" Target="../slideMasters/slideMaster8.xml"/></Relationships>
</file>

<file path=ppt/slideLayouts/_rels/slideLayout31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18.xml.rels><?xml version="1.0" encoding="UTF-8" standalone="yes"?>
<Relationships xmlns="http://schemas.openxmlformats.org/package/2006/relationships"><Relationship Id="rId2" Type="http://schemas.openxmlformats.org/officeDocument/2006/relationships/image" Target="../media/image52.emf"/><Relationship Id="rId1" Type="http://schemas.openxmlformats.org/officeDocument/2006/relationships/slideMaster" Target="../slideMasters/slideMaster8.xml"/></Relationships>
</file>

<file path=ppt/slideLayouts/_rels/slideLayout31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20.xml.rels><?xml version="1.0" encoding="UTF-8" standalone="yes"?>
<Relationships xmlns="http://schemas.openxmlformats.org/package/2006/relationships"><Relationship Id="rId2" Type="http://schemas.openxmlformats.org/officeDocument/2006/relationships/image" Target="../media/image52.emf"/><Relationship Id="rId1" Type="http://schemas.openxmlformats.org/officeDocument/2006/relationships/slideMaster" Target="../slideMasters/slideMaster8.xml"/></Relationships>
</file>

<file path=ppt/slideLayouts/_rels/slideLayout32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22.xml.rels><?xml version="1.0" encoding="UTF-8" standalone="yes"?>
<Relationships xmlns="http://schemas.openxmlformats.org/package/2006/relationships"><Relationship Id="rId2" Type="http://schemas.openxmlformats.org/officeDocument/2006/relationships/image" Target="../media/image52.emf"/><Relationship Id="rId1" Type="http://schemas.openxmlformats.org/officeDocument/2006/relationships/slideMaster" Target="../slideMasters/slideMaster8.xml"/></Relationships>
</file>

<file path=ppt/slideLayouts/_rels/slideLayout323.xml.rels><?xml version="1.0" encoding="UTF-8" standalone="yes"?>
<Relationships xmlns="http://schemas.openxmlformats.org/package/2006/relationships"><Relationship Id="rId8" Type="http://schemas.microsoft.com/office/2007/relationships/hdphoto" Target="../media/hdphoto12.wdp"/><Relationship Id="rId13" Type="http://schemas.openxmlformats.org/officeDocument/2006/relationships/image" Target="../media/image49.png"/><Relationship Id="rId18" Type="http://schemas.openxmlformats.org/officeDocument/2006/relationships/hyperlink" Target="https://www.instagram.com/capgemini/" TargetMode="External"/><Relationship Id="rId3" Type="http://schemas.openxmlformats.org/officeDocument/2006/relationships/tags" Target="../tags/tag38.xml"/><Relationship Id="rId7" Type="http://schemas.openxmlformats.org/officeDocument/2006/relationships/image" Target="../media/image47.png"/><Relationship Id="rId12" Type="http://schemas.openxmlformats.org/officeDocument/2006/relationships/hyperlink" Target="http://www.facebook.com/capgemini" TargetMode="External"/><Relationship Id="rId17" Type="http://schemas.microsoft.com/office/2007/relationships/hdphoto" Target="../media/hdphoto15.wdp"/><Relationship Id="rId2" Type="http://schemas.openxmlformats.org/officeDocument/2006/relationships/tags" Target="../tags/tag37.xml"/><Relationship Id="rId16" Type="http://schemas.openxmlformats.org/officeDocument/2006/relationships/image" Target="../media/image50.png"/><Relationship Id="rId20" Type="http://schemas.microsoft.com/office/2007/relationships/hdphoto" Target="../media/hdphoto16.wdp"/><Relationship Id="rId1" Type="http://schemas.openxmlformats.org/officeDocument/2006/relationships/tags" Target="../tags/tag36.xml"/><Relationship Id="rId6" Type="http://schemas.openxmlformats.org/officeDocument/2006/relationships/hyperlink" Target="https://www.glassdoor.com/Overview/Working-at-Capgemini-EI_IE3803.11,20.htm" TargetMode="External"/><Relationship Id="rId11" Type="http://schemas.microsoft.com/office/2007/relationships/hdphoto" Target="../media/hdphoto13.wdp"/><Relationship Id="rId5" Type="http://schemas.openxmlformats.org/officeDocument/2006/relationships/slideMaster" Target="../slideMasters/slideMaster8.xml"/><Relationship Id="rId15" Type="http://schemas.openxmlformats.org/officeDocument/2006/relationships/hyperlink" Target="http://www.linkedin.com/company/capgemini" TargetMode="External"/><Relationship Id="rId10" Type="http://schemas.openxmlformats.org/officeDocument/2006/relationships/image" Target="../media/image48.png"/><Relationship Id="rId19" Type="http://schemas.openxmlformats.org/officeDocument/2006/relationships/image" Target="../media/image51.png"/><Relationship Id="rId4" Type="http://schemas.openxmlformats.org/officeDocument/2006/relationships/tags" Target="../tags/tag39.xml"/><Relationship Id="rId9" Type="http://schemas.openxmlformats.org/officeDocument/2006/relationships/hyperlink" Target="http://www.youtube.com/capgeminimedia" TargetMode="External"/><Relationship Id="rId14" Type="http://schemas.microsoft.com/office/2007/relationships/hdphoto" Target="../media/hdphoto14.wdp"/></Relationships>
</file>

<file path=ppt/slideLayouts/_rels/slideLayout324.xml.rels><?xml version="1.0" encoding="UTF-8" standalone="yes"?>
<Relationships xmlns="http://schemas.openxmlformats.org/package/2006/relationships"><Relationship Id="rId8" Type="http://schemas.openxmlformats.org/officeDocument/2006/relationships/hyperlink" Target="http://www.facebook.com/capgemini" TargetMode="External"/><Relationship Id="rId13" Type="http://schemas.microsoft.com/office/2007/relationships/hdphoto" Target="../media/hdphoto15.wdp"/><Relationship Id="rId3" Type="http://schemas.openxmlformats.org/officeDocument/2006/relationships/image" Target="../media/image47.png"/><Relationship Id="rId7" Type="http://schemas.microsoft.com/office/2007/relationships/hdphoto" Target="../media/hdphoto13.wdp"/><Relationship Id="rId12" Type="http://schemas.openxmlformats.org/officeDocument/2006/relationships/image" Target="../media/image50.png"/><Relationship Id="rId2" Type="http://schemas.openxmlformats.org/officeDocument/2006/relationships/hyperlink" Target="https://www.glassdoor.com/Overview/Working-at-Capgemini-EI_IE3803.11,20.htm" TargetMode="External"/><Relationship Id="rId16" Type="http://schemas.microsoft.com/office/2007/relationships/hdphoto" Target="../media/hdphoto16.wdp"/><Relationship Id="rId1" Type="http://schemas.openxmlformats.org/officeDocument/2006/relationships/slideMaster" Target="../slideMasters/slideMaster8.xml"/><Relationship Id="rId6" Type="http://schemas.openxmlformats.org/officeDocument/2006/relationships/image" Target="../media/image48.png"/><Relationship Id="rId11" Type="http://schemas.openxmlformats.org/officeDocument/2006/relationships/hyperlink" Target="http://www.linkedin.com/company/capgemini" TargetMode="External"/><Relationship Id="rId5" Type="http://schemas.openxmlformats.org/officeDocument/2006/relationships/hyperlink" Target="http://www.youtube.com/capgeminimedia" TargetMode="External"/><Relationship Id="rId15" Type="http://schemas.openxmlformats.org/officeDocument/2006/relationships/image" Target="../media/image51.png"/><Relationship Id="rId10" Type="http://schemas.microsoft.com/office/2007/relationships/hdphoto" Target="../media/hdphoto14.wdp"/><Relationship Id="rId4" Type="http://schemas.microsoft.com/office/2007/relationships/hdphoto" Target="../media/hdphoto12.wdp"/><Relationship Id="rId9" Type="http://schemas.openxmlformats.org/officeDocument/2006/relationships/image" Target="../media/image49.png"/><Relationship Id="rId14" Type="http://schemas.openxmlformats.org/officeDocument/2006/relationships/hyperlink" Target="https://www.instagram.com/capgemini/" TargetMode="External"/></Relationships>
</file>

<file path=ppt/slideLayouts/_rels/slideLayout325.xml.rels><?xml version="1.0" encoding="UTF-8" standalone="yes"?>
<Relationships xmlns="http://schemas.openxmlformats.org/package/2006/relationships"><Relationship Id="rId8" Type="http://schemas.openxmlformats.org/officeDocument/2006/relationships/hyperlink" Target="http://www.facebook.com/capgemini" TargetMode="External"/><Relationship Id="rId13" Type="http://schemas.microsoft.com/office/2007/relationships/hdphoto" Target="../media/hdphoto15.wdp"/><Relationship Id="rId3" Type="http://schemas.openxmlformats.org/officeDocument/2006/relationships/image" Target="../media/image47.png"/><Relationship Id="rId7" Type="http://schemas.microsoft.com/office/2007/relationships/hdphoto" Target="../media/hdphoto13.wdp"/><Relationship Id="rId12" Type="http://schemas.openxmlformats.org/officeDocument/2006/relationships/image" Target="../media/image50.png"/><Relationship Id="rId2" Type="http://schemas.openxmlformats.org/officeDocument/2006/relationships/hyperlink" Target="https://www.glassdoor.com/Overview/Working-at-Capgemini-EI_IE3803.11,20.htm" TargetMode="External"/><Relationship Id="rId16" Type="http://schemas.microsoft.com/office/2007/relationships/hdphoto" Target="../media/hdphoto16.wdp"/><Relationship Id="rId1" Type="http://schemas.openxmlformats.org/officeDocument/2006/relationships/slideMaster" Target="../slideMasters/slideMaster8.xml"/><Relationship Id="rId6" Type="http://schemas.openxmlformats.org/officeDocument/2006/relationships/image" Target="../media/image48.png"/><Relationship Id="rId11" Type="http://schemas.openxmlformats.org/officeDocument/2006/relationships/hyperlink" Target="http://www.linkedin.com/company/capgemini" TargetMode="External"/><Relationship Id="rId5" Type="http://schemas.openxmlformats.org/officeDocument/2006/relationships/hyperlink" Target="http://www.youtube.com/capgeminimedia" TargetMode="External"/><Relationship Id="rId15" Type="http://schemas.openxmlformats.org/officeDocument/2006/relationships/image" Target="../media/image51.png"/><Relationship Id="rId10" Type="http://schemas.microsoft.com/office/2007/relationships/hdphoto" Target="../media/hdphoto14.wdp"/><Relationship Id="rId4" Type="http://schemas.microsoft.com/office/2007/relationships/hdphoto" Target="../media/hdphoto12.wdp"/><Relationship Id="rId9" Type="http://schemas.openxmlformats.org/officeDocument/2006/relationships/image" Target="../media/image49.png"/><Relationship Id="rId14" Type="http://schemas.openxmlformats.org/officeDocument/2006/relationships/hyperlink" Target="https://www.instagram.com/capgemini/" TargetMode="External"/></Relationships>
</file>

<file path=ppt/slideLayouts/_rels/slideLayout326.xml.rels><?xml version="1.0" encoding="UTF-8" standalone="yes"?>
<Relationships xmlns="http://schemas.openxmlformats.org/package/2006/relationships"><Relationship Id="rId8" Type="http://schemas.openxmlformats.org/officeDocument/2006/relationships/hyperlink" Target="http://www.facebook.com/capgemini" TargetMode="External"/><Relationship Id="rId13" Type="http://schemas.microsoft.com/office/2007/relationships/hdphoto" Target="../media/hdphoto15.wdp"/><Relationship Id="rId3" Type="http://schemas.openxmlformats.org/officeDocument/2006/relationships/image" Target="../media/image47.png"/><Relationship Id="rId7" Type="http://schemas.microsoft.com/office/2007/relationships/hdphoto" Target="../media/hdphoto13.wdp"/><Relationship Id="rId12" Type="http://schemas.openxmlformats.org/officeDocument/2006/relationships/image" Target="../media/image50.png"/><Relationship Id="rId2" Type="http://schemas.openxmlformats.org/officeDocument/2006/relationships/hyperlink" Target="https://www.glassdoor.com/Overview/Working-at-Capgemini-EI_IE3803.11,20.htm" TargetMode="External"/><Relationship Id="rId16" Type="http://schemas.microsoft.com/office/2007/relationships/hdphoto" Target="../media/hdphoto16.wdp"/><Relationship Id="rId1" Type="http://schemas.openxmlformats.org/officeDocument/2006/relationships/slideMaster" Target="../slideMasters/slideMaster8.xml"/><Relationship Id="rId6" Type="http://schemas.openxmlformats.org/officeDocument/2006/relationships/image" Target="../media/image48.png"/><Relationship Id="rId11" Type="http://schemas.openxmlformats.org/officeDocument/2006/relationships/hyperlink" Target="http://www.linkedin.com/company/capgemini" TargetMode="External"/><Relationship Id="rId5" Type="http://schemas.openxmlformats.org/officeDocument/2006/relationships/hyperlink" Target="http://www.youtube.com/capgeminimedia" TargetMode="External"/><Relationship Id="rId15" Type="http://schemas.openxmlformats.org/officeDocument/2006/relationships/image" Target="../media/image51.png"/><Relationship Id="rId10" Type="http://schemas.microsoft.com/office/2007/relationships/hdphoto" Target="../media/hdphoto14.wdp"/><Relationship Id="rId4" Type="http://schemas.microsoft.com/office/2007/relationships/hdphoto" Target="../media/hdphoto12.wdp"/><Relationship Id="rId9" Type="http://schemas.openxmlformats.org/officeDocument/2006/relationships/image" Target="../media/image49.png"/><Relationship Id="rId14" Type="http://schemas.openxmlformats.org/officeDocument/2006/relationships/hyperlink" Target="https://www.instagram.com/capgemini/" TargetMode="External"/></Relationships>
</file>

<file path=ppt/slideLayouts/_rels/slideLayout327.xml.rels><?xml version="1.0" encoding="UTF-8" standalone="yes"?>
<Relationships xmlns="http://schemas.openxmlformats.org/package/2006/relationships"><Relationship Id="rId8" Type="http://schemas.openxmlformats.org/officeDocument/2006/relationships/hyperlink" Target="http://www.facebook.com/capgemini" TargetMode="External"/><Relationship Id="rId13" Type="http://schemas.microsoft.com/office/2007/relationships/hdphoto" Target="../media/hdphoto10.wdp"/><Relationship Id="rId3" Type="http://schemas.openxmlformats.org/officeDocument/2006/relationships/image" Target="../media/image47.png"/><Relationship Id="rId7" Type="http://schemas.microsoft.com/office/2007/relationships/hdphoto" Target="../media/hdphoto8.wdp"/><Relationship Id="rId12" Type="http://schemas.openxmlformats.org/officeDocument/2006/relationships/image" Target="../media/image50.png"/><Relationship Id="rId2" Type="http://schemas.openxmlformats.org/officeDocument/2006/relationships/hyperlink" Target="https://www.glassdoor.com/Overview/Working-at-Capgemini-EI_IE3803.11,20.htm" TargetMode="External"/><Relationship Id="rId16" Type="http://schemas.microsoft.com/office/2007/relationships/hdphoto" Target="../media/hdphoto11.wdp"/><Relationship Id="rId1" Type="http://schemas.openxmlformats.org/officeDocument/2006/relationships/slideMaster" Target="../slideMasters/slideMaster8.xml"/><Relationship Id="rId6" Type="http://schemas.openxmlformats.org/officeDocument/2006/relationships/image" Target="../media/image48.png"/><Relationship Id="rId11" Type="http://schemas.openxmlformats.org/officeDocument/2006/relationships/hyperlink" Target="http://www.linkedin.com/company/capgemini" TargetMode="External"/><Relationship Id="rId5" Type="http://schemas.openxmlformats.org/officeDocument/2006/relationships/hyperlink" Target="http://www.youtube.com/capgeminimedia" TargetMode="External"/><Relationship Id="rId15" Type="http://schemas.openxmlformats.org/officeDocument/2006/relationships/image" Target="../media/image51.png"/><Relationship Id="rId10" Type="http://schemas.microsoft.com/office/2007/relationships/hdphoto" Target="../media/hdphoto9.wdp"/><Relationship Id="rId4" Type="http://schemas.microsoft.com/office/2007/relationships/hdphoto" Target="../media/hdphoto7.wdp"/><Relationship Id="rId9" Type="http://schemas.openxmlformats.org/officeDocument/2006/relationships/image" Target="../media/image49.png"/><Relationship Id="rId14" Type="http://schemas.openxmlformats.org/officeDocument/2006/relationships/hyperlink" Target="https://www.instagram.com/capgemini/" TargetMode="Externa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only Dark Gre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A8CE45-A6FC-9CE9-F8CD-BA044CFE9412}"/>
              </a:ext>
            </a:extLst>
          </p:cNvPr>
          <p:cNvSpPr>
            <a:spLocks noGrp="1"/>
          </p:cNvSpPr>
          <p:nvPr>
            <p:ph type="title" hasCustomPrompt="1"/>
          </p:nvPr>
        </p:nvSpPr>
        <p:spPr>
          <a:xfrm>
            <a:off x="414971" y="404812"/>
            <a:ext cx="11008413" cy="814387"/>
          </a:xfrm>
          <a:prstGeom prst="rect">
            <a:avLst/>
          </a:prstGeom>
        </p:spPr>
        <p:txBody>
          <a:bodyPr anchor="t"/>
          <a:lstStyle>
            <a:lvl1pPr>
              <a:defRPr>
                <a:solidFill>
                  <a:schemeClr val="bg1"/>
                </a:solidFill>
              </a:defRPr>
            </a:lvl1pPr>
          </a:lstStyle>
          <a:p>
            <a:r>
              <a:rPr lang="fr-FR"/>
              <a:t>CLICK TO INSERT TITLE</a:t>
            </a:r>
            <a:endParaRPr lang="en-US"/>
          </a:p>
        </p:txBody>
      </p:sp>
    </p:spTree>
    <p:extLst>
      <p:ext uri="{BB962C8B-B14F-4D97-AF65-F5344CB8AC3E}">
        <p14:creationId xmlns:p14="http://schemas.microsoft.com/office/powerpoint/2010/main" val="8870259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ubtitle and content Dark grey">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667AB06E-CA55-4893-BAFA-61FF4CCDFBD1}"/>
              </a:ext>
            </a:extLst>
          </p:cNvPr>
          <p:cNvSpPr>
            <a:spLocks noGrp="1"/>
          </p:cNvSpPr>
          <p:nvPr>
            <p:ph type="body" sz="quarter" idx="15" hasCustomPrompt="1"/>
          </p:nvPr>
        </p:nvSpPr>
        <p:spPr>
          <a:xfrm>
            <a:off x="414971" y="1125538"/>
            <a:ext cx="11369042" cy="246221"/>
          </a:xfrm>
          <a:prstGeom prst="rect">
            <a:avLst/>
          </a:prstGeom>
        </p:spPr>
        <p:txBody>
          <a:bodyPr>
            <a:spAutoFit/>
          </a:bodyPr>
          <a:lstStyle>
            <a:lvl1pPr>
              <a:defRPr sz="1600" b="0">
                <a:solidFill>
                  <a:schemeClr val="bg1"/>
                </a:solidFill>
                <a:latin typeface="Ubuntu Light" panose="020B0304030602030204" pitchFamily="34" charset="0"/>
              </a:defRPr>
            </a:lvl1pPr>
          </a:lstStyle>
          <a:p>
            <a:pPr lvl="0"/>
            <a:r>
              <a:rPr lang="fr-FR"/>
              <a:t>Click to insert </a:t>
            </a:r>
            <a:r>
              <a:rPr lang="fr-FR" err="1"/>
              <a:t>subtitle</a:t>
            </a:r>
            <a:endParaRPr lang="fr-FR"/>
          </a:p>
        </p:txBody>
      </p:sp>
      <p:sp>
        <p:nvSpPr>
          <p:cNvPr id="5" name="Title 4">
            <a:extLst>
              <a:ext uri="{FF2B5EF4-FFF2-40B4-BE49-F238E27FC236}">
                <a16:creationId xmlns:a16="http://schemas.microsoft.com/office/drawing/2014/main" id="{0BA091BB-1771-4A6F-B93C-43E4798B4251}"/>
              </a:ext>
            </a:extLst>
          </p:cNvPr>
          <p:cNvSpPr>
            <a:spLocks noGrp="1"/>
          </p:cNvSpPr>
          <p:nvPr>
            <p:ph type="title" hasCustomPrompt="1"/>
          </p:nvPr>
        </p:nvSpPr>
        <p:spPr>
          <a:xfrm>
            <a:off x="414971" y="260350"/>
            <a:ext cx="11008413" cy="792163"/>
          </a:xfrm>
          <a:prstGeom prst="rect">
            <a:avLst/>
          </a:prstGeom>
        </p:spPr>
        <p:txBody>
          <a:bodyPr/>
          <a:lstStyle>
            <a:lvl1pPr>
              <a:defRPr>
                <a:solidFill>
                  <a:schemeClr val="bg1"/>
                </a:solidFill>
              </a:defRPr>
            </a:lvl1pPr>
          </a:lstStyle>
          <a:p>
            <a:r>
              <a:rPr lang="fr-FR"/>
              <a:t>Click to insert </a:t>
            </a:r>
            <a:r>
              <a:rPr lang="fr-FR" err="1"/>
              <a:t>title</a:t>
            </a:r>
            <a:endParaRPr lang="de-DE"/>
          </a:p>
        </p:txBody>
      </p:sp>
      <p:sp>
        <p:nvSpPr>
          <p:cNvPr id="4" name="Content Placeholder 3">
            <a:extLst>
              <a:ext uri="{FF2B5EF4-FFF2-40B4-BE49-F238E27FC236}">
                <a16:creationId xmlns:a16="http://schemas.microsoft.com/office/drawing/2014/main" id="{1FBDD296-C7FE-7195-F3C4-4768A7A0AA9D}"/>
              </a:ext>
            </a:extLst>
          </p:cNvPr>
          <p:cNvSpPr>
            <a:spLocks noGrp="1"/>
          </p:cNvSpPr>
          <p:nvPr>
            <p:ph sz="quarter" idx="16"/>
          </p:nvPr>
        </p:nvSpPr>
        <p:spPr>
          <a:xfrm>
            <a:off x="407988" y="1628775"/>
            <a:ext cx="11376025" cy="4824413"/>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580793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75B13A1-44D9-486D-9674-48B7A4B2C350}"/>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a:fillRect/>
          </a:stretch>
        </p:blipFill>
        <p:spPr>
          <a:xfrm>
            <a:off x="0" y="0"/>
            <a:ext cx="10056440" cy="6858000"/>
          </a:xfrm>
          <a:custGeom>
            <a:avLst/>
            <a:gdLst>
              <a:gd name="connsiteX0" fmla="*/ 0 w 10056440"/>
              <a:gd name="connsiteY0" fmla="*/ 0 h 6858000"/>
              <a:gd name="connsiteX1" fmla="*/ 10056440 w 10056440"/>
              <a:gd name="connsiteY1" fmla="*/ 0 h 6858000"/>
              <a:gd name="connsiteX2" fmla="*/ 10056440 w 10056440"/>
              <a:gd name="connsiteY2" fmla="*/ 6858000 h 6858000"/>
              <a:gd name="connsiteX3" fmla="*/ 0 w 1005644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0056440" h="6858000">
                <a:moveTo>
                  <a:pt x="0" y="0"/>
                </a:moveTo>
                <a:lnTo>
                  <a:pt x="10056440" y="0"/>
                </a:lnTo>
                <a:lnTo>
                  <a:pt x="10056440" y="6858000"/>
                </a:lnTo>
                <a:lnTo>
                  <a:pt x="0" y="6858000"/>
                </a:lnTo>
                <a:close/>
              </a:path>
            </a:pathLst>
          </a:custGeom>
        </p:spPr>
      </p:pic>
      <p:sp>
        <p:nvSpPr>
          <p:cNvPr id="12" name="Text Placeholder 10">
            <a:extLst>
              <a:ext uri="{FF2B5EF4-FFF2-40B4-BE49-F238E27FC236}">
                <a16:creationId xmlns:a16="http://schemas.microsoft.com/office/drawing/2014/main" id="{C7D49BEF-F074-4B8B-9CEF-E6E69476AFCA}"/>
              </a:ext>
            </a:extLst>
          </p:cNvPr>
          <p:cNvSpPr>
            <a:spLocks noGrp="1"/>
          </p:cNvSpPr>
          <p:nvPr>
            <p:ph type="body" sz="quarter" idx="10" hasCustomPrompt="1"/>
          </p:nvPr>
        </p:nvSpPr>
        <p:spPr>
          <a:xfrm>
            <a:off x="4872038" y="2173982"/>
            <a:ext cx="6926262" cy="1975098"/>
          </a:xfrm>
        </p:spPr>
        <p:txBody>
          <a:bodyPr anchor="ctr"/>
          <a:lstStyle>
            <a:lvl1pPr>
              <a:defRPr sz="4400" cap="none" baseline="0">
                <a:solidFill>
                  <a:schemeClr val="accent2"/>
                </a:solidFill>
                <a:latin typeface="+mj-lt"/>
              </a:defRPr>
            </a:lvl1pPr>
            <a:lvl2pPr marL="0" indent="0">
              <a:buNone/>
              <a:defRPr/>
            </a:lvl2pPr>
          </a:lstStyle>
          <a:p>
            <a:pPr lvl="0"/>
            <a:r>
              <a:rPr lang="en-US"/>
              <a:t>Click to insert title</a:t>
            </a:r>
          </a:p>
        </p:txBody>
      </p:sp>
      <p:grpSp>
        <p:nvGrpSpPr>
          <p:cNvPr id="2" name="CG Spade Blue">
            <a:extLst>
              <a:ext uri="{FF2B5EF4-FFF2-40B4-BE49-F238E27FC236}">
                <a16:creationId xmlns:a16="http://schemas.microsoft.com/office/drawing/2014/main" id="{8C99D1D0-ADBD-E5C6-F46A-4641C39D77DA}"/>
              </a:ext>
            </a:extLst>
          </p:cNvPr>
          <p:cNvGrpSpPr>
            <a:grpSpLocks noChangeAspect="1"/>
          </p:cNvGrpSpPr>
          <p:nvPr userDrawn="1"/>
        </p:nvGrpSpPr>
        <p:grpSpPr>
          <a:xfrm>
            <a:off x="11562163" y="205059"/>
            <a:ext cx="419436" cy="388988"/>
            <a:chOff x="11501102" y="171573"/>
            <a:chExt cx="419436" cy="388988"/>
          </a:xfrm>
        </p:grpSpPr>
        <p:sp>
          <p:nvSpPr>
            <p:cNvPr id="3" name="Freeform 13">
              <a:extLst>
                <a:ext uri="{FF2B5EF4-FFF2-40B4-BE49-F238E27FC236}">
                  <a16:creationId xmlns:a16="http://schemas.microsoft.com/office/drawing/2014/main" id="{70160A32-B4FF-BDFA-7BCD-A659F860B0E4}"/>
                </a:ext>
              </a:extLst>
            </p:cNvPr>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4" name="Freeform 14">
              <a:extLst>
                <a:ext uri="{FF2B5EF4-FFF2-40B4-BE49-F238E27FC236}">
                  <a16:creationId xmlns:a16="http://schemas.microsoft.com/office/drawing/2014/main" id="{F5FA8969-ED0D-D839-5578-0ED348DADC7C}"/>
                </a:ext>
              </a:extLst>
            </p:cNvPr>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Tree>
    <p:extLst>
      <p:ext uri="{BB962C8B-B14F-4D97-AF65-F5344CB8AC3E}">
        <p14:creationId xmlns:p14="http://schemas.microsoft.com/office/powerpoint/2010/main" val="14114974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Title Slide 3 Full Picture">
    <p:spTree>
      <p:nvGrpSpPr>
        <p:cNvPr id="1" name=""/>
        <p:cNvGrpSpPr/>
        <p:nvPr/>
      </p:nvGrpSpPr>
      <p:grpSpPr>
        <a:xfrm>
          <a:off x="0" y="0"/>
          <a:ext cx="0" cy="0"/>
          <a:chOff x="0" y="0"/>
          <a:chExt cx="0" cy="0"/>
        </a:xfrm>
      </p:grpSpPr>
      <p:sp>
        <p:nvSpPr>
          <p:cNvPr id="23" name="Picture Placeholder 22">
            <a:extLst>
              <a:ext uri="{FF2B5EF4-FFF2-40B4-BE49-F238E27FC236}">
                <a16:creationId xmlns:a16="http://schemas.microsoft.com/office/drawing/2014/main" id="{B92814EB-708F-421C-9F3F-E5C7B767B62F}"/>
              </a:ext>
            </a:extLst>
          </p:cNvPr>
          <p:cNvSpPr>
            <a:spLocks noGrp="1"/>
          </p:cNvSpPr>
          <p:nvPr>
            <p:ph type="pic" sz="quarter" idx="10" hasCustomPrompt="1"/>
          </p:nvPr>
        </p:nvSpPr>
        <p:spPr>
          <a:xfrm>
            <a:off x="0" y="0"/>
            <a:ext cx="12192000" cy="6858000"/>
          </a:xfrm>
          <a:custGeom>
            <a:avLst/>
            <a:gdLst>
              <a:gd name="connsiteX0" fmla="*/ 10205289 w 12192000"/>
              <a:gd name="connsiteY0" fmla="*/ 966629 h 6858000"/>
              <a:gd name="connsiteX1" fmla="*/ 10155045 w 12192000"/>
              <a:gd name="connsiteY1" fmla="*/ 1089100 h 6858000"/>
              <a:gd name="connsiteX2" fmla="*/ 10129923 w 12192000"/>
              <a:gd name="connsiteY2" fmla="*/ 1057697 h 6858000"/>
              <a:gd name="connsiteX3" fmla="*/ 10205289 w 12192000"/>
              <a:gd name="connsiteY3" fmla="*/ 966629 h 6858000"/>
              <a:gd name="connsiteX4" fmla="*/ 10359163 w 12192000"/>
              <a:gd name="connsiteY4" fmla="*/ 768791 h 6858000"/>
              <a:gd name="connsiteX5" fmla="*/ 10381145 w 12192000"/>
              <a:gd name="connsiteY5" fmla="*/ 803334 h 6858000"/>
              <a:gd name="connsiteX6" fmla="*/ 10330900 w 12192000"/>
              <a:gd name="connsiteY6" fmla="*/ 875561 h 6858000"/>
              <a:gd name="connsiteX7" fmla="*/ 10359163 w 12192000"/>
              <a:gd name="connsiteY7" fmla="*/ 768791 h 6858000"/>
              <a:gd name="connsiteX8" fmla="*/ 11203898 w 12192000"/>
              <a:gd name="connsiteY8" fmla="*/ 658881 h 6858000"/>
              <a:gd name="connsiteX9" fmla="*/ 11178776 w 12192000"/>
              <a:gd name="connsiteY9" fmla="*/ 684003 h 6858000"/>
              <a:gd name="connsiteX10" fmla="*/ 11203898 w 12192000"/>
              <a:gd name="connsiteY10" fmla="*/ 709126 h 6858000"/>
              <a:gd name="connsiteX11" fmla="*/ 11229020 w 12192000"/>
              <a:gd name="connsiteY11" fmla="*/ 684003 h 6858000"/>
              <a:gd name="connsiteX12" fmla="*/ 11203898 w 12192000"/>
              <a:gd name="connsiteY12" fmla="*/ 658881 h 6858000"/>
              <a:gd name="connsiteX13" fmla="*/ 10842765 w 12192000"/>
              <a:gd name="connsiteY13" fmla="*/ 646320 h 6858000"/>
              <a:gd name="connsiteX14" fmla="*/ 10817643 w 12192000"/>
              <a:gd name="connsiteY14" fmla="*/ 674583 h 6858000"/>
              <a:gd name="connsiteX15" fmla="*/ 10842765 w 12192000"/>
              <a:gd name="connsiteY15" fmla="*/ 699705 h 6858000"/>
              <a:gd name="connsiteX16" fmla="*/ 10867887 w 12192000"/>
              <a:gd name="connsiteY16" fmla="*/ 671442 h 6858000"/>
              <a:gd name="connsiteX17" fmla="*/ 10842765 w 12192000"/>
              <a:gd name="connsiteY17" fmla="*/ 646320 h 6858000"/>
              <a:gd name="connsiteX18" fmla="*/ 9570952 w 12192000"/>
              <a:gd name="connsiteY18" fmla="*/ 621198 h 6858000"/>
              <a:gd name="connsiteX19" fmla="*/ 9420219 w 12192000"/>
              <a:gd name="connsiteY19" fmla="*/ 806475 h 6858000"/>
              <a:gd name="connsiteX20" fmla="*/ 9545830 w 12192000"/>
              <a:gd name="connsiteY20" fmla="*/ 969769 h 6858000"/>
              <a:gd name="connsiteX21" fmla="*/ 9665161 w 12192000"/>
              <a:gd name="connsiteY21" fmla="*/ 894402 h 6858000"/>
              <a:gd name="connsiteX22" fmla="*/ 9724826 w 12192000"/>
              <a:gd name="connsiteY22" fmla="*/ 954068 h 6858000"/>
              <a:gd name="connsiteX23" fmla="*/ 9797053 w 12192000"/>
              <a:gd name="connsiteY23" fmla="*/ 900683 h 6858000"/>
              <a:gd name="connsiteX24" fmla="*/ 9847297 w 12192000"/>
              <a:gd name="connsiteY24" fmla="*/ 954068 h 6858000"/>
              <a:gd name="connsiteX25" fmla="*/ 9894401 w 12192000"/>
              <a:gd name="connsiteY25" fmla="*/ 928946 h 6858000"/>
              <a:gd name="connsiteX26" fmla="*/ 9947786 w 12192000"/>
              <a:gd name="connsiteY26" fmla="*/ 1092240 h 6858000"/>
              <a:gd name="connsiteX27" fmla="*/ 9935225 w 12192000"/>
              <a:gd name="connsiteY27" fmla="*/ 957208 h 6858000"/>
              <a:gd name="connsiteX28" fmla="*/ 9985470 w 12192000"/>
              <a:gd name="connsiteY28" fmla="*/ 775072 h 6858000"/>
              <a:gd name="connsiteX29" fmla="*/ 10013732 w 12192000"/>
              <a:gd name="connsiteY29" fmla="*/ 828457 h 6858000"/>
              <a:gd name="connsiteX30" fmla="*/ 10007452 w 12192000"/>
              <a:gd name="connsiteY30" fmla="*/ 875561 h 6858000"/>
              <a:gd name="connsiteX31" fmla="*/ 9944646 w 12192000"/>
              <a:gd name="connsiteY31" fmla="*/ 935226 h 6858000"/>
              <a:gd name="connsiteX32" fmla="*/ 9969768 w 12192000"/>
              <a:gd name="connsiteY32" fmla="*/ 954068 h 6858000"/>
              <a:gd name="connsiteX33" fmla="*/ 10045135 w 12192000"/>
              <a:gd name="connsiteY33" fmla="*/ 878701 h 6858000"/>
              <a:gd name="connsiteX34" fmla="*/ 10092239 w 12192000"/>
              <a:gd name="connsiteY34" fmla="*/ 844158 h 6858000"/>
              <a:gd name="connsiteX35" fmla="*/ 10092239 w 12192000"/>
              <a:gd name="connsiteY35" fmla="*/ 859859 h 6858000"/>
              <a:gd name="connsiteX36" fmla="*/ 10148764 w 12192000"/>
              <a:gd name="connsiteY36" fmla="*/ 938366 h 6858000"/>
              <a:gd name="connsiteX37" fmla="*/ 10208430 w 12192000"/>
              <a:gd name="connsiteY37" fmla="*/ 891262 h 6858000"/>
              <a:gd name="connsiteX38" fmla="*/ 10211570 w 12192000"/>
              <a:gd name="connsiteY38" fmla="*/ 935226 h 6858000"/>
              <a:gd name="connsiteX39" fmla="*/ 10098520 w 12192000"/>
              <a:gd name="connsiteY39" fmla="*/ 1057697 h 6858000"/>
              <a:gd name="connsiteX40" fmla="*/ 10158185 w 12192000"/>
              <a:gd name="connsiteY40" fmla="*/ 1120503 h 6858000"/>
              <a:gd name="connsiteX41" fmla="*/ 10252393 w 12192000"/>
              <a:gd name="connsiteY41" fmla="*/ 947787 h 6858000"/>
              <a:gd name="connsiteX42" fmla="*/ 10315199 w 12192000"/>
              <a:gd name="connsiteY42" fmla="*/ 919525 h 6858000"/>
              <a:gd name="connsiteX43" fmla="*/ 10381145 w 12192000"/>
              <a:gd name="connsiteY43" fmla="*/ 954068 h 6858000"/>
              <a:gd name="connsiteX44" fmla="*/ 10481634 w 12192000"/>
              <a:gd name="connsiteY44" fmla="*/ 884982 h 6858000"/>
              <a:gd name="connsiteX45" fmla="*/ 10513037 w 12192000"/>
              <a:gd name="connsiteY45" fmla="*/ 954068 h 6858000"/>
              <a:gd name="connsiteX46" fmla="*/ 10578983 w 12192000"/>
              <a:gd name="connsiteY46" fmla="*/ 778212 h 6858000"/>
              <a:gd name="connsiteX47" fmla="*/ 10632367 w 12192000"/>
              <a:gd name="connsiteY47" fmla="*/ 969769 h 6858000"/>
              <a:gd name="connsiteX48" fmla="*/ 10704594 w 12192000"/>
              <a:gd name="connsiteY48" fmla="*/ 800194 h 6858000"/>
              <a:gd name="connsiteX49" fmla="*/ 10767400 w 12192000"/>
              <a:gd name="connsiteY49" fmla="*/ 954068 h 6858000"/>
              <a:gd name="connsiteX50" fmla="*/ 10830205 w 12192000"/>
              <a:gd name="connsiteY50" fmla="*/ 866140 h 6858000"/>
              <a:gd name="connsiteX51" fmla="*/ 10893011 w 12192000"/>
              <a:gd name="connsiteY51" fmla="*/ 954068 h 6858000"/>
              <a:gd name="connsiteX52" fmla="*/ 10949536 w 12192000"/>
              <a:gd name="connsiteY52" fmla="*/ 900683 h 6858000"/>
              <a:gd name="connsiteX53" fmla="*/ 10980939 w 12192000"/>
              <a:gd name="connsiteY53" fmla="*/ 954068 h 6858000"/>
              <a:gd name="connsiteX54" fmla="*/ 11059446 w 12192000"/>
              <a:gd name="connsiteY54" fmla="*/ 778212 h 6858000"/>
              <a:gd name="connsiteX55" fmla="*/ 11144233 w 12192000"/>
              <a:gd name="connsiteY55" fmla="*/ 954068 h 6858000"/>
              <a:gd name="connsiteX56" fmla="*/ 11197618 w 12192000"/>
              <a:gd name="connsiteY56" fmla="*/ 894402 h 6858000"/>
              <a:gd name="connsiteX57" fmla="*/ 11244722 w 12192000"/>
              <a:gd name="connsiteY57" fmla="*/ 954068 h 6858000"/>
              <a:gd name="connsiteX58" fmla="*/ 11272985 w 12192000"/>
              <a:gd name="connsiteY58" fmla="*/ 938366 h 6858000"/>
              <a:gd name="connsiteX59" fmla="*/ 11225881 w 12192000"/>
              <a:gd name="connsiteY59" fmla="*/ 784493 h 6858000"/>
              <a:gd name="connsiteX60" fmla="*/ 11207039 w 12192000"/>
              <a:gd name="connsiteY60" fmla="*/ 740529 h 6858000"/>
              <a:gd name="connsiteX61" fmla="*/ 11188197 w 12192000"/>
              <a:gd name="connsiteY61" fmla="*/ 743669 h 6858000"/>
              <a:gd name="connsiteX62" fmla="*/ 11147374 w 12192000"/>
              <a:gd name="connsiteY62" fmla="*/ 913244 h 6858000"/>
              <a:gd name="connsiteX63" fmla="*/ 11062586 w 12192000"/>
              <a:gd name="connsiteY63" fmla="*/ 721687 h 6858000"/>
              <a:gd name="connsiteX64" fmla="*/ 10984079 w 12192000"/>
              <a:gd name="connsiteY64" fmla="*/ 875561 h 6858000"/>
              <a:gd name="connsiteX65" fmla="*/ 10977798 w 12192000"/>
              <a:gd name="connsiteY65" fmla="*/ 803334 h 6858000"/>
              <a:gd name="connsiteX66" fmla="*/ 10980939 w 12192000"/>
              <a:gd name="connsiteY66" fmla="*/ 765651 h 6858000"/>
              <a:gd name="connsiteX67" fmla="*/ 10943255 w 12192000"/>
              <a:gd name="connsiteY67" fmla="*/ 740529 h 6858000"/>
              <a:gd name="connsiteX68" fmla="*/ 10896151 w 12192000"/>
              <a:gd name="connsiteY68" fmla="*/ 916384 h 6858000"/>
              <a:gd name="connsiteX69" fmla="*/ 10858468 w 12192000"/>
              <a:gd name="connsiteY69" fmla="*/ 790773 h 6858000"/>
              <a:gd name="connsiteX70" fmla="*/ 10820784 w 12192000"/>
              <a:gd name="connsiteY70" fmla="*/ 740529 h 6858000"/>
              <a:gd name="connsiteX71" fmla="*/ 10773680 w 12192000"/>
              <a:gd name="connsiteY71" fmla="*/ 906964 h 6858000"/>
              <a:gd name="connsiteX72" fmla="*/ 10707734 w 12192000"/>
              <a:gd name="connsiteY72" fmla="*/ 740529 h 6858000"/>
              <a:gd name="connsiteX73" fmla="*/ 10638648 w 12192000"/>
              <a:gd name="connsiteY73" fmla="*/ 897543 h 6858000"/>
              <a:gd name="connsiteX74" fmla="*/ 10578983 w 12192000"/>
              <a:gd name="connsiteY74" fmla="*/ 721687 h 6858000"/>
              <a:gd name="connsiteX75" fmla="*/ 10516177 w 12192000"/>
              <a:gd name="connsiteY75" fmla="*/ 847298 h 6858000"/>
              <a:gd name="connsiteX76" fmla="*/ 10509897 w 12192000"/>
              <a:gd name="connsiteY76" fmla="*/ 847298 h 6858000"/>
              <a:gd name="connsiteX77" fmla="*/ 10509897 w 12192000"/>
              <a:gd name="connsiteY77" fmla="*/ 809615 h 6858000"/>
              <a:gd name="connsiteX78" fmla="*/ 10475353 w 12192000"/>
              <a:gd name="connsiteY78" fmla="*/ 737388 h 6858000"/>
              <a:gd name="connsiteX79" fmla="*/ 10387426 w 12192000"/>
              <a:gd name="connsiteY79" fmla="*/ 919525 h 6858000"/>
              <a:gd name="connsiteX80" fmla="*/ 10349742 w 12192000"/>
              <a:gd name="connsiteY80" fmla="*/ 903823 h 6858000"/>
              <a:gd name="connsiteX81" fmla="*/ 10425109 w 12192000"/>
              <a:gd name="connsiteY81" fmla="*/ 800194 h 6858000"/>
              <a:gd name="connsiteX82" fmla="*/ 10365444 w 12192000"/>
              <a:gd name="connsiteY82" fmla="*/ 740529 h 6858000"/>
              <a:gd name="connsiteX83" fmla="*/ 10286937 w 12192000"/>
              <a:gd name="connsiteY83" fmla="*/ 837877 h 6858000"/>
              <a:gd name="connsiteX84" fmla="*/ 10299498 w 12192000"/>
              <a:gd name="connsiteY84" fmla="*/ 900683 h 6858000"/>
              <a:gd name="connsiteX85" fmla="*/ 10249253 w 12192000"/>
              <a:gd name="connsiteY85" fmla="*/ 922665 h 6858000"/>
              <a:gd name="connsiteX86" fmla="*/ 10239832 w 12192000"/>
              <a:gd name="connsiteY86" fmla="*/ 784493 h 6858000"/>
              <a:gd name="connsiteX87" fmla="*/ 10202149 w 12192000"/>
              <a:gd name="connsiteY87" fmla="*/ 815895 h 6858000"/>
              <a:gd name="connsiteX88" fmla="*/ 10155045 w 12192000"/>
              <a:gd name="connsiteY88" fmla="*/ 897543 h 6858000"/>
              <a:gd name="connsiteX89" fmla="*/ 10133063 w 12192000"/>
              <a:gd name="connsiteY89" fmla="*/ 863000 h 6858000"/>
              <a:gd name="connsiteX90" fmla="*/ 10236692 w 12192000"/>
              <a:gd name="connsiteY90" fmla="*/ 762511 h 6858000"/>
              <a:gd name="connsiteX91" fmla="*/ 10202149 w 12192000"/>
              <a:gd name="connsiteY91" fmla="*/ 727968 h 6858000"/>
              <a:gd name="connsiteX92" fmla="*/ 10107941 w 12192000"/>
              <a:gd name="connsiteY92" fmla="*/ 784493 h 6858000"/>
              <a:gd name="connsiteX93" fmla="*/ 10051415 w 12192000"/>
              <a:gd name="connsiteY93" fmla="*/ 841018 h 6858000"/>
              <a:gd name="connsiteX94" fmla="*/ 10051415 w 12192000"/>
              <a:gd name="connsiteY94" fmla="*/ 825316 h 6858000"/>
              <a:gd name="connsiteX95" fmla="*/ 9985470 w 12192000"/>
              <a:gd name="connsiteY95" fmla="*/ 734248 h 6858000"/>
              <a:gd name="connsiteX96" fmla="*/ 9932085 w 12192000"/>
              <a:gd name="connsiteY96" fmla="*/ 775072 h 6858000"/>
              <a:gd name="connsiteX97" fmla="*/ 9910103 w 12192000"/>
              <a:gd name="connsiteY97" fmla="*/ 740529 h 6858000"/>
              <a:gd name="connsiteX98" fmla="*/ 9884981 w 12192000"/>
              <a:gd name="connsiteY98" fmla="*/ 746809 h 6858000"/>
              <a:gd name="connsiteX99" fmla="*/ 9891261 w 12192000"/>
              <a:gd name="connsiteY99" fmla="*/ 812755 h 6858000"/>
              <a:gd name="connsiteX100" fmla="*/ 9850437 w 12192000"/>
              <a:gd name="connsiteY100" fmla="*/ 922665 h 6858000"/>
              <a:gd name="connsiteX101" fmla="*/ 9822175 w 12192000"/>
              <a:gd name="connsiteY101" fmla="*/ 800194 h 6858000"/>
              <a:gd name="connsiteX102" fmla="*/ 9809614 w 12192000"/>
              <a:gd name="connsiteY102" fmla="*/ 797054 h 6858000"/>
              <a:gd name="connsiteX103" fmla="*/ 9781351 w 12192000"/>
              <a:gd name="connsiteY103" fmla="*/ 853579 h 6858000"/>
              <a:gd name="connsiteX104" fmla="*/ 9734247 w 12192000"/>
              <a:gd name="connsiteY104" fmla="*/ 919525 h 6858000"/>
              <a:gd name="connsiteX105" fmla="*/ 9709125 w 12192000"/>
              <a:gd name="connsiteY105" fmla="*/ 878701 h 6858000"/>
              <a:gd name="connsiteX106" fmla="*/ 9819035 w 12192000"/>
              <a:gd name="connsiteY106" fmla="*/ 778212 h 6858000"/>
              <a:gd name="connsiteX107" fmla="*/ 9784492 w 12192000"/>
              <a:gd name="connsiteY107" fmla="*/ 740529 h 6858000"/>
              <a:gd name="connsiteX108" fmla="*/ 9674582 w 12192000"/>
              <a:gd name="connsiteY108" fmla="*/ 825316 h 6858000"/>
              <a:gd name="connsiteX109" fmla="*/ 9555251 w 12192000"/>
              <a:gd name="connsiteY109" fmla="*/ 925805 h 6858000"/>
              <a:gd name="connsiteX110" fmla="*/ 9473604 w 12192000"/>
              <a:gd name="connsiteY110" fmla="*/ 800194 h 6858000"/>
              <a:gd name="connsiteX111" fmla="*/ 9567812 w 12192000"/>
              <a:gd name="connsiteY111" fmla="*/ 655741 h 6858000"/>
              <a:gd name="connsiteX112" fmla="*/ 9608636 w 12192000"/>
              <a:gd name="connsiteY112" fmla="*/ 721687 h 6858000"/>
              <a:gd name="connsiteX113" fmla="*/ 9655740 w 12192000"/>
              <a:gd name="connsiteY113" fmla="*/ 687144 h 6858000"/>
              <a:gd name="connsiteX114" fmla="*/ 9570952 w 12192000"/>
              <a:gd name="connsiteY114" fmla="*/ 621198 h 6858000"/>
              <a:gd name="connsiteX115" fmla="*/ 11503938 w 12192000"/>
              <a:gd name="connsiteY115" fmla="*/ 612538 h 6858000"/>
              <a:gd name="connsiteX116" fmla="*/ 11291551 w 12192000"/>
              <a:gd name="connsiteY116" fmla="*/ 832051 h 6858000"/>
              <a:gd name="connsiteX117" fmla="*/ 11365123 w 12192000"/>
              <a:gd name="connsiteY117" fmla="*/ 940418 h 6858000"/>
              <a:gd name="connsiteX118" fmla="*/ 11440083 w 12192000"/>
              <a:gd name="connsiteY118" fmla="*/ 941808 h 6858000"/>
              <a:gd name="connsiteX119" fmla="*/ 11444304 w 12192000"/>
              <a:gd name="connsiteY119" fmla="*/ 939708 h 6858000"/>
              <a:gd name="connsiteX120" fmla="*/ 11445324 w 12192000"/>
              <a:gd name="connsiteY120" fmla="*/ 939542 h 6858000"/>
              <a:gd name="connsiteX121" fmla="*/ 11475268 w 12192000"/>
              <a:gd name="connsiteY121" fmla="*/ 924644 h 6858000"/>
              <a:gd name="connsiteX122" fmla="*/ 11494474 w 12192000"/>
              <a:gd name="connsiteY122" fmla="*/ 907542 h 6858000"/>
              <a:gd name="connsiteX123" fmla="*/ 11488753 w 12192000"/>
              <a:gd name="connsiteY123" fmla="*/ 926162 h 6858000"/>
              <a:gd name="connsiteX124" fmla="*/ 11464846 w 12192000"/>
              <a:gd name="connsiteY124" fmla="*/ 951842 h 6858000"/>
              <a:gd name="connsiteX125" fmla="*/ 11432834 w 12192000"/>
              <a:gd name="connsiteY125" fmla="*/ 964214 h 6858000"/>
              <a:gd name="connsiteX126" fmla="*/ 11433416 w 12192000"/>
              <a:gd name="connsiteY126" fmla="*/ 964508 h 6858000"/>
              <a:gd name="connsiteX127" fmla="*/ 11427416 w 12192000"/>
              <a:gd name="connsiteY127" fmla="*/ 966826 h 6858000"/>
              <a:gd name="connsiteX128" fmla="*/ 11478812 w 12192000"/>
              <a:gd name="connsiteY128" fmla="*/ 980728 h 6858000"/>
              <a:gd name="connsiteX129" fmla="*/ 11601049 w 12192000"/>
              <a:gd name="connsiteY129" fmla="*/ 940412 h 6858000"/>
              <a:gd name="connsiteX130" fmla="*/ 11600229 w 12192000"/>
              <a:gd name="connsiteY130" fmla="*/ 940299 h 6858000"/>
              <a:gd name="connsiteX131" fmla="*/ 11604054 w 12192000"/>
              <a:gd name="connsiteY131" fmla="*/ 938167 h 6858000"/>
              <a:gd name="connsiteX132" fmla="*/ 11561078 w 12192000"/>
              <a:gd name="connsiteY132" fmla="*/ 923772 h 6858000"/>
              <a:gd name="connsiteX133" fmla="*/ 11546930 w 12192000"/>
              <a:gd name="connsiteY133" fmla="*/ 891807 h 6858000"/>
              <a:gd name="connsiteX134" fmla="*/ 11567885 w 12192000"/>
              <a:gd name="connsiteY134" fmla="*/ 908611 h 6858000"/>
              <a:gd name="connsiteX135" fmla="*/ 11601049 w 12192000"/>
              <a:gd name="connsiteY135" fmla="*/ 915389 h 6858000"/>
              <a:gd name="connsiteX136" fmla="*/ 11650104 w 12192000"/>
              <a:gd name="connsiteY136" fmla="*/ 900067 h 6858000"/>
              <a:gd name="connsiteX137" fmla="*/ 11650828 w 12192000"/>
              <a:gd name="connsiteY137" fmla="*/ 899169 h 6858000"/>
              <a:gd name="connsiteX138" fmla="*/ 11652427 w 12192000"/>
              <a:gd name="connsiteY138" fmla="*/ 898382 h 6858000"/>
              <a:gd name="connsiteX139" fmla="*/ 11683608 w 12192000"/>
              <a:gd name="connsiteY139" fmla="*/ 859705 h 6858000"/>
              <a:gd name="connsiteX140" fmla="*/ 11690343 w 12192000"/>
              <a:gd name="connsiteY140" fmla="*/ 825792 h 6858000"/>
              <a:gd name="connsiteX141" fmla="*/ 11690350 w 12192000"/>
              <a:gd name="connsiteY141" fmla="*/ 825831 h 6858000"/>
              <a:gd name="connsiteX142" fmla="*/ 11690350 w 12192000"/>
              <a:gd name="connsiteY142" fmla="*/ 825754 h 6858000"/>
              <a:gd name="connsiteX143" fmla="*/ 11690350 w 12192000"/>
              <a:gd name="connsiteY143" fmla="*/ 823091 h 6858000"/>
              <a:gd name="connsiteX144" fmla="*/ 11623276 w 12192000"/>
              <a:gd name="connsiteY144" fmla="*/ 684719 h 6858000"/>
              <a:gd name="connsiteX145" fmla="*/ 11573655 w 12192000"/>
              <a:gd name="connsiteY145" fmla="*/ 647215 h 6858000"/>
              <a:gd name="connsiteX146" fmla="*/ 11570681 w 12192000"/>
              <a:gd name="connsiteY146" fmla="*/ 645708 h 6858000"/>
              <a:gd name="connsiteX147" fmla="*/ 11570221 w 12192000"/>
              <a:gd name="connsiteY147" fmla="*/ 645361 h 6858000"/>
              <a:gd name="connsiteX148" fmla="*/ 11513655 w 12192000"/>
              <a:gd name="connsiteY148" fmla="*/ 616706 h 6858000"/>
              <a:gd name="connsiteX149" fmla="*/ 11503938 w 12192000"/>
              <a:gd name="connsiteY149" fmla="*/ 612538 h 6858000"/>
              <a:gd name="connsiteX150" fmla="*/ 0 w 12192000"/>
              <a:gd name="connsiteY150" fmla="*/ 0 h 6858000"/>
              <a:gd name="connsiteX151" fmla="*/ 12192000 w 12192000"/>
              <a:gd name="connsiteY151" fmla="*/ 0 h 6858000"/>
              <a:gd name="connsiteX152" fmla="*/ 12192000 w 12192000"/>
              <a:gd name="connsiteY152" fmla="*/ 6858000 h 6858000"/>
              <a:gd name="connsiteX153" fmla="*/ 0 w 12192000"/>
              <a:gd name="connsiteY15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Lst>
            <a:rect l="l" t="t" r="r" b="b"/>
            <a:pathLst>
              <a:path w="12192000" h="6858000">
                <a:moveTo>
                  <a:pt x="10205289" y="966629"/>
                </a:moveTo>
                <a:cubicBezTo>
                  <a:pt x="10205289" y="1067118"/>
                  <a:pt x="10180167" y="1089100"/>
                  <a:pt x="10155045" y="1089100"/>
                </a:cubicBezTo>
                <a:cubicBezTo>
                  <a:pt x="10139343" y="1089100"/>
                  <a:pt x="10129923" y="1073399"/>
                  <a:pt x="10129923" y="1057697"/>
                </a:cubicBezTo>
                <a:cubicBezTo>
                  <a:pt x="10129923" y="1013733"/>
                  <a:pt x="10164466" y="988611"/>
                  <a:pt x="10205289" y="966629"/>
                </a:cubicBezTo>
                <a:close/>
                <a:moveTo>
                  <a:pt x="10359163" y="768791"/>
                </a:moveTo>
                <a:cubicBezTo>
                  <a:pt x="10374864" y="768791"/>
                  <a:pt x="10384285" y="781352"/>
                  <a:pt x="10381145" y="803334"/>
                </a:cubicBezTo>
                <a:cubicBezTo>
                  <a:pt x="10378005" y="828457"/>
                  <a:pt x="10362303" y="853579"/>
                  <a:pt x="10330900" y="875561"/>
                </a:cubicBezTo>
                <a:cubicBezTo>
                  <a:pt x="10318339" y="828457"/>
                  <a:pt x="10327760" y="768791"/>
                  <a:pt x="10359163" y="768791"/>
                </a:cubicBezTo>
                <a:close/>
                <a:moveTo>
                  <a:pt x="11203898" y="658881"/>
                </a:moveTo>
                <a:cubicBezTo>
                  <a:pt x="11191337" y="658881"/>
                  <a:pt x="11178776" y="671442"/>
                  <a:pt x="11178776" y="684003"/>
                </a:cubicBezTo>
                <a:cubicBezTo>
                  <a:pt x="11181916" y="696564"/>
                  <a:pt x="11191337" y="709126"/>
                  <a:pt x="11203898" y="709126"/>
                </a:cubicBezTo>
                <a:cubicBezTo>
                  <a:pt x="11216459" y="709126"/>
                  <a:pt x="11229020" y="696564"/>
                  <a:pt x="11229020" y="684003"/>
                </a:cubicBezTo>
                <a:cubicBezTo>
                  <a:pt x="11229020" y="668302"/>
                  <a:pt x="11219600" y="658881"/>
                  <a:pt x="11203898" y="658881"/>
                </a:cubicBezTo>
                <a:close/>
                <a:moveTo>
                  <a:pt x="10842765" y="646320"/>
                </a:moveTo>
                <a:cubicBezTo>
                  <a:pt x="10827064" y="646320"/>
                  <a:pt x="10817643" y="658881"/>
                  <a:pt x="10817643" y="674583"/>
                </a:cubicBezTo>
                <a:cubicBezTo>
                  <a:pt x="10817643" y="690284"/>
                  <a:pt x="10830204" y="702845"/>
                  <a:pt x="10842765" y="699705"/>
                </a:cubicBezTo>
                <a:cubicBezTo>
                  <a:pt x="10858467" y="699705"/>
                  <a:pt x="10867887" y="687144"/>
                  <a:pt x="10867887" y="671442"/>
                </a:cubicBezTo>
                <a:cubicBezTo>
                  <a:pt x="10867887" y="655741"/>
                  <a:pt x="10858467" y="646320"/>
                  <a:pt x="10842765" y="646320"/>
                </a:cubicBezTo>
                <a:close/>
                <a:moveTo>
                  <a:pt x="9570952" y="621198"/>
                </a:moveTo>
                <a:cubicBezTo>
                  <a:pt x="9492445" y="621198"/>
                  <a:pt x="9420219" y="702845"/>
                  <a:pt x="9420219" y="806475"/>
                </a:cubicBezTo>
                <a:cubicBezTo>
                  <a:pt x="9420219" y="906964"/>
                  <a:pt x="9470463" y="969769"/>
                  <a:pt x="9545830" y="969769"/>
                </a:cubicBezTo>
                <a:cubicBezTo>
                  <a:pt x="9592934" y="969769"/>
                  <a:pt x="9636898" y="944647"/>
                  <a:pt x="9665161" y="894402"/>
                </a:cubicBezTo>
                <a:cubicBezTo>
                  <a:pt x="9671441" y="935226"/>
                  <a:pt x="9702844" y="954068"/>
                  <a:pt x="9724826" y="954068"/>
                </a:cubicBezTo>
                <a:cubicBezTo>
                  <a:pt x="9759369" y="954068"/>
                  <a:pt x="9784492" y="932086"/>
                  <a:pt x="9797053" y="900683"/>
                </a:cubicBezTo>
                <a:cubicBezTo>
                  <a:pt x="9803333" y="932086"/>
                  <a:pt x="9822175" y="954068"/>
                  <a:pt x="9847297" y="954068"/>
                </a:cubicBezTo>
                <a:cubicBezTo>
                  <a:pt x="9866139" y="954068"/>
                  <a:pt x="9881840" y="944647"/>
                  <a:pt x="9894401" y="928946"/>
                </a:cubicBezTo>
                <a:cubicBezTo>
                  <a:pt x="9891261" y="1035715"/>
                  <a:pt x="9884981" y="1104801"/>
                  <a:pt x="9947786" y="1092240"/>
                </a:cubicBezTo>
                <a:cubicBezTo>
                  <a:pt x="9938365" y="1060837"/>
                  <a:pt x="9935225" y="1007453"/>
                  <a:pt x="9935225" y="957208"/>
                </a:cubicBezTo>
                <a:cubicBezTo>
                  <a:pt x="9935225" y="822176"/>
                  <a:pt x="9957207" y="775072"/>
                  <a:pt x="9985470" y="775072"/>
                </a:cubicBezTo>
                <a:cubicBezTo>
                  <a:pt x="10007452" y="775072"/>
                  <a:pt x="10013732" y="800194"/>
                  <a:pt x="10013732" y="828457"/>
                </a:cubicBezTo>
                <a:cubicBezTo>
                  <a:pt x="10013732" y="844158"/>
                  <a:pt x="10013732" y="859859"/>
                  <a:pt x="10007452" y="875561"/>
                </a:cubicBezTo>
                <a:cubicBezTo>
                  <a:pt x="9972908" y="897543"/>
                  <a:pt x="9944646" y="913244"/>
                  <a:pt x="9944646" y="935226"/>
                </a:cubicBezTo>
                <a:cubicBezTo>
                  <a:pt x="9944646" y="954068"/>
                  <a:pt x="9957207" y="954068"/>
                  <a:pt x="9969768" y="954068"/>
                </a:cubicBezTo>
                <a:cubicBezTo>
                  <a:pt x="9994890" y="954068"/>
                  <a:pt x="10029433" y="928946"/>
                  <a:pt x="10045135" y="878701"/>
                </a:cubicBezTo>
                <a:cubicBezTo>
                  <a:pt x="10060836" y="869280"/>
                  <a:pt x="10076538" y="859859"/>
                  <a:pt x="10092239" y="844158"/>
                </a:cubicBezTo>
                <a:cubicBezTo>
                  <a:pt x="10092239" y="850439"/>
                  <a:pt x="10092239" y="853579"/>
                  <a:pt x="10092239" y="859859"/>
                </a:cubicBezTo>
                <a:cubicBezTo>
                  <a:pt x="10092239" y="910104"/>
                  <a:pt x="10114221" y="938366"/>
                  <a:pt x="10148764" y="938366"/>
                </a:cubicBezTo>
                <a:cubicBezTo>
                  <a:pt x="10177027" y="938366"/>
                  <a:pt x="10195868" y="919525"/>
                  <a:pt x="10208430" y="891262"/>
                </a:cubicBezTo>
                <a:cubicBezTo>
                  <a:pt x="10208430" y="906964"/>
                  <a:pt x="10208430" y="922665"/>
                  <a:pt x="10211570" y="935226"/>
                </a:cubicBezTo>
                <a:cubicBezTo>
                  <a:pt x="10158185" y="960348"/>
                  <a:pt x="10098520" y="985471"/>
                  <a:pt x="10098520" y="1057697"/>
                </a:cubicBezTo>
                <a:cubicBezTo>
                  <a:pt x="10098520" y="1095380"/>
                  <a:pt x="10123642" y="1120503"/>
                  <a:pt x="10158185" y="1120503"/>
                </a:cubicBezTo>
                <a:cubicBezTo>
                  <a:pt x="10233552" y="1120503"/>
                  <a:pt x="10252393" y="1041996"/>
                  <a:pt x="10252393" y="947787"/>
                </a:cubicBezTo>
                <a:cubicBezTo>
                  <a:pt x="10277516" y="938366"/>
                  <a:pt x="10296357" y="928946"/>
                  <a:pt x="10315199" y="919525"/>
                </a:cubicBezTo>
                <a:cubicBezTo>
                  <a:pt x="10334041" y="941507"/>
                  <a:pt x="10359163" y="954068"/>
                  <a:pt x="10381145" y="954068"/>
                </a:cubicBezTo>
                <a:cubicBezTo>
                  <a:pt x="10425109" y="954068"/>
                  <a:pt x="10456512" y="932086"/>
                  <a:pt x="10481634" y="884982"/>
                </a:cubicBezTo>
                <a:cubicBezTo>
                  <a:pt x="10484774" y="919525"/>
                  <a:pt x="10494195" y="954068"/>
                  <a:pt x="10513037" y="954068"/>
                </a:cubicBezTo>
                <a:cubicBezTo>
                  <a:pt x="10547580" y="954068"/>
                  <a:pt x="10553860" y="778212"/>
                  <a:pt x="10578983" y="778212"/>
                </a:cubicBezTo>
                <a:cubicBezTo>
                  <a:pt x="10597824" y="778212"/>
                  <a:pt x="10582123" y="969769"/>
                  <a:pt x="10632367" y="969769"/>
                </a:cubicBezTo>
                <a:cubicBezTo>
                  <a:pt x="10676331" y="969769"/>
                  <a:pt x="10685752" y="800194"/>
                  <a:pt x="10704594" y="800194"/>
                </a:cubicBezTo>
                <a:cubicBezTo>
                  <a:pt x="10720295" y="800194"/>
                  <a:pt x="10720295" y="954068"/>
                  <a:pt x="10767400" y="954068"/>
                </a:cubicBezTo>
                <a:cubicBezTo>
                  <a:pt x="10789381" y="954068"/>
                  <a:pt x="10817644" y="925805"/>
                  <a:pt x="10830205" y="866140"/>
                </a:cubicBezTo>
                <a:cubicBezTo>
                  <a:pt x="10836486" y="903823"/>
                  <a:pt x="10855327" y="954068"/>
                  <a:pt x="10893011" y="954068"/>
                </a:cubicBezTo>
                <a:cubicBezTo>
                  <a:pt x="10914993" y="954068"/>
                  <a:pt x="10933834" y="932086"/>
                  <a:pt x="10949536" y="900683"/>
                </a:cubicBezTo>
                <a:cubicBezTo>
                  <a:pt x="10952676" y="932086"/>
                  <a:pt x="10962097" y="954068"/>
                  <a:pt x="10980939" y="954068"/>
                </a:cubicBezTo>
                <a:cubicBezTo>
                  <a:pt x="11024903" y="954068"/>
                  <a:pt x="11024903" y="778212"/>
                  <a:pt x="11059446" y="778212"/>
                </a:cubicBezTo>
                <a:cubicBezTo>
                  <a:pt x="11087708" y="778212"/>
                  <a:pt x="11078287" y="954068"/>
                  <a:pt x="11144233" y="954068"/>
                </a:cubicBezTo>
                <a:cubicBezTo>
                  <a:pt x="11175636" y="954068"/>
                  <a:pt x="11191337" y="928946"/>
                  <a:pt x="11197618" y="894402"/>
                </a:cubicBezTo>
                <a:cubicBezTo>
                  <a:pt x="11210179" y="944647"/>
                  <a:pt x="11229021" y="954068"/>
                  <a:pt x="11244722" y="954068"/>
                </a:cubicBezTo>
                <a:cubicBezTo>
                  <a:pt x="11254143" y="954068"/>
                  <a:pt x="11263564" y="950928"/>
                  <a:pt x="11272985" y="938366"/>
                </a:cubicBezTo>
                <a:cubicBezTo>
                  <a:pt x="11219600" y="916384"/>
                  <a:pt x="11225881" y="837877"/>
                  <a:pt x="11225881" y="784493"/>
                </a:cubicBezTo>
                <a:cubicBezTo>
                  <a:pt x="11225881" y="759370"/>
                  <a:pt x="11222740" y="740529"/>
                  <a:pt x="11207039" y="740529"/>
                </a:cubicBezTo>
                <a:cubicBezTo>
                  <a:pt x="11197618" y="740529"/>
                  <a:pt x="11194478" y="740529"/>
                  <a:pt x="11188197" y="743669"/>
                </a:cubicBezTo>
                <a:cubicBezTo>
                  <a:pt x="11194478" y="834737"/>
                  <a:pt x="11172496" y="913244"/>
                  <a:pt x="11147374" y="913244"/>
                </a:cubicBezTo>
                <a:cubicBezTo>
                  <a:pt x="11115971" y="913244"/>
                  <a:pt x="11131672" y="721687"/>
                  <a:pt x="11062586" y="721687"/>
                </a:cubicBezTo>
                <a:cubicBezTo>
                  <a:pt x="10999780" y="721687"/>
                  <a:pt x="10990359" y="875561"/>
                  <a:pt x="10984079" y="875561"/>
                </a:cubicBezTo>
                <a:cubicBezTo>
                  <a:pt x="10977798" y="875561"/>
                  <a:pt x="10977798" y="834737"/>
                  <a:pt x="10977798" y="803334"/>
                </a:cubicBezTo>
                <a:cubicBezTo>
                  <a:pt x="10980939" y="787633"/>
                  <a:pt x="10980939" y="775072"/>
                  <a:pt x="10980939" y="765651"/>
                </a:cubicBezTo>
                <a:cubicBezTo>
                  <a:pt x="10980939" y="749950"/>
                  <a:pt x="10974658" y="727968"/>
                  <a:pt x="10943255" y="740529"/>
                </a:cubicBezTo>
                <a:cubicBezTo>
                  <a:pt x="10943255" y="850439"/>
                  <a:pt x="10921273" y="916384"/>
                  <a:pt x="10896151" y="916384"/>
                </a:cubicBezTo>
                <a:cubicBezTo>
                  <a:pt x="10858468" y="916384"/>
                  <a:pt x="10858468" y="815895"/>
                  <a:pt x="10858468" y="790773"/>
                </a:cubicBezTo>
                <a:cubicBezTo>
                  <a:pt x="10858468" y="762511"/>
                  <a:pt x="10861608" y="727968"/>
                  <a:pt x="10820784" y="740529"/>
                </a:cubicBezTo>
                <a:cubicBezTo>
                  <a:pt x="10814504" y="834737"/>
                  <a:pt x="10789381" y="906964"/>
                  <a:pt x="10773680" y="906964"/>
                </a:cubicBezTo>
                <a:cubicBezTo>
                  <a:pt x="10754838" y="906964"/>
                  <a:pt x="10757979" y="740529"/>
                  <a:pt x="10707734" y="740529"/>
                </a:cubicBezTo>
                <a:cubicBezTo>
                  <a:pt x="10660630" y="740529"/>
                  <a:pt x="10648069" y="897543"/>
                  <a:pt x="10638648" y="897543"/>
                </a:cubicBezTo>
                <a:cubicBezTo>
                  <a:pt x="10622947" y="897543"/>
                  <a:pt x="10644929" y="721687"/>
                  <a:pt x="10578983" y="721687"/>
                </a:cubicBezTo>
                <a:cubicBezTo>
                  <a:pt x="10544440" y="721687"/>
                  <a:pt x="10531879" y="781352"/>
                  <a:pt x="10516177" y="847298"/>
                </a:cubicBezTo>
                <a:cubicBezTo>
                  <a:pt x="10513037" y="859859"/>
                  <a:pt x="10509897" y="859859"/>
                  <a:pt x="10509897" y="847298"/>
                </a:cubicBezTo>
                <a:cubicBezTo>
                  <a:pt x="10509897" y="834737"/>
                  <a:pt x="10509897" y="822176"/>
                  <a:pt x="10509897" y="809615"/>
                </a:cubicBezTo>
                <a:cubicBezTo>
                  <a:pt x="10525598" y="743669"/>
                  <a:pt x="10506756" y="718547"/>
                  <a:pt x="10475353" y="737388"/>
                </a:cubicBezTo>
                <a:cubicBezTo>
                  <a:pt x="10484774" y="859859"/>
                  <a:pt x="10428249" y="919525"/>
                  <a:pt x="10387426" y="919525"/>
                </a:cubicBezTo>
                <a:cubicBezTo>
                  <a:pt x="10371724" y="919525"/>
                  <a:pt x="10359163" y="913244"/>
                  <a:pt x="10349742" y="903823"/>
                </a:cubicBezTo>
                <a:cubicBezTo>
                  <a:pt x="10399987" y="872421"/>
                  <a:pt x="10425109" y="834737"/>
                  <a:pt x="10425109" y="800194"/>
                </a:cubicBezTo>
                <a:cubicBezTo>
                  <a:pt x="10425109" y="762511"/>
                  <a:pt x="10403127" y="740529"/>
                  <a:pt x="10365444" y="740529"/>
                </a:cubicBezTo>
                <a:cubicBezTo>
                  <a:pt x="10315199" y="740529"/>
                  <a:pt x="10286937" y="793913"/>
                  <a:pt x="10286937" y="837877"/>
                </a:cubicBezTo>
                <a:cubicBezTo>
                  <a:pt x="10286937" y="863000"/>
                  <a:pt x="10290077" y="881841"/>
                  <a:pt x="10299498" y="900683"/>
                </a:cubicBezTo>
                <a:cubicBezTo>
                  <a:pt x="10280656" y="910104"/>
                  <a:pt x="10264955" y="916384"/>
                  <a:pt x="10249253" y="922665"/>
                </a:cubicBezTo>
                <a:cubicBezTo>
                  <a:pt x="10249253" y="875561"/>
                  <a:pt x="10242973" y="828457"/>
                  <a:pt x="10239832" y="784493"/>
                </a:cubicBezTo>
                <a:cubicBezTo>
                  <a:pt x="10211570" y="778212"/>
                  <a:pt x="10205289" y="790773"/>
                  <a:pt x="10202149" y="815895"/>
                </a:cubicBezTo>
                <a:cubicBezTo>
                  <a:pt x="10192728" y="863000"/>
                  <a:pt x="10173886" y="897543"/>
                  <a:pt x="10155045" y="897543"/>
                </a:cubicBezTo>
                <a:cubicBezTo>
                  <a:pt x="10142484" y="897543"/>
                  <a:pt x="10133063" y="881841"/>
                  <a:pt x="10133063" y="863000"/>
                </a:cubicBezTo>
                <a:cubicBezTo>
                  <a:pt x="10126782" y="775072"/>
                  <a:pt x="10199009" y="749950"/>
                  <a:pt x="10236692" y="762511"/>
                </a:cubicBezTo>
                <a:cubicBezTo>
                  <a:pt x="10242973" y="743669"/>
                  <a:pt x="10236692" y="727968"/>
                  <a:pt x="10202149" y="727968"/>
                </a:cubicBezTo>
                <a:cubicBezTo>
                  <a:pt x="10161325" y="727968"/>
                  <a:pt x="10129923" y="753090"/>
                  <a:pt x="10107941" y="784493"/>
                </a:cubicBezTo>
                <a:cubicBezTo>
                  <a:pt x="10092239" y="806475"/>
                  <a:pt x="10076538" y="822176"/>
                  <a:pt x="10051415" y="841018"/>
                </a:cubicBezTo>
                <a:cubicBezTo>
                  <a:pt x="10051415" y="834737"/>
                  <a:pt x="10051415" y="831597"/>
                  <a:pt x="10051415" y="825316"/>
                </a:cubicBezTo>
                <a:cubicBezTo>
                  <a:pt x="10051415" y="762511"/>
                  <a:pt x="10016872" y="734248"/>
                  <a:pt x="9985470" y="734248"/>
                </a:cubicBezTo>
                <a:cubicBezTo>
                  <a:pt x="9957207" y="734248"/>
                  <a:pt x="9941506" y="749950"/>
                  <a:pt x="9932085" y="775072"/>
                </a:cubicBezTo>
                <a:cubicBezTo>
                  <a:pt x="9928945" y="753090"/>
                  <a:pt x="9925804" y="740529"/>
                  <a:pt x="9910103" y="740529"/>
                </a:cubicBezTo>
                <a:cubicBezTo>
                  <a:pt x="9903822" y="740529"/>
                  <a:pt x="9894401" y="743669"/>
                  <a:pt x="9884981" y="746809"/>
                </a:cubicBezTo>
                <a:cubicBezTo>
                  <a:pt x="9888121" y="759370"/>
                  <a:pt x="9891261" y="790773"/>
                  <a:pt x="9891261" y="812755"/>
                </a:cubicBezTo>
                <a:cubicBezTo>
                  <a:pt x="9891261" y="888122"/>
                  <a:pt x="9869279" y="922665"/>
                  <a:pt x="9850437" y="922665"/>
                </a:cubicBezTo>
                <a:cubicBezTo>
                  <a:pt x="9825315" y="922665"/>
                  <a:pt x="9822175" y="834737"/>
                  <a:pt x="9822175" y="800194"/>
                </a:cubicBezTo>
                <a:cubicBezTo>
                  <a:pt x="9819035" y="800194"/>
                  <a:pt x="9815894" y="797054"/>
                  <a:pt x="9809614" y="797054"/>
                </a:cubicBezTo>
                <a:cubicBezTo>
                  <a:pt x="9787632" y="797054"/>
                  <a:pt x="9784492" y="825316"/>
                  <a:pt x="9781351" y="853579"/>
                </a:cubicBezTo>
                <a:cubicBezTo>
                  <a:pt x="9775071" y="881841"/>
                  <a:pt x="9759369" y="919525"/>
                  <a:pt x="9734247" y="919525"/>
                </a:cubicBezTo>
                <a:cubicBezTo>
                  <a:pt x="9718546" y="919525"/>
                  <a:pt x="9709125" y="903823"/>
                  <a:pt x="9709125" y="878701"/>
                </a:cubicBezTo>
                <a:cubicBezTo>
                  <a:pt x="9702844" y="822176"/>
                  <a:pt x="9749949" y="759370"/>
                  <a:pt x="9819035" y="778212"/>
                </a:cubicBezTo>
                <a:cubicBezTo>
                  <a:pt x="9825315" y="759370"/>
                  <a:pt x="9812754" y="740529"/>
                  <a:pt x="9784492" y="740529"/>
                </a:cubicBezTo>
                <a:cubicBezTo>
                  <a:pt x="9734247" y="740529"/>
                  <a:pt x="9690283" y="781352"/>
                  <a:pt x="9674582" y="825316"/>
                </a:cubicBezTo>
                <a:cubicBezTo>
                  <a:pt x="9655740" y="866140"/>
                  <a:pt x="9621197" y="925805"/>
                  <a:pt x="9555251" y="925805"/>
                </a:cubicBezTo>
                <a:cubicBezTo>
                  <a:pt x="9508147" y="925805"/>
                  <a:pt x="9473604" y="884982"/>
                  <a:pt x="9473604" y="800194"/>
                </a:cubicBezTo>
                <a:cubicBezTo>
                  <a:pt x="9473604" y="727968"/>
                  <a:pt x="9520708" y="655741"/>
                  <a:pt x="9567812" y="655741"/>
                </a:cubicBezTo>
                <a:cubicBezTo>
                  <a:pt x="9602355" y="655741"/>
                  <a:pt x="9611776" y="690284"/>
                  <a:pt x="9608636" y="721687"/>
                </a:cubicBezTo>
                <a:cubicBezTo>
                  <a:pt x="9627478" y="737388"/>
                  <a:pt x="9655740" y="721687"/>
                  <a:pt x="9655740" y="687144"/>
                </a:cubicBezTo>
                <a:cubicBezTo>
                  <a:pt x="9655740" y="662022"/>
                  <a:pt x="9636898" y="621198"/>
                  <a:pt x="9570952" y="621198"/>
                </a:cubicBezTo>
                <a:close/>
                <a:moveTo>
                  <a:pt x="11503938" y="612538"/>
                </a:moveTo>
                <a:cubicBezTo>
                  <a:pt x="11456741" y="669501"/>
                  <a:pt x="11291551" y="712570"/>
                  <a:pt x="11291551" y="832051"/>
                </a:cubicBezTo>
                <a:cubicBezTo>
                  <a:pt x="11291551" y="879288"/>
                  <a:pt x="11320702" y="923747"/>
                  <a:pt x="11365123" y="940418"/>
                </a:cubicBezTo>
                <a:cubicBezTo>
                  <a:pt x="11390110" y="950144"/>
                  <a:pt x="11415096" y="950144"/>
                  <a:pt x="11440083" y="941808"/>
                </a:cubicBezTo>
                <a:lnTo>
                  <a:pt x="11444304" y="939708"/>
                </a:lnTo>
                <a:lnTo>
                  <a:pt x="11445324" y="939542"/>
                </a:lnTo>
                <a:cubicBezTo>
                  <a:pt x="11456276" y="936118"/>
                  <a:pt x="11466199" y="930980"/>
                  <a:pt x="11475268" y="924644"/>
                </a:cubicBezTo>
                <a:lnTo>
                  <a:pt x="11494474" y="907542"/>
                </a:lnTo>
                <a:lnTo>
                  <a:pt x="11488753" y="926162"/>
                </a:lnTo>
                <a:lnTo>
                  <a:pt x="11464846" y="951842"/>
                </a:lnTo>
                <a:lnTo>
                  <a:pt x="11432834" y="964214"/>
                </a:lnTo>
                <a:lnTo>
                  <a:pt x="11433416" y="964508"/>
                </a:lnTo>
                <a:lnTo>
                  <a:pt x="11427416" y="966826"/>
                </a:lnTo>
                <a:cubicBezTo>
                  <a:pt x="11435751" y="975167"/>
                  <a:pt x="11455198" y="980728"/>
                  <a:pt x="11478812" y="980728"/>
                </a:cubicBezTo>
                <a:cubicBezTo>
                  <a:pt x="11521873" y="980728"/>
                  <a:pt x="11574657" y="968216"/>
                  <a:pt x="11601049" y="940412"/>
                </a:cubicBezTo>
                <a:lnTo>
                  <a:pt x="11600229" y="940299"/>
                </a:lnTo>
                <a:lnTo>
                  <a:pt x="11604054" y="938167"/>
                </a:lnTo>
                <a:cubicBezTo>
                  <a:pt x="11586248" y="938852"/>
                  <a:pt x="11571523" y="933368"/>
                  <a:pt x="11561078" y="923772"/>
                </a:cubicBezTo>
                <a:lnTo>
                  <a:pt x="11546930" y="891807"/>
                </a:lnTo>
                <a:lnTo>
                  <a:pt x="11567885" y="908611"/>
                </a:lnTo>
                <a:cubicBezTo>
                  <a:pt x="11578129" y="913304"/>
                  <a:pt x="11589242" y="915389"/>
                  <a:pt x="11601049" y="915389"/>
                </a:cubicBezTo>
                <a:cubicBezTo>
                  <a:pt x="11619281" y="915389"/>
                  <a:pt x="11636145" y="909719"/>
                  <a:pt x="11650104" y="900067"/>
                </a:cubicBezTo>
                <a:lnTo>
                  <a:pt x="11650828" y="899169"/>
                </a:lnTo>
                <a:lnTo>
                  <a:pt x="11652427" y="898382"/>
                </a:lnTo>
                <a:cubicBezTo>
                  <a:pt x="11666192" y="888863"/>
                  <a:pt x="11677091" y="875417"/>
                  <a:pt x="11683608" y="859705"/>
                </a:cubicBezTo>
                <a:lnTo>
                  <a:pt x="11690343" y="825792"/>
                </a:lnTo>
                <a:lnTo>
                  <a:pt x="11690350" y="825831"/>
                </a:lnTo>
                <a:lnTo>
                  <a:pt x="11690350" y="825754"/>
                </a:lnTo>
                <a:lnTo>
                  <a:pt x="11690350" y="823091"/>
                </a:lnTo>
                <a:cubicBezTo>
                  <a:pt x="11690350" y="768290"/>
                  <a:pt x="11662973" y="721710"/>
                  <a:pt x="11623276" y="684719"/>
                </a:cubicBezTo>
                <a:cubicBezTo>
                  <a:pt x="11608219" y="670334"/>
                  <a:pt x="11591450" y="658004"/>
                  <a:pt x="11573655" y="647215"/>
                </a:cubicBezTo>
                <a:lnTo>
                  <a:pt x="11570681" y="645708"/>
                </a:lnTo>
                <a:lnTo>
                  <a:pt x="11570221" y="645361"/>
                </a:lnTo>
                <a:cubicBezTo>
                  <a:pt x="11552175" y="634420"/>
                  <a:pt x="11533088" y="625042"/>
                  <a:pt x="11513655" y="616706"/>
                </a:cubicBezTo>
                <a:cubicBezTo>
                  <a:pt x="11510878" y="615317"/>
                  <a:pt x="11508102" y="613928"/>
                  <a:pt x="11503938" y="612538"/>
                </a:cubicBezTo>
                <a:close/>
                <a:moveTo>
                  <a:pt x="0" y="0"/>
                </a:moveTo>
                <a:lnTo>
                  <a:pt x="12192000" y="0"/>
                </a:lnTo>
                <a:lnTo>
                  <a:pt x="12192000" y="6858000"/>
                </a:lnTo>
                <a:lnTo>
                  <a:pt x="0" y="6858000"/>
                </a:lnTo>
                <a:close/>
              </a:path>
            </a:pathLst>
          </a:custGeom>
          <a:solidFill>
            <a:schemeClr val="accent4"/>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847127"/>
            <a:ext cx="11386134" cy="1661993"/>
          </a:xfrm>
          <a:prstGeom prst="rect">
            <a:avLst/>
          </a:prstGeom>
        </p:spPr>
        <p:txBody>
          <a:bodyPr wrap="square" lIns="36000" rIns="36000" bIns="0" anchor="b" anchorCtr="0">
            <a:spAutoFit/>
          </a:bodyPr>
          <a:lstStyle>
            <a:lvl1pPr algn="l">
              <a:lnSpc>
                <a:spcPct val="90000"/>
              </a:lnSpc>
              <a:defRPr sz="6000" b="1" baseline="0">
                <a:solidFill>
                  <a:schemeClr val="bg1"/>
                </a:solidFill>
                <a:latin typeface="Ubuntu" panose="020B0504030602030204" pitchFamily="34" charset="0"/>
              </a:defRPr>
            </a:lvl1pPr>
          </a:lstStyle>
          <a:p>
            <a:r>
              <a:rPr lang="en-GB"/>
              <a:t>Click to edit Master title style</a:t>
            </a:r>
          </a:p>
        </p:txBody>
      </p:sp>
    </p:spTree>
    <p:extLst>
      <p:ext uri="{BB962C8B-B14F-4D97-AF65-F5344CB8AC3E}">
        <p14:creationId xmlns:p14="http://schemas.microsoft.com/office/powerpoint/2010/main" val="4658146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Title Subtitle Content Dark grey">
    <p:spTree>
      <p:nvGrpSpPr>
        <p:cNvPr id="1" name=""/>
        <p:cNvGrpSpPr/>
        <p:nvPr/>
      </p:nvGrpSpPr>
      <p:grpSpPr>
        <a:xfrm>
          <a:off x="0" y="0"/>
          <a:ext cx="0" cy="0"/>
          <a:chOff x="0" y="0"/>
          <a:chExt cx="0" cy="0"/>
        </a:xfrm>
      </p:grpSpPr>
      <p:sp>
        <p:nvSpPr>
          <p:cNvPr id="4" name="Content Placeholder"/>
          <p:cNvSpPr>
            <a:spLocks noGrp="1"/>
          </p:cNvSpPr>
          <p:nvPr>
            <p:ph type="body" sz="quarter" idx="10"/>
          </p:nvPr>
        </p:nvSpPr>
        <p:spPr>
          <a:xfrm>
            <a:off x="406400" y="1899138"/>
            <a:ext cx="11379201" cy="4570674"/>
          </a:xfrm>
        </p:spPr>
        <p:txBody>
          <a:bodyPr/>
          <a:lstStyle>
            <a:lvl2pPr>
              <a:buClr>
                <a:schemeClr val="accent2"/>
              </a:buClr>
              <a:defRPr/>
            </a:lvl2pPr>
            <a:lvl3pPr>
              <a:buClr>
                <a:schemeClr val="accent2"/>
              </a:buClr>
              <a:defRPr/>
            </a:lvl3pPr>
            <a:lvl4pPr>
              <a:buClr>
                <a:schemeClr val="accent2"/>
              </a:buClr>
              <a:defRPr/>
            </a:lvl4pPr>
            <a:lvl5pPr>
              <a:buClr>
                <a:schemeClr val="accent2"/>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Subtitle Placeholder"/>
          <p:cNvSpPr>
            <a:spLocks noGrp="1"/>
          </p:cNvSpPr>
          <p:nvPr>
            <p:ph type="body" sz="quarter" idx="11" hasCustomPrompt="1"/>
          </p:nvPr>
        </p:nvSpPr>
        <p:spPr>
          <a:xfrm>
            <a:off x="406400" y="1327150"/>
            <a:ext cx="11379200" cy="457688"/>
          </a:xfrm>
          <a:prstGeom prst="rect">
            <a:avLst/>
          </a:prstGeom>
        </p:spPr>
        <p:txBody>
          <a:bodyPr>
            <a:noAutofit/>
          </a:bodyPr>
          <a:lstStyle>
            <a:lvl1pPr>
              <a:spcAft>
                <a:spcPts val="0"/>
              </a:spcAft>
              <a:defRPr sz="1600">
                <a:solidFill>
                  <a:schemeClr val="accent2"/>
                </a:solidFill>
              </a:defRPr>
            </a:lvl1pPr>
          </a:lstStyle>
          <a:p>
            <a:pPr lvl="0"/>
            <a:r>
              <a:rPr lang="en-US"/>
              <a:t>Click to edit Master subtitle styles</a:t>
            </a:r>
          </a:p>
        </p:txBody>
      </p:sp>
      <p:sp>
        <p:nvSpPr>
          <p:cNvPr id="2" name="Title Placeholder">
            <a:extLst>
              <a:ext uri="{FF2B5EF4-FFF2-40B4-BE49-F238E27FC236}">
                <a16:creationId xmlns:a16="http://schemas.microsoft.com/office/drawing/2014/main" id="{171054D7-80F5-442C-9F9E-FCC6CF14C5F1}"/>
              </a:ext>
            </a:extLst>
          </p:cNvPr>
          <p:cNvSpPr>
            <a:spLocks noGrp="1"/>
          </p:cNvSpPr>
          <p:nvPr>
            <p:ph type="title" hasCustomPrompt="1"/>
          </p:nvPr>
        </p:nvSpPr>
        <p:spPr>
          <a:xfrm>
            <a:off x="406400" y="388188"/>
            <a:ext cx="10944597" cy="716711"/>
          </a:xfrm>
          <a:prstGeom prst="rect">
            <a:avLst/>
          </a:prstGeom>
        </p:spPr>
        <p:txBody>
          <a:bodyPr anchor="t"/>
          <a:lstStyle>
            <a:lvl1pPr>
              <a:defRPr>
                <a:latin typeface="+mj-lt"/>
              </a:defRPr>
            </a:lvl1pPr>
          </a:lstStyle>
          <a:p>
            <a:r>
              <a:rPr lang="fr-FR"/>
              <a:t>CLICK TO INSERT TITLE</a:t>
            </a:r>
            <a:endParaRPr lang="de-DE"/>
          </a:p>
        </p:txBody>
      </p:sp>
    </p:spTree>
    <p:extLst>
      <p:ext uri="{BB962C8B-B14F-4D97-AF65-F5344CB8AC3E}">
        <p14:creationId xmlns:p14="http://schemas.microsoft.com/office/powerpoint/2010/main" val="21479684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Only Titl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7F0C9DF-D1FA-45A1-91F6-147FDC3E7341}"/>
              </a:ext>
            </a:extLst>
          </p:cNvPr>
          <p:cNvSpPr>
            <a:spLocks noGrp="1"/>
          </p:cNvSpPr>
          <p:nvPr>
            <p:ph type="title"/>
          </p:nvPr>
        </p:nvSpPr>
        <p:spPr/>
        <p:txBody>
          <a:bodyPr/>
          <a:lstStyle/>
          <a:p>
            <a:endParaRPr lang="de-DE"/>
          </a:p>
        </p:txBody>
      </p:sp>
    </p:spTree>
    <p:extLst>
      <p:ext uri="{BB962C8B-B14F-4D97-AF65-F5344CB8AC3E}">
        <p14:creationId xmlns:p14="http://schemas.microsoft.com/office/powerpoint/2010/main" val="6409172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Subtitle Dark Grey">
    <p:spTree>
      <p:nvGrpSpPr>
        <p:cNvPr id="1" name=""/>
        <p:cNvGrpSpPr/>
        <p:nvPr/>
      </p:nvGrpSpPr>
      <p:grpSpPr>
        <a:xfrm>
          <a:off x="0" y="0"/>
          <a:ext cx="0" cy="0"/>
          <a:chOff x="0" y="0"/>
          <a:chExt cx="0" cy="0"/>
        </a:xfrm>
      </p:grpSpPr>
      <p:sp>
        <p:nvSpPr>
          <p:cNvPr id="12" name="Text Placeholder 9">
            <a:extLst>
              <a:ext uri="{FF2B5EF4-FFF2-40B4-BE49-F238E27FC236}">
                <a16:creationId xmlns:a16="http://schemas.microsoft.com/office/drawing/2014/main" id="{C1949725-ACD2-44C4-85AF-10B39EC61473}"/>
              </a:ext>
            </a:extLst>
          </p:cNvPr>
          <p:cNvSpPr>
            <a:spLocks noGrp="1"/>
          </p:cNvSpPr>
          <p:nvPr>
            <p:ph type="body" sz="quarter" idx="15" hasCustomPrompt="1"/>
          </p:nvPr>
        </p:nvSpPr>
        <p:spPr>
          <a:xfrm>
            <a:off x="414971" y="1125538"/>
            <a:ext cx="11369042" cy="246221"/>
          </a:xfrm>
          <a:prstGeom prst="rect">
            <a:avLst/>
          </a:prstGeom>
        </p:spPr>
        <p:txBody>
          <a:bodyPr lIns="0">
            <a:spAutoFit/>
          </a:bodyPr>
          <a:lstStyle>
            <a:lvl1pPr>
              <a:defRPr sz="1600" b="0">
                <a:solidFill>
                  <a:schemeClr val="bg1"/>
                </a:solidFill>
                <a:latin typeface="Ubuntu Light" panose="020B0304030602030204" pitchFamily="34" charset="0"/>
              </a:defRPr>
            </a:lvl1pPr>
          </a:lstStyle>
          <a:p>
            <a:pPr lvl="0"/>
            <a:r>
              <a:rPr lang="en-US"/>
              <a:t>Click to edit Master text styles</a:t>
            </a:r>
          </a:p>
        </p:txBody>
      </p:sp>
      <p:sp>
        <p:nvSpPr>
          <p:cNvPr id="2" name="Title 1">
            <a:extLst>
              <a:ext uri="{FF2B5EF4-FFF2-40B4-BE49-F238E27FC236}">
                <a16:creationId xmlns:a16="http://schemas.microsoft.com/office/drawing/2014/main" id="{3D771E05-0646-A062-8DD0-B00651AE6E76}"/>
              </a:ext>
            </a:extLst>
          </p:cNvPr>
          <p:cNvSpPr>
            <a:spLocks noGrp="1"/>
          </p:cNvSpPr>
          <p:nvPr>
            <p:ph type="title"/>
          </p:nvPr>
        </p:nvSpPr>
        <p:spPr/>
        <p:txBody>
          <a:bodyPr/>
          <a:lstStyle>
            <a:lvl1pPr>
              <a:defRPr>
                <a:solidFill>
                  <a:schemeClr val="bg1"/>
                </a:solidFill>
              </a:defRPr>
            </a:lvl1pPr>
          </a:lstStyle>
          <a:p>
            <a:r>
              <a:rPr lang="en-GB"/>
              <a:t>Click to edit Master title style</a:t>
            </a:r>
            <a:endParaRPr lang="en-US"/>
          </a:p>
        </p:txBody>
      </p:sp>
    </p:spTree>
    <p:extLst>
      <p:ext uri="{BB962C8B-B14F-4D97-AF65-F5344CB8AC3E}">
        <p14:creationId xmlns:p14="http://schemas.microsoft.com/office/powerpoint/2010/main" val="28863811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Title and subtitle">
    <p:spTree>
      <p:nvGrpSpPr>
        <p:cNvPr id="1" name=""/>
        <p:cNvGrpSpPr/>
        <p:nvPr/>
      </p:nvGrpSpPr>
      <p:grpSpPr>
        <a:xfrm>
          <a:off x="0" y="0"/>
          <a:ext cx="0" cy="0"/>
          <a:chOff x="0" y="0"/>
          <a:chExt cx="0" cy="0"/>
        </a:xfrm>
      </p:grpSpPr>
      <p:sp>
        <p:nvSpPr>
          <p:cNvPr id="5" name="Espace réservé du texte 4"/>
          <p:cNvSpPr>
            <a:spLocks noGrp="1"/>
          </p:cNvSpPr>
          <p:nvPr>
            <p:ph type="body" sz="quarter" idx="11" hasCustomPrompt="1"/>
          </p:nvPr>
        </p:nvSpPr>
        <p:spPr>
          <a:xfrm>
            <a:off x="404813" y="1327150"/>
            <a:ext cx="11379200" cy="457688"/>
          </a:xfrm>
          <a:prstGeom prst="rect">
            <a:avLst/>
          </a:prstGeom>
        </p:spPr>
        <p:txBody>
          <a:bodyPr/>
          <a:lstStyle>
            <a:lvl1pPr>
              <a:defRPr>
                <a:solidFill>
                  <a:schemeClr val="accent2"/>
                </a:solidFill>
              </a:defRPr>
            </a:lvl1pPr>
          </a:lstStyle>
          <a:p>
            <a:pPr lvl="0"/>
            <a:r>
              <a:rPr lang="en-US"/>
              <a:t>Click to edit Master subtitle styles</a:t>
            </a:r>
          </a:p>
        </p:txBody>
      </p:sp>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3419319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Agenda 2">
    <p:spTree>
      <p:nvGrpSpPr>
        <p:cNvPr id="1" name=""/>
        <p:cNvGrpSpPr/>
        <p:nvPr/>
      </p:nvGrpSpPr>
      <p:grpSpPr>
        <a:xfrm>
          <a:off x="0" y="0"/>
          <a:ext cx="0" cy="0"/>
          <a:chOff x="0" y="0"/>
          <a:chExt cx="0" cy="0"/>
        </a:xfrm>
      </p:grpSpPr>
      <p:sp>
        <p:nvSpPr>
          <p:cNvPr id="11" name="Title 1"/>
          <p:cNvSpPr>
            <a:spLocks noGrp="1"/>
          </p:cNvSpPr>
          <p:nvPr>
            <p:ph type="title"/>
          </p:nvPr>
        </p:nvSpPr>
        <p:spPr>
          <a:xfrm>
            <a:off x="227349" y="0"/>
            <a:ext cx="11125236" cy="1104900"/>
          </a:xfrm>
          <a:prstGeom prst="rect">
            <a:avLst/>
          </a:prstGeom>
        </p:spPr>
        <p:txBody>
          <a:bodyPr/>
          <a:lstStyle/>
          <a:p>
            <a:r>
              <a:rPr lang="en-US"/>
              <a:t>Click to edit Master title style</a:t>
            </a:r>
            <a:endParaRPr lang="en-GB"/>
          </a:p>
        </p:txBody>
      </p:sp>
      <p:sp>
        <p:nvSpPr>
          <p:cNvPr id="20" name="Picture Placeholder 47">
            <a:extLst>
              <a:ext uri="{FF2B5EF4-FFF2-40B4-BE49-F238E27FC236}">
                <a16:creationId xmlns:a16="http://schemas.microsoft.com/office/drawing/2014/main" id="{51CA337D-4B25-44C1-847A-AC0D74277B60}"/>
              </a:ext>
              <a:ext uri="{C183D7F6-B498-43B3-948B-1728B52AA6E4}">
                <adec:decorative xmlns:adec="http://schemas.microsoft.com/office/drawing/2017/decorative" val="1"/>
              </a:ext>
            </a:extLst>
          </p:cNvPr>
          <p:cNvSpPr>
            <a:spLocks noGrp="1"/>
          </p:cNvSpPr>
          <p:nvPr>
            <p:ph type="pic" sz="quarter" idx="19"/>
          </p:nvPr>
        </p:nvSpPr>
        <p:spPr>
          <a:xfrm>
            <a:off x="0" y="1192909"/>
            <a:ext cx="5591944" cy="5260428"/>
          </a:xfrm>
          <a:prstGeom prst="rect">
            <a:avLst/>
          </a:prstGeom>
        </p:spPr>
        <p:txBody>
          <a:bodyPr anchor="ctr"/>
          <a:lstStyle>
            <a:lvl1pPr algn="ctr">
              <a:defRPr/>
            </a:lvl1pPr>
          </a:lstStyle>
          <a:p>
            <a:r>
              <a:rPr lang="en-US"/>
              <a:t>Click icon to add picture</a:t>
            </a:r>
            <a:endParaRPr lang="pt-PT"/>
          </a:p>
        </p:txBody>
      </p:sp>
      <p:sp>
        <p:nvSpPr>
          <p:cNvPr id="12" name="Text Placeholder 7">
            <a:extLst>
              <a:ext uri="{FF2B5EF4-FFF2-40B4-BE49-F238E27FC236}">
                <a16:creationId xmlns:a16="http://schemas.microsoft.com/office/drawing/2014/main" id="{3E908611-FBB7-4987-BE0F-F09EAF1FFC80}"/>
              </a:ext>
            </a:extLst>
          </p:cNvPr>
          <p:cNvSpPr>
            <a:spLocks noGrp="1"/>
          </p:cNvSpPr>
          <p:nvPr>
            <p:ph type="body" sz="quarter" idx="11" hasCustomPrompt="1"/>
          </p:nvPr>
        </p:nvSpPr>
        <p:spPr>
          <a:xfrm>
            <a:off x="6600059" y="1192909"/>
            <a:ext cx="5007742" cy="555448"/>
          </a:xfrm>
          <a:prstGeom prst="rect">
            <a:avLst/>
          </a:prstGeom>
        </p:spPr>
        <p:txBody>
          <a:bodyPr anchor="ctr">
            <a:noAutofit/>
          </a:bodyPr>
          <a:lstStyle>
            <a:lvl1pPr>
              <a:lnSpc>
                <a:spcPct val="100000"/>
              </a:lnSpc>
              <a:defRPr sz="1300"/>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
        <p:nvSpPr>
          <p:cNvPr id="13" name="Text Placeholder 7">
            <a:extLst>
              <a:ext uri="{FF2B5EF4-FFF2-40B4-BE49-F238E27FC236}">
                <a16:creationId xmlns:a16="http://schemas.microsoft.com/office/drawing/2014/main" id="{306025B9-0362-4974-8920-7C764289CBA0}"/>
              </a:ext>
            </a:extLst>
          </p:cNvPr>
          <p:cNvSpPr>
            <a:spLocks noGrp="1"/>
          </p:cNvSpPr>
          <p:nvPr>
            <p:ph type="body" sz="quarter" idx="12" hasCustomPrompt="1"/>
          </p:nvPr>
        </p:nvSpPr>
        <p:spPr>
          <a:xfrm>
            <a:off x="6600059" y="1865049"/>
            <a:ext cx="5007742" cy="555448"/>
          </a:xfrm>
          <a:prstGeom prst="rect">
            <a:avLst/>
          </a:prstGeom>
        </p:spPr>
        <p:txBody>
          <a:bodyPr anchor="ctr">
            <a:no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a:t>Click to insert text</a:t>
            </a:r>
          </a:p>
        </p:txBody>
      </p:sp>
      <p:sp>
        <p:nvSpPr>
          <p:cNvPr id="14" name="Text Placeholder 7">
            <a:extLst>
              <a:ext uri="{FF2B5EF4-FFF2-40B4-BE49-F238E27FC236}">
                <a16:creationId xmlns:a16="http://schemas.microsoft.com/office/drawing/2014/main" id="{257644F2-F28D-4087-B791-1E7F26C4AD1C}"/>
              </a:ext>
            </a:extLst>
          </p:cNvPr>
          <p:cNvSpPr>
            <a:spLocks noGrp="1"/>
          </p:cNvSpPr>
          <p:nvPr>
            <p:ph type="body" sz="quarter" idx="13" hasCustomPrompt="1"/>
          </p:nvPr>
        </p:nvSpPr>
        <p:spPr>
          <a:xfrm>
            <a:off x="6600059" y="2537189"/>
            <a:ext cx="5007742" cy="555448"/>
          </a:xfrm>
          <a:prstGeom prst="rect">
            <a:avLst/>
          </a:prstGeom>
        </p:spPr>
        <p:txBody>
          <a:bodyPr anchor="ctr">
            <a:noAutofit/>
          </a:bodyPr>
          <a:lstStyle>
            <a:lvl1pPr>
              <a:lnSpc>
                <a:spcPct val="100000"/>
              </a:lnSpc>
              <a:defRPr sz="1300"/>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
        <p:nvSpPr>
          <p:cNvPr id="15" name="Text Placeholder 7">
            <a:extLst>
              <a:ext uri="{FF2B5EF4-FFF2-40B4-BE49-F238E27FC236}">
                <a16:creationId xmlns:a16="http://schemas.microsoft.com/office/drawing/2014/main" id="{25F62A33-F672-4099-9B72-9B2267F22ACF}"/>
              </a:ext>
            </a:extLst>
          </p:cNvPr>
          <p:cNvSpPr>
            <a:spLocks noGrp="1"/>
          </p:cNvSpPr>
          <p:nvPr>
            <p:ph type="body" sz="quarter" idx="14" hasCustomPrompt="1"/>
          </p:nvPr>
        </p:nvSpPr>
        <p:spPr>
          <a:xfrm>
            <a:off x="6600059" y="3209329"/>
            <a:ext cx="5007742" cy="555448"/>
          </a:xfrm>
          <a:prstGeom prst="rect">
            <a:avLst/>
          </a:prstGeom>
        </p:spPr>
        <p:txBody>
          <a:bodyPr anchor="ctr">
            <a:noAutofit/>
          </a:bodyPr>
          <a:lstStyle>
            <a:lvl1pPr>
              <a:lnSpc>
                <a:spcPct val="100000"/>
              </a:lnSpc>
              <a:defRPr sz="1300"/>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
        <p:nvSpPr>
          <p:cNvPr id="16" name="Text Placeholder 7">
            <a:extLst>
              <a:ext uri="{FF2B5EF4-FFF2-40B4-BE49-F238E27FC236}">
                <a16:creationId xmlns:a16="http://schemas.microsoft.com/office/drawing/2014/main" id="{72FF6EE1-C46D-4DEB-A508-49B5101CF26E}"/>
              </a:ext>
            </a:extLst>
          </p:cNvPr>
          <p:cNvSpPr>
            <a:spLocks noGrp="1"/>
          </p:cNvSpPr>
          <p:nvPr>
            <p:ph type="body" sz="quarter" idx="15" hasCustomPrompt="1"/>
          </p:nvPr>
        </p:nvSpPr>
        <p:spPr>
          <a:xfrm>
            <a:off x="6600059" y="3881469"/>
            <a:ext cx="5007742" cy="555448"/>
          </a:xfrm>
          <a:prstGeom prst="rect">
            <a:avLst/>
          </a:prstGeom>
        </p:spPr>
        <p:txBody>
          <a:bodyPr anchor="ctr">
            <a:noAutofit/>
          </a:bodyPr>
          <a:lstStyle>
            <a:lvl1pPr>
              <a:lnSpc>
                <a:spcPct val="100000"/>
              </a:lnSpc>
              <a:defRPr sz="1300"/>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
        <p:nvSpPr>
          <p:cNvPr id="17" name="Text Placeholder 7">
            <a:extLst>
              <a:ext uri="{FF2B5EF4-FFF2-40B4-BE49-F238E27FC236}">
                <a16:creationId xmlns:a16="http://schemas.microsoft.com/office/drawing/2014/main" id="{931D06D9-EA9B-42A0-81EE-D669D6CA5F33}"/>
              </a:ext>
            </a:extLst>
          </p:cNvPr>
          <p:cNvSpPr>
            <a:spLocks noGrp="1"/>
          </p:cNvSpPr>
          <p:nvPr>
            <p:ph type="body" sz="quarter" idx="16" hasCustomPrompt="1"/>
          </p:nvPr>
        </p:nvSpPr>
        <p:spPr>
          <a:xfrm>
            <a:off x="6600059" y="4553609"/>
            <a:ext cx="5007742" cy="555448"/>
          </a:xfrm>
          <a:prstGeom prst="rect">
            <a:avLst/>
          </a:prstGeom>
        </p:spPr>
        <p:txBody>
          <a:bodyPr anchor="ctr">
            <a:noAutofit/>
          </a:bodyPr>
          <a:lstStyle>
            <a:lvl1pPr>
              <a:lnSpc>
                <a:spcPct val="100000"/>
              </a:lnSpc>
              <a:defRPr sz="1300"/>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
        <p:nvSpPr>
          <p:cNvPr id="18" name="Text Placeholder 7">
            <a:extLst>
              <a:ext uri="{FF2B5EF4-FFF2-40B4-BE49-F238E27FC236}">
                <a16:creationId xmlns:a16="http://schemas.microsoft.com/office/drawing/2014/main" id="{EFEA829A-6217-4965-B7BD-6BC37F7849AB}"/>
              </a:ext>
            </a:extLst>
          </p:cNvPr>
          <p:cNvSpPr>
            <a:spLocks noGrp="1"/>
          </p:cNvSpPr>
          <p:nvPr>
            <p:ph type="body" sz="quarter" idx="17" hasCustomPrompt="1"/>
          </p:nvPr>
        </p:nvSpPr>
        <p:spPr>
          <a:xfrm>
            <a:off x="6600059" y="5225749"/>
            <a:ext cx="5007742" cy="555448"/>
          </a:xfrm>
          <a:prstGeom prst="rect">
            <a:avLst/>
          </a:prstGeom>
        </p:spPr>
        <p:txBody>
          <a:bodyPr anchor="ctr">
            <a:noAutofit/>
          </a:bodyPr>
          <a:lstStyle>
            <a:lvl1pPr>
              <a:lnSpc>
                <a:spcPct val="100000"/>
              </a:lnSpc>
              <a:defRPr sz="1300"/>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
        <p:nvSpPr>
          <p:cNvPr id="19" name="Text Placeholder 7">
            <a:extLst>
              <a:ext uri="{FF2B5EF4-FFF2-40B4-BE49-F238E27FC236}">
                <a16:creationId xmlns:a16="http://schemas.microsoft.com/office/drawing/2014/main" id="{E05DDB93-91CA-4BAF-9D63-E4134B435D8F}"/>
              </a:ext>
            </a:extLst>
          </p:cNvPr>
          <p:cNvSpPr>
            <a:spLocks noGrp="1"/>
          </p:cNvSpPr>
          <p:nvPr>
            <p:ph type="body" sz="quarter" idx="18" hasCustomPrompt="1"/>
          </p:nvPr>
        </p:nvSpPr>
        <p:spPr>
          <a:xfrm>
            <a:off x="6600059" y="5897889"/>
            <a:ext cx="5007742" cy="555448"/>
          </a:xfrm>
          <a:prstGeom prst="rect">
            <a:avLst/>
          </a:prstGeom>
        </p:spPr>
        <p:txBody>
          <a:bodyPr anchor="ctr">
            <a:noAutofit/>
          </a:bodyPr>
          <a:lstStyle>
            <a:lvl1pPr>
              <a:lnSpc>
                <a:spcPct val="100000"/>
              </a:lnSpc>
              <a:defRPr sz="1300"/>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Tree>
    <p:extLst>
      <p:ext uri="{BB962C8B-B14F-4D97-AF65-F5344CB8AC3E}">
        <p14:creationId xmlns:p14="http://schemas.microsoft.com/office/powerpoint/2010/main" val="3236598493"/>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Diapositive de titre">
    <p:spTree>
      <p:nvGrpSpPr>
        <p:cNvPr id="1" name=""/>
        <p:cNvGrpSpPr/>
        <p:nvPr/>
      </p:nvGrpSpPr>
      <p:grpSpPr>
        <a:xfrm>
          <a:off x="0" y="0"/>
          <a:ext cx="0" cy="0"/>
          <a:chOff x="0" y="0"/>
          <a:chExt cx="0" cy="0"/>
        </a:xfrm>
      </p:grpSpPr>
      <p:sp>
        <p:nvSpPr>
          <p:cNvPr id="15" name="Graphic 13">
            <a:extLst>
              <a:ext uri="{FF2B5EF4-FFF2-40B4-BE49-F238E27FC236}">
                <a16:creationId xmlns:a16="http://schemas.microsoft.com/office/drawing/2014/main" id="{5D1B5F70-39A3-4E01-8EEB-A624F6527260}"/>
              </a:ext>
            </a:extLst>
          </p:cNvPr>
          <p:cNvSpPr>
            <a:spLocks noChangeAspect="1"/>
          </p:cNvSpPr>
          <p:nvPr/>
        </p:nvSpPr>
        <p:spPr>
          <a:xfrm>
            <a:off x="263352" y="908720"/>
            <a:ext cx="10199251" cy="6192688"/>
          </a:xfrm>
          <a:custGeom>
            <a:avLst/>
            <a:gdLst>
              <a:gd name="connsiteX0" fmla="*/ 36195 w 8117205"/>
              <a:gd name="connsiteY0" fmla="*/ 4710199 h 4710198"/>
              <a:gd name="connsiteX1" fmla="*/ 0 w 8117205"/>
              <a:gd name="connsiteY1" fmla="*/ 4697817 h 4710198"/>
              <a:gd name="connsiteX2" fmla="*/ 538163 w 8117205"/>
              <a:gd name="connsiteY2" fmla="*/ 3739602 h 4710198"/>
              <a:gd name="connsiteX3" fmla="*/ 1340168 w 8117205"/>
              <a:gd name="connsiteY3" fmla="*/ 2915689 h 4710198"/>
              <a:gd name="connsiteX4" fmla="*/ 2613660 w 8117205"/>
              <a:gd name="connsiteY4" fmla="*/ 2190837 h 4710198"/>
              <a:gd name="connsiteX5" fmla="*/ 2621280 w 8117205"/>
              <a:gd name="connsiteY5" fmla="*/ 2187979 h 4710198"/>
              <a:gd name="connsiteX6" fmla="*/ 2628900 w 8117205"/>
              <a:gd name="connsiteY6" fmla="*/ 2191789 h 4710198"/>
              <a:gd name="connsiteX7" fmla="*/ 4513898 w 8117205"/>
              <a:gd name="connsiteY7" fmla="*/ 2830917 h 4710198"/>
              <a:gd name="connsiteX8" fmla="*/ 5841683 w 8117205"/>
              <a:gd name="connsiteY8" fmla="*/ 2599459 h 4710198"/>
              <a:gd name="connsiteX9" fmla="*/ 6102668 w 8117205"/>
              <a:gd name="connsiteY9" fmla="*/ 1288819 h 4710198"/>
              <a:gd name="connsiteX10" fmla="*/ 6256020 w 8117205"/>
              <a:gd name="connsiteY10" fmla="*/ 204874 h 4710198"/>
              <a:gd name="connsiteX11" fmla="*/ 7391400 w 8117205"/>
              <a:gd name="connsiteY11" fmla="*/ 43901 h 4710198"/>
              <a:gd name="connsiteX12" fmla="*/ 8117205 w 8117205"/>
              <a:gd name="connsiteY12" fmla="*/ 242021 h 4710198"/>
              <a:gd name="connsiteX13" fmla="*/ 8102918 w 8117205"/>
              <a:gd name="connsiteY13" fmla="*/ 277264 h 4710198"/>
              <a:gd name="connsiteX14" fmla="*/ 7384733 w 8117205"/>
              <a:gd name="connsiteY14" fmla="*/ 82001 h 4710198"/>
              <a:gd name="connsiteX15" fmla="*/ 6281738 w 8117205"/>
              <a:gd name="connsiteY15" fmla="*/ 233449 h 4710198"/>
              <a:gd name="connsiteX16" fmla="*/ 6139815 w 8117205"/>
              <a:gd name="connsiteY16" fmla="*/ 1279294 h 4710198"/>
              <a:gd name="connsiteX17" fmla="*/ 6187440 w 8117205"/>
              <a:gd name="connsiteY17" fmla="*/ 2101302 h 4710198"/>
              <a:gd name="connsiteX18" fmla="*/ 5866448 w 8117205"/>
              <a:gd name="connsiteY18" fmla="*/ 2629939 h 4710198"/>
              <a:gd name="connsiteX19" fmla="*/ 4510088 w 8117205"/>
              <a:gd name="connsiteY19" fmla="*/ 2869969 h 4710198"/>
              <a:gd name="connsiteX20" fmla="*/ 2620328 w 8117205"/>
              <a:gd name="connsiteY20" fmla="*/ 2230842 h 4710198"/>
              <a:gd name="connsiteX21" fmla="*/ 568643 w 8117205"/>
              <a:gd name="connsiteY21" fmla="*/ 3763414 h 4710198"/>
              <a:gd name="connsiteX22" fmla="*/ 36195 w 8117205"/>
              <a:gd name="connsiteY22" fmla="*/ 4710199 h 4710198"/>
              <a:gd name="connsiteX0" fmla="*/ 36195 w 8117205"/>
              <a:gd name="connsiteY0" fmla="*/ 4710199 h 4710199"/>
              <a:gd name="connsiteX1" fmla="*/ 0 w 8117205"/>
              <a:gd name="connsiteY1" fmla="*/ 4697817 h 4710199"/>
              <a:gd name="connsiteX2" fmla="*/ 538163 w 8117205"/>
              <a:gd name="connsiteY2" fmla="*/ 3739602 h 4710199"/>
              <a:gd name="connsiteX3" fmla="*/ 1340168 w 8117205"/>
              <a:gd name="connsiteY3" fmla="*/ 2915689 h 4710199"/>
              <a:gd name="connsiteX4" fmla="*/ 2613660 w 8117205"/>
              <a:gd name="connsiteY4" fmla="*/ 2190837 h 4710199"/>
              <a:gd name="connsiteX5" fmla="*/ 2621280 w 8117205"/>
              <a:gd name="connsiteY5" fmla="*/ 2187979 h 4710199"/>
              <a:gd name="connsiteX6" fmla="*/ 2628900 w 8117205"/>
              <a:gd name="connsiteY6" fmla="*/ 2191789 h 4710199"/>
              <a:gd name="connsiteX7" fmla="*/ 4513898 w 8117205"/>
              <a:gd name="connsiteY7" fmla="*/ 2830917 h 4710199"/>
              <a:gd name="connsiteX8" fmla="*/ 5841683 w 8117205"/>
              <a:gd name="connsiteY8" fmla="*/ 2599459 h 4710199"/>
              <a:gd name="connsiteX9" fmla="*/ 6102668 w 8117205"/>
              <a:gd name="connsiteY9" fmla="*/ 1288819 h 4710199"/>
              <a:gd name="connsiteX10" fmla="*/ 6256020 w 8117205"/>
              <a:gd name="connsiteY10" fmla="*/ 204874 h 4710199"/>
              <a:gd name="connsiteX11" fmla="*/ 7391400 w 8117205"/>
              <a:gd name="connsiteY11" fmla="*/ 43901 h 4710199"/>
              <a:gd name="connsiteX12" fmla="*/ 8117205 w 8117205"/>
              <a:gd name="connsiteY12" fmla="*/ 242021 h 4710199"/>
              <a:gd name="connsiteX13" fmla="*/ 7384733 w 8117205"/>
              <a:gd name="connsiteY13" fmla="*/ 82001 h 4710199"/>
              <a:gd name="connsiteX14" fmla="*/ 6281738 w 8117205"/>
              <a:gd name="connsiteY14" fmla="*/ 233449 h 4710199"/>
              <a:gd name="connsiteX15" fmla="*/ 6139815 w 8117205"/>
              <a:gd name="connsiteY15" fmla="*/ 1279294 h 4710199"/>
              <a:gd name="connsiteX16" fmla="*/ 6187440 w 8117205"/>
              <a:gd name="connsiteY16" fmla="*/ 2101302 h 4710199"/>
              <a:gd name="connsiteX17" fmla="*/ 5866448 w 8117205"/>
              <a:gd name="connsiteY17" fmla="*/ 2629939 h 4710199"/>
              <a:gd name="connsiteX18" fmla="*/ 4510088 w 8117205"/>
              <a:gd name="connsiteY18" fmla="*/ 2869969 h 4710199"/>
              <a:gd name="connsiteX19" fmla="*/ 2620328 w 8117205"/>
              <a:gd name="connsiteY19" fmla="*/ 2230842 h 4710199"/>
              <a:gd name="connsiteX20" fmla="*/ 568643 w 8117205"/>
              <a:gd name="connsiteY20" fmla="*/ 3763414 h 4710199"/>
              <a:gd name="connsiteX21" fmla="*/ 36195 w 8117205"/>
              <a:gd name="connsiteY21" fmla="*/ 4710199 h 4710199"/>
              <a:gd name="connsiteX0" fmla="*/ 36195 w 7528033"/>
              <a:gd name="connsiteY0" fmla="*/ 4673434 h 4673434"/>
              <a:gd name="connsiteX1" fmla="*/ 0 w 7528033"/>
              <a:gd name="connsiteY1" fmla="*/ 4661052 h 4673434"/>
              <a:gd name="connsiteX2" fmla="*/ 538163 w 7528033"/>
              <a:gd name="connsiteY2" fmla="*/ 3702837 h 4673434"/>
              <a:gd name="connsiteX3" fmla="*/ 1340168 w 7528033"/>
              <a:gd name="connsiteY3" fmla="*/ 2878924 h 4673434"/>
              <a:gd name="connsiteX4" fmla="*/ 2613660 w 7528033"/>
              <a:gd name="connsiteY4" fmla="*/ 2154072 h 4673434"/>
              <a:gd name="connsiteX5" fmla="*/ 2621280 w 7528033"/>
              <a:gd name="connsiteY5" fmla="*/ 2151214 h 4673434"/>
              <a:gd name="connsiteX6" fmla="*/ 2628900 w 7528033"/>
              <a:gd name="connsiteY6" fmla="*/ 2155024 h 4673434"/>
              <a:gd name="connsiteX7" fmla="*/ 4513898 w 7528033"/>
              <a:gd name="connsiteY7" fmla="*/ 2794152 h 4673434"/>
              <a:gd name="connsiteX8" fmla="*/ 5841683 w 7528033"/>
              <a:gd name="connsiteY8" fmla="*/ 2562694 h 4673434"/>
              <a:gd name="connsiteX9" fmla="*/ 6102668 w 7528033"/>
              <a:gd name="connsiteY9" fmla="*/ 1252054 h 4673434"/>
              <a:gd name="connsiteX10" fmla="*/ 6256020 w 7528033"/>
              <a:gd name="connsiteY10" fmla="*/ 168109 h 4673434"/>
              <a:gd name="connsiteX11" fmla="*/ 7391400 w 7528033"/>
              <a:gd name="connsiteY11" fmla="*/ 7136 h 4673434"/>
              <a:gd name="connsiteX12" fmla="*/ 7384733 w 7528033"/>
              <a:gd name="connsiteY12" fmla="*/ 45236 h 4673434"/>
              <a:gd name="connsiteX13" fmla="*/ 6281738 w 7528033"/>
              <a:gd name="connsiteY13" fmla="*/ 196684 h 4673434"/>
              <a:gd name="connsiteX14" fmla="*/ 6139815 w 7528033"/>
              <a:gd name="connsiteY14" fmla="*/ 1242529 h 4673434"/>
              <a:gd name="connsiteX15" fmla="*/ 6187440 w 7528033"/>
              <a:gd name="connsiteY15" fmla="*/ 2064537 h 4673434"/>
              <a:gd name="connsiteX16" fmla="*/ 5866448 w 7528033"/>
              <a:gd name="connsiteY16" fmla="*/ 2593174 h 4673434"/>
              <a:gd name="connsiteX17" fmla="*/ 4510088 w 7528033"/>
              <a:gd name="connsiteY17" fmla="*/ 2833204 h 4673434"/>
              <a:gd name="connsiteX18" fmla="*/ 2620328 w 7528033"/>
              <a:gd name="connsiteY18" fmla="*/ 2194077 h 4673434"/>
              <a:gd name="connsiteX19" fmla="*/ 568643 w 7528033"/>
              <a:gd name="connsiteY19" fmla="*/ 3726649 h 4673434"/>
              <a:gd name="connsiteX20" fmla="*/ 36195 w 7528033"/>
              <a:gd name="connsiteY20" fmla="*/ 4673434 h 4673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528033" h="4673434">
                <a:moveTo>
                  <a:pt x="36195" y="4673434"/>
                </a:moveTo>
                <a:lnTo>
                  <a:pt x="0" y="4661052"/>
                </a:lnTo>
                <a:cubicBezTo>
                  <a:pt x="953" y="4656289"/>
                  <a:pt x="145733" y="4224807"/>
                  <a:pt x="538163" y="3702837"/>
                </a:cubicBezTo>
                <a:cubicBezTo>
                  <a:pt x="768668" y="3396132"/>
                  <a:pt x="1038225" y="3118954"/>
                  <a:pt x="1340168" y="2878924"/>
                </a:cubicBezTo>
                <a:cubicBezTo>
                  <a:pt x="1717358" y="2577934"/>
                  <a:pt x="2145983" y="2334094"/>
                  <a:pt x="2613660" y="2154072"/>
                </a:cubicBezTo>
                <a:lnTo>
                  <a:pt x="2621280" y="2151214"/>
                </a:lnTo>
                <a:lnTo>
                  <a:pt x="2628900" y="2155024"/>
                </a:lnTo>
                <a:cubicBezTo>
                  <a:pt x="3289935" y="2497924"/>
                  <a:pt x="3941445" y="2718904"/>
                  <a:pt x="4513898" y="2794152"/>
                </a:cubicBezTo>
                <a:cubicBezTo>
                  <a:pt x="5095875" y="2871304"/>
                  <a:pt x="5554980" y="2790341"/>
                  <a:pt x="5841683" y="2562694"/>
                </a:cubicBezTo>
                <a:cubicBezTo>
                  <a:pt x="6168390" y="2302662"/>
                  <a:pt x="6257925" y="1849271"/>
                  <a:pt x="6102668" y="1252054"/>
                </a:cubicBezTo>
                <a:cubicBezTo>
                  <a:pt x="5969318" y="741514"/>
                  <a:pt x="6020753" y="376706"/>
                  <a:pt x="6256020" y="168109"/>
                </a:cubicBezTo>
                <a:cubicBezTo>
                  <a:pt x="6480810" y="-31916"/>
                  <a:pt x="7203281" y="27615"/>
                  <a:pt x="7391400" y="7136"/>
                </a:cubicBezTo>
                <a:cubicBezTo>
                  <a:pt x="7579519" y="-13343"/>
                  <a:pt x="7569677" y="13645"/>
                  <a:pt x="7384733" y="45236"/>
                </a:cubicBezTo>
                <a:cubicBezTo>
                  <a:pt x="7199789" y="76827"/>
                  <a:pt x="6550343" y="-41441"/>
                  <a:pt x="6281738" y="196684"/>
                </a:cubicBezTo>
                <a:cubicBezTo>
                  <a:pt x="6058853" y="394804"/>
                  <a:pt x="6011228" y="747229"/>
                  <a:pt x="6139815" y="1242529"/>
                </a:cubicBezTo>
                <a:cubicBezTo>
                  <a:pt x="6221730" y="1557806"/>
                  <a:pt x="6237923" y="1834031"/>
                  <a:pt x="6187440" y="2064537"/>
                </a:cubicBezTo>
                <a:cubicBezTo>
                  <a:pt x="6138863" y="2283612"/>
                  <a:pt x="6031230" y="2460777"/>
                  <a:pt x="5866448" y="2593174"/>
                </a:cubicBezTo>
                <a:cubicBezTo>
                  <a:pt x="5572125" y="2828441"/>
                  <a:pt x="5102543" y="2911309"/>
                  <a:pt x="4510088" y="2833204"/>
                </a:cubicBezTo>
                <a:cubicBezTo>
                  <a:pt x="3935730" y="2757004"/>
                  <a:pt x="3282315" y="2536024"/>
                  <a:pt x="2620328" y="2194077"/>
                </a:cubicBezTo>
                <a:cubicBezTo>
                  <a:pt x="1574483" y="2598889"/>
                  <a:pt x="927735" y="3251352"/>
                  <a:pt x="568643" y="3726649"/>
                </a:cubicBezTo>
                <a:cubicBezTo>
                  <a:pt x="180023" y="4242904"/>
                  <a:pt x="37148" y="4668672"/>
                  <a:pt x="36195" y="4673434"/>
                </a:cubicBezTo>
                <a:close/>
              </a:path>
            </a:pathLst>
          </a:custGeom>
          <a:gradFill>
            <a:gsLst>
              <a:gs pos="99000">
                <a:schemeClr val="accent2">
                  <a:alpha val="0"/>
                </a:schemeClr>
              </a:gs>
              <a:gs pos="32000">
                <a:srgbClr val="12ABDB">
                  <a:alpha val="17000"/>
                </a:srgbClr>
              </a:gs>
              <a:gs pos="17000">
                <a:schemeClr val="accent2">
                  <a:alpha val="0"/>
                </a:schemeClr>
              </a:gs>
              <a:gs pos="49000">
                <a:srgbClr val="12ABDB"/>
              </a:gs>
              <a:gs pos="70000">
                <a:schemeClr val="accent2"/>
              </a:gs>
            </a:gsLst>
            <a:lin ang="16200000" scaled="0"/>
          </a:gradFill>
          <a:ln w="9525" cap="flat">
            <a:noFill/>
            <a:prstDash val="solid"/>
            <a:miter/>
          </a:ln>
        </p:spPr>
        <p:txBody>
          <a:bodyPr rtlCol="0" anchor="ctr"/>
          <a:lstStyle/>
          <a:p>
            <a:endParaRPr lang="de-DE"/>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242574"/>
            <a:ext cx="11379200" cy="307777"/>
          </a:xfrm>
        </p:spPr>
        <p:txBody>
          <a:bodyPr wrap="square" lIns="36000" tIns="0" rIns="36000">
            <a:sp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339007"/>
            <a:ext cx="11386134" cy="2031325"/>
          </a:xfrm>
          <a:prstGeom prst="rect">
            <a:avLst/>
          </a:prstGeom>
        </p:spPr>
        <p:txBody>
          <a:bodyPr wrap="square" lIns="36000" rIns="36000" bIns="0" anchor="b" anchorCtr="0">
            <a:spAutoFit/>
          </a:bodyPr>
          <a:lstStyle>
            <a:lvl1pPr algn="l">
              <a:lnSpc>
                <a:spcPct val="100000"/>
              </a:lnSpc>
              <a:defRPr sz="6600" b="1" baseline="0">
                <a:solidFill>
                  <a:schemeClr val="bg1"/>
                </a:solidFill>
                <a:latin typeface="Ubuntu" panose="020B0504030602030204" pitchFamily="34" charset="0"/>
              </a:defRPr>
            </a:lvl1pPr>
          </a:lstStyle>
          <a:p>
            <a:r>
              <a:rPr lang="en-US"/>
              <a:t>Click to edit Master title style</a:t>
            </a:r>
            <a:endParaRPr lang="en-GB"/>
          </a:p>
        </p:txBody>
      </p:sp>
      <p:pic>
        <p:nvPicPr>
          <p:cNvPr id="6" name="Image 5" descr="Une image contenant texte&#10;&#10;Description générée automatiquement">
            <a:extLst>
              <a:ext uri="{FF2B5EF4-FFF2-40B4-BE49-F238E27FC236}">
                <a16:creationId xmlns:a16="http://schemas.microsoft.com/office/drawing/2014/main" id="{B290AA58-6524-4A50-851C-8EA6E75AA5E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9155116" y="260648"/>
            <a:ext cx="3024000" cy="1226177"/>
          </a:xfrm>
          <a:prstGeom prst="rect">
            <a:avLst/>
          </a:prstGeom>
        </p:spPr>
      </p:pic>
    </p:spTree>
    <p:extLst>
      <p:ext uri="{BB962C8B-B14F-4D97-AF65-F5344CB8AC3E}">
        <p14:creationId xmlns:p14="http://schemas.microsoft.com/office/powerpoint/2010/main" val="35607232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Slide 2">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5F0D51B9-A61A-4FDC-9E0F-E2A63E0E942C}"/>
              </a:ext>
            </a:extLst>
          </p:cNvPr>
          <p:cNvSpPr>
            <a:spLocks noGrp="1"/>
          </p:cNvSpPr>
          <p:nvPr>
            <p:ph type="pic" sz="quarter" idx="10" hasCustomPrompt="1"/>
          </p:nvPr>
        </p:nvSpPr>
        <p:spPr>
          <a:xfrm>
            <a:off x="5303838" y="0"/>
            <a:ext cx="6888162" cy="6858000"/>
          </a:xfrm>
          <a:solidFill>
            <a:schemeClr val="bg2">
              <a:lumMod val="90000"/>
            </a:schemeClr>
          </a:solidFill>
        </p:spPr>
        <p:txBody>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93129"/>
            <a:ext cx="11386134" cy="2215991"/>
          </a:xfrm>
          <a:prstGeom prst="rect">
            <a:avLst/>
          </a:prstGeom>
        </p:spPr>
        <p:txBody>
          <a:bodyPr wrap="square" lIns="36000" rIns="36000" bIns="0" anchor="b" anchorCtr="0">
            <a:spAutoFit/>
          </a:bodyPr>
          <a:lstStyle>
            <a:lvl1pPr algn="l">
              <a:lnSpc>
                <a:spcPct val="90000"/>
              </a:lnSpc>
              <a:defRPr sz="8000" b="1" baseline="0">
                <a:solidFill>
                  <a:schemeClr val="bg1"/>
                </a:solidFill>
                <a:latin typeface="Ubuntu" panose="020B0504030602030204" pitchFamily="34" charset="0"/>
              </a:defRPr>
            </a:lvl1pPr>
          </a:lstStyle>
          <a:p>
            <a:r>
              <a:rPr lang="en-US"/>
              <a:t>Click to edit Master title style</a:t>
            </a:r>
            <a:endParaRPr lang="en-GB"/>
          </a:p>
        </p:txBody>
      </p:sp>
      <p:pic>
        <p:nvPicPr>
          <p:cNvPr id="7" name="Image 6" descr="Une image contenant texte&#10;&#10;Description générée automatiquement">
            <a:extLst>
              <a:ext uri="{FF2B5EF4-FFF2-40B4-BE49-F238E27FC236}">
                <a16:creationId xmlns:a16="http://schemas.microsoft.com/office/drawing/2014/main" id="{873884F3-4760-488E-A25C-0D285C88AE32}"/>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98408" y="260648"/>
            <a:ext cx="3024000" cy="1226177"/>
          </a:xfrm>
          <a:prstGeom prst="rect">
            <a:avLst/>
          </a:prstGeom>
        </p:spPr>
      </p:pic>
    </p:spTree>
    <p:extLst>
      <p:ext uri="{BB962C8B-B14F-4D97-AF65-F5344CB8AC3E}">
        <p14:creationId xmlns:p14="http://schemas.microsoft.com/office/powerpoint/2010/main" val="143855696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Title Slide 3 Full Picture">
    <p:spTree>
      <p:nvGrpSpPr>
        <p:cNvPr id="1" name=""/>
        <p:cNvGrpSpPr/>
        <p:nvPr/>
      </p:nvGrpSpPr>
      <p:grpSpPr>
        <a:xfrm>
          <a:off x="0" y="0"/>
          <a:ext cx="0" cy="0"/>
          <a:chOff x="0" y="0"/>
          <a:chExt cx="0" cy="0"/>
        </a:xfrm>
      </p:grpSpPr>
      <p:sp>
        <p:nvSpPr>
          <p:cNvPr id="23" name="Picture Placeholder 22">
            <a:extLst>
              <a:ext uri="{FF2B5EF4-FFF2-40B4-BE49-F238E27FC236}">
                <a16:creationId xmlns:a16="http://schemas.microsoft.com/office/drawing/2014/main" id="{B92814EB-708F-421C-9F3F-E5C7B767B62F}"/>
              </a:ext>
            </a:extLst>
          </p:cNvPr>
          <p:cNvSpPr>
            <a:spLocks noGrp="1"/>
          </p:cNvSpPr>
          <p:nvPr>
            <p:ph type="pic" sz="quarter" idx="10" hasCustomPrompt="1"/>
          </p:nvPr>
        </p:nvSpPr>
        <p:spPr>
          <a:xfrm>
            <a:off x="0" y="0"/>
            <a:ext cx="12192000" cy="6858000"/>
          </a:xfrm>
          <a:custGeom>
            <a:avLst/>
            <a:gdLst>
              <a:gd name="connsiteX0" fmla="*/ 10205289 w 12192000"/>
              <a:gd name="connsiteY0" fmla="*/ 966629 h 6858000"/>
              <a:gd name="connsiteX1" fmla="*/ 10155045 w 12192000"/>
              <a:gd name="connsiteY1" fmla="*/ 1089100 h 6858000"/>
              <a:gd name="connsiteX2" fmla="*/ 10129923 w 12192000"/>
              <a:gd name="connsiteY2" fmla="*/ 1057697 h 6858000"/>
              <a:gd name="connsiteX3" fmla="*/ 10205289 w 12192000"/>
              <a:gd name="connsiteY3" fmla="*/ 966629 h 6858000"/>
              <a:gd name="connsiteX4" fmla="*/ 10359163 w 12192000"/>
              <a:gd name="connsiteY4" fmla="*/ 768791 h 6858000"/>
              <a:gd name="connsiteX5" fmla="*/ 10381145 w 12192000"/>
              <a:gd name="connsiteY5" fmla="*/ 803334 h 6858000"/>
              <a:gd name="connsiteX6" fmla="*/ 10330900 w 12192000"/>
              <a:gd name="connsiteY6" fmla="*/ 875561 h 6858000"/>
              <a:gd name="connsiteX7" fmla="*/ 10359163 w 12192000"/>
              <a:gd name="connsiteY7" fmla="*/ 768791 h 6858000"/>
              <a:gd name="connsiteX8" fmla="*/ 11203898 w 12192000"/>
              <a:gd name="connsiteY8" fmla="*/ 658881 h 6858000"/>
              <a:gd name="connsiteX9" fmla="*/ 11178776 w 12192000"/>
              <a:gd name="connsiteY9" fmla="*/ 684003 h 6858000"/>
              <a:gd name="connsiteX10" fmla="*/ 11203898 w 12192000"/>
              <a:gd name="connsiteY10" fmla="*/ 709126 h 6858000"/>
              <a:gd name="connsiteX11" fmla="*/ 11229020 w 12192000"/>
              <a:gd name="connsiteY11" fmla="*/ 684003 h 6858000"/>
              <a:gd name="connsiteX12" fmla="*/ 11203898 w 12192000"/>
              <a:gd name="connsiteY12" fmla="*/ 658881 h 6858000"/>
              <a:gd name="connsiteX13" fmla="*/ 10842765 w 12192000"/>
              <a:gd name="connsiteY13" fmla="*/ 646320 h 6858000"/>
              <a:gd name="connsiteX14" fmla="*/ 10817643 w 12192000"/>
              <a:gd name="connsiteY14" fmla="*/ 674583 h 6858000"/>
              <a:gd name="connsiteX15" fmla="*/ 10842765 w 12192000"/>
              <a:gd name="connsiteY15" fmla="*/ 699705 h 6858000"/>
              <a:gd name="connsiteX16" fmla="*/ 10867887 w 12192000"/>
              <a:gd name="connsiteY16" fmla="*/ 671442 h 6858000"/>
              <a:gd name="connsiteX17" fmla="*/ 10842765 w 12192000"/>
              <a:gd name="connsiteY17" fmla="*/ 646320 h 6858000"/>
              <a:gd name="connsiteX18" fmla="*/ 9570952 w 12192000"/>
              <a:gd name="connsiteY18" fmla="*/ 621198 h 6858000"/>
              <a:gd name="connsiteX19" fmla="*/ 9420219 w 12192000"/>
              <a:gd name="connsiteY19" fmla="*/ 806475 h 6858000"/>
              <a:gd name="connsiteX20" fmla="*/ 9545830 w 12192000"/>
              <a:gd name="connsiteY20" fmla="*/ 969769 h 6858000"/>
              <a:gd name="connsiteX21" fmla="*/ 9665161 w 12192000"/>
              <a:gd name="connsiteY21" fmla="*/ 894402 h 6858000"/>
              <a:gd name="connsiteX22" fmla="*/ 9724826 w 12192000"/>
              <a:gd name="connsiteY22" fmla="*/ 954068 h 6858000"/>
              <a:gd name="connsiteX23" fmla="*/ 9797053 w 12192000"/>
              <a:gd name="connsiteY23" fmla="*/ 900683 h 6858000"/>
              <a:gd name="connsiteX24" fmla="*/ 9847297 w 12192000"/>
              <a:gd name="connsiteY24" fmla="*/ 954068 h 6858000"/>
              <a:gd name="connsiteX25" fmla="*/ 9894401 w 12192000"/>
              <a:gd name="connsiteY25" fmla="*/ 928946 h 6858000"/>
              <a:gd name="connsiteX26" fmla="*/ 9947786 w 12192000"/>
              <a:gd name="connsiteY26" fmla="*/ 1092240 h 6858000"/>
              <a:gd name="connsiteX27" fmla="*/ 9935225 w 12192000"/>
              <a:gd name="connsiteY27" fmla="*/ 957208 h 6858000"/>
              <a:gd name="connsiteX28" fmla="*/ 9985470 w 12192000"/>
              <a:gd name="connsiteY28" fmla="*/ 775072 h 6858000"/>
              <a:gd name="connsiteX29" fmla="*/ 10013732 w 12192000"/>
              <a:gd name="connsiteY29" fmla="*/ 828457 h 6858000"/>
              <a:gd name="connsiteX30" fmla="*/ 10007452 w 12192000"/>
              <a:gd name="connsiteY30" fmla="*/ 875561 h 6858000"/>
              <a:gd name="connsiteX31" fmla="*/ 9944646 w 12192000"/>
              <a:gd name="connsiteY31" fmla="*/ 935226 h 6858000"/>
              <a:gd name="connsiteX32" fmla="*/ 9969768 w 12192000"/>
              <a:gd name="connsiteY32" fmla="*/ 954068 h 6858000"/>
              <a:gd name="connsiteX33" fmla="*/ 10045135 w 12192000"/>
              <a:gd name="connsiteY33" fmla="*/ 878701 h 6858000"/>
              <a:gd name="connsiteX34" fmla="*/ 10092239 w 12192000"/>
              <a:gd name="connsiteY34" fmla="*/ 844158 h 6858000"/>
              <a:gd name="connsiteX35" fmla="*/ 10092239 w 12192000"/>
              <a:gd name="connsiteY35" fmla="*/ 859859 h 6858000"/>
              <a:gd name="connsiteX36" fmla="*/ 10148764 w 12192000"/>
              <a:gd name="connsiteY36" fmla="*/ 938366 h 6858000"/>
              <a:gd name="connsiteX37" fmla="*/ 10208430 w 12192000"/>
              <a:gd name="connsiteY37" fmla="*/ 891262 h 6858000"/>
              <a:gd name="connsiteX38" fmla="*/ 10211570 w 12192000"/>
              <a:gd name="connsiteY38" fmla="*/ 935226 h 6858000"/>
              <a:gd name="connsiteX39" fmla="*/ 10098520 w 12192000"/>
              <a:gd name="connsiteY39" fmla="*/ 1057697 h 6858000"/>
              <a:gd name="connsiteX40" fmla="*/ 10158185 w 12192000"/>
              <a:gd name="connsiteY40" fmla="*/ 1120503 h 6858000"/>
              <a:gd name="connsiteX41" fmla="*/ 10252393 w 12192000"/>
              <a:gd name="connsiteY41" fmla="*/ 947787 h 6858000"/>
              <a:gd name="connsiteX42" fmla="*/ 10315199 w 12192000"/>
              <a:gd name="connsiteY42" fmla="*/ 919525 h 6858000"/>
              <a:gd name="connsiteX43" fmla="*/ 10381145 w 12192000"/>
              <a:gd name="connsiteY43" fmla="*/ 954068 h 6858000"/>
              <a:gd name="connsiteX44" fmla="*/ 10481634 w 12192000"/>
              <a:gd name="connsiteY44" fmla="*/ 884982 h 6858000"/>
              <a:gd name="connsiteX45" fmla="*/ 10513037 w 12192000"/>
              <a:gd name="connsiteY45" fmla="*/ 954068 h 6858000"/>
              <a:gd name="connsiteX46" fmla="*/ 10578983 w 12192000"/>
              <a:gd name="connsiteY46" fmla="*/ 778212 h 6858000"/>
              <a:gd name="connsiteX47" fmla="*/ 10632367 w 12192000"/>
              <a:gd name="connsiteY47" fmla="*/ 969769 h 6858000"/>
              <a:gd name="connsiteX48" fmla="*/ 10704594 w 12192000"/>
              <a:gd name="connsiteY48" fmla="*/ 800194 h 6858000"/>
              <a:gd name="connsiteX49" fmla="*/ 10767400 w 12192000"/>
              <a:gd name="connsiteY49" fmla="*/ 954068 h 6858000"/>
              <a:gd name="connsiteX50" fmla="*/ 10830205 w 12192000"/>
              <a:gd name="connsiteY50" fmla="*/ 866140 h 6858000"/>
              <a:gd name="connsiteX51" fmla="*/ 10893011 w 12192000"/>
              <a:gd name="connsiteY51" fmla="*/ 954068 h 6858000"/>
              <a:gd name="connsiteX52" fmla="*/ 10949536 w 12192000"/>
              <a:gd name="connsiteY52" fmla="*/ 900683 h 6858000"/>
              <a:gd name="connsiteX53" fmla="*/ 10980939 w 12192000"/>
              <a:gd name="connsiteY53" fmla="*/ 954068 h 6858000"/>
              <a:gd name="connsiteX54" fmla="*/ 11059446 w 12192000"/>
              <a:gd name="connsiteY54" fmla="*/ 778212 h 6858000"/>
              <a:gd name="connsiteX55" fmla="*/ 11144233 w 12192000"/>
              <a:gd name="connsiteY55" fmla="*/ 954068 h 6858000"/>
              <a:gd name="connsiteX56" fmla="*/ 11197618 w 12192000"/>
              <a:gd name="connsiteY56" fmla="*/ 894402 h 6858000"/>
              <a:gd name="connsiteX57" fmla="*/ 11244722 w 12192000"/>
              <a:gd name="connsiteY57" fmla="*/ 954068 h 6858000"/>
              <a:gd name="connsiteX58" fmla="*/ 11272985 w 12192000"/>
              <a:gd name="connsiteY58" fmla="*/ 938366 h 6858000"/>
              <a:gd name="connsiteX59" fmla="*/ 11225881 w 12192000"/>
              <a:gd name="connsiteY59" fmla="*/ 784493 h 6858000"/>
              <a:gd name="connsiteX60" fmla="*/ 11207039 w 12192000"/>
              <a:gd name="connsiteY60" fmla="*/ 740529 h 6858000"/>
              <a:gd name="connsiteX61" fmla="*/ 11188197 w 12192000"/>
              <a:gd name="connsiteY61" fmla="*/ 743669 h 6858000"/>
              <a:gd name="connsiteX62" fmla="*/ 11147374 w 12192000"/>
              <a:gd name="connsiteY62" fmla="*/ 913244 h 6858000"/>
              <a:gd name="connsiteX63" fmla="*/ 11062586 w 12192000"/>
              <a:gd name="connsiteY63" fmla="*/ 721687 h 6858000"/>
              <a:gd name="connsiteX64" fmla="*/ 10984079 w 12192000"/>
              <a:gd name="connsiteY64" fmla="*/ 875561 h 6858000"/>
              <a:gd name="connsiteX65" fmla="*/ 10977798 w 12192000"/>
              <a:gd name="connsiteY65" fmla="*/ 803334 h 6858000"/>
              <a:gd name="connsiteX66" fmla="*/ 10980939 w 12192000"/>
              <a:gd name="connsiteY66" fmla="*/ 765651 h 6858000"/>
              <a:gd name="connsiteX67" fmla="*/ 10943255 w 12192000"/>
              <a:gd name="connsiteY67" fmla="*/ 740529 h 6858000"/>
              <a:gd name="connsiteX68" fmla="*/ 10896151 w 12192000"/>
              <a:gd name="connsiteY68" fmla="*/ 916384 h 6858000"/>
              <a:gd name="connsiteX69" fmla="*/ 10858468 w 12192000"/>
              <a:gd name="connsiteY69" fmla="*/ 790773 h 6858000"/>
              <a:gd name="connsiteX70" fmla="*/ 10820784 w 12192000"/>
              <a:gd name="connsiteY70" fmla="*/ 740529 h 6858000"/>
              <a:gd name="connsiteX71" fmla="*/ 10773680 w 12192000"/>
              <a:gd name="connsiteY71" fmla="*/ 906964 h 6858000"/>
              <a:gd name="connsiteX72" fmla="*/ 10707734 w 12192000"/>
              <a:gd name="connsiteY72" fmla="*/ 740529 h 6858000"/>
              <a:gd name="connsiteX73" fmla="*/ 10638648 w 12192000"/>
              <a:gd name="connsiteY73" fmla="*/ 897543 h 6858000"/>
              <a:gd name="connsiteX74" fmla="*/ 10578983 w 12192000"/>
              <a:gd name="connsiteY74" fmla="*/ 721687 h 6858000"/>
              <a:gd name="connsiteX75" fmla="*/ 10516177 w 12192000"/>
              <a:gd name="connsiteY75" fmla="*/ 847298 h 6858000"/>
              <a:gd name="connsiteX76" fmla="*/ 10509897 w 12192000"/>
              <a:gd name="connsiteY76" fmla="*/ 847298 h 6858000"/>
              <a:gd name="connsiteX77" fmla="*/ 10509897 w 12192000"/>
              <a:gd name="connsiteY77" fmla="*/ 809615 h 6858000"/>
              <a:gd name="connsiteX78" fmla="*/ 10475353 w 12192000"/>
              <a:gd name="connsiteY78" fmla="*/ 737388 h 6858000"/>
              <a:gd name="connsiteX79" fmla="*/ 10387426 w 12192000"/>
              <a:gd name="connsiteY79" fmla="*/ 919525 h 6858000"/>
              <a:gd name="connsiteX80" fmla="*/ 10349742 w 12192000"/>
              <a:gd name="connsiteY80" fmla="*/ 903823 h 6858000"/>
              <a:gd name="connsiteX81" fmla="*/ 10425109 w 12192000"/>
              <a:gd name="connsiteY81" fmla="*/ 800194 h 6858000"/>
              <a:gd name="connsiteX82" fmla="*/ 10365444 w 12192000"/>
              <a:gd name="connsiteY82" fmla="*/ 740529 h 6858000"/>
              <a:gd name="connsiteX83" fmla="*/ 10286937 w 12192000"/>
              <a:gd name="connsiteY83" fmla="*/ 837877 h 6858000"/>
              <a:gd name="connsiteX84" fmla="*/ 10299498 w 12192000"/>
              <a:gd name="connsiteY84" fmla="*/ 900683 h 6858000"/>
              <a:gd name="connsiteX85" fmla="*/ 10249253 w 12192000"/>
              <a:gd name="connsiteY85" fmla="*/ 922665 h 6858000"/>
              <a:gd name="connsiteX86" fmla="*/ 10239832 w 12192000"/>
              <a:gd name="connsiteY86" fmla="*/ 784493 h 6858000"/>
              <a:gd name="connsiteX87" fmla="*/ 10202149 w 12192000"/>
              <a:gd name="connsiteY87" fmla="*/ 815895 h 6858000"/>
              <a:gd name="connsiteX88" fmla="*/ 10155045 w 12192000"/>
              <a:gd name="connsiteY88" fmla="*/ 897543 h 6858000"/>
              <a:gd name="connsiteX89" fmla="*/ 10133063 w 12192000"/>
              <a:gd name="connsiteY89" fmla="*/ 863000 h 6858000"/>
              <a:gd name="connsiteX90" fmla="*/ 10236692 w 12192000"/>
              <a:gd name="connsiteY90" fmla="*/ 762511 h 6858000"/>
              <a:gd name="connsiteX91" fmla="*/ 10202149 w 12192000"/>
              <a:gd name="connsiteY91" fmla="*/ 727968 h 6858000"/>
              <a:gd name="connsiteX92" fmla="*/ 10107941 w 12192000"/>
              <a:gd name="connsiteY92" fmla="*/ 784493 h 6858000"/>
              <a:gd name="connsiteX93" fmla="*/ 10051415 w 12192000"/>
              <a:gd name="connsiteY93" fmla="*/ 841018 h 6858000"/>
              <a:gd name="connsiteX94" fmla="*/ 10051415 w 12192000"/>
              <a:gd name="connsiteY94" fmla="*/ 825316 h 6858000"/>
              <a:gd name="connsiteX95" fmla="*/ 9985470 w 12192000"/>
              <a:gd name="connsiteY95" fmla="*/ 734248 h 6858000"/>
              <a:gd name="connsiteX96" fmla="*/ 9932085 w 12192000"/>
              <a:gd name="connsiteY96" fmla="*/ 775072 h 6858000"/>
              <a:gd name="connsiteX97" fmla="*/ 9910103 w 12192000"/>
              <a:gd name="connsiteY97" fmla="*/ 740529 h 6858000"/>
              <a:gd name="connsiteX98" fmla="*/ 9884981 w 12192000"/>
              <a:gd name="connsiteY98" fmla="*/ 746809 h 6858000"/>
              <a:gd name="connsiteX99" fmla="*/ 9891261 w 12192000"/>
              <a:gd name="connsiteY99" fmla="*/ 812755 h 6858000"/>
              <a:gd name="connsiteX100" fmla="*/ 9850437 w 12192000"/>
              <a:gd name="connsiteY100" fmla="*/ 922665 h 6858000"/>
              <a:gd name="connsiteX101" fmla="*/ 9822175 w 12192000"/>
              <a:gd name="connsiteY101" fmla="*/ 800194 h 6858000"/>
              <a:gd name="connsiteX102" fmla="*/ 9809614 w 12192000"/>
              <a:gd name="connsiteY102" fmla="*/ 797054 h 6858000"/>
              <a:gd name="connsiteX103" fmla="*/ 9781351 w 12192000"/>
              <a:gd name="connsiteY103" fmla="*/ 853579 h 6858000"/>
              <a:gd name="connsiteX104" fmla="*/ 9734247 w 12192000"/>
              <a:gd name="connsiteY104" fmla="*/ 919525 h 6858000"/>
              <a:gd name="connsiteX105" fmla="*/ 9709125 w 12192000"/>
              <a:gd name="connsiteY105" fmla="*/ 878701 h 6858000"/>
              <a:gd name="connsiteX106" fmla="*/ 9819035 w 12192000"/>
              <a:gd name="connsiteY106" fmla="*/ 778212 h 6858000"/>
              <a:gd name="connsiteX107" fmla="*/ 9784492 w 12192000"/>
              <a:gd name="connsiteY107" fmla="*/ 740529 h 6858000"/>
              <a:gd name="connsiteX108" fmla="*/ 9674582 w 12192000"/>
              <a:gd name="connsiteY108" fmla="*/ 825316 h 6858000"/>
              <a:gd name="connsiteX109" fmla="*/ 9555251 w 12192000"/>
              <a:gd name="connsiteY109" fmla="*/ 925805 h 6858000"/>
              <a:gd name="connsiteX110" fmla="*/ 9473604 w 12192000"/>
              <a:gd name="connsiteY110" fmla="*/ 800194 h 6858000"/>
              <a:gd name="connsiteX111" fmla="*/ 9567812 w 12192000"/>
              <a:gd name="connsiteY111" fmla="*/ 655741 h 6858000"/>
              <a:gd name="connsiteX112" fmla="*/ 9608636 w 12192000"/>
              <a:gd name="connsiteY112" fmla="*/ 721687 h 6858000"/>
              <a:gd name="connsiteX113" fmla="*/ 9655740 w 12192000"/>
              <a:gd name="connsiteY113" fmla="*/ 687144 h 6858000"/>
              <a:gd name="connsiteX114" fmla="*/ 9570952 w 12192000"/>
              <a:gd name="connsiteY114" fmla="*/ 621198 h 6858000"/>
              <a:gd name="connsiteX115" fmla="*/ 11503938 w 12192000"/>
              <a:gd name="connsiteY115" fmla="*/ 612538 h 6858000"/>
              <a:gd name="connsiteX116" fmla="*/ 11291551 w 12192000"/>
              <a:gd name="connsiteY116" fmla="*/ 832051 h 6858000"/>
              <a:gd name="connsiteX117" fmla="*/ 11365123 w 12192000"/>
              <a:gd name="connsiteY117" fmla="*/ 940418 h 6858000"/>
              <a:gd name="connsiteX118" fmla="*/ 11440083 w 12192000"/>
              <a:gd name="connsiteY118" fmla="*/ 941808 h 6858000"/>
              <a:gd name="connsiteX119" fmla="*/ 11444304 w 12192000"/>
              <a:gd name="connsiteY119" fmla="*/ 939708 h 6858000"/>
              <a:gd name="connsiteX120" fmla="*/ 11445324 w 12192000"/>
              <a:gd name="connsiteY120" fmla="*/ 939542 h 6858000"/>
              <a:gd name="connsiteX121" fmla="*/ 11475268 w 12192000"/>
              <a:gd name="connsiteY121" fmla="*/ 924644 h 6858000"/>
              <a:gd name="connsiteX122" fmla="*/ 11494474 w 12192000"/>
              <a:gd name="connsiteY122" fmla="*/ 907542 h 6858000"/>
              <a:gd name="connsiteX123" fmla="*/ 11488753 w 12192000"/>
              <a:gd name="connsiteY123" fmla="*/ 926162 h 6858000"/>
              <a:gd name="connsiteX124" fmla="*/ 11464846 w 12192000"/>
              <a:gd name="connsiteY124" fmla="*/ 951842 h 6858000"/>
              <a:gd name="connsiteX125" fmla="*/ 11432834 w 12192000"/>
              <a:gd name="connsiteY125" fmla="*/ 964214 h 6858000"/>
              <a:gd name="connsiteX126" fmla="*/ 11433416 w 12192000"/>
              <a:gd name="connsiteY126" fmla="*/ 964508 h 6858000"/>
              <a:gd name="connsiteX127" fmla="*/ 11427416 w 12192000"/>
              <a:gd name="connsiteY127" fmla="*/ 966826 h 6858000"/>
              <a:gd name="connsiteX128" fmla="*/ 11478812 w 12192000"/>
              <a:gd name="connsiteY128" fmla="*/ 980728 h 6858000"/>
              <a:gd name="connsiteX129" fmla="*/ 11601049 w 12192000"/>
              <a:gd name="connsiteY129" fmla="*/ 940412 h 6858000"/>
              <a:gd name="connsiteX130" fmla="*/ 11600229 w 12192000"/>
              <a:gd name="connsiteY130" fmla="*/ 940299 h 6858000"/>
              <a:gd name="connsiteX131" fmla="*/ 11604054 w 12192000"/>
              <a:gd name="connsiteY131" fmla="*/ 938167 h 6858000"/>
              <a:gd name="connsiteX132" fmla="*/ 11561078 w 12192000"/>
              <a:gd name="connsiteY132" fmla="*/ 923772 h 6858000"/>
              <a:gd name="connsiteX133" fmla="*/ 11546930 w 12192000"/>
              <a:gd name="connsiteY133" fmla="*/ 891807 h 6858000"/>
              <a:gd name="connsiteX134" fmla="*/ 11567885 w 12192000"/>
              <a:gd name="connsiteY134" fmla="*/ 908611 h 6858000"/>
              <a:gd name="connsiteX135" fmla="*/ 11601049 w 12192000"/>
              <a:gd name="connsiteY135" fmla="*/ 915389 h 6858000"/>
              <a:gd name="connsiteX136" fmla="*/ 11650104 w 12192000"/>
              <a:gd name="connsiteY136" fmla="*/ 900067 h 6858000"/>
              <a:gd name="connsiteX137" fmla="*/ 11650828 w 12192000"/>
              <a:gd name="connsiteY137" fmla="*/ 899169 h 6858000"/>
              <a:gd name="connsiteX138" fmla="*/ 11652427 w 12192000"/>
              <a:gd name="connsiteY138" fmla="*/ 898382 h 6858000"/>
              <a:gd name="connsiteX139" fmla="*/ 11683608 w 12192000"/>
              <a:gd name="connsiteY139" fmla="*/ 859705 h 6858000"/>
              <a:gd name="connsiteX140" fmla="*/ 11690343 w 12192000"/>
              <a:gd name="connsiteY140" fmla="*/ 825792 h 6858000"/>
              <a:gd name="connsiteX141" fmla="*/ 11690350 w 12192000"/>
              <a:gd name="connsiteY141" fmla="*/ 825831 h 6858000"/>
              <a:gd name="connsiteX142" fmla="*/ 11690350 w 12192000"/>
              <a:gd name="connsiteY142" fmla="*/ 825754 h 6858000"/>
              <a:gd name="connsiteX143" fmla="*/ 11690350 w 12192000"/>
              <a:gd name="connsiteY143" fmla="*/ 823091 h 6858000"/>
              <a:gd name="connsiteX144" fmla="*/ 11623276 w 12192000"/>
              <a:gd name="connsiteY144" fmla="*/ 684719 h 6858000"/>
              <a:gd name="connsiteX145" fmla="*/ 11573655 w 12192000"/>
              <a:gd name="connsiteY145" fmla="*/ 647215 h 6858000"/>
              <a:gd name="connsiteX146" fmla="*/ 11570681 w 12192000"/>
              <a:gd name="connsiteY146" fmla="*/ 645708 h 6858000"/>
              <a:gd name="connsiteX147" fmla="*/ 11570221 w 12192000"/>
              <a:gd name="connsiteY147" fmla="*/ 645361 h 6858000"/>
              <a:gd name="connsiteX148" fmla="*/ 11513655 w 12192000"/>
              <a:gd name="connsiteY148" fmla="*/ 616706 h 6858000"/>
              <a:gd name="connsiteX149" fmla="*/ 11503938 w 12192000"/>
              <a:gd name="connsiteY149" fmla="*/ 612538 h 6858000"/>
              <a:gd name="connsiteX150" fmla="*/ 0 w 12192000"/>
              <a:gd name="connsiteY150" fmla="*/ 0 h 6858000"/>
              <a:gd name="connsiteX151" fmla="*/ 12192000 w 12192000"/>
              <a:gd name="connsiteY151" fmla="*/ 0 h 6858000"/>
              <a:gd name="connsiteX152" fmla="*/ 12192000 w 12192000"/>
              <a:gd name="connsiteY152" fmla="*/ 6858000 h 6858000"/>
              <a:gd name="connsiteX153" fmla="*/ 0 w 12192000"/>
              <a:gd name="connsiteY15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Lst>
            <a:rect l="l" t="t" r="r" b="b"/>
            <a:pathLst>
              <a:path w="12192000" h="6858000">
                <a:moveTo>
                  <a:pt x="10205289" y="966629"/>
                </a:moveTo>
                <a:cubicBezTo>
                  <a:pt x="10205289" y="1067118"/>
                  <a:pt x="10180167" y="1089100"/>
                  <a:pt x="10155045" y="1089100"/>
                </a:cubicBezTo>
                <a:cubicBezTo>
                  <a:pt x="10139343" y="1089100"/>
                  <a:pt x="10129923" y="1073399"/>
                  <a:pt x="10129923" y="1057697"/>
                </a:cubicBezTo>
                <a:cubicBezTo>
                  <a:pt x="10129923" y="1013733"/>
                  <a:pt x="10164466" y="988611"/>
                  <a:pt x="10205289" y="966629"/>
                </a:cubicBezTo>
                <a:close/>
                <a:moveTo>
                  <a:pt x="10359163" y="768791"/>
                </a:moveTo>
                <a:cubicBezTo>
                  <a:pt x="10374864" y="768791"/>
                  <a:pt x="10384285" y="781352"/>
                  <a:pt x="10381145" y="803334"/>
                </a:cubicBezTo>
                <a:cubicBezTo>
                  <a:pt x="10378005" y="828457"/>
                  <a:pt x="10362303" y="853579"/>
                  <a:pt x="10330900" y="875561"/>
                </a:cubicBezTo>
                <a:cubicBezTo>
                  <a:pt x="10318339" y="828457"/>
                  <a:pt x="10327760" y="768791"/>
                  <a:pt x="10359163" y="768791"/>
                </a:cubicBezTo>
                <a:close/>
                <a:moveTo>
                  <a:pt x="11203898" y="658881"/>
                </a:moveTo>
                <a:cubicBezTo>
                  <a:pt x="11191337" y="658881"/>
                  <a:pt x="11178776" y="671442"/>
                  <a:pt x="11178776" y="684003"/>
                </a:cubicBezTo>
                <a:cubicBezTo>
                  <a:pt x="11181916" y="696564"/>
                  <a:pt x="11191337" y="709126"/>
                  <a:pt x="11203898" y="709126"/>
                </a:cubicBezTo>
                <a:cubicBezTo>
                  <a:pt x="11216459" y="709126"/>
                  <a:pt x="11229020" y="696564"/>
                  <a:pt x="11229020" y="684003"/>
                </a:cubicBezTo>
                <a:cubicBezTo>
                  <a:pt x="11229020" y="668302"/>
                  <a:pt x="11219600" y="658881"/>
                  <a:pt x="11203898" y="658881"/>
                </a:cubicBezTo>
                <a:close/>
                <a:moveTo>
                  <a:pt x="10842765" y="646320"/>
                </a:moveTo>
                <a:cubicBezTo>
                  <a:pt x="10827064" y="646320"/>
                  <a:pt x="10817643" y="658881"/>
                  <a:pt x="10817643" y="674583"/>
                </a:cubicBezTo>
                <a:cubicBezTo>
                  <a:pt x="10817643" y="690284"/>
                  <a:pt x="10830204" y="702845"/>
                  <a:pt x="10842765" y="699705"/>
                </a:cubicBezTo>
                <a:cubicBezTo>
                  <a:pt x="10858467" y="699705"/>
                  <a:pt x="10867887" y="687144"/>
                  <a:pt x="10867887" y="671442"/>
                </a:cubicBezTo>
                <a:cubicBezTo>
                  <a:pt x="10867887" y="655741"/>
                  <a:pt x="10858467" y="646320"/>
                  <a:pt x="10842765" y="646320"/>
                </a:cubicBezTo>
                <a:close/>
                <a:moveTo>
                  <a:pt x="9570952" y="621198"/>
                </a:moveTo>
                <a:cubicBezTo>
                  <a:pt x="9492445" y="621198"/>
                  <a:pt x="9420219" y="702845"/>
                  <a:pt x="9420219" y="806475"/>
                </a:cubicBezTo>
                <a:cubicBezTo>
                  <a:pt x="9420219" y="906964"/>
                  <a:pt x="9470463" y="969769"/>
                  <a:pt x="9545830" y="969769"/>
                </a:cubicBezTo>
                <a:cubicBezTo>
                  <a:pt x="9592934" y="969769"/>
                  <a:pt x="9636898" y="944647"/>
                  <a:pt x="9665161" y="894402"/>
                </a:cubicBezTo>
                <a:cubicBezTo>
                  <a:pt x="9671441" y="935226"/>
                  <a:pt x="9702844" y="954068"/>
                  <a:pt x="9724826" y="954068"/>
                </a:cubicBezTo>
                <a:cubicBezTo>
                  <a:pt x="9759369" y="954068"/>
                  <a:pt x="9784492" y="932086"/>
                  <a:pt x="9797053" y="900683"/>
                </a:cubicBezTo>
                <a:cubicBezTo>
                  <a:pt x="9803333" y="932086"/>
                  <a:pt x="9822175" y="954068"/>
                  <a:pt x="9847297" y="954068"/>
                </a:cubicBezTo>
                <a:cubicBezTo>
                  <a:pt x="9866139" y="954068"/>
                  <a:pt x="9881840" y="944647"/>
                  <a:pt x="9894401" y="928946"/>
                </a:cubicBezTo>
                <a:cubicBezTo>
                  <a:pt x="9891261" y="1035715"/>
                  <a:pt x="9884981" y="1104801"/>
                  <a:pt x="9947786" y="1092240"/>
                </a:cubicBezTo>
                <a:cubicBezTo>
                  <a:pt x="9938365" y="1060837"/>
                  <a:pt x="9935225" y="1007453"/>
                  <a:pt x="9935225" y="957208"/>
                </a:cubicBezTo>
                <a:cubicBezTo>
                  <a:pt x="9935225" y="822176"/>
                  <a:pt x="9957207" y="775072"/>
                  <a:pt x="9985470" y="775072"/>
                </a:cubicBezTo>
                <a:cubicBezTo>
                  <a:pt x="10007452" y="775072"/>
                  <a:pt x="10013732" y="800194"/>
                  <a:pt x="10013732" y="828457"/>
                </a:cubicBezTo>
                <a:cubicBezTo>
                  <a:pt x="10013732" y="844158"/>
                  <a:pt x="10013732" y="859859"/>
                  <a:pt x="10007452" y="875561"/>
                </a:cubicBezTo>
                <a:cubicBezTo>
                  <a:pt x="9972908" y="897543"/>
                  <a:pt x="9944646" y="913244"/>
                  <a:pt x="9944646" y="935226"/>
                </a:cubicBezTo>
                <a:cubicBezTo>
                  <a:pt x="9944646" y="954068"/>
                  <a:pt x="9957207" y="954068"/>
                  <a:pt x="9969768" y="954068"/>
                </a:cubicBezTo>
                <a:cubicBezTo>
                  <a:pt x="9994890" y="954068"/>
                  <a:pt x="10029433" y="928946"/>
                  <a:pt x="10045135" y="878701"/>
                </a:cubicBezTo>
                <a:cubicBezTo>
                  <a:pt x="10060836" y="869280"/>
                  <a:pt x="10076538" y="859859"/>
                  <a:pt x="10092239" y="844158"/>
                </a:cubicBezTo>
                <a:cubicBezTo>
                  <a:pt x="10092239" y="850439"/>
                  <a:pt x="10092239" y="853579"/>
                  <a:pt x="10092239" y="859859"/>
                </a:cubicBezTo>
                <a:cubicBezTo>
                  <a:pt x="10092239" y="910104"/>
                  <a:pt x="10114221" y="938366"/>
                  <a:pt x="10148764" y="938366"/>
                </a:cubicBezTo>
                <a:cubicBezTo>
                  <a:pt x="10177027" y="938366"/>
                  <a:pt x="10195868" y="919525"/>
                  <a:pt x="10208430" y="891262"/>
                </a:cubicBezTo>
                <a:cubicBezTo>
                  <a:pt x="10208430" y="906964"/>
                  <a:pt x="10208430" y="922665"/>
                  <a:pt x="10211570" y="935226"/>
                </a:cubicBezTo>
                <a:cubicBezTo>
                  <a:pt x="10158185" y="960348"/>
                  <a:pt x="10098520" y="985471"/>
                  <a:pt x="10098520" y="1057697"/>
                </a:cubicBezTo>
                <a:cubicBezTo>
                  <a:pt x="10098520" y="1095380"/>
                  <a:pt x="10123642" y="1120503"/>
                  <a:pt x="10158185" y="1120503"/>
                </a:cubicBezTo>
                <a:cubicBezTo>
                  <a:pt x="10233552" y="1120503"/>
                  <a:pt x="10252393" y="1041996"/>
                  <a:pt x="10252393" y="947787"/>
                </a:cubicBezTo>
                <a:cubicBezTo>
                  <a:pt x="10277516" y="938366"/>
                  <a:pt x="10296357" y="928946"/>
                  <a:pt x="10315199" y="919525"/>
                </a:cubicBezTo>
                <a:cubicBezTo>
                  <a:pt x="10334041" y="941507"/>
                  <a:pt x="10359163" y="954068"/>
                  <a:pt x="10381145" y="954068"/>
                </a:cubicBezTo>
                <a:cubicBezTo>
                  <a:pt x="10425109" y="954068"/>
                  <a:pt x="10456512" y="932086"/>
                  <a:pt x="10481634" y="884982"/>
                </a:cubicBezTo>
                <a:cubicBezTo>
                  <a:pt x="10484774" y="919525"/>
                  <a:pt x="10494195" y="954068"/>
                  <a:pt x="10513037" y="954068"/>
                </a:cubicBezTo>
                <a:cubicBezTo>
                  <a:pt x="10547580" y="954068"/>
                  <a:pt x="10553860" y="778212"/>
                  <a:pt x="10578983" y="778212"/>
                </a:cubicBezTo>
                <a:cubicBezTo>
                  <a:pt x="10597824" y="778212"/>
                  <a:pt x="10582123" y="969769"/>
                  <a:pt x="10632367" y="969769"/>
                </a:cubicBezTo>
                <a:cubicBezTo>
                  <a:pt x="10676331" y="969769"/>
                  <a:pt x="10685752" y="800194"/>
                  <a:pt x="10704594" y="800194"/>
                </a:cubicBezTo>
                <a:cubicBezTo>
                  <a:pt x="10720295" y="800194"/>
                  <a:pt x="10720295" y="954068"/>
                  <a:pt x="10767400" y="954068"/>
                </a:cubicBezTo>
                <a:cubicBezTo>
                  <a:pt x="10789381" y="954068"/>
                  <a:pt x="10817644" y="925805"/>
                  <a:pt x="10830205" y="866140"/>
                </a:cubicBezTo>
                <a:cubicBezTo>
                  <a:pt x="10836486" y="903823"/>
                  <a:pt x="10855327" y="954068"/>
                  <a:pt x="10893011" y="954068"/>
                </a:cubicBezTo>
                <a:cubicBezTo>
                  <a:pt x="10914993" y="954068"/>
                  <a:pt x="10933834" y="932086"/>
                  <a:pt x="10949536" y="900683"/>
                </a:cubicBezTo>
                <a:cubicBezTo>
                  <a:pt x="10952676" y="932086"/>
                  <a:pt x="10962097" y="954068"/>
                  <a:pt x="10980939" y="954068"/>
                </a:cubicBezTo>
                <a:cubicBezTo>
                  <a:pt x="11024903" y="954068"/>
                  <a:pt x="11024903" y="778212"/>
                  <a:pt x="11059446" y="778212"/>
                </a:cubicBezTo>
                <a:cubicBezTo>
                  <a:pt x="11087708" y="778212"/>
                  <a:pt x="11078287" y="954068"/>
                  <a:pt x="11144233" y="954068"/>
                </a:cubicBezTo>
                <a:cubicBezTo>
                  <a:pt x="11175636" y="954068"/>
                  <a:pt x="11191337" y="928946"/>
                  <a:pt x="11197618" y="894402"/>
                </a:cubicBezTo>
                <a:cubicBezTo>
                  <a:pt x="11210179" y="944647"/>
                  <a:pt x="11229021" y="954068"/>
                  <a:pt x="11244722" y="954068"/>
                </a:cubicBezTo>
                <a:cubicBezTo>
                  <a:pt x="11254143" y="954068"/>
                  <a:pt x="11263564" y="950928"/>
                  <a:pt x="11272985" y="938366"/>
                </a:cubicBezTo>
                <a:cubicBezTo>
                  <a:pt x="11219600" y="916384"/>
                  <a:pt x="11225881" y="837877"/>
                  <a:pt x="11225881" y="784493"/>
                </a:cubicBezTo>
                <a:cubicBezTo>
                  <a:pt x="11225881" y="759370"/>
                  <a:pt x="11222740" y="740529"/>
                  <a:pt x="11207039" y="740529"/>
                </a:cubicBezTo>
                <a:cubicBezTo>
                  <a:pt x="11197618" y="740529"/>
                  <a:pt x="11194478" y="740529"/>
                  <a:pt x="11188197" y="743669"/>
                </a:cubicBezTo>
                <a:cubicBezTo>
                  <a:pt x="11194478" y="834737"/>
                  <a:pt x="11172496" y="913244"/>
                  <a:pt x="11147374" y="913244"/>
                </a:cubicBezTo>
                <a:cubicBezTo>
                  <a:pt x="11115971" y="913244"/>
                  <a:pt x="11131672" y="721687"/>
                  <a:pt x="11062586" y="721687"/>
                </a:cubicBezTo>
                <a:cubicBezTo>
                  <a:pt x="10999780" y="721687"/>
                  <a:pt x="10990359" y="875561"/>
                  <a:pt x="10984079" y="875561"/>
                </a:cubicBezTo>
                <a:cubicBezTo>
                  <a:pt x="10977798" y="875561"/>
                  <a:pt x="10977798" y="834737"/>
                  <a:pt x="10977798" y="803334"/>
                </a:cubicBezTo>
                <a:cubicBezTo>
                  <a:pt x="10980939" y="787633"/>
                  <a:pt x="10980939" y="775072"/>
                  <a:pt x="10980939" y="765651"/>
                </a:cubicBezTo>
                <a:cubicBezTo>
                  <a:pt x="10980939" y="749950"/>
                  <a:pt x="10974658" y="727968"/>
                  <a:pt x="10943255" y="740529"/>
                </a:cubicBezTo>
                <a:cubicBezTo>
                  <a:pt x="10943255" y="850439"/>
                  <a:pt x="10921273" y="916384"/>
                  <a:pt x="10896151" y="916384"/>
                </a:cubicBezTo>
                <a:cubicBezTo>
                  <a:pt x="10858468" y="916384"/>
                  <a:pt x="10858468" y="815895"/>
                  <a:pt x="10858468" y="790773"/>
                </a:cubicBezTo>
                <a:cubicBezTo>
                  <a:pt x="10858468" y="762511"/>
                  <a:pt x="10861608" y="727968"/>
                  <a:pt x="10820784" y="740529"/>
                </a:cubicBezTo>
                <a:cubicBezTo>
                  <a:pt x="10814504" y="834737"/>
                  <a:pt x="10789381" y="906964"/>
                  <a:pt x="10773680" y="906964"/>
                </a:cubicBezTo>
                <a:cubicBezTo>
                  <a:pt x="10754838" y="906964"/>
                  <a:pt x="10757979" y="740529"/>
                  <a:pt x="10707734" y="740529"/>
                </a:cubicBezTo>
                <a:cubicBezTo>
                  <a:pt x="10660630" y="740529"/>
                  <a:pt x="10648069" y="897543"/>
                  <a:pt x="10638648" y="897543"/>
                </a:cubicBezTo>
                <a:cubicBezTo>
                  <a:pt x="10622947" y="897543"/>
                  <a:pt x="10644929" y="721687"/>
                  <a:pt x="10578983" y="721687"/>
                </a:cubicBezTo>
                <a:cubicBezTo>
                  <a:pt x="10544440" y="721687"/>
                  <a:pt x="10531879" y="781352"/>
                  <a:pt x="10516177" y="847298"/>
                </a:cubicBezTo>
                <a:cubicBezTo>
                  <a:pt x="10513037" y="859859"/>
                  <a:pt x="10509897" y="859859"/>
                  <a:pt x="10509897" y="847298"/>
                </a:cubicBezTo>
                <a:cubicBezTo>
                  <a:pt x="10509897" y="834737"/>
                  <a:pt x="10509897" y="822176"/>
                  <a:pt x="10509897" y="809615"/>
                </a:cubicBezTo>
                <a:cubicBezTo>
                  <a:pt x="10525598" y="743669"/>
                  <a:pt x="10506756" y="718547"/>
                  <a:pt x="10475353" y="737388"/>
                </a:cubicBezTo>
                <a:cubicBezTo>
                  <a:pt x="10484774" y="859859"/>
                  <a:pt x="10428249" y="919525"/>
                  <a:pt x="10387426" y="919525"/>
                </a:cubicBezTo>
                <a:cubicBezTo>
                  <a:pt x="10371724" y="919525"/>
                  <a:pt x="10359163" y="913244"/>
                  <a:pt x="10349742" y="903823"/>
                </a:cubicBezTo>
                <a:cubicBezTo>
                  <a:pt x="10399987" y="872421"/>
                  <a:pt x="10425109" y="834737"/>
                  <a:pt x="10425109" y="800194"/>
                </a:cubicBezTo>
                <a:cubicBezTo>
                  <a:pt x="10425109" y="762511"/>
                  <a:pt x="10403127" y="740529"/>
                  <a:pt x="10365444" y="740529"/>
                </a:cubicBezTo>
                <a:cubicBezTo>
                  <a:pt x="10315199" y="740529"/>
                  <a:pt x="10286937" y="793913"/>
                  <a:pt x="10286937" y="837877"/>
                </a:cubicBezTo>
                <a:cubicBezTo>
                  <a:pt x="10286937" y="863000"/>
                  <a:pt x="10290077" y="881841"/>
                  <a:pt x="10299498" y="900683"/>
                </a:cubicBezTo>
                <a:cubicBezTo>
                  <a:pt x="10280656" y="910104"/>
                  <a:pt x="10264955" y="916384"/>
                  <a:pt x="10249253" y="922665"/>
                </a:cubicBezTo>
                <a:cubicBezTo>
                  <a:pt x="10249253" y="875561"/>
                  <a:pt x="10242973" y="828457"/>
                  <a:pt x="10239832" y="784493"/>
                </a:cubicBezTo>
                <a:cubicBezTo>
                  <a:pt x="10211570" y="778212"/>
                  <a:pt x="10205289" y="790773"/>
                  <a:pt x="10202149" y="815895"/>
                </a:cubicBezTo>
                <a:cubicBezTo>
                  <a:pt x="10192728" y="863000"/>
                  <a:pt x="10173886" y="897543"/>
                  <a:pt x="10155045" y="897543"/>
                </a:cubicBezTo>
                <a:cubicBezTo>
                  <a:pt x="10142484" y="897543"/>
                  <a:pt x="10133063" y="881841"/>
                  <a:pt x="10133063" y="863000"/>
                </a:cubicBezTo>
                <a:cubicBezTo>
                  <a:pt x="10126782" y="775072"/>
                  <a:pt x="10199009" y="749950"/>
                  <a:pt x="10236692" y="762511"/>
                </a:cubicBezTo>
                <a:cubicBezTo>
                  <a:pt x="10242973" y="743669"/>
                  <a:pt x="10236692" y="727968"/>
                  <a:pt x="10202149" y="727968"/>
                </a:cubicBezTo>
                <a:cubicBezTo>
                  <a:pt x="10161325" y="727968"/>
                  <a:pt x="10129923" y="753090"/>
                  <a:pt x="10107941" y="784493"/>
                </a:cubicBezTo>
                <a:cubicBezTo>
                  <a:pt x="10092239" y="806475"/>
                  <a:pt x="10076538" y="822176"/>
                  <a:pt x="10051415" y="841018"/>
                </a:cubicBezTo>
                <a:cubicBezTo>
                  <a:pt x="10051415" y="834737"/>
                  <a:pt x="10051415" y="831597"/>
                  <a:pt x="10051415" y="825316"/>
                </a:cubicBezTo>
                <a:cubicBezTo>
                  <a:pt x="10051415" y="762511"/>
                  <a:pt x="10016872" y="734248"/>
                  <a:pt x="9985470" y="734248"/>
                </a:cubicBezTo>
                <a:cubicBezTo>
                  <a:pt x="9957207" y="734248"/>
                  <a:pt x="9941506" y="749950"/>
                  <a:pt x="9932085" y="775072"/>
                </a:cubicBezTo>
                <a:cubicBezTo>
                  <a:pt x="9928945" y="753090"/>
                  <a:pt x="9925804" y="740529"/>
                  <a:pt x="9910103" y="740529"/>
                </a:cubicBezTo>
                <a:cubicBezTo>
                  <a:pt x="9903822" y="740529"/>
                  <a:pt x="9894401" y="743669"/>
                  <a:pt x="9884981" y="746809"/>
                </a:cubicBezTo>
                <a:cubicBezTo>
                  <a:pt x="9888121" y="759370"/>
                  <a:pt x="9891261" y="790773"/>
                  <a:pt x="9891261" y="812755"/>
                </a:cubicBezTo>
                <a:cubicBezTo>
                  <a:pt x="9891261" y="888122"/>
                  <a:pt x="9869279" y="922665"/>
                  <a:pt x="9850437" y="922665"/>
                </a:cubicBezTo>
                <a:cubicBezTo>
                  <a:pt x="9825315" y="922665"/>
                  <a:pt x="9822175" y="834737"/>
                  <a:pt x="9822175" y="800194"/>
                </a:cubicBezTo>
                <a:cubicBezTo>
                  <a:pt x="9819035" y="800194"/>
                  <a:pt x="9815894" y="797054"/>
                  <a:pt x="9809614" y="797054"/>
                </a:cubicBezTo>
                <a:cubicBezTo>
                  <a:pt x="9787632" y="797054"/>
                  <a:pt x="9784492" y="825316"/>
                  <a:pt x="9781351" y="853579"/>
                </a:cubicBezTo>
                <a:cubicBezTo>
                  <a:pt x="9775071" y="881841"/>
                  <a:pt x="9759369" y="919525"/>
                  <a:pt x="9734247" y="919525"/>
                </a:cubicBezTo>
                <a:cubicBezTo>
                  <a:pt x="9718546" y="919525"/>
                  <a:pt x="9709125" y="903823"/>
                  <a:pt x="9709125" y="878701"/>
                </a:cubicBezTo>
                <a:cubicBezTo>
                  <a:pt x="9702844" y="822176"/>
                  <a:pt x="9749949" y="759370"/>
                  <a:pt x="9819035" y="778212"/>
                </a:cubicBezTo>
                <a:cubicBezTo>
                  <a:pt x="9825315" y="759370"/>
                  <a:pt x="9812754" y="740529"/>
                  <a:pt x="9784492" y="740529"/>
                </a:cubicBezTo>
                <a:cubicBezTo>
                  <a:pt x="9734247" y="740529"/>
                  <a:pt x="9690283" y="781352"/>
                  <a:pt x="9674582" y="825316"/>
                </a:cubicBezTo>
                <a:cubicBezTo>
                  <a:pt x="9655740" y="866140"/>
                  <a:pt x="9621197" y="925805"/>
                  <a:pt x="9555251" y="925805"/>
                </a:cubicBezTo>
                <a:cubicBezTo>
                  <a:pt x="9508147" y="925805"/>
                  <a:pt x="9473604" y="884982"/>
                  <a:pt x="9473604" y="800194"/>
                </a:cubicBezTo>
                <a:cubicBezTo>
                  <a:pt x="9473604" y="727968"/>
                  <a:pt x="9520708" y="655741"/>
                  <a:pt x="9567812" y="655741"/>
                </a:cubicBezTo>
                <a:cubicBezTo>
                  <a:pt x="9602355" y="655741"/>
                  <a:pt x="9611776" y="690284"/>
                  <a:pt x="9608636" y="721687"/>
                </a:cubicBezTo>
                <a:cubicBezTo>
                  <a:pt x="9627478" y="737388"/>
                  <a:pt x="9655740" y="721687"/>
                  <a:pt x="9655740" y="687144"/>
                </a:cubicBezTo>
                <a:cubicBezTo>
                  <a:pt x="9655740" y="662022"/>
                  <a:pt x="9636898" y="621198"/>
                  <a:pt x="9570952" y="621198"/>
                </a:cubicBezTo>
                <a:close/>
                <a:moveTo>
                  <a:pt x="11503938" y="612538"/>
                </a:moveTo>
                <a:cubicBezTo>
                  <a:pt x="11456741" y="669501"/>
                  <a:pt x="11291551" y="712570"/>
                  <a:pt x="11291551" y="832051"/>
                </a:cubicBezTo>
                <a:cubicBezTo>
                  <a:pt x="11291551" y="879288"/>
                  <a:pt x="11320702" y="923747"/>
                  <a:pt x="11365123" y="940418"/>
                </a:cubicBezTo>
                <a:cubicBezTo>
                  <a:pt x="11390110" y="950144"/>
                  <a:pt x="11415096" y="950144"/>
                  <a:pt x="11440083" y="941808"/>
                </a:cubicBezTo>
                <a:lnTo>
                  <a:pt x="11444304" y="939708"/>
                </a:lnTo>
                <a:lnTo>
                  <a:pt x="11445324" y="939542"/>
                </a:lnTo>
                <a:cubicBezTo>
                  <a:pt x="11456276" y="936118"/>
                  <a:pt x="11466199" y="930980"/>
                  <a:pt x="11475268" y="924644"/>
                </a:cubicBezTo>
                <a:lnTo>
                  <a:pt x="11494474" y="907542"/>
                </a:lnTo>
                <a:lnTo>
                  <a:pt x="11488753" y="926162"/>
                </a:lnTo>
                <a:lnTo>
                  <a:pt x="11464846" y="951842"/>
                </a:lnTo>
                <a:lnTo>
                  <a:pt x="11432834" y="964214"/>
                </a:lnTo>
                <a:lnTo>
                  <a:pt x="11433416" y="964508"/>
                </a:lnTo>
                <a:lnTo>
                  <a:pt x="11427416" y="966826"/>
                </a:lnTo>
                <a:cubicBezTo>
                  <a:pt x="11435751" y="975167"/>
                  <a:pt x="11455198" y="980728"/>
                  <a:pt x="11478812" y="980728"/>
                </a:cubicBezTo>
                <a:cubicBezTo>
                  <a:pt x="11521873" y="980728"/>
                  <a:pt x="11574657" y="968216"/>
                  <a:pt x="11601049" y="940412"/>
                </a:cubicBezTo>
                <a:lnTo>
                  <a:pt x="11600229" y="940299"/>
                </a:lnTo>
                <a:lnTo>
                  <a:pt x="11604054" y="938167"/>
                </a:lnTo>
                <a:cubicBezTo>
                  <a:pt x="11586248" y="938852"/>
                  <a:pt x="11571523" y="933368"/>
                  <a:pt x="11561078" y="923772"/>
                </a:cubicBezTo>
                <a:lnTo>
                  <a:pt x="11546930" y="891807"/>
                </a:lnTo>
                <a:lnTo>
                  <a:pt x="11567885" y="908611"/>
                </a:lnTo>
                <a:cubicBezTo>
                  <a:pt x="11578129" y="913304"/>
                  <a:pt x="11589242" y="915389"/>
                  <a:pt x="11601049" y="915389"/>
                </a:cubicBezTo>
                <a:cubicBezTo>
                  <a:pt x="11619281" y="915389"/>
                  <a:pt x="11636145" y="909719"/>
                  <a:pt x="11650104" y="900067"/>
                </a:cubicBezTo>
                <a:lnTo>
                  <a:pt x="11650828" y="899169"/>
                </a:lnTo>
                <a:lnTo>
                  <a:pt x="11652427" y="898382"/>
                </a:lnTo>
                <a:cubicBezTo>
                  <a:pt x="11666192" y="888863"/>
                  <a:pt x="11677091" y="875417"/>
                  <a:pt x="11683608" y="859705"/>
                </a:cubicBezTo>
                <a:lnTo>
                  <a:pt x="11690343" y="825792"/>
                </a:lnTo>
                <a:lnTo>
                  <a:pt x="11690350" y="825831"/>
                </a:lnTo>
                <a:lnTo>
                  <a:pt x="11690350" y="825754"/>
                </a:lnTo>
                <a:lnTo>
                  <a:pt x="11690350" y="823091"/>
                </a:lnTo>
                <a:cubicBezTo>
                  <a:pt x="11690350" y="768290"/>
                  <a:pt x="11662973" y="721710"/>
                  <a:pt x="11623276" y="684719"/>
                </a:cubicBezTo>
                <a:cubicBezTo>
                  <a:pt x="11608219" y="670334"/>
                  <a:pt x="11591450" y="658004"/>
                  <a:pt x="11573655" y="647215"/>
                </a:cubicBezTo>
                <a:lnTo>
                  <a:pt x="11570681" y="645708"/>
                </a:lnTo>
                <a:lnTo>
                  <a:pt x="11570221" y="645361"/>
                </a:lnTo>
                <a:cubicBezTo>
                  <a:pt x="11552175" y="634420"/>
                  <a:pt x="11533088" y="625042"/>
                  <a:pt x="11513655" y="616706"/>
                </a:cubicBezTo>
                <a:cubicBezTo>
                  <a:pt x="11510878" y="615317"/>
                  <a:pt x="11508102" y="613928"/>
                  <a:pt x="11503938" y="612538"/>
                </a:cubicBezTo>
                <a:close/>
                <a:moveTo>
                  <a:pt x="0" y="0"/>
                </a:moveTo>
                <a:lnTo>
                  <a:pt x="12192000" y="0"/>
                </a:lnTo>
                <a:lnTo>
                  <a:pt x="12192000" y="6858000"/>
                </a:lnTo>
                <a:lnTo>
                  <a:pt x="0" y="6858000"/>
                </a:lnTo>
                <a:close/>
              </a:path>
            </a:pathLst>
          </a:custGeom>
          <a:solidFill>
            <a:schemeClr val="accent4"/>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847127"/>
            <a:ext cx="11386134" cy="1661993"/>
          </a:xfrm>
          <a:prstGeom prst="rect">
            <a:avLst/>
          </a:prstGeom>
        </p:spPr>
        <p:txBody>
          <a:bodyPr wrap="square" lIns="36000" rIns="36000" bIns="0" anchor="b" anchorCtr="0">
            <a:spAutoFit/>
          </a:bodyPr>
          <a:lstStyle>
            <a:lvl1pPr algn="l">
              <a:lnSpc>
                <a:spcPct val="90000"/>
              </a:lnSpc>
              <a:defRPr sz="6000" b="1" baseline="0">
                <a:solidFill>
                  <a:schemeClr val="bg1"/>
                </a:solidFill>
                <a:latin typeface="Ubuntu" panose="020B0504030602030204" pitchFamily="34" charset="0"/>
              </a:defRPr>
            </a:lvl1pPr>
          </a:lstStyle>
          <a:p>
            <a:r>
              <a:rPr lang="en-US"/>
              <a:t>Click to edit Master title style</a:t>
            </a:r>
            <a:endParaRPr lang="en-GB"/>
          </a:p>
        </p:txBody>
      </p:sp>
      <p:pic>
        <p:nvPicPr>
          <p:cNvPr id="6" name="Image 5" descr="Une image contenant texte&#10;&#10;Description générée automatiquement">
            <a:extLst>
              <a:ext uri="{FF2B5EF4-FFF2-40B4-BE49-F238E27FC236}">
                <a16:creationId xmlns:a16="http://schemas.microsoft.com/office/drawing/2014/main" id="{4E7913BD-2F2A-43EA-9355-0DD8C035B5EB}"/>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9014016" y="246471"/>
            <a:ext cx="3078000" cy="1248074"/>
          </a:xfrm>
          <a:prstGeom prst="rect">
            <a:avLst/>
          </a:prstGeom>
        </p:spPr>
      </p:pic>
    </p:spTree>
    <p:extLst>
      <p:ext uri="{BB962C8B-B14F-4D97-AF65-F5344CB8AC3E}">
        <p14:creationId xmlns:p14="http://schemas.microsoft.com/office/powerpoint/2010/main" val="46452539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Title Slide 3 Full Picture">
    <p:spTree>
      <p:nvGrpSpPr>
        <p:cNvPr id="1" name=""/>
        <p:cNvGrpSpPr/>
        <p:nvPr/>
      </p:nvGrpSpPr>
      <p:grpSpPr>
        <a:xfrm>
          <a:off x="0" y="0"/>
          <a:ext cx="0" cy="0"/>
          <a:chOff x="0" y="0"/>
          <a:chExt cx="0" cy="0"/>
        </a:xfrm>
      </p:grpSpPr>
      <p:pic>
        <p:nvPicPr>
          <p:cNvPr id="5" name="Picture 4" descr="A picture containing person, outdoor&#10;&#10;Description automatically generated">
            <a:extLst>
              <a:ext uri="{FF2B5EF4-FFF2-40B4-BE49-F238E27FC236}">
                <a16:creationId xmlns:a16="http://schemas.microsoft.com/office/drawing/2014/main" id="{9B468CBC-103F-4AB1-8F35-158A6F6E9321}"/>
              </a:ext>
            </a:extLst>
          </p:cNvPr>
          <p:cNvPicPr>
            <a:picLocks noChangeAspect="1"/>
          </p:cNvPicPr>
          <p:nvPr userDrawn="1"/>
        </p:nvPicPr>
        <p:blipFill rotWithShape="1">
          <a:blip r:embed="rId2">
            <a:extLst>
              <a:ext uri="{28A0092B-C50C-407E-A947-70E740481C1C}">
                <a14:useLocalDpi xmlns:a14="http://schemas.microsoft.com/office/drawing/2010/main"/>
              </a:ext>
            </a:extLst>
          </a:blip>
          <a:srcRect t="3027" r="3044"/>
          <a:stretch/>
        </p:blipFill>
        <p:spPr>
          <a:xfrm>
            <a:off x="-1" y="0"/>
            <a:ext cx="12192001" cy="6858000"/>
          </a:xfrm>
          <a:prstGeom prst="rect">
            <a:avLst/>
          </a:prstGeom>
        </p:spPr>
      </p:pic>
      <p:sp>
        <p:nvSpPr>
          <p:cNvPr id="9" name="Subtitle 11">
            <a:extLst>
              <a:ext uri="{FF2B5EF4-FFF2-40B4-BE49-F238E27FC236}">
                <a16:creationId xmlns:a16="http://schemas.microsoft.com/office/drawing/2014/main" id="{DD18EAF7-6BA4-4C1D-B44D-44B311FA29F7}"/>
              </a:ext>
            </a:extLst>
          </p:cNvPr>
          <p:cNvSpPr>
            <a:spLocks noGrp="1"/>
          </p:cNvSpPr>
          <p:nvPr>
            <p:ph type="subTitle" idx="1"/>
          </p:nvPr>
        </p:nvSpPr>
        <p:spPr>
          <a:xfrm>
            <a:off x="404813" y="4500818"/>
            <a:ext cx="5979219" cy="235769"/>
          </a:xfrm>
        </p:spPr>
        <p:txBody>
          <a:bodyPr/>
          <a:lstStyle>
            <a:lvl1pPr algn="r">
              <a:defRPr/>
            </a:lvl1pPr>
          </a:lstStyle>
          <a:p>
            <a:r>
              <a:rPr lang="en-US"/>
              <a:t>Click to edit Master subtitle style</a:t>
            </a:r>
            <a:endParaRPr lang="en-GB"/>
          </a:p>
        </p:txBody>
      </p:sp>
      <p:sp>
        <p:nvSpPr>
          <p:cNvPr id="10" name="Title 10">
            <a:extLst>
              <a:ext uri="{FF2B5EF4-FFF2-40B4-BE49-F238E27FC236}">
                <a16:creationId xmlns:a16="http://schemas.microsoft.com/office/drawing/2014/main" id="{DA33CED3-F9A3-4923-9267-EB595099CA09}"/>
              </a:ext>
            </a:extLst>
          </p:cNvPr>
          <p:cNvSpPr>
            <a:spLocks noGrp="1"/>
          </p:cNvSpPr>
          <p:nvPr>
            <p:ph type="ctrTitle" hasCustomPrompt="1"/>
          </p:nvPr>
        </p:nvSpPr>
        <p:spPr>
          <a:xfrm>
            <a:off x="404813" y="2204864"/>
            <a:ext cx="11386134" cy="2243691"/>
          </a:xfrm>
          <a:prstGeom prst="rect">
            <a:avLst/>
          </a:prstGeom>
        </p:spPr>
        <p:txBody>
          <a:bodyPr/>
          <a:lstStyle>
            <a:lvl1pPr marL="738188" indent="-738188">
              <a:defRPr sz="5800">
                <a:latin typeface="Ubuntu" panose="020B0504030602030204" pitchFamily="34" charset="0"/>
              </a:defRPr>
            </a:lvl1pPr>
          </a:lstStyle>
          <a:p>
            <a:r>
              <a:rPr lang="en-GB"/>
              <a:t>Title of the</a:t>
            </a:r>
            <a:br>
              <a:rPr lang="en-GB"/>
            </a:br>
            <a:r>
              <a:rPr lang="en-GB"/>
              <a:t>presentation</a:t>
            </a:r>
          </a:p>
        </p:txBody>
      </p:sp>
      <p:pic>
        <p:nvPicPr>
          <p:cNvPr id="32" name="Image 6" descr="Une image contenant texte&#10;&#10;Description générée automatiquement">
            <a:extLst>
              <a:ext uri="{FF2B5EF4-FFF2-40B4-BE49-F238E27FC236}">
                <a16:creationId xmlns:a16="http://schemas.microsoft.com/office/drawing/2014/main" id="{5B69BAD3-FCEF-430B-BCFF-B796BEA14F0A}"/>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98408" y="260648"/>
            <a:ext cx="3024000" cy="1226177"/>
          </a:xfrm>
          <a:prstGeom prst="rect">
            <a:avLst/>
          </a:prstGeom>
        </p:spPr>
      </p:pic>
    </p:spTree>
    <p:extLst>
      <p:ext uri="{BB962C8B-B14F-4D97-AF65-F5344CB8AC3E}">
        <p14:creationId xmlns:p14="http://schemas.microsoft.com/office/powerpoint/2010/main" val="249524274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_Title Slide 3 Full Picture">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279EB532-C396-48BC-B132-9C21C8DC025E}"/>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r="440" b="498"/>
          <a:stretch/>
        </p:blipFill>
        <p:spPr>
          <a:xfrm>
            <a:off x="0" y="0"/>
            <a:ext cx="12188952" cy="6858000"/>
          </a:xfrm>
          <a:prstGeom prst="rect">
            <a:avLst/>
          </a:prstGeom>
        </p:spPr>
      </p:pic>
      <p:sp>
        <p:nvSpPr>
          <p:cNvPr id="9" name="Subtitle 11">
            <a:extLst>
              <a:ext uri="{FF2B5EF4-FFF2-40B4-BE49-F238E27FC236}">
                <a16:creationId xmlns:a16="http://schemas.microsoft.com/office/drawing/2014/main" id="{DD18EAF7-6BA4-4C1D-B44D-44B311FA29F7}"/>
              </a:ext>
            </a:extLst>
          </p:cNvPr>
          <p:cNvSpPr>
            <a:spLocks noGrp="1"/>
          </p:cNvSpPr>
          <p:nvPr>
            <p:ph type="subTitle" idx="1"/>
          </p:nvPr>
        </p:nvSpPr>
        <p:spPr>
          <a:xfrm>
            <a:off x="404813" y="4921423"/>
            <a:ext cx="11386134" cy="307777"/>
          </a:xfrm>
        </p:spPr>
        <p:txBody>
          <a:bodyPr/>
          <a:lstStyle/>
          <a:p>
            <a:r>
              <a:rPr lang="en-US"/>
              <a:t>Click to edit Master subtitle style</a:t>
            </a:r>
            <a:endParaRPr lang="en-GB"/>
          </a:p>
        </p:txBody>
      </p:sp>
      <p:sp>
        <p:nvSpPr>
          <p:cNvPr id="10" name="Title 10">
            <a:extLst>
              <a:ext uri="{FF2B5EF4-FFF2-40B4-BE49-F238E27FC236}">
                <a16:creationId xmlns:a16="http://schemas.microsoft.com/office/drawing/2014/main" id="{DA33CED3-F9A3-4923-9267-EB595099CA09}"/>
              </a:ext>
            </a:extLst>
          </p:cNvPr>
          <p:cNvSpPr>
            <a:spLocks noGrp="1"/>
          </p:cNvSpPr>
          <p:nvPr>
            <p:ph type="ctrTitle" hasCustomPrompt="1"/>
          </p:nvPr>
        </p:nvSpPr>
        <p:spPr>
          <a:xfrm>
            <a:off x="404813" y="2126871"/>
            <a:ext cx="11386134" cy="2742289"/>
          </a:xfrm>
          <a:prstGeom prst="rect">
            <a:avLst/>
          </a:prstGeom>
        </p:spPr>
        <p:txBody>
          <a:bodyPr>
            <a:noAutofit/>
          </a:bodyPr>
          <a:lstStyle>
            <a:lvl1pPr>
              <a:defRPr sz="6600">
                <a:latin typeface="Ubuntu" panose="020B0504030602030204" pitchFamily="34" charset="0"/>
              </a:defRPr>
            </a:lvl1pPr>
          </a:lstStyle>
          <a:p>
            <a:r>
              <a:rPr lang="en-GB"/>
              <a:t>Title </a:t>
            </a:r>
            <a:br>
              <a:rPr lang="en-GB"/>
            </a:br>
            <a:r>
              <a:rPr lang="en-GB"/>
              <a:t>of the</a:t>
            </a:r>
            <a:br>
              <a:rPr lang="en-GB"/>
            </a:br>
            <a:r>
              <a:rPr lang="en-GB"/>
              <a:t>presentation</a:t>
            </a:r>
          </a:p>
        </p:txBody>
      </p:sp>
      <p:pic>
        <p:nvPicPr>
          <p:cNvPr id="33" name="Image 6" descr="Une image contenant texte&#10;&#10;Description générée automatiquement">
            <a:extLst>
              <a:ext uri="{FF2B5EF4-FFF2-40B4-BE49-F238E27FC236}">
                <a16:creationId xmlns:a16="http://schemas.microsoft.com/office/drawing/2014/main" id="{F3A23AB0-D8EF-4130-A209-A73BD5917AB6}"/>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98408" y="260648"/>
            <a:ext cx="3024000" cy="1226177"/>
          </a:xfrm>
          <a:prstGeom prst="rect">
            <a:avLst/>
          </a:prstGeom>
        </p:spPr>
      </p:pic>
    </p:spTree>
    <p:extLst>
      <p:ext uri="{BB962C8B-B14F-4D97-AF65-F5344CB8AC3E}">
        <p14:creationId xmlns:p14="http://schemas.microsoft.com/office/powerpoint/2010/main" val="283218226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re et contenu">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04812" y="1447201"/>
            <a:ext cx="11379201" cy="50226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itle 10">
            <a:extLst>
              <a:ext uri="{FF2B5EF4-FFF2-40B4-BE49-F238E27FC236}">
                <a16:creationId xmlns:a16="http://schemas.microsoft.com/office/drawing/2014/main" id="{006B5C2B-B0BF-4136-9EC7-0E7F54D1D264}"/>
              </a:ext>
            </a:extLst>
          </p:cNvPr>
          <p:cNvSpPr>
            <a:spLocks noGrp="1"/>
          </p:cNvSpPr>
          <p:nvPr>
            <p:ph type="title"/>
          </p:nvPr>
        </p:nvSpPr>
        <p:spPr>
          <a:xfrm>
            <a:off x="404813" y="388188"/>
            <a:ext cx="10947772" cy="716711"/>
          </a:xfrm>
          <a:prstGeom prst="rect">
            <a:avLst/>
          </a:prstGeom>
        </p:spPr>
        <p:txBody>
          <a:bodyPr/>
          <a:lstStyle/>
          <a:p>
            <a:r>
              <a:rPr lang="en-US"/>
              <a:t>Click to edit Master title style</a:t>
            </a:r>
            <a:endParaRPr lang="en-GB"/>
          </a:p>
        </p:txBody>
      </p:sp>
    </p:spTree>
    <p:extLst>
      <p:ext uri="{BB962C8B-B14F-4D97-AF65-F5344CB8AC3E}">
        <p14:creationId xmlns:p14="http://schemas.microsoft.com/office/powerpoint/2010/main" val="256863955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subtitle and content ">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04812" y="1899138"/>
            <a:ext cx="11379201" cy="457067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Espace réservé du texte 4"/>
          <p:cNvSpPr>
            <a:spLocks noGrp="1"/>
          </p:cNvSpPr>
          <p:nvPr>
            <p:ph type="body" sz="quarter" idx="11" hasCustomPrompt="1"/>
          </p:nvPr>
        </p:nvSpPr>
        <p:spPr>
          <a:xfrm>
            <a:off x="404813" y="1327150"/>
            <a:ext cx="11379200" cy="457688"/>
          </a:xfrm>
          <a:prstGeom prst="rect">
            <a:avLst/>
          </a:prstGeom>
        </p:spPr>
        <p:txBody>
          <a:bodyPr/>
          <a:lstStyle>
            <a:lvl1pPr>
              <a:defRPr>
                <a:solidFill>
                  <a:schemeClr val="accent2"/>
                </a:solidFill>
              </a:defRPr>
            </a:lvl1pPr>
          </a:lstStyle>
          <a:p>
            <a:pPr lvl="0"/>
            <a:r>
              <a:rPr lang="en-US"/>
              <a:t>Click to edit Master subtitle styles</a:t>
            </a:r>
          </a:p>
        </p:txBody>
      </p:sp>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a:xfrm>
            <a:off x="404813" y="388188"/>
            <a:ext cx="10947772" cy="716711"/>
          </a:xfrm>
          <a:prstGeom prst="rect">
            <a:avLst/>
          </a:prstGeom>
        </p:spPr>
        <p:txBody>
          <a:bodyPr/>
          <a:lstStyle/>
          <a:p>
            <a:r>
              <a:rPr lang="en-US"/>
              <a:t>Click to edit Master title style</a:t>
            </a:r>
            <a:endParaRPr lang="de-DE"/>
          </a:p>
        </p:txBody>
      </p:sp>
    </p:spTree>
    <p:extLst>
      <p:ext uri="{BB962C8B-B14F-4D97-AF65-F5344CB8AC3E}">
        <p14:creationId xmlns:p14="http://schemas.microsoft.com/office/powerpoint/2010/main" val="26866131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Title and subtitle">
    <p:spTree>
      <p:nvGrpSpPr>
        <p:cNvPr id="1" name=""/>
        <p:cNvGrpSpPr/>
        <p:nvPr/>
      </p:nvGrpSpPr>
      <p:grpSpPr>
        <a:xfrm>
          <a:off x="0" y="0"/>
          <a:ext cx="0" cy="0"/>
          <a:chOff x="0" y="0"/>
          <a:chExt cx="0" cy="0"/>
        </a:xfrm>
      </p:grpSpPr>
      <p:sp>
        <p:nvSpPr>
          <p:cNvPr id="5" name="Espace réservé du texte 4"/>
          <p:cNvSpPr>
            <a:spLocks noGrp="1"/>
          </p:cNvSpPr>
          <p:nvPr>
            <p:ph type="body" sz="quarter" idx="11" hasCustomPrompt="1"/>
          </p:nvPr>
        </p:nvSpPr>
        <p:spPr>
          <a:xfrm>
            <a:off x="404813" y="1327150"/>
            <a:ext cx="11379200" cy="457688"/>
          </a:xfrm>
          <a:prstGeom prst="rect">
            <a:avLst/>
          </a:prstGeom>
        </p:spPr>
        <p:txBody>
          <a:bodyPr/>
          <a:lstStyle>
            <a:lvl1pPr>
              <a:defRPr>
                <a:solidFill>
                  <a:schemeClr val="accent2"/>
                </a:solidFill>
              </a:defRPr>
            </a:lvl1pPr>
          </a:lstStyle>
          <a:p>
            <a:pPr lvl="0"/>
            <a:r>
              <a:rPr lang="en-US"/>
              <a:t>Click to edit Master subtitle styles</a:t>
            </a:r>
          </a:p>
        </p:txBody>
      </p:sp>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a:xfrm>
            <a:off x="404813" y="388188"/>
            <a:ext cx="10947772" cy="716711"/>
          </a:xfrm>
          <a:prstGeom prst="rect">
            <a:avLst/>
          </a:prstGeom>
        </p:spPr>
        <p:txBody>
          <a:bodyPr/>
          <a:lstStyle/>
          <a:p>
            <a:r>
              <a:rPr lang="en-US"/>
              <a:t>Click to edit Master title style</a:t>
            </a:r>
            <a:endParaRPr lang="de-DE"/>
          </a:p>
        </p:txBody>
      </p:sp>
    </p:spTree>
    <p:extLst>
      <p:ext uri="{BB962C8B-B14F-4D97-AF65-F5344CB8AC3E}">
        <p14:creationId xmlns:p14="http://schemas.microsoft.com/office/powerpoint/2010/main" val="244191613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tent two columns">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2" y="2205318"/>
            <a:ext cx="5600701" cy="4257394"/>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2" y="1327151"/>
            <a:ext cx="5600701" cy="743987"/>
          </a:xfrm>
          <a:prstGeom prst="rect">
            <a:avLst/>
          </a:prstGeom>
        </p:spPr>
        <p:txBody>
          <a:bodyPr anchor="ctr" anchorCtr="0">
            <a:noAutofit/>
          </a:bodyPr>
          <a:lstStyle>
            <a:lvl1pPr>
              <a:lnSpc>
                <a:spcPct val="100000"/>
              </a:lnSpc>
              <a:defRPr sz="1800" b="1">
                <a:solidFill>
                  <a:srgbClr val="12ABDB"/>
                </a:solidFill>
                <a:latin typeface="Ubuntu" panose="020B0504030602030204" pitchFamily="34" charset="0"/>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4" name="Text Placeholder 7">
            <a:extLst>
              <a:ext uri="{FF2B5EF4-FFF2-40B4-BE49-F238E27FC236}">
                <a16:creationId xmlns:a16="http://schemas.microsoft.com/office/drawing/2014/main" id="{47BDC0DA-1585-454D-9E74-41D2AFC0FEE5}"/>
              </a:ext>
            </a:extLst>
          </p:cNvPr>
          <p:cNvSpPr>
            <a:spLocks noGrp="1"/>
          </p:cNvSpPr>
          <p:nvPr>
            <p:ph type="body" sz="quarter" idx="13" hasCustomPrompt="1"/>
          </p:nvPr>
        </p:nvSpPr>
        <p:spPr>
          <a:xfrm>
            <a:off x="6196013" y="1327151"/>
            <a:ext cx="5588001" cy="743987"/>
          </a:xfrm>
          <a:prstGeom prst="rect">
            <a:avLst/>
          </a:prstGeom>
        </p:spPr>
        <p:txBody>
          <a:bodyPr anchor="ctr" anchorCtr="0">
            <a:noAutofit/>
          </a:bodyPr>
          <a:lstStyle>
            <a:lvl1pPr>
              <a:lnSpc>
                <a:spcPct val="100000"/>
              </a:lnSpc>
              <a:defRPr sz="1800" b="1">
                <a:solidFill>
                  <a:srgbClr val="12ABDB"/>
                </a:solidFill>
                <a:latin typeface="Ubuntu" panose="020B0504030602030204" pitchFamily="34" charset="0"/>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6"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6196013" y="2205318"/>
            <a:ext cx="5594351" cy="4257393"/>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D996D1AE-BB05-402A-8454-CE893B60496E}"/>
              </a:ext>
            </a:extLst>
          </p:cNvPr>
          <p:cNvSpPr>
            <a:spLocks noGrp="1"/>
          </p:cNvSpPr>
          <p:nvPr>
            <p:ph type="title"/>
          </p:nvPr>
        </p:nvSpPr>
        <p:spPr>
          <a:xfrm>
            <a:off x="404813" y="388188"/>
            <a:ext cx="10947772" cy="716711"/>
          </a:xfrm>
          <a:prstGeom prst="rect">
            <a:avLst/>
          </a:prstGeom>
        </p:spPr>
        <p:txBody>
          <a:bodyPr/>
          <a:lstStyle/>
          <a:p>
            <a:r>
              <a:rPr lang="en-US"/>
              <a:t>Click to edit Master title style</a:t>
            </a:r>
            <a:endParaRPr lang="de-DE"/>
          </a:p>
        </p:txBody>
      </p:sp>
    </p:spTree>
    <p:extLst>
      <p:ext uri="{BB962C8B-B14F-4D97-AF65-F5344CB8AC3E}">
        <p14:creationId xmlns:p14="http://schemas.microsoft.com/office/powerpoint/2010/main" val="249254052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3 columns">
    <p:spTree>
      <p:nvGrpSpPr>
        <p:cNvPr id="1" name=""/>
        <p:cNvGrpSpPr/>
        <p:nvPr/>
      </p:nvGrpSpPr>
      <p:grpSpPr>
        <a:xfrm>
          <a:off x="0" y="0"/>
          <a:ext cx="0" cy="0"/>
          <a:chOff x="0" y="0"/>
          <a:chExt cx="0" cy="0"/>
        </a:xfrm>
      </p:grpSpPr>
      <p:sp>
        <p:nvSpPr>
          <p:cNvPr id="3"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3"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3" y="1327151"/>
            <a:ext cx="3456432" cy="837826"/>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9"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4371047"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7">
            <a:extLst>
              <a:ext uri="{FF2B5EF4-FFF2-40B4-BE49-F238E27FC236}">
                <a16:creationId xmlns:a16="http://schemas.microsoft.com/office/drawing/2014/main" id="{D8D7F005-BA7C-423E-87B0-6782D88233F6}"/>
              </a:ext>
            </a:extLst>
          </p:cNvPr>
          <p:cNvSpPr>
            <a:spLocks noGrp="1"/>
          </p:cNvSpPr>
          <p:nvPr>
            <p:ph type="body" sz="quarter" idx="15" hasCustomPrompt="1"/>
          </p:nvPr>
        </p:nvSpPr>
        <p:spPr>
          <a:xfrm>
            <a:off x="4371047" y="1327151"/>
            <a:ext cx="3456432" cy="743987"/>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11" name="Text Placeholder 7">
            <a:extLst>
              <a:ext uri="{FF2B5EF4-FFF2-40B4-BE49-F238E27FC236}">
                <a16:creationId xmlns:a16="http://schemas.microsoft.com/office/drawing/2014/main" id="{27CE2609-37DA-4C4C-BF45-E56CE85AA41D}"/>
              </a:ext>
            </a:extLst>
          </p:cNvPr>
          <p:cNvSpPr>
            <a:spLocks noGrp="1"/>
          </p:cNvSpPr>
          <p:nvPr>
            <p:ph type="body" sz="quarter" idx="16"/>
          </p:nvPr>
        </p:nvSpPr>
        <p:spPr>
          <a:xfrm>
            <a:off x="8330755"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7">
            <a:extLst>
              <a:ext uri="{FF2B5EF4-FFF2-40B4-BE49-F238E27FC236}">
                <a16:creationId xmlns:a16="http://schemas.microsoft.com/office/drawing/2014/main" id="{D8D7F005-BA7C-423E-87B0-6782D88233F6}"/>
              </a:ext>
            </a:extLst>
          </p:cNvPr>
          <p:cNvSpPr>
            <a:spLocks noGrp="1"/>
          </p:cNvSpPr>
          <p:nvPr>
            <p:ph type="body" sz="quarter" idx="17" hasCustomPrompt="1"/>
          </p:nvPr>
        </p:nvSpPr>
        <p:spPr>
          <a:xfrm>
            <a:off x="8330755" y="1327151"/>
            <a:ext cx="3456432" cy="743987"/>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5" name="Title 4">
            <a:extLst>
              <a:ext uri="{FF2B5EF4-FFF2-40B4-BE49-F238E27FC236}">
                <a16:creationId xmlns:a16="http://schemas.microsoft.com/office/drawing/2014/main" id="{294515F3-E20E-47CC-8314-0A030AB3D1FD}"/>
              </a:ext>
            </a:extLst>
          </p:cNvPr>
          <p:cNvSpPr>
            <a:spLocks noGrp="1"/>
          </p:cNvSpPr>
          <p:nvPr>
            <p:ph type="title"/>
          </p:nvPr>
        </p:nvSpPr>
        <p:spPr>
          <a:xfrm>
            <a:off x="404813" y="388188"/>
            <a:ext cx="10947772" cy="716711"/>
          </a:xfrm>
          <a:prstGeom prst="rect">
            <a:avLst/>
          </a:prstGeom>
        </p:spPr>
        <p:txBody>
          <a:bodyPr/>
          <a:lstStyle/>
          <a:p>
            <a:r>
              <a:rPr lang="en-US"/>
              <a:t>Click to edit Master title style</a:t>
            </a:r>
            <a:endParaRPr lang="de-DE"/>
          </a:p>
        </p:txBody>
      </p:sp>
    </p:spTree>
    <p:extLst>
      <p:ext uri="{BB962C8B-B14F-4D97-AF65-F5344CB8AC3E}">
        <p14:creationId xmlns:p14="http://schemas.microsoft.com/office/powerpoint/2010/main" val="259393626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_Content 3 columns">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7B9A63D1-B6C5-4F10-ABD1-7445EB2D8ADC}"/>
              </a:ext>
            </a:extLst>
          </p:cNvPr>
          <p:cNvSpPr/>
          <p:nvPr userDrawn="1"/>
        </p:nvSpPr>
        <p:spPr>
          <a:xfrm>
            <a:off x="407988"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4" name="Rectangle 13">
            <a:extLst>
              <a:ext uri="{FF2B5EF4-FFF2-40B4-BE49-F238E27FC236}">
                <a16:creationId xmlns:a16="http://schemas.microsoft.com/office/drawing/2014/main" id="{A69DEBB0-4052-42E9-B8A1-20FEA957F747}"/>
              </a:ext>
            </a:extLst>
          </p:cNvPr>
          <p:cNvSpPr/>
          <p:nvPr userDrawn="1"/>
        </p:nvSpPr>
        <p:spPr>
          <a:xfrm>
            <a:off x="4333875"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5" name="Rectangle 14">
            <a:extLst>
              <a:ext uri="{FF2B5EF4-FFF2-40B4-BE49-F238E27FC236}">
                <a16:creationId xmlns:a16="http://schemas.microsoft.com/office/drawing/2014/main" id="{270917E2-630D-4941-BA4B-7EB65D4A7850}"/>
              </a:ext>
            </a:extLst>
          </p:cNvPr>
          <p:cNvSpPr/>
          <p:nvPr userDrawn="1"/>
        </p:nvSpPr>
        <p:spPr>
          <a:xfrm>
            <a:off x="8259763" y="2406300"/>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6" name="Text Placeholder 4">
            <a:extLst>
              <a:ext uri="{FF2B5EF4-FFF2-40B4-BE49-F238E27FC236}">
                <a16:creationId xmlns:a16="http://schemas.microsoft.com/office/drawing/2014/main" id="{5AE9BC27-7262-47DA-99EA-4AB1F52A8C33}"/>
              </a:ext>
            </a:extLst>
          </p:cNvPr>
          <p:cNvSpPr>
            <a:spLocks noGrp="1"/>
          </p:cNvSpPr>
          <p:nvPr>
            <p:ph type="body" sz="quarter" idx="13" hasCustomPrompt="1"/>
          </p:nvPr>
        </p:nvSpPr>
        <p:spPr>
          <a:xfrm>
            <a:off x="725016" y="3332368"/>
            <a:ext cx="2890194" cy="645047"/>
          </a:xfrm>
          <a:prstGeom prst="rect">
            <a:avLst/>
          </a:prstGeom>
          <a:noFill/>
        </p:spPr>
        <p:txBody>
          <a:bodyPr anchor="ctr">
            <a:noAutofit/>
          </a:bodyPr>
          <a:lstStyle>
            <a:lvl1pPr algn="l">
              <a:lnSpc>
                <a:spcPts val="1800"/>
              </a:lnSpc>
              <a:defRPr sz="1600" b="0">
                <a:solidFill>
                  <a:schemeClr val="accent1"/>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18" name="Text Placeholder 4">
            <a:extLst>
              <a:ext uri="{FF2B5EF4-FFF2-40B4-BE49-F238E27FC236}">
                <a16:creationId xmlns:a16="http://schemas.microsoft.com/office/drawing/2014/main" id="{EBBF7568-EC18-40A1-B3C2-1E64D0BFDEFF}"/>
              </a:ext>
            </a:extLst>
          </p:cNvPr>
          <p:cNvSpPr>
            <a:spLocks noGrp="1"/>
          </p:cNvSpPr>
          <p:nvPr>
            <p:ph type="body" sz="quarter" idx="33" hasCustomPrompt="1"/>
          </p:nvPr>
        </p:nvSpPr>
        <p:spPr>
          <a:xfrm>
            <a:off x="4650903" y="3332368"/>
            <a:ext cx="2890194" cy="645047"/>
          </a:xfrm>
          <a:prstGeom prst="rect">
            <a:avLst/>
          </a:prstGeom>
          <a:noFill/>
        </p:spPr>
        <p:txBody>
          <a:bodyPr anchor="ctr">
            <a:noAutofit/>
          </a:bodyPr>
          <a:lstStyle>
            <a:lvl1pPr algn="l">
              <a:lnSpc>
                <a:spcPts val="1800"/>
              </a:lnSpc>
              <a:defRPr sz="1600" b="0">
                <a:solidFill>
                  <a:srgbClr val="2EA657"/>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19" name="Text Placeholder 4">
            <a:extLst>
              <a:ext uri="{FF2B5EF4-FFF2-40B4-BE49-F238E27FC236}">
                <a16:creationId xmlns:a16="http://schemas.microsoft.com/office/drawing/2014/main" id="{0C0A1379-EE65-47B3-B113-45D1ED57400C}"/>
              </a:ext>
            </a:extLst>
          </p:cNvPr>
          <p:cNvSpPr>
            <a:spLocks noGrp="1"/>
          </p:cNvSpPr>
          <p:nvPr>
            <p:ph type="body" sz="quarter" idx="35" hasCustomPrompt="1"/>
          </p:nvPr>
        </p:nvSpPr>
        <p:spPr>
          <a:xfrm>
            <a:off x="8576791" y="3332368"/>
            <a:ext cx="2890194" cy="645047"/>
          </a:xfrm>
          <a:prstGeom prst="rect">
            <a:avLst/>
          </a:prstGeom>
          <a:noFill/>
        </p:spPr>
        <p:txBody>
          <a:bodyPr anchor="ctr">
            <a:noAutofit/>
          </a:bodyPr>
          <a:lstStyle>
            <a:lvl1pPr algn="l">
              <a:lnSpc>
                <a:spcPts val="1800"/>
              </a:lnSpc>
              <a:defRPr sz="1600" b="0">
                <a:solidFill>
                  <a:srgbClr val="BA2980"/>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22" name="Text Placeholder 7">
            <a:extLst>
              <a:ext uri="{FF2B5EF4-FFF2-40B4-BE49-F238E27FC236}">
                <a16:creationId xmlns:a16="http://schemas.microsoft.com/office/drawing/2014/main" id="{E24DC023-E500-4824-A661-003A568299EA}"/>
              </a:ext>
            </a:extLst>
          </p:cNvPr>
          <p:cNvSpPr>
            <a:spLocks noGrp="1"/>
          </p:cNvSpPr>
          <p:nvPr>
            <p:ph type="body" sz="quarter" idx="10"/>
          </p:nvPr>
        </p:nvSpPr>
        <p:spPr>
          <a:xfrm>
            <a:off x="725015"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chemeClr val="accent1"/>
              </a:buClr>
              <a:defRPr sz="1400"/>
            </a:lvl2pPr>
            <a:lvl3pPr>
              <a:lnSpc>
                <a:spcPct val="100000"/>
              </a:lnSpc>
              <a:spcBef>
                <a:spcPts val="0"/>
              </a:spcBef>
              <a:buClr>
                <a:schemeClr val="accent1"/>
              </a:buClr>
              <a:defRPr sz="1400"/>
            </a:lvl3pPr>
            <a:lvl4pPr>
              <a:lnSpc>
                <a:spcPct val="100000"/>
              </a:lnSpc>
              <a:spcBef>
                <a:spcPts val="0"/>
              </a:spcBef>
              <a:buClr>
                <a:schemeClr val="accent1"/>
              </a:buClr>
              <a:defRPr sz="1400"/>
            </a:lvl4pPr>
            <a:lvl5pPr>
              <a:lnSpc>
                <a:spcPct val="100000"/>
              </a:lnSpc>
              <a:spcBef>
                <a:spcPts val="0"/>
              </a:spcBef>
              <a:buClr>
                <a:schemeClr val="accent1"/>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ext Placeholder 7">
            <a:extLst>
              <a:ext uri="{FF2B5EF4-FFF2-40B4-BE49-F238E27FC236}">
                <a16:creationId xmlns:a16="http://schemas.microsoft.com/office/drawing/2014/main" id="{B1037A2D-940F-4255-984B-C4A7AABBB724}"/>
              </a:ext>
            </a:extLst>
          </p:cNvPr>
          <p:cNvSpPr>
            <a:spLocks noGrp="1"/>
          </p:cNvSpPr>
          <p:nvPr>
            <p:ph type="body" sz="quarter" idx="40"/>
          </p:nvPr>
        </p:nvSpPr>
        <p:spPr>
          <a:xfrm>
            <a:off x="4650903"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2EA657"/>
              </a:buClr>
              <a:defRPr sz="1400"/>
            </a:lvl2pPr>
            <a:lvl3pPr>
              <a:lnSpc>
                <a:spcPct val="100000"/>
              </a:lnSpc>
              <a:spcBef>
                <a:spcPts val="0"/>
              </a:spcBef>
              <a:buClr>
                <a:srgbClr val="2EA657"/>
              </a:buClr>
              <a:defRPr sz="1400"/>
            </a:lvl3pPr>
            <a:lvl4pPr>
              <a:lnSpc>
                <a:spcPct val="100000"/>
              </a:lnSpc>
              <a:spcBef>
                <a:spcPts val="0"/>
              </a:spcBef>
              <a:buClr>
                <a:srgbClr val="2EA657"/>
              </a:buClr>
              <a:defRPr sz="1400"/>
            </a:lvl4pPr>
            <a:lvl5pPr>
              <a:lnSpc>
                <a:spcPct val="100000"/>
              </a:lnSpc>
              <a:spcBef>
                <a:spcPts val="0"/>
              </a:spcBef>
              <a:buClr>
                <a:srgbClr val="2EA657"/>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7">
            <a:extLst>
              <a:ext uri="{FF2B5EF4-FFF2-40B4-BE49-F238E27FC236}">
                <a16:creationId xmlns:a16="http://schemas.microsoft.com/office/drawing/2014/main" id="{5849E3D5-EF9E-46F2-9C73-58806A392B34}"/>
              </a:ext>
            </a:extLst>
          </p:cNvPr>
          <p:cNvSpPr>
            <a:spLocks noGrp="1"/>
          </p:cNvSpPr>
          <p:nvPr>
            <p:ph type="body" sz="quarter" idx="41"/>
          </p:nvPr>
        </p:nvSpPr>
        <p:spPr>
          <a:xfrm>
            <a:off x="8576791"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BA2980"/>
              </a:buClr>
              <a:defRPr sz="1400"/>
            </a:lvl2pPr>
            <a:lvl3pPr>
              <a:lnSpc>
                <a:spcPct val="100000"/>
              </a:lnSpc>
              <a:spcBef>
                <a:spcPts val="0"/>
              </a:spcBef>
              <a:buClr>
                <a:srgbClr val="BA2980"/>
              </a:buClr>
              <a:defRPr sz="1400"/>
            </a:lvl3pPr>
            <a:lvl4pPr>
              <a:lnSpc>
                <a:spcPct val="100000"/>
              </a:lnSpc>
              <a:spcBef>
                <a:spcPts val="0"/>
              </a:spcBef>
              <a:buClr>
                <a:srgbClr val="BA2980"/>
              </a:buClr>
              <a:defRPr sz="1400"/>
            </a:lvl4pPr>
            <a:lvl5pPr>
              <a:lnSpc>
                <a:spcPct val="100000"/>
              </a:lnSpc>
              <a:spcBef>
                <a:spcPts val="0"/>
              </a:spcBef>
              <a:buClr>
                <a:srgbClr val="BA2980"/>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18A66D25-366C-4142-B5D9-9A4107D8BC80}"/>
              </a:ext>
            </a:extLst>
          </p:cNvPr>
          <p:cNvSpPr>
            <a:spLocks noGrp="1"/>
          </p:cNvSpPr>
          <p:nvPr>
            <p:ph type="title"/>
          </p:nvPr>
        </p:nvSpPr>
        <p:spPr>
          <a:xfrm>
            <a:off x="404813" y="388188"/>
            <a:ext cx="10947772" cy="716711"/>
          </a:xfrm>
          <a:prstGeom prst="rect">
            <a:avLst/>
          </a:prstGeom>
        </p:spPr>
        <p:txBody>
          <a:bodyPr/>
          <a:lstStyle/>
          <a:p>
            <a:r>
              <a:rPr lang="en-US"/>
              <a:t>Click to edit Master title style</a:t>
            </a:r>
            <a:endParaRPr lang="de-DE"/>
          </a:p>
        </p:txBody>
      </p:sp>
    </p:spTree>
    <p:extLst>
      <p:ext uri="{BB962C8B-B14F-4D97-AF65-F5344CB8AC3E}">
        <p14:creationId xmlns:p14="http://schemas.microsoft.com/office/powerpoint/2010/main" val="331404462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Only Title">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Title 2">
            <a:extLst>
              <a:ext uri="{FF2B5EF4-FFF2-40B4-BE49-F238E27FC236}">
                <a16:creationId xmlns:a16="http://schemas.microsoft.com/office/drawing/2014/main" id="{57F0C9DF-D1FA-45A1-91F6-147FDC3E7341}"/>
              </a:ext>
            </a:extLst>
          </p:cNvPr>
          <p:cNvSpPr>
            <a:spLocks noGrp="1"/>
          </p:cNvSpPr>
          <p:nvPr>
            <p:ph type="title"/>
          </p:nvPr>
        </p:nvSpPr>
        <p:spPr>
          <a:xfrm>
            <a:off x="404813" y="388188"/>
            <a:ext cx="10947772" cy="716711"/>
          </a:xfrm>
          <a:prstGeom prst="rect">
            <a:avLst/>
          </a:prstGeom>
        </p:spPr>
        <p:txBody>
          <a:bodyPr/>
          <a:lstStyle/>
          <a:p>
            <a:r>
              <a:rPr lang="en-US"/>
              <a:t>Click to edit Master title style</a:t>
            </a:r>
            <a:endParaRPr lang="de-DE"/>
          </a:p>
        </p:txBody>
      </p:sp>
    </p:spTree>
    <p:extLst>
      <p:ext uri="{BB962C8B-B14F-4D97-AF65-F5344CB8AC3E}">
        <p14:creationId xmlns:p14="http://schemas.microsoft.com/office/powerpoint/2010/main" val="29757286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2_Titre seul">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Espace réservé du texte 9">
            <a:extLst>
              <a:ext uri="{FF2B5EF4-FFF2-40B4-BE49-F238E27FC236}">
                <a16:creationId xmlns:a16="http://schemas.microsoft.com/office/drawing/2014/main" id="{0850DA69-657E-41C3-B340-B16C354CA1D0}"/>
              </a:ext>
            </a:extLst>
          </p:cNvPr>
          <p:cNvSpPr>
            <a:spLocks noGrp="1"/>
          </p:cNvSpPr>
          <p:nvPr>
            <p:ph type="body" sz="quarter" idx="10"/>
          </p:nvPr>
        </p:nvSpPr>
        <p:spPr>
          <a:xfrm>
            <a:off x="404813" y="1447800"/>
            <a:ext cx="11406187" cy="4951413"/>
          </a:xfrm>
        </p:spPr>
        <p:txBody>
          <a:bodyPr/>
          <a:lstStyle>
            <a:lvl1pPr>
              <a:defRPr>
                <a:solidFill>
                  <a:schemeClr val="bg1"/>
                </a:solidFill>
              </a:defRPr>
            </a:lvl1pPr>
            <a:lvl2pPr>
              <a:defRPr>
                <a:solidFill>
                  <a:schemeClr val="bg1"/>
                </a:solidFill>
              </a:defRPr>
            </a:lvl2pPr>
            <a:lvl3pPr>
              <a:defRPr>
                <a:solidFill>
                  <a:schemeClr val="bg1"/>
                </a:solidFill>
              </a:defRPr>
            </a:lvl3pPr>
            <a:lvl4pPr>
              <a:buClr>
                <a:schemeClr val="accent5"/>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5E6BB52B-0C5D-4023-89D5-282E9A520223}"/>
              </a:ext>
            </a:extLst>
          </p:cNvPr>
          <p:cNvSpPr>
            <a:spLocks noGrp="1"/>
          </p:cNvSpPr>
          <p:nvPr>
            <p:ph type="title"/>
          </p:nvPr>
        </p:nvSpPr>
        <p:spPr>
          <a:xfrm>
            <a:off x="404813" y="388188"/>
            <a:ext cx="10947772" cy="716711"/>
          </a:xfrm>
          <a:prstGeom prst="rect">
            <a:avLst/>
          </a:prstGeom>
        </p:spPr>
        <p:txBody>
          <a:bodyPr/>
          <a:lstStyle>
            <a:lvl1pPr>
              <a:defRPr>
                <a:solidFill>
                  <a:schemeClr val="bg1"/>
                </a:solidFill>
              </a:defRPr>
            </a:lvl1pPr>
          </a:lstStyle>
          <a:p>
            <a:r>
              <a:rPr lang="en-US"/>
              <a:t>Click to edit Master title style</a:t>
            </a:r>
            <a:endParaRPr lang="de-DE"/>
          </a:p>
        </p:txBody>
      </p:sp>
    </p:spTree>
    <p:extLst>
      <p:ext uri="{BB962C8B-B14F-4D97-AF65-F5344CB8AC3E}">
        <p14:creationId xmlns:p14="http://schemas.microsoft.com/office/powerpoint/2010/main" val="375843385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and content light Grey">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Espace réservé du texte 8">
            <a:extLst>
              <a:ext uri="{FF2B5EF4-FFF2-40B4-BE49-F238E27FC236}">
                <a16:creationId xmlns:a16="http://schemas.microsoft.com/office/drawing/2014/main" id="{E7C5D7A7-45E9-4756-B28B-644907783FEA}"/>
              </a:ext>
            </a:extLst>
          </p:cNvPr>
          <p:cNvSpPr>
            <a:spLocks noGrp="1"/>
          </p:cNvSpPr>
          <p:nvPr>
            <p:ph type="body" sz="quarter" idx="10"/>
          </p:nvPr>
        </p:nvSpPr>
        <p:spPr>
          <a:xfrm>
            <a:off x="404812" y="1447800"/>
            <a:ext cx="11406188" cy="49516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0C89E73A-8AF6-4995-85C4-948312F9A282}"/>
              </a:ext>
            </a:extLst>
          </p:cNvPr>
          <p:cNvSpPr>
            <a:spLocks noGrp="1"/>
          </p:cNvSpPr>
          <p:nvPr>
            <p:ph type="title"/>
          </p:nvPr>
        </p:nvSpPr>
        <p:spPr>
          <a:xfrm>
            <a:off x="404813" y="388188"/>
            <a:ext cx="10947772" cy="716711"/>
          </a:xfrm>
          <a:prstGeom prst="rect">
            <a:avLst/>
          </a:prstGeom>
        </p:spPr>
        <p:txBody>
          <a:bodyPr/>
          <a:lstStyle/>
          <a:p>
            <a:r>
              <a:rPr lang="en-US"/>
              <a:t>Click to edit Master title style</a:t>
            </a:r>
            <a:endParaRPr lang="de-DE"/>
          </a:p>
        </p:txBody>
      </p:sp>
    </p:spTree>
    <p:extLst>
      <p:ext uri="{BB962C8B-B14F-4D97-AF65-F5344CB8AC3E}">
        <p14:creationId xmlns:p14="http://schemas.microsoft.com/office/powerpoint/2010/main" val="279359276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Section Break dark">
    <p:spTree>
      <p:nvGrpSpPr>
        <p:cNvPr id="1" name=""/>
        <p:cNvGrpSpPr/>
        <p:nvPr/>
      </p:nvGrpSpPr>
      <p:grpSpPr>
        <a:xfrm>
          <a:off x="0" y="0"/>
          <a:ext cx="0" cy="0"/>
          <a:chOff x="0" y="0"/>
          <a:chExt cx="0" cy="0"/>
        </a:xfrm>
      </p:grpSpPr>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3772800"/>
            <a:ext cx="11329987" cy="307777"/>
          </a:xfrm>
        </p:spPr>
        <p:txBody>
          <a:bodyPr lIns="0" tIns="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64961"/>
            <a:ext cx="11329987" cy="1477328"/>
          </a:xfrm>
          <a:prstGeom prst="rect">
            <a:avLst/>
          </a:prstGeom>
        </p:spPr>
        <p:txBody>
          <a:bodyPr lIns="0" bIns="0" anchor="b" anchorCtr="0">
            <a:spAutoFit/>
          </a:bodyPr>
          <a:lstStyle>
            <a:lvl1pPr algn="l">
              <a:lnSpc>
                <a:spcPct val="80000"/>
              </a:lnSpc>
              <a:defRPr sz="6000" baseline="0">
                <a:solidFill>
                  <a:schemeClr val="bg1"/>
                </a:solidFill>
              </a:defRPr>
            </a:lvl1pPr>
          </a:lstStyle>
          <a:p>
            <a:r>
              <a:rPr lang="en-US"/>
              <a:t>Click to edit Master title style</a:t>
            </a:r>
            <a:endParaRPr lang="en-GB"/>
          </a:p>
        </p:txBody>
      </p:sp>
      <p:sp>
        <p:nvSpPr>
          <p:cNvPr id="9" name="Text Placeholder 8">
            <a:extLst>
              <a:ext uri="{FF2B5EF4-FFF2-40B4-BE49-F238E27FC236}">
                <a16:creationId xmlns:a16="http://schemas.microsoft.com/office/drawing/2014/main" id="{E744C52A-2030-4EFF-B1D2-B60B2B279897}"/>
              </a:ext>
            </a:extLst>
          </p:cNvPr>
          <p:cNvSpPr>
            <a:spLocks noGrp="1"/>
          </p:cNvSpPr>
          <p:nvPr>
            <p:ph type="body" sz="quarter" idx="10" hasCustomPrompt="1"/>
          </p:nvPr>
        </p:nvSpPr>
        <p:spPr>
          <a:xfrm>
            <a:off x="404813" y="1825079"/>
            <a:ext cx="4611067" cy="307777"/>
          </a:xfrm>
        </p:spPr>
        <p:txBody>
          <a:bodyPr wrap="square" anchor="b">
            <a:spAutoFit/>
          </a:bodyPr>
          <a:lstStyle>
            <a:lvl1pPr>
              <a:defRPr>
                <a:solidFill>
                  <a:schemeClr val="accent2"/>
                </a:solidFill>
                <a:latin typeface="Ubuntu Light" panose="020B0304030602030204" pitchFamily="34" charset="0"/>
              </a:defRPr>
            </a:lvl1pPr>
            <a:lvl2pPr marL="88900" indent="0">
              <a:buNone/>
              <a:defRPr/>
            </a:lvl2pPr>
          </a:lstStyle>
          <a:p>
            <a:pPr lvl="0"/>
            <a:r>
              <a:rPr lang="fr-FR"/>
              <a:t>INSERT A LABEL/ALBEIT</a:t>
            </a:r>
          </a:p>
        </p:txBody>
      </p:sp>
    </p:spTree>
    <p:extLst>
      <p:ext uri="{BB962C8B-B14F-4D97-AF65-F5344CB8AC3E}">
        <p14:creationId xmlns:p14="http://schemas.microsoft.com/office/powerpoint/2010/main" val="366642421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Title and full screen image">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7E832AC1-21AF-4DAD-A220-3541D7B3D0D5}"/>
              </a:ext>
            </a:extLst>
          </p:cNvPr>
          <p:cNvSpPr>
            <a:spLocks noGrp="1"/>
          </p:cNvSpPr>
          <p:nvPr>
            <p:ph type="pic" sz="quarter" idx="10" hasCustomPrompt="1"/>
          </p:nvPr>
        </p:nvSpPr>
        <p:spPr>
          <a:xfrm>
            <a:off x="0" y="0"/>
            <a:ext cx="12192000" cy="6858000"/>
          </a:xfrm>
          <a:custGeom>
            <a:avLst/>
            <a:gdLst>
              <a:gd name="connsiteX0" fmla="*/ 11786547 w 12192000"/>
              <a:gd name="connsiteY0" fmla="*/ 205058 h 6858000"/>
              <a:gd name="connsiteX1" fmla="*/ 11562163 w 12192000"/>
              <a:gd name="connsiteY1" fmla="*/ 436971 h 6858000"/>
              <a:gd name="connsiteX2" fmla="*/ 11639891 w 12192000"/>
              <a:gd name="connsiteY2" fmla="*/ 551459 h 6858000"/>
              <a:gd name="connsiteX3" fmla="*/ 11719085 w 12192000"/>
              <a:gd name="connsiteY3" fmla="*/ 552927 h 6858000"/>
              <a:gd name="connsiteX4" fmla="*/ 11751166 w 12192000"/>
              <a:gd name="connsiteY4" fmla="*/ 536965 h 6858000"/>
              <a:gd name="connsiteX5" fmla="*/ 11777548 w 12192000"/>
              <a:gd name="connsiteY5" fmla="*/ 513474 h 6858000"/>
              <a:gd name="connsiteX6" fmla="*/ 11770504 w 12192000"/>
              <a:gd name="connsiteY6" fmla="*/ 536398 h 6858000"/>
              <a:gd name="connsiteX7" fmla="*/ 11705703 w 12192000"/>
              <a:gd name="connsiteY7" fmla="*/ 579359 h 6858000"/>
              <a:gd name="connsiteX8" fmla="*/ 11760002 w 12192000"/>
              <a:gd name="connsiteY8" fmla="*/ 594046 h 6858000"/>
              <a:gd name="connsiteX9" fmla="*/ 11889144 w 12192000"/>
              <a:gd name="connsiteY9" fmla="*/ 551453 h 6858000"/>
              <a:gd name="connsiteX10" fmla="*/ 11824573 w 12192000"/>
              <a:gd name="connsiteY10" fmla="*/ 494172 h 6858000"/>
              <a:gd name="connsiteX11" fmla="*/ 11889144 w 12192000"/>
              <a:gd name="connsiteY11" fmla="*/ 525016 h 6858000"/>
              <a:gd name="connsiteX12" fmla="*/ 11974376 w 12192000"/>
              <a:gd name="connsiteY12" fmla="*/ 467391 h 6858000"/>
              <a:gd name="connsiteX13" fmla="*/ 11981591 w 12192000"/>
              <a:gd name="connsiteY13" fmla="*/ 431058 h 6858000"/>
              <a:gd name="connsiteX14" fmla="*/ 11981599 w 12192000"/>
              <a:gd name="connsiteY14" fmla="*/ 431100 h 6858000"/>
              <a:gd name="connsiteX15" fmla="*/ 11981599 w 12192000"/>
              <a:gd name="connsiteY15" fmla="*/ 431017 h 6858000"/>
              <a:gd name="connsiteX16" fmla="*/ 11981599 w 12192000"/>
              <a:gd name="connsiteY16" fmla="*/ 428164 h 6858000"/>
              <a:gd name="connsiteX17" fmla="*/ 11909738 w 12192000"/>
              <a:gd name="connsiteY17" fmla="*/ 279916 h 6858000"/>
              <a:gd name="connsiteX18" fmla="*/ 11796813 w 12192000"/>
              <a:gd name="connsiteY18" fmla="*/ 209461 h 6858000"/>
              <a:gd name="connsiteX19" fmla="*/ 11786547 w 12192000"/>
              <a:gd name="connsiteY19" fmla="*/ 205058 h 6858000"/>
              <a:gd name="connsiteX20" fmla="*/ 0 w 12192000"/>
              <a:gd name="connsiteY20" fmla="*/ 0 h 6858000"/>
              <a:gd name="connsiteX21" fmla="*/ 12192000 w 12192000"/>
              <a:gd name="connsiteY21" fmla="*/ 0 h 6858000"/>
              <a:gd name="connsiteX22" fmla="*/ 12192000 w 12192000"/>
              <a:gd name="connsiteY22" fmla="*/ 6858000 h 6858000"/>
              <a:gd name="connsiteX23" fmla="*/ 0 w 12192000"/>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192000" h="6858000">
                <a:moveTo>
                  <a:pt x="11786547" y="205058"/>
                </a:moveTo>
                <a:cubicBezTo>
                  <a:pt x="11736684" y="265238"/>
                  <a:pt x="11562163" y="310740"/>
                  <a:pt x="11562163" y="436971"/>
                </a:cubicBezTo>
                <a:cubicBezTo>
                  <a:pt x="11562163" y="486876"/>
                  <a:pt x="11592961" y="533846"/>
                  <a:pt x="11639891" y="551459"/>
                </a:cubicBezTo>
                <a:cubicBezTo>
                  <a:pt x="11666289" y="561734"/>
                  <a:pt x="11692687" y="561734"/>
                  <a:pt x="11719085" y="552927"/>
                </a:cubicBezTo>
                <a:cubicBezTo>
                  <a:pt x="11730818" y="549258"/>
                  <a:pt x="11741450" y="543753"/>
                  <a:pt x="11751166" y="536965"/>
                </a:cubicBezTo>
                <a:lnTo>
                  <a:pt x="11777548" y="513474"/>
                </a:lnTo>
                <a:lnTo>
                  <a:pt x="11770504" y="536398"/>
                </a:lnTo>
                <a:cubicBezTo>
                  <a:pt x="11758809" y="558154"/>
                  <a:pt x="11734320" y="574953"/>
                  <a:pt x="11705703" y="579359"/>
                </a:cubicBezTo>
                <a:cubicBezTo>
                  <a:pt x="11714508" y="588171"/>
                  <a:pt x="11735054" y="594046"/>
                  <a:pt x="11760002" y="594046"/>
                </a:cubicBezTo>
                <a:cubicBezTo>
                  <a:pt x="11805495" y="594046"/>
                  <a:pt x="11861261" y="580827"/>
                  <a:pt x="11889144" y="551453"/>
                </a:cubicBezTo>
                <a:cubicBezTo>
                  <a:pt x="11850989" y="552921"/>
                  <a:pt x="11826041" y="527953"/>
                  <a:pt x="11824573" y="494172"/>
                </a:cubicBezTo>
                <a:cubicBezTo>
                  <a:pt x="11842183" y="516203"/>
                  <a:pt x="11864196" y="525016"/>
                  <a:pt x="11889144" y="525016"/>
                </a:cubicBezTo>
                <a:cubicBezTo>
                  <a:pt x="11927667" y="525016"/>
                  <a:pt x="11960411" y="501057"/>
                  <a:pt x="11974376" y="467391"/>
                </a:cubicBezTo>
                <a:lnTo>
                  <a:pt x="11981591" y="431058"/>
                </a:lnTo>
                <a:lnTo>
                  <a:pt x="11981599" y="431100"/>
                </a:lnTo>
                <a:lnTo>
                  <a:pt x="11981599" y="431017"/>
                </a:lnTo>
                <a:lnTo>
                  <a:pt x="11981599" y="428164"/>
                </a:lnTo>
                <a:cubicBezTo>
                  <a:pt x="11981599" y="369452"/>
                  <a:pt x="11952268" y="319547"/>
                  <a:pt x="11909738" y="279916"/>
                </a:cubicBezTo>
                <a:cubicBezTo>
                  <a:pt x="11877473" y="249092"/>
                  <a:pt x="11837876" y="227075"/>
                  <a:pt x="11796813" y="209461"/>
                </a:cubicBezTo>
                <a:cubicBezTo>
                  <a:pt x="11793879" y="207994"/>
                  <a:pt x="11790946" y="206526"/>
                  <a:pt x="11786547" y="205058"/>
                </a:cubicBezTo>
                <a:close/>
                <a:moveTo>
                  <a:pt x="0" y="0"/>
                </a:moveTo>
                <a:lnTo>
                  <a:pt x="12192000" y="0"/>
                </a:lnTo>
                <a:lnTo>
                  <a:pt x="12192000" y="6858000"/>
                </a:lnTo>
                <a:lnTo>
                  <a:pt x="0" y="6858000"/>
                </a:lnTo>
                <a:close/>
              </a:path>
            </a:pathLst>
          </a:custGeom>
        </p:spPr>
        <p:txBody>
          <a:bodyPr wrap="square">
            <a:noAutofit/>
          </a:bodyPr>
          <a:lstStyle>
            <a:lvl1pPr>
              <a:defRPr>
                <a:solidFill>
                  <a:schemeClr val="bg2">
                    <a:lumMod val="50000"/>
                  </a:schemeClr>
                </a:solidFill>
              </a:defRPr>
            </a:lvl1pPr>
          </a:lstStyle>
          <a:p>
            <a:r>
              <a:rPr lang="en-US"/>
              <a:t>Click icon to add picture and arrange the picture in the background</a:t>
            </a:r>
            <a:endParaRPr lang="en-GB"/>
          </a:p>
        </p:txBody>
      </p:sp>
      <p:sp>
        <p:nvSpPr>
          <p:cNvPr id="2" name="Title 1">
            <a:extLst>
              <a:ext uri="{FF2B5EF4-FFF2-40B4-BE49-F238E27FC236}">
                <a16:creationId xmlns:a16="http://schemas.microsoft.com/office/drawing/2014/main" id="{FDB0CAFF-8B20-4B52-A18C-BFD139761BF9}"/>
              </a:ext>
            </a:extLst>
          </p:cNvPr>
          <p:cNvSpPr>
            <a:spLocks noGrp="1"/>
          </p:cNvSpPr>
          <p:nvPr>
            <p:ph type="title"/>
          </p:nvPr>
        </p:nvSpPr>
        <p:spPr>
          <a:xfrm>
            <a:off x="404813" y="1951673"/>
            <a:ext cx="4562475" cy="2954655"/>
          </a:xfrm>
          <a:prstGeom prst="rect">
            <a:avLst/>
          </a:prstGeom>
        </p:spPr>
        <p:txBody>
          <a:bodyPr vert="horz" wrap="square" lIns="72000" tIns="0" rIns="0" bIns="0" rtlCol="0" anchor="ctr">
            <a:spAutoFit/>
          </a:bodyPr>
          <a:lstStyle>
            <a:lvl1pPr>
              <a:lnSpc>
                <a:spcPct val="80000"/>
              </a:lnSpc>
              <a:defRPr lang="en-GB" sz="6000" dirty="0">
                <a:solidFill>
                  <a:schemeClr val="bg1"/>
                </a:solidFill>
              </a:defRPr>
            </a:lvl1pPr>
          </a:lstStyle>
          <a:p>
            <a:pPr lvl="0"/>
            <a:r>
              <a:rPr lang="en-US"/>
              <a:t>Click to edit Master title style</a:t>
            </a:r>
            <a:endParaRPr lang="en-GB"/>
          </a:p>
        </p:txBody>
      </p:sp>
    </p:spTree>
    <p:extLst>
      <p:ext uri="{BB962C8B-B14F-4D97-AF65-F5344CB8AC3E}">
        <p14:creationId xmlns:p14="http://schemas.microsoft.com/office/powerpoint/2010/main" val="247436489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Purple">
    <p:spTree>
      <p:nvGrpSpPr>
        <p:cNvPr id="1" name=""/>
        <p:cNvGrpSpPr/>
        <p:nvPr/>
      </p:nvGrpSpPr>
      <p:grpSpPr>
        <a:xfrm>
          <a:off x="0" y="0"/>
          <a:ext cx="0" cy="0"/>
          <a:chOff x="0" y="0"/>
          <a:chExt cx="0" cy="0"/>
        </a:xfrm>
      </p:grpSpPr>
    </p:spTree>
    <p:extLst>
      <p:ext uri="{BB962C8B-B14F-4D97-AF65-F5344CB8AC3E}">
        <p14:creationId xmlns:p14="http://schemas.microsoft.com/office/powerpoint/2010/main" val="214954021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308913136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Titre seul">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nvPr>
        </p:nvSpPr>
        <p:spPr>
          <a:xfrm>
            <a:off x="550200" y="0"/>
            <a:ext cx="11091600" cy="1104900"/>
          </a:xfrm>
          <a:prstGeom prst="rect">
            <a:avLst/>
          </a:prstGeom>
        </p:spPr>
        <p:txBody>
          <a:bodyPr vert="horz" lIns="0" tIns="180000" rIns="0" bIns="0" rtlCol="0" anchor="t">
            <a:noAutofit/>
          </a:bodyPr>
          <a:lstStyle>
            <a:lvl1pPr>
              <a:defRPr lang="en-GB" dirty="0"/>
            </a:lvl1pPr>
          </a:lstStyle>
          <a:p>
            <a:pPr lvl="0"/>
            <a:r>
              <a:rPr lang="en-US"/>
              <a:t>Click to edit Master title style</a:t>
            </a:r>
            <a:endParaRPr lang="en-GB"/>
          </a:p>
        </p:txBody>
      </p:sp>
    </p:spTree>
    <p:extLst>
      <p:ext uri="{BB962C8B-B14F-4D97-AF65-F5344CB8AC3E}">
        <p14:creationId xmlns:p14="http://schemas.microsoft.com/office/powerpoint/2010/main" val="273154632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2_Only Title new">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Title 2">
            <a:extLst>
              <a:ext uri="{FF2B5EF4-FFF2-40B4-BE49-F238E27FC236}">
                <a16:creationId xmlns:a16="http://schemas.microsoft.com/office/drawing/2014/main" id="{57F0C9DF-D1FA-45A1-91F6-147FDC3E7341}"/>
              </a:ext>
            </a:extLst>
          </p:cNvPr>
          <p:cNvSpPr>
            <a:spLocks noGrp="1"/>
          </p:cNvSpPr>
          <p:nvPr>
            <p:ph type="title" hasCustomPrompt="1"/>
          </p:nvPr>
        </p:nvSpPr>
        <p:spPr>
          <a:xfrm>
            <a:off x="410192" y="120673"/>
            <a:ext cx="9238028" cy="728218"/>
          </a:xfrm>
          <a:prstGeom prst="rect">
            <a:avLst/>
          </a:prstGeom>
        </p:spPr>
        <p:txBody>
          <a:bodyPr/>
          <a:lstStyle>
            <a:lvl1pPr>
              <a:defRPr sz="2400" cap="none">
                <a:solidFill>
                  <a:schemeClr val="accent1"/>
                </a:solidFill>
              </a:defRPr>
            </a:lvl1pPr>
          </a:lstStyle>
          <a:p>
            <a:r>
              <a:rPr lang="en-US"/>
              <a:t>Click to edit master title style</a:t>
            </a:r>
            <a:br>
              <a:rPr lang="en-US"/>
            </a:br>
            <a:r>
              <a:rPr lang="en-US"/>
              <a:t>Click to edit master title style</a:t>
            </a:r>
            <a:endParaRPr lang="de-DE"/>
          </a:p>
        </p:txBody>
      </p:sp>
      <p:cxnSp>
        <p:nvCxnSpPr>
          <p:cNvPr id="4" name="Straight Connector 3">
            <a:extLst>
              <a:ext uri="{FF2B5EF4-FFF2-40B4-BE49-F238E27FC236}">
                <a16:creationId xmlns:a16="http://schemas.microsoft.com/office/drawing/2014/main" id="{73C42F28-CCAC-6857-23CA-E3EFAFCAC2CF}"/>
              </a:ext>
            </a:extLst>
          </p:cNvPr>
          <p:cNvCxnSpPr>
            <a:cxnSpLocks/>
          </p:cNvCxnSpPr>
          <p:nvPr userDrawn="1"/>
        </p:nvCxnSpPr>
        <p:spPr>
          <a:xfrm>
            <a:off x="11395710" y="126215"/>
            <a:ext cx="0" cy="525445"/>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3203517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new 1_Only Title ">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cxnSp>
        <p:nvCxnSpPr>
          <p:cNvPr id="4" name="Straight Connector 3">
            <a:extLst>
              <a:ext uri="{FF2B5EF4-FFF2-40B4-BE49-F238E27FC236}">
                <a16:creationId xmlns:a16="http://schemas.microsoft.com/office/drawing/2014/main" id="{73C42F28-CCAC-6857-23CA-E3EFAFCAC2CF}"/>
              </a:ext>
            </a:extLst>
          </p:cNvPr>
          <p:cNvCxnSpPr>
            <a:cxnSpLocks/>
          </p:cNvCxnSpPr>
          <p:nvPr userDrawn="1"/>
        </p:nvCxnSpPr>
        <p:spPr>
          <a:xfrm>
            <a:off x="11395710" y="126215"/>
            <a:ext cx="0" cy="525445"/>
          </a:xfrm>
          <a:prstGeom prst="line">
            <a:avLst/>
          </a:prstGeom>
        </p:spPr>
        <p:style>
          <a:lnRef idx="1">
            <a:schemeClr val="accent1"/>
          </a:lnRef>
          <a:fillRef idx="0">
            <a:schemeClr val="accent1"/>
          </a:fillRef>
          <a:effectRef idx="0">
            <a:schemeClr val="accent1"/>
          </a:effectRef>
          <a:fontRef idx="minor">
            <a:schemeClr val="tx1"/>
          </a:fontRef>
        </p:style>
      </p:cxnSp>
      <p:sp>
        <p:nvSpPr>
          <p:cNvPr id="8" name="Title 2">
            <a:extLst>
              <a:ext uri="{FF2B5EF4-FFF2-40B4-BE49-F238E27FC236}">
                <a16:creationId xmlns:a16="http://schemas.microsoft.com/office/drawing/2014/main" id="{11F6939D-78CC-A2F6-0246-4F897565A579}"/>
              </a:ext>
            </a:extLst>
          </p:cNvPr>
          <p:cNvSpPr>
            <a:spLocks noGrp="1"/>
          </p:cNvSpPr>
          <p:nvPr>
            <p:ph type="title" hasCustomPrompt="1"/>
          </p:nvPr>
        </p:nvSpPr>
        <p:spPr>
          <a:xfrm>
            <a:off x="410192" y="120673"/>
            <a:ext cx="9238028" cy="728218"/>
          </a:xfrm>
          <a:prstGeom prst="rect">
            <a:avLst/>
          </a:prstGeom>
        </p:spPr>
        <p:txBody>
          <a:bodyPr/>
          <a:lstStyle>
            <a:lvl1pPr>
              <a:defRPr sz="2400" cap="none">
                <a:solidFill>
                  <a:schemeClr val="accent1"/>
                </a:solidFill>
              </a:defRPr>
            </a:lvl1pPr>
          </a:lstStyle>
          <a:p>
            <a:r>
              <a:rPr lang="en-US"/>
              <a:t>Click to edit master title style</a:t>
            </a:r>
            <a:br>
              <a:rPr lang="en-US"/>
            </a:br>
            <a:r>
              <a:rPr lang="en-US"/>
              <a:t>Click to edit master title style</a:t>
            </a:r>
            <a:endParaRPr lang="de-DE"/>
          </a:p>
        </p:txBody>
      </p:sp>
    </p:spTree>
    <p:extLst>
      <p:ext uri="{BB962C8B-B14F-4D97-AF65-F5344CB8AC3E}">
        <p14:creationId xmlns:p14="http://schemas.microsoft.com/office/powerpoint/2010/main" val="157763292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1_Custom Layout">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919A3D75-1B43-4391-AE05-0E7EEA0B5190}"/>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t="5457" r="8014" b="15382"/>
          <a:stretch/>
        </p:blipFill>
        <p:spPr>
          <a:xfrm>
            <a:off x="-67748" y="0"/>
            <a:ext cx="12259747" cy="6858000"/>
          </a:xfrm>
          <a:prstGeom prst="rect">
            <a:avLst/>
          </a:prstGeom>
        </p:spPr>
      </p:pic>
      <p:sp>
        <p:nvSpPr>
          <p:cNvPr id="15" name="Rectangle 14">
            <a:extLst>
              <a:ext uri="{FF2B5EF4-FFF2-40B4-BE49-F238E27FC236}">
                <a16:creationId xmlns:a16="http://schemas.microsoft.com/office/drawing/2014/main" id="{935AA83F-B0C9-46B5-B309-C4556AD6338F}"/>
              </a:ext>
            </a:extLst>
          </p:cNvPr>
          <p:cNvSpPr/>
          <p:nvPr userDrawn="1"/>
        </p:nvSpPr>
        <p:spPr bwMode="white">
          <a:xfrm>
            <a:off x="2679031" y="-1"/>
            <a:ext cx="4562277" cy="6858001"/>
          </a:xfrm>
          <a:prstGeom prst="rect">
            <a:avLst/>
          </a:prstGeom>
          <a:solidFill>
            <a:srgbClr val="2729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solidFill>
                <a:schemeClr val="tx1"/>
              </a:solidFill>
              <a:latin typeface="+mj-lt"/>
            </a:endParaRPr>
          </a:p>
        </p:txBody>
      </p:sp>
      <p:pic>
        <p:nvPicPr>
          <p:cNvPr id="16" name="Picture 15">
            <a:extLst>
              <a:ext uri="{FF2B5EF4-FFF2-40B4-BE49-F238E27FC236}">
                <a16:creationId xmlns:a16="http://schemas.microsoft.com/office/drawing/2014/main" id="{7B43C3E9-4BAF-48F5-86F4-F36DA79A4B7A}"/>
              </a:ext>
            </a:extLst>
          </p:cNvPr>
          <p:cNvPicPr>
            <a:picLocks noChangeAspect="1"/>
          </p:cNvPicPr>
          <p:nvPr userDrawn="1"/>
        </p:nvPicPr>
        <p:blipFill>
          <a:blip r:embed="rId3"/>
          <a:stretch>
            <a:fillRect/>
          </a:stretch>
        </p:blipFill>
        <p:spPr>
          <a:xfrm>
            <a:off x="3689968" y="-3920"/>
            <a:ext cx="573846" cy="2946314"/>
          </a:xfrm>
          <a:prstGeom prst="rect">
            <a:avLst/>
          </a:prstGeom>
        </p:spPr>
      </p:pic>
      <p:pic>
        <p:nvPicPr>
          <p:cNvPr id="17" name="Picture 16" descr="A picture containing shape&#10;&#10;Description automatically generated">
            <a:extLst>
              <a:ext uri="{FF2B5EF4-FFF2-40B4-BE49-F238E27FC236}">
                <a16:creationId xmlns:a16="http://schemas.microsoft.com/office/drawing/2014/main" id="{58E26B09-C518-409B-BFD3-0151CF2C7159}"/>
              </a:ext>
            </a:extLst>
          </p:cNvPr>
          <p:cNvPicPr>
            <a:picLocks noChangeAspect="1"/>
          </p:cNvPicPr>
          <p:nvPr userDrawn="1"/>
        </p:nvPicPr>
        <p:blipFill>
          <a:blip r:embed="rId4"/>
          <a:stretch>
            <a:fillRect/>
          </a:stretch>
        </p:blipFill>
        <p:spPr>
          <a:xfrm>
            <a:off x="4263814" y="1139617"/>
            <a:ext cx="1550027" cy="1808365"/>
          </a:xfrm>
          <a:prstGeom prst="rect">
            <a:avLst/>
          </a:prstGeom>
        </p:spPr>
      </p:pic>
      <p:pic>
        <p:nvPicPr>
          <p:cNvPr id="18" name="Picture 17" descr="A picture containing venn diagram&#10;&#10;Description automatically generated">
            <a:extLst>
              <a:ext uri="{FF2B5EF4-FFF2-40B4-BE49-F238E27FC236}">
                <a16:creationId xmlns:a16="http://schemas.microsoft.com/office/drawing/2014/main" id="{BE01701D-7B66-4286-A238-2F537E32CCCF}"/>
              </a:ext>
            </a:extLst>
          </p:cNvPr>
          <p:cNvPicPr>
            <a:picLocks noChangeAspect="1"/>
          </p:cNvPicPr>
          <p:nvPr userDrawn="1"/>
        </p:nvPicPr>
        <p:blipFill>
          <a:blip r:embed="rId5"/>
          <a:stretch>
            <a:fillRect/>
          </a:stretch>
        </p:blipFill>
        <p:spPr>
          <a:xfrm>
            <a:off x="5814582" y="1137677"/>
            <a:ext cx="2555267" cy="6008579"/>
          </a:xfrm>
          <a:prstGeom prst="rect">
            <a:avLst/>
          </a:prstGeom>
        </p:spPr>
      </p:pic>
      <p:sp>
        <p:nvSpPr>
          <p:cNvPr id="19" name="Title 1">
            <a:extLst>
              <a:ext uri="{FF2B5EF4-FFF2-40B4-BE49-F238E27FC236}">
                <a16:creationId xmlns:a16="http://schemas.microsoft.com/office/drawing/2014/main" id="{1D299AED-64E4-4744-A391-583B5AEE2725}"/>
              </a:ext>
            </a:extLst>
          </p:cNvPr>
          <p:cNvSpPr>
            <a:spLocks noGrp="1"/>
          </p:cNvSpPr>
          <p:nvPr>
            <p:ph type="title"/>
          </p:nvPr>
        </p:nvSpPr>
        <p:spPr>
          <a:xfrm>
            <a:off x="2679030" y="3200528"/>
            <a:ext cx="4562278" cy="941438"/>
          </a:xfrm>
          <a:prstGeom prst="rect">
            <a:avLst/>
          </a:prstGeom>
        </p:spPr>
        <p:txBody>
          <a:bodyPr anchor="t"/>
          <a:lstStyle>
            <a:lvl1pPr algn="ctr">
              <a:defRPr kumimoji="0" lang="en-AU" sz="4000" b="1" i="0" u="none" strike="noStrike" kern="1200" cap="all" spc="0" normalizeH="0" baseline="0" noProof="0" dirty="0">
                <a:ln>
                  <a:noFill/>
                </a:ln>
                <a:solidFill>
                  <a:schemeClr val="bg1"/>
                </a:solidFill>
                <a:effectLst/>
                <a:uLnTx/>
                <a:uFillTx/>
                <a:latin typeface="Ubuntu" panose="020B0504030602030204" pitchFamily="34" charset="0"/>
                <a:ea typeface="+mn-ea"/>
                <a:cs typeface="+mn-cs"/>
              </a:defRPr>
            </a:lvl1pPr>
          </a:lstStyle>
          <a:p>
            <a:r>
              <a:rPr lang="en-US"/>
              <a:t>Click to edit Master title style</a:t>
            </a:r>
            <a:endParaRPr lang="en-AU"/>
          </a:p>
        </p:txBody>
      </p:sp>
      <p:sp>
        <p:nvSpPr>
          <p:cNvPr id="20" name="Text Placeholder 8">
            <a:extLst>
              <a:ext uri="{FF2B5EF4-FFF2-40B4-BE49-F238E27FC236}">
                <a16:creationId xmlns:a16="http://schemas.microsoft.com/office/drawing/2014/main" id="{D55237DD-E9A8-487D-88EA-0325966417C0}"/>
              </a:ext>
            </a:extLst>
          </p:cNvPr>
          <p:cNvSpPr>
            <a:spLocks noGrp="1"/>
          </p:cNvSpPr>
          <p:nvPr>
            <p:ph type="body" sz="quarter" idx="10" hasCustomPrompt="1"/>
          </p:nvPr>
        </p:nvSpPr>
        <p:spPr>
          <a:xfrm>
            <a:off x="2892110" y="1958278"/>
            <a:ext cx="4136118" cy="1236662"/>
          </a:xfrm>
          <a:prstGeom prst="rect">
            <a:avLst/>
          </a:prstGeom>
        </p:spPr>
        <p:txBody>
          <a:bodyPr anchor="b"/>
          <a:lstStyle>
            <a:lvl1pPr algn="ctr">
              <a:defRPr kumimoji="0" lang="en-AU" sz="13800" b="0" i="0" u="none" strike="noStrike" kern="1200" cap="all" spc="0" normalizeH="0" baseline="0" noProof="0" dirty="0">
                <a:ln>
                  <a:noFill/>
                </a:ln>
                <a:solidFill>
                  <a:schemeClr val="accent2"/>
                </a:solidFill>
                <a:effectLst/>
                <a:uLnTx/>
                <a:uFillTx/>
                <a:latin typeface="Ubuntu" panose="020B0504030602030204" pitchFamily="34" charset="0"/>
                <a:ea typeface="+mn-ea"/>
                <a:cs typeface="+mn-cs"/>
              </a:defRPr>
            </a:lvl1pPr>
          </a:lstStyle>
          <a:p>
            <a:pPr lvl="0"/>
            <a:r>
              <a:rPr lang="en-US"/>
              <a:t>00</a:t>
            </a:r>
            <a:endParaRPr lang="en-AU"/>
          </a:p>
        </p:txBody>
      </p:sp>
    </p:spTree>
    <p:extLst>
      <p:ext uri="{BB962C8B-B14F-4D97-AF65-F5344CB8AC3E}">
        <p14:creationId xmlns:p14="http://schemas.microsoft.com/office/powerpoint/2010/main" val="96197596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Section A – Narrow">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6114F2D5-2CF8-48B0-90A4-B54FDB49D90E}"/>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bwMode="ltGray">
          <a:xfrm>
            <a:off x="0" y="0"/>
            <a:ext cx="12192000" cy="6860032"/>
          </a:xfrm>
          <a:prstGeom prst="rect">
            <a:avLst/>
          </a:prstGeom>
        </p:spPr>
      </p:pic>
      <p:sp>
        <p:nvSpPr>
          <p:cNvPr id="20" name="Rectangle 19">
            <a:extLst>
              <a:ext uri="{FF2B5EF4-FFF2-40B4-BE49-F238E27FC236}">
                <a16:creationId xmlns:a16="http://schemas.microsoft.com/office/drawing/2014/main" id="{C883B4EA-D053-4E5C-84C3-EE72BC24E22C}"/>
              </a:ext>
            </a:extLst>
          </p:cNvPr>
          <p:cNvSpPr/>
          <p:nvPr userDrawn="1"/>
        </p:nvSpPr>
        <p:spPr bwMode="white">
          <a:xfrm>
            <a:off x="2679031" y="3215"/>
            <a:ext cx="4562277" cy="6858001"/>
          </a:xfrm>
          <a:prstGeom prst="rect">
            <a:avLst/>
          </a:prstGeom>
          <a:solidFill>
            <a:srgbClr val="2729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solidFill>
                <a:schemeClr val="tx1"/>
              </a:solidFill>
              <a:latin typeface="+mj-lt"/>
            </a:endParaRPr>
          </a:p>
        </p:txBody>
      </p:sp>
      <p:sp>
        <p:nvSpPr>
          <p:cNvPr id="14" name="Title 1">
            <a:extLst>
              <a:ext uri="{FF2B5EF4-FFF2-40B4-BE49-F238E27FC236}">
                <a16:creationId xmlns:a16="http://schemas.microsoft.com/office/drawing/2014/main" id="{50A620EA-D7F6-457A-9F84-F5DC18B217C6}"/>
              </a:ext>
            </a:extLst>
          </p:cNvPr>
          <p:cNvSpPr>
            <a:spLocks noGrp="1"/>
          </p:cNvSpPr>
          <p:nvPr>
            <p:ph type="ctrTitle" hasCustomPrompt="1"/>
          </p:nvPr>
        </p:nvSpPr>
        <p:spPr bwMode="invGray">
          <a:xfrm>
            <a:off x="3125940" y="3287890"/>
            <a:ext cx="3641582" cy="117613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noAutofit/>
          </a:bodyPr>
          <a:lstStyle>
            <a:lvl1pPr algn="ctr">
              <a:lnSpc>
                <a:spcPct val="100000"/>
              </a:lnSpc>
              <a:defRPr lang="en-US" sz="2500" b="0" cap="all" baseline="0" dirty="0">
                <a:solidFill>
                  <a:schemeClr val="bg1"/>
                </a:solidFill>
                <a:latin typeface="Ubuntu" panose="020B0504030602030204" pitchFamily="34" charset="0"/>
              </a:defRPr>
            </a:lvl1pPr>
          </a:lstStyle>
          <a:p>
            <a:pPr marL="0" lvl="0"/>
            <a:r>
              <a:rPr lang="en-US"/>
              <a:t>SECTION TITLE ALL CAPS, LOREM IPSUM DOLOR AMET.</a:t>
            </a:r>
          </a:p>
        </p:txBody>
      </p:sp>
      <p:pic>
        <p:nvPicPr>
          <p:cNvPr id="6" name="Picture 5">
            <a:extLst>
              <a:ext uri="{FF2B5EF4-FFF2-40B4-BE49-F238E27FC236}">
                <a16:creationId xmlns:a16="http://schemas.microsoft.com/office/drawing/2014/main" id="{4AC2D978-8882-4AFA-86B2-EF5BC2A8530A}"/>
              </a:ext>
            </a:extLst>
          </p:cNvPr>
          <p:cNvPicPr>
            <a:picLocks noChangeAspect="1"/>
          </p:cNvPicPr>
          <p:nvPr userDrawn="1"/>
        </p:nvPicPr>
        <p:blipFill>
          <a:blip r:embed="rId3"/>
          <a:stretch>
            <a:fillRect/>
          </a:stretch>
        </p:blipFill>
        <p:spPr>
          <a:xfrm>
            <a:off x="3689968" y="-3920"/>
            <a:ext cx="573846" cy="2946314"/>
          </a:xfrm>
          <a:prstGeom prst="rect">
            <a:avLst/>
          </a:prstGeom>
        </p:spPr>
      </p:pic>
      <p:pic>
        <p:nvPicPr>
          <p:cNvPr id="8" name="Picture 7" descr="A picture containing shape&#10;&#10;Description automatically generated">
            <a:extLst>
              <a:ext uri="{FF2B5EF4-FFF2-40B4-BE49-F238E27FC236}">
                <a16:creationId xmlns:a16="http://schemas.microsoft.com/office/drawing/2014/main" id="{44EDB8CD-D570-4B36-A15F-DD1E361EF259}"/>
              </a:ext>
            </a:extLst>
          </p:cNvPr>
          <p:cNvPicPr>
            <a:picLocks noChangeAspect="1"/>
          </p:cNvPicPr>
          <p:nvPr userDrawn="1"/>
        </p:nvPicPr>
        <p:blipFill>
          <a:blip r:embed="rId4"/>
          <a:stretch>
            <a:fillRect/>
          </a:stretch>
        </p:blipFill>
        <p:spPr>
          <a:xfrm>
            <a:off x="4263814" y="1139617"/>
            <a:ext cx="1550027" cy="1808365"/>
          </a:xfrm>
          <a:prstGeom prst="rect">
            <a:avLst/>
          </a:prstGeom>
        </p:spPr>
      </p:pic>
      <p:pic>
        <p:nvPicPr>
          <p:cNvPr id="9" name="Picture 8" descr="A picture containing venn diagram&#10;&#10;Description automatically generated">
            <a:extLst>
              <a:ext uri="{FF2B5EF4-FFF2-40B4-BE49-F238E27FC236}">
                <a16:creationId xmlns:a16="http://schemas.microsoft.com/office/drawing/2014/main" id="{46D3A33D-B870-46A7-9EA1-51B5C4F42F61}"/>
              </a:ext>
            </a:extLst>
          </p:cNvPr>
          <p:cNvPicPr>
            <a:picLocks noChangeAspect="1"/>
          </p:cNvPicPr>
          <p:nvPr userDrawn="1"/>
        </p:nvPicPr>
        <p:blipFill>
          <a:blip r:embed="rId5"/>
          <a:stretch>
            <a:fillRect/>
          </a:stretch>
        </p:blipFill>
        <p:spPr>
          <a:xfrm>
            <a:off x="5814582" y="1137677"/>
            <a:ext cx="2555267" cy="6008579"/>
          </a:xfrm>
          <a:prstGeom prst="rect">
            <a:avLst/>
          </a:prstGeom>
        </p:spPr>
      </p:pic>
      <p:sp>
        <p:nvSpPr>
          <p:cNvPr id="3" name="Text Placeholder 2">
            <a:extLst>
              <a:ext uri="{FF2B5EF4-FFF2-40B4-BE49-F238E27FC236}">
                <a16:creationId xmlns:a16="http://schemas.microsoft.com/office/drawing/2014/main" id="{D19AEC72-27C4-4556-93EC-C7570CE2148B}"/>
              </a:ext>
            </a:extLst>
          </p:cNvPr>
          <p:cNvSpPr>
            <a:spLocks noGrp="1"/>
          </p:cNvSpPr>
          <p:nvPr>
            <p:ph type="body" sz="quarter" idx="10" hasCustomPrompt="1"/>
          </p:nvPr>
        </p:nvSpPr>
        <p:spPr>
          <a:xfrm>
            <a:off x="3125788" y="1600264"/>
            <a:ext cx="3641725" cy="1336675"/>
          </a:xfrm>
          <a:prstGeom prst="rect">
            <a:avLst/>
          </a:prstGeom>
        </p:spPr>
        <p:txBody>
          <a:bodyPr/>
          <a:lstStyle>
            <a:lvl1pPr marL="0" indent="0" algn="ctr">
              <a:buNone/>
              <a:defRPr sz="9600">
                <a:solidFill>
                  <a:srgbClr val="00B9E8"/>
                </a:solidFill>
                <a:latin typeface="Ubuntu" panose="020B0504030602030204" pitchFamily="34" charset="0"/>
              </a:defRPr>
            </a:lvl1pPr>
          </a:lstStyle>
          <a:p>
            <a:pPr lvl="0"/>
            <a:r>
              <a:rPr lang="en-US"/>
              <a:t>1</a:t>
            </a:r>
            <a:endParaRPr lang="en-GB"/>
          </a:p>
        </p:txBody>
      </p:sp>
      <p:grpSp>
        <p:nvGrpSpPr>
          <p:cNvPr id="13" name="Group 37">
            <a:extLst>
              <a:ext uri="{FF2B5EF4-FFF2-40B4-BE49-F238E27FC236}">
                <a16:creationId xmlns:a16="http://schemas.microsoft.com/office/drawing/2014/main" id="{66DB8712-4F4E-4114-B3E8-851145F3E59A}"/>
              </a:ext>
              <a:ext uri="{C183D7F6-B498-43B3-948B-1728B52AA6E4}">
                <adec:decorative xmlns:adec="http://schemas.microsoft.com/office/drawing/2017/decorative" val="1"/>
              </a:ext>
            </a:extLst>
          </p:cNvPr>
          <p:cNvGrpSpPr/>
          <p:nvPr userDrawn="1"/>
        </p:nvGrpSpPr>
        <p:grpSpPr>
          <a:xfrm>
            <a:off x="11559747" y="210928"/>
            <a:ext cx="413177" cy="382296"/>
            <a:chOff x="5481638" y="2859088"/>
            <a:chExt cx="1231900" cy="1139825"/>
          </a:xfrm>
          <a:solidFill>
            <a:schemeClr val="bg1"/>
          </a:solidFill>
        </p:grpSpPr>
        <p:sp>
          <p:nvSpPr>
            <p:cNvPr id="15" name="Freeform 320">
              <a:extLst>
                <a:ext uri="{FF2B5EF4-FFF2-40B4-BE49-F238E27FC236}">
                  <a16:creationId xmlns:a16="http://schemas.microsoft.com/office/drawing/2014/main" id="{46271D6B-FF3D-4B16-807C-A775621A0ED5}"/>
                </a:ext>
              </a:extLst>
            </p:cNvPr>
            <p:cNvSpPr>
              <a:spLocks/>
            </p:cNvSpPr>
            <p:nvPr userDrawn="1"/>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16" name="Freeform 321">
              <a:extLst>
                <a:ext uri="{FF2B5EF4-FFF2-40B4-BE49-F238E27FC236}">
                  <a16:creationId xmlns:a16="http://schemas.microsoft.com/office/drawing/2014/main" id="{19B223FC-79E0-4FBE-B983-062163C65EED}"/>
                </a:ext>
              </a:extLst>
            </p:cNvPr>
            <p:cNvSpPr>
              <a:spLocks/>
            </p:cNvSpPr>
            <p:nvPr userDrawn="1"/>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29114424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30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grpId="0" nodeType="withEffect">
                                  <p:stCondLst>
                                    <p:cond delay="1750"/>
                                  </p:stCondLst>
                                  <p:iterate type="wd">
                                    <p:tmPct val="16667"/>
                                  </p:iterate>
                                  <p:childTnLst>
                                    <p:set>
                                      <p:cBhvr>
                                        <p:cTn id="9" dur="1" fill="hold">
                                          <p:stCondLst>
                                            <p:cond delay="0"/>
                                          </p:stCondLst>
                                        </p:cTn>
                                        <p:tgtEl>
                                          <p:spTgt spid="14"/>
                                        </p:tgtEl>
                                        <p:attrNameLst>
                                          <p:attrName>style.visibility</p:attrName>
                                        </p:attrNameLst>
                                      </p:cBhvr>
                                      <p:to>
                                        <p:strVal val="visible"/>
                                      </p:to>
                                    </p:set>
                                    <p:animEffect transition="in" filter="fade">
                                      <p:cBhvr>
                                        <p:cTn id="10" dur="500"/>
                                        <p:tgtEl>
                                          <p:spTgt spid="14"/>
                                        </p:tgtEl>
                                      </p:cBhvr>
                                    </p:animEffect>
                                  </p:childTnLst>
                                </p:cTn>
                              </p:par>
                              <p:par>
                                <p:cTn id="11" presetID="64" presetClass="path" presetSubtype="0" decel="100000" fill="hold" grpId="1" nodeType="withEffect">
                                  <p:stCondLst>
                                    <p:cond delay="1750"/>
                                  </p:stCondLst>
                                  <p:iterate type="wd">
                                    <p:tmPct val="16667"/>
                                  </p:iterate>
                                  <p:childTnLst>
                                    <p:animMotion origin="layout" path="M 8.33333E-7 0.02615 L 8.33333E-7 3.7037E-6 " pathEditMode="relative" rAng="0" ptsTypes="AA">
                                      <p:cBhvr>
                                        <p:cTn id="12" dur="500" fill="hold"/>
                                        <p:tgtEl>
                                          <p:spTgt spid="14"/>
                                        </p:tgtEl>
                                        <p:attrNameLst>
                                          <p:attrName>ppt_x</p:attrName>
                                          <p:attrName>ppt_y</p:attrName>
                                        </p:attrNameLst>
                                      </p:cBhvr>
                                      <p:rCtr x="0" y="-1319"/>
                                    </p:animMotion>
                                  </p:childTnLst>
                                </p:cTn>
                              </p:par>
                              <p:par>
                                <p:cTn id="13" presetID="10" presetClass="entr" presetSubtype="0" fill="hold" grpId="1" nodeType="withEffect">
                                  <p:stCondLst>
                                    <p:cond delay="125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500"/>
                                        <p:tgtEl>
                                          <p:spTgt spid="20"/>
                                        </p:tgtEl>
                                      </p:cBhvr>
                                    </p:animEffect>
                                  </p:childTnLst>
                                </p:cTn>
                              </p:par>
                              <p:par>
                                <p:cTn id="16" presetID="63" presetClass="path" presetSubtype="0" decel="100000" fill="hold" grpId="0" nodeType="withEffect">
                                  <p:stCondLst>
                                    <p:cond delay="1250"/>
                                  </p:stCondLst>
                                  <p:childTnLst>
                                    <p:animMotion origin="layout" path="M -0.05937 0 L -8.33333E-7 0 " pathEditMode="relative" rAng="0" ptsTypes="AA">
                                      <p:cBhvr>
                                        <p:cTn id="17" dur="1100" fill="hold"/>
                                        <p:tgtEl>
                                          <p:spTgt spid="20"/>
                                        </p:tgtEl>
                                        <p:attrNameLst>
                                          <p:attrName>ppt_x</p:attrName>
                                          <p:attrName>ppt_y</p:attrName>
                                        </p:attrNameLst>
                                      </p:cBhvr>
                                      <p:rCtr x="2969" y="0"/>
                                    </p:animMotion>
                                  </p:childTnLst>
                                </p:cTn>
                              </p:par>
                              <p:par>
                                <p:cTn id="18" presetID="22" presetClass="entr" presetSubtype="4" fill="hold" nodeType="withEffect">
                                  <p:stCondLst>
                                    <p:cond delay="200"/>
                                  </p:stCondLst>
                                  <p:childTnLst>
                                    <p:set>
                                      <p:cBhvr>
                                        <p:cTn id="19" dur="1" fill="hold">
                                          <p:stCondLst>
                                            <p:cond delay="0"/>
                                          </p:stCondLst>
                                        </p:cTn>
                                        <p:tgtEl>
                                          <p:spTgt spid="9"/>
                                        </p:tgtEl>
                                        <p:attrNameLst>
                                          <p:attrName>style.visibility</p:attrName>
                                        </p:attrNameLst>
                                      </p:cBhvr>
                                      <p:to>
                                        <p:strVal val="visible"/>
                                      </p:to>
                                    </p:set>
                                    <p:animEffect transition="in" filter="wipe(down)">
                                      <p:cBhvr>
                                        <p:cTn id="20" dur="2200"/>
                                        <p:tgtEl>
                                          <p:spTgt spid="9"/>
                                        </p:tgtEl>
                                      </p:cBhvr>
                                    </p:animEffect>
                                  </p:childTnLst>
                                </p:cTn>
                              </p:par>
                              <p:par>
                                <p:cTn id="21" presetID="22" presetClass="entr" presetSubtype="2" fill="hold" nodeType="withEffect">
                                  <p:stCondLst>
                                    <p:cond delay="2100"/>
                                  </p:stCondLst>
                                  <p:childTnLst>
                                    <p:set>
                                      <p:cBhvr>
                                        <p:cTn id="22" dur="1" fill="hold">
                                          <p:stCondLst>
                                            <p:cond delay="0"/>
                                          </p:stCondLst>
                                        </p:cTn>
                                        <p:tgtEl>
                                          <p:spTgt spid="8"/>
                                        </p:tgtEl>
                                        <p:attrNameLst>
                                          <p:attrName>style.visibility</p:attrName>
                                        </p:attrNameLst>
                                      </p:cBhvr>
                                      <p:to>
                                        <p:strVal val="visible"/>
                                      </p:to>
                                    </p:set>
                                    <p:animEffect transition="in" filter="wipe(right)">
                                      <p:cBhvr>
                                        <p:cTn id="23" dur="1250"/>
                                        <p:tgtEl>
                                          <p:spTgt spid="8"/>
                                        </p:tgtEl>
                                      </p:cBhvr>
                                    </p:animEffect>
                                  </p:childTnLst>
                                </p:cTn>
                              </p:par>
                              <p:par>
                                <p:cTn id="24" presetID="22" presetClass="entr" presetSubtype="4" fill="hold" nodeType="withEffect">
                                  <p:stCondLst>
                                    <p:cond delay="3300"/>
                                  </p:stCondLst>
                                  <p:childTnLst>
                                    <p:set>
                                      <p:cBhvr>
                                        <p:cTn id="25" dur="1" fill="hold">
                                          <p:stCondLst>
                                            <p:cond delay="0"/>
                                          </p:stCondLst>
                                        </p:cTn>
                                        <p:tgtEl>
                                          <p:spTgt spid="6"/>
                                        </p:tgtEl>
                                        <p:attrNameLst>
                                          <p:attrName>style.visibility</p:attrName>
                                        </p:attrNameLst>
                                      </p:cBhvr>
                                      <p:to>
                                        <p:strVal val="visible"/>
                                      </p:to>
                                    </p:set>
                                    <p:animEffect transition="in" filter="wipe(down)">
                                      <p:cBhvr>
                                        <p:cTn id="26" dur="1100"/>
                                        <p:tgtEl>
                                          <p:spTgt spid="6"/>
                                        </p:tgtEl>
                                      </p:cBhvr>
                                    </p:animEffect>
                                  </p:childTnLst>
                                </p:cTn>
                              </p:par>
                              <p:par>
                                <p:cTn id="27" presetID="10" presetClass="entr" presetSubtype="0" fill="hold" nodeType="withEffect">
                                  <p:stCondLst>
                                    <p:cond delay="200"/>
                                  </p:stCondLst>
                                  <p:childTnLst>
                                    <p:set>
                                      <p:cBhvr>
                                        <p:cTn id="28" dur="1" fill="hold">
                                          <p:stCondLst>
                                            <p:cond delay="0"/>
                                          </p:stCondLst>
                                        </p:cTn>
                                        <p:tgtEl>
                                          <p:spTgt spid="17"/>
                                        </p:tgtEl>
                                        <p:attrNameLst>
                                          <p:attrName>style.visibility</p:attrName>
                                        </p:attrNameLst>
                                      </p:cBhvr>
                                      <p:to>
                                        <p:strVal val="visible"/>
                                      </p:to>
                                    </p:set>
                                    <p:animEffect transition="in" filter="fade">
                                      <p:cBhvr>
                                        <p:cTn id="29" dur="1150"/>
                                        <p:tgtEl>
                                          <p:spTgt spid="17"/>
                                        </p:tgtEl>
                                      </p:cBhvr>
                                    </p:animEffect>
                                  </p:childTnLst>
                                </p:cTn>
                              </p:par>
                              <p:par>
                                <p:cTn id="30" presetID="6" presetClass="emph" presetSubtype="0" fill="hold" nodeType="withEffect">
                                  <p:stCondLst>
                                    <p:cond delay="0"/>
                                  </p:stCondLst>
                                  <p:childTnLst>
                                    <p:animScale>
                                      <p:cBhvr>
                                        <p:cTn id="31" dur="150" fill="hold"/>
                                        <p:tgtEl>
                                          <p:spTgt spid="17"/>
                                        </p:tgtEl>
                                      </p:cBhvr>
                                      <p:by x="110000" y="110000"/>
                                    </p:animScale>
                                  </p:childTnLst>
                                </p:cTn>
                              </p:par>
                              <p:par>
                                <p:cTn id="32" presetID="6" presetClass="emph" presetSubtype="0" decel="100000" fill="hold" nodeType="withEffect">
                                  <p:stCondLst>
                                    <p:cond delay="200"/>
                                  </p:stCondLst>
                                  <p:childTnLst>
                                    <p:animScale>
                                      <p:cBhvr>
                                        <p:cTn id="33" dur="3450" fill="hold"/>
                                        <p:tgtEl>
                                          <p:spTgt spid="17"/>
                                        </p:tgtEl>
                                      </p:cBhvr>
                                      <p:by x="90990" y="9099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0" grpId="1" animBg="1"/>
      <p:bldP spid="14" grpId="0"/>
      <p:bldP spid="14" grpId="1"/>
      <p:bldP spid="3" grpId="0">
        <p:tmplLst>
          <p:tmpl>
            <p:tnLst>
              <p:par>
                <p:cTn presetID="10" presetClass="entr" presetSubtype="0" fill="hold" nodeType="withEffect">
                  <p:stCondLst>
                    <p:cond delay="130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Lst>
      </p:bldP>
    </p:bldLst>
  </p:timing>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1_Diapositive de titre">
    <p:spTree>
      <p:nvGrpSpPr>
        <p:cNvPr id="1" name=""/>
        <p:cNvGrpSpPr/>
        <p:nvPr/>
      </p:nvGrpSpPr>
      <p:grpSpPr>
        <a:xfrm>
          <a:off x="0" y="0"/>
          <a:ext cx="0" cy="0"/>
          <a:chOff x="0" y="0"/>
          <a:chExt cx="0" cy="0"/>
        </a:xfrm>
      </p:grpSpPr>
      <p:pic>
        <p:nvPicPr>
          <p:cNvPr id="11" name="Picture 10" descr="A hand touching a digital globe&#10;&#10;Description automatically generated">
            <a:extLst>
              <a:ext uri="{FF2B5EF4-FFF2-40B4-BE49-F238E27FC236}">
                <a16:creationId xmlns:a16="http://schemas.microsoft.com/office/drawing/2014/main" id="{6DA78449-7062-B1AC-FB8A-A1D5C1E9514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2884" y="-1"/>
            <a:ext cx="12166232" cy="6718042"/>
          </a:xfrm>
          <a:prstGeom prst="rect">
            <a:avLst/>
          </a:prstGeom>
        </p:spPr>
      </p:pic>
      <p:sp>
        <p:nvSpPr>
          <p:cNvPr id="12" name="Rectangle 11">
            <a:extLst>
              <a:ext uri="{FF2B5EF4-FFF2-40B4-BE49-F238E27FC236}">
                <a16:creationId xmlns:a16="http://schemas.microsoft.com/office/drawing/2014/main" id="{3F5063EA-C79F-40F2-6F78-BF811DFDAC95}"/>
              </a:ext>
            </a:extLst>
          </p:cNvPr>
          <p:cNvSpPr/>
          <p:nvPr userDrawn="1"/>
        </p:nvSpPr>
        <p:spPr>
          <a:xfrm>
            <a:off x="0" y="0"/>
            <a:ext cx="12179116" cy="6858000"/>
          </a:xfrm>
          <a:prstGeom prst="rect">
            <a:avLst/>
          </a:prstGeom>
          <a:solidFill>
            <a:srgbClr val="404040">
              <a:alpha val="52157"/>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15" name="Graphic 13">
            <a:extLst>
              <a:ext uri="{FF2B5EF4-FFF2-40B4-BE49-F238E27FC236}">
                <a16:creationId xmlns:a16="http://schemas.microsoft.com/office/drawing/2014/main" id="{5D1B5F70-39A3-4E01-8EEB-A624F6527260}"/>
              </a:ext>
            </a:extLst>
          </p:cNvPr>
          <p:cNvSpPr>
            <a:spLocks noChangeAspect="1"/>
          </p:cNvSpPr>
          <p:nvPr/>
        </p:nvSpPr>
        <p:spPr>
          <a:xfrm>
            <a:off x="263352" y="908720"/>
            <a:ext cx="10199251" cy="6192688"/>
          </a:xfrm>
          <a:custGeom>
            <a:avLst/>
            <a:gdLst>
              <a:gd name="connsiteX0" fmla="*/ 36195 w 8117205"/>
              <a:gd name="connsiteY0" fmla="*/ 4710199 h 4710198"/>
              <a:gd name="connsiteX1" fmla="*/ 0 w 8117205"/>
              <a:gd name="connsiteY1" fmla="*/ 4697817 h 4710198"/>
              <a:gd name="connsiteX2" fmla="*/ 538163 w 8117205"/>
              <a:gd name="connsiteY2" fmla="*/ 3739602 h 4710198"/>
              <a:gd name="connsiteX3" fmla="*/ 1340168 w 8117205"/>
              <a:gd name="connsiteY3" fmla="*/ 2915689 h 4710198"/>
              <a:gd name="connsiteX4" fmla="*/ 2613660 w 8117205"/>
              <a:gd name="connsiteY4" fmla="*/ 2190837 h 4710198"/>
              <a:gd name="connsiteX5" fmla="*/ 2621280 w 8117205"/>
              <a:gd name="connsiteY5" fmla="*/ 2187979 h 4710198"/>
              <a:gd name="connsiteX6" fmla="*/ 2628900 w 8117205"/>
              <a:gd name="connsiteY6" fmla="*/ 2191789 h 4710198"/>
              <a:gd name="connsiteX7" fmla="*/ 4513898 w 8117205"/>
              <a:gd name="connsiteY7" fmla="*/ 2830917 h 4710198"/>
              <a:gd name="connsiteX8" fmla="*/ 5841683 w 8117205"/>
              <a:gd name="connsiteY8" fmla="*/ 2599459 h 4710198"/>
              <a:gd name="connsiteX9" fmla="*/ 6102668 w 8117205"/>
              <a:gd name="connsiteY9" fmla="*/ 1288819 h 4710198"/>
              <a:gd name="connsiteX10" fmla="*/ 6256020 w 8117205"/>
              <a:gd name="connsiteY10" fmla="*/ 204874 h 4710198"/>
              <a:gd name="connsiteX11" fmla="*/ 7391400 w 8117205"/>
              <a:gd name="connsiteY11" fmla="*/ 43901 h 4710198"/>
              <a:gd name="connsiteX12" fmla="*/ 8117205 w 8117205"/>
              <a:gd name="connsiteY12" fmla="*/ 242021 h 4710198"/>
              <a:gd name="connsiteX13" fmla="*/ 8102918 w 8117205"/>
              <a:gd name="connsiteY13" fmla="*/ 277264 h 4710198"/>
              <a:gd name="connsiteX14" fmla="*/ 7384733 w 8117205"/>
              <a:gd name="connsiteY14" fmla="*/ 82001 h 4710198"/>
              <a:gd name="connsiteX15" fmla="*/ 6281738 w 8117205"/>
              <a:gd name="connsiteY15" fmla="*/ 233449 h 4710198"/>
              <a:gd name="connsiteX16" fmla="*/ 6139815 w 8117205"/>
              <a:gd name="connsiteY16" fmla="*/ 1279294 h 4710198"/>
              <a:gd name="connsiteX17" fmla="*/ 6187440 w 8117205"/>
              <a:gd name="connsiteY17" fmla="*/ 2101302 h 4710198"/>
              <a:gd name="connsiteX18" fmla="*/ 5866448 w 8117205"/>
              <a:gd name="connsiteY18" fmla="*/ 2629939 h 4710198"/>
              <a:gd name="connsiteX19" fmla="*/ 4510088 w 8117205"/>
              <a:gd name="connsiteY19" fmla="*/ 2869969 h 4710198"/>
              <a:gd name="connsiteX20" fmla="*/ 2620328 w 8117205"/>
              <a:gd name="connsiteY20" fmla="*/ 2230842 h 4710198"/>
              <a:gd name="connsiteX21" fmla="*/ 568643 w 8117205"/>
              <a:gd name="connsiteY21" fmla="*/ 3763414 h 4710198"/>
              <a:gd name="connsiteX22" fmla="*/ 36195 w 8117205"/>
              <a:gd name="connsiteY22" fmla="*/ 4710199 h 4710198"/>
              <a:gd name="connsiteX0" fmla="*/ 36195 w 8117205"/>
              <a:gd name="connsiteY0" fmla="*/ 4710199 h 4710199"/>
              <a:gd name="connsiteX1" fmla="*/ 0 w 8117205"/>
              <a:gd name="connsiteY1" fmla="*/ 4697817 h 4710199"/>
              <a:gd name="connsiteX2" fmla="*/ 538163 w 8117205"/>
              <a:gd name="connsiteY2" fmla="*/ 3739602 h 4710199"/>
              <a:gd name="connsiteX3" fmla="*/ 1340168 w 8117205"/>
              <a:gd name="connsiteY3" fmla="*/ 2915689 h 4710199"/>
              <a:gd name="connsiteX4" fmla="*/ 2613660 w 8117205"/>
              <a:gd name="connsiteY4" fmla="*/ 2190837 h 4710199"/>
              <a:gd name="connsiteX5" fmla="*/ 2621280 w 8117205"/>
              <a:gd name="connsiteY5" fmla="*/ 2187979 h 4710199"/>
              <a:gd name="connsiteX6" fmla="*/ 2628900 w 8117205"/>
              <a:gd name="connsiteY6" fmla="*/ 2191789 h 4710199"/>
              <a:gd name="connsiteX7" fmla="*/ 4513898 w 8117205"/>
              <a:gd name="connsiteY7" fmla="*/ 2830917 h 4710199"/>
              <a:gd name="connsiteX8" fmla="*/ 5841683 w 8117205"/>
              <a:gd name="connsiteY8" fmla="*/ 2599459 h 4710199"/>
              <a:gd name="connsiteX9" fmla="*/ 6102668 w 8117205"/>
              <a:gd name="connsiteY9" fmla="*/ 1288819 h 4710199"/>
              <a:gd name="connsiteX10" fmla="*/ 6256020 w 8117205"/>
              <a:gd name="connsiteY10" fmla="*/ 204874 h 4710199"/>
              <a:gd name="connsiteX11" fmla="*/ 7391400 w 8117205"/>
              <a:gd name="connsiteY11" fmla="*/ 43901 h 4710199"/>
              <a:gd name="connsiteX12" fmla="*/ 8117205 w 8117205"/>
              <a:gd name="connsiteY12" fmla="*/ 242021 h 4710199"/>
              <a:gd name="connsiteX13" fmla="*/ 7384733 w 8117205"/>
              <a:gd name="connsiteY13" fmla="*/ 82001 h 4710199"/>
              <a:gd name="connsiteX14" fmla="*/ 6281738 w 8117205"/>
              <a:gd name="connsiteY14" fmla="*/ 233449 h 4710199"/>
              <a:gd name="connsiteX15" fmla="*/ 6139815 w 8117205"/>
              <a:gd name="connsiteY15" fmla="*/ 1279294 h 4710199"/>
              <a:gd name="connsiteX16" fmla="*/ 6187440 w 8117205"/>
              <a:gd name="connsiteY16" fmla="*/ 2101302 h 4710199"/>
              <a:gd name="connsiteX17" fmla="*/ 5866448 w 8117205"/>
              <a:gd name="connsiteY17" fmla="*/ 2629939 h 4710199"/>
              <a:gd name="connsiteX18" fmla="*/ 4510088 w 8117205"/>
              <a:gd name="connsiteY18" fmla="*/ 2869969 h 4710199"/>
              <a:gd name="connsiteX19" fmla="*/ 2620328 w 8117205"/>
              <a:gd name="connsiteY19" fmla="*/ 2230842 h 4710199"/>
              <a:gd name="connsiteX20" fmla="*/ 568643 w 8117205"/>
              <a:gd name="connsiteY20" fmla="*/ 3763414 h 4710199"/>
              <a:gd name="connsiteX21" fmla="*/ 36195 w 8117205"/>
              <a:gd name="connsiteY21" fmla="*/ 4710199 h 4710199"/>
              <a:gd name="connsiteX0" fmla="*/ 36195 w 7528033"/>
              <a:gd name="connsiteY0" fmla="*/ 4673434 h 4673434"/>
              <a:gd name="connsiteX1" fmla="*/ 0 w 7528033"/>
              <a:gd name="connsiteY1" fmla="*/ 4661052 h 4673434"/>
              <a:gd name="connsiteX2" fmla="*/ 538163 w 7528033"/>
              <a:gd name="connsiteY2" fmla="*/ 3702837 h 4673434"/>
              <a:gd name="connsiteX3" fmla="*/ 1340168 w 7528033"/>
              <a:gd name="connsiteY3" fmla="*/ 2878924 h 4673434"/>
              <a:gd name="connsiteX4" fmla="*/ 2613660 w 7528033"/>
              <a:gd name="connsiteY4" fmla="*/ 2154072 h 4673434"/>
              <a:gd name="connsiteX5" fmla="*/ 2621280 w 7528033"/>
              <a:gd name="connsiteY5" fmla="*/ 2151214 h 4673434"/>
              <a:gd name="connsiteX6" fmla="*/ 2628900 w 7528033"/>
              <a:gd name="connsiteY6" fmla="*/ 2155024 h 4673434"/>
              <a:gd name="connsiteX7" fmla="*/ 4513898 w 7528033"/>
              <a:gd name="connsiteY7" fmla="*/ 2794152 h 4673434"/>
              <a:gd name="connsiteX8" fmla="*/ 5841683 w 7528033"/>
              <a:gd name="connsiteY8" fmla="*/ 2562694 h 4673434"/>
              <a:gd name="connsiteX9" fmla="*/ 6102668 w 7528033"/>
              <a:gd name="connsiteY9" fmla="*/ 1252054 h 4673434"/>
              <a:gd name="connsiteX10" fmla="*/ 6256020 w 7528033"/>
              <a:gd name="connsiteY10" fmla="*/ 168109 h 4673434"/>
              <a:gd name="connsiteX11" fmla="*/ 7391400 w 7528033"/>
              <a:gd name="connsiteY11" fmla="*/ 7136 h 4673434"/>
              <a:gd name="connsiteX12" fmla="*/ 7384733 w 7528033"/>
              <a:gd name="connsiteY12" fmla="*/ 45236 h 4673434"/>
              <a:gd name="connsiteX13" fmla="*/ 6281738 w 7528033"/>
              <a:gd name="connsiteY13" fmla="*/ 196684 h 4673434"/>
              <a:gd name="connsiteX14" fmla="*/ 6139815 w 7528033"/>
              <a:gd name="connsiteY14" fmla="*/ 1242529 h 4673434"/>
              <a:gd name="connsiteX15" fmla="*/ 6187440 w 7528033"/>
              <a:gd name="connsiteY15" fmla="*/ 2064537 h 4673434"/>
              <a:gd name="connsiteX16" fmla="*/ 5866448 w 7528033"/>
              <a:gd name="connsiteY16" fmla="*/ 2593174 h 4673434"/>
              <a:gd name="connsiteX17" fmla="*/ 4510088 w 7528033"/>
              <a:gd name="connsiteY17" fmla="*/ 2833204 h 4673434"/>
              <a:gd name="connsiteX18" fmla="*/ 2620328 w 7528033"/>
              <a:gd name="connsiteY18" fmla="*/ 2194077 h 4673434"/>
              <a:gd name="connsiteX19" fmla="*/ 568643 w 7528033"/>
              <a:gd name="connsiteY19" fmla="*/ 3726649 h 4673434"/>
              <a:gd name="connsiteX20" fmla="*/ 36195 w 7528033"/>
              <a:gd name="connsiteY20" fmla="*/ 4673434 h 4673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528033" h="4673434">
                <a:moveTo>
                  <a:pt x="36195" y="4673434"/>
                </a:moveTo>
                <a:lnTo>
                  <a:pt x="0" y="4661052"/>
                </a:lnTo>
                <a:cubicBezTo>
                  <a:pt x="953" y="4656289"/>
                  <a:pt x="145733" y="4224807"/>
                  <a:pt x="538163" y="3702837"/>
                </a:cubicBezTo>
                <a:cubicBezTo>
                  <a:pt x="768668" y="3396132"/>
                  <a:pt x="1038225" y="3118954"/>
                  <a:pt x="1340168" y="2878924"/>
                </a:cubicBezTo>
                <a:cubicBezTo>
                  <a:pt x="1717358" y="2577934"/>
                  <a:pt x="2145983" y="2334094"/>
                  <a:pt x="2613660" y="2154072"/>
                </a:cubicBezTo>
                <a:lnTo>
                  <a:pt x="2621280" y="2151214"/>
                </a:lnTo>
                <a:lnTo>
                  <a:pt x="2628900" y="2155024"/>
                </a:lnTo>
                <a:cubicBezTo>
                  <a:pt x="3289935" y="2497924"/>
                  <a:pt x="3941445" y="2718904"/>
                  <a:pt x="4513898" y="2794152"/>
                </a:cubicBezTo>
                <a:cubicBezTo>
                  <a:pt x="5095875" y="2871304"/>
                  <a:pt x="5554980" y="2790341"/>
                  <a:pt x="5841683" y="2562694"/>
                </a:cubicBezTo>
                <a:cubicBezTo>
                  <a:pt x="6168390" y="2302662"/>
                  <a:pt x="6257925" y="1849271"/>
                  <a:pt x="6102668" y="1252054"/>
                </a:cubicBezTo>
                <a:cubicBezTo>
                  <a:pt x="5969318" y="741514"/>
                  <a:pt x="6020753" y="376706"/>
                  <a:pt x="6256020" y="168109"/>
                </a:cubicBezTo>
                <a:cubicBezTo>
                  <a:pt x="6480810" y="-31916"/>
                  <a:pt x="7203281" y="27615"/>
                  <a:pt x="7391400" y="7136"/>
                </a:cubicBezTo>
                <a:cubicBezTo>
                  <a:pt x="7579519" y="-13343"/>
                  <a:pt x="7569677" y="13645"/>
                  <a:pt x="7384733" y="45236"/>
                </a:cubicBezTo>
                <a:cubicBezTo>
                  <a:pt x="7199789" y="76827"/>
                  <a:pt x="6550343" y="-41441"/>
                  <a:pt x="6281738" y="196684"/>
                </a:cubicBezTo>
                <a:cubicBezTo>
                  <a:pt x="6058853" y="394804"/>
                  <a:pt x="6011228" y="747229"/>
                  <a:pt x="6139815" y="1242529"/>
                </a:cubicBezTo>
                <a:cubicBezTo>
                  <a:pt x="6221730" y="1557806"/>
                  <a:pt x="6237923" y="1834031"/>
                  <a:pt x="6187440" y="2064537"/>
                </a:cubicBezTo>
                <a:cubicBezTo>
                  <a:pt x="6138863" y="2283612"/>
                  <a:pt x="6031230" y="2460777"/>
                  <a:pt x="5866448" y="2593174"/>
                </a:cubicBezTo>
                <a:cubicBezTo>
                  <a:pt x="5572125" y="2828441"/>
                  <a:pt x="5102543" y="2911309"/>
                  <a:pt x="4510088" y="2833204"/>
                </a:cubicBezTo>
                <a:cubicBezTo>
                  <a:pt x="3935730" y="2757004"/>
                  <a:pt x="3282315" y="2536024"/>
                  <a:pt x="2620328" y="2194077"/>
                </a:cubicBezTo>
                <a:cubicBezTo>
                  <a:pt x="1574483" y="2598889"/>
                  <a:pt x="927735" y="3251352"/>
                  <a:pt x="568643" y="3726649"/>
                </a:cubicBezTo>
                <a:cubicBezTo>
                  <a:pt x="180023" y="4242904"/>
                  <a:pt x="37148" y="4668672"/>
                  <a:pt x="36195" y="4673434"/>
                </a:cubicBezTo>
                <a:close/>
              </a:path>
            </a:pathLst>
          </a:custGeom>
          <a:gradFill>
            <a:gsLst>
              <a:gs pos="99000">
                <a:schemeClr val="accent2">
                  <a:alpha val="0"/>
                </a:schemeClr>
              </a:gs>
              <a:gs pos="32000">
                <a:srgbClr val="12ABDB">
                  <a:alpha val="17000"/>
                </a:srgbClr>
              </a:gs>
              <a:gs pos="17000">
                <a:schemeClr val="accent2">
                  <a:alpha val="0"/>
                </a:schemeClr>
              </a:gs>
              <a:gs pos="49000">
                <a:srgbClr val="12ABDB"/>
              </a:gs>
              <a:gs pos="70000">
                <a:schemeClr val="accent2"/>
              </a:gs>
            </a:gsLst>
            <a:lin ang="16200000" scaled="0"/>
          </a:gradFill>
          <a:ln w="9525" cap="flat">
            <a:noFill/>
            <a:prstDash val="solid"/>
            <a:miter/>
          </a:ln>
        </p:spPr>
        <p:txBody>
          <a:bodyPr rtlCol="0" anchor="ctr"/>
          <a:lstStyle/>
          <a:p>
            <a:endParaRPr lang="de-DE"/>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242574"/>
            <a:ext cx="11379200" cy="307777"/>
          </a:xfrm>
        </p:spPr>
        <p:txBody>
          <a:bodyPr wrap="square" lIns="36000" tIns="0" rIns="36000">
            <a:sp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339007"/>
            <a:ext cx="11386134" cy="2031325"/>
          </a:xfrm>
          <a:prstGeom prst="rect">
            <a:avLst/>
          </a:prstGeom>
        </p:spPr>
        <p:txBody>
          <a:bodyPr wrap="square" lIns="36000" rIns="36000" bIns="0" anchor="b" anchorCtr="0">
            <a:spAutoFit/>
          </a:bodyPr>
          <a:lstStyle>
            <a:lvl1pPr algn="l">
              <a:lnSpc>
                <a:spcPct val="100000"/>
              </a:lnSpc>
              <a:defRPr sz="6600" b="1" baseline="0">
                <a:solidFill>
                  <a:schemeClr val="bg1"/>
                </a:solidFill>
                <a:latin typeface="Ubuntu" panose="020B0504030602030204" pitchFamily="34" charset="0"/>
              </a:defRPr>
            </a:lvl1pPr>
          </a:lstStyle>
          <a:p>
            <a:r>
              <a:rPr lang="en-US"/>
              <a:t>Click to edit Master title style</a:t>
            </a:r>
            <a:endParaRPr lang="en-GB"/>
          </a:p>
        </p:txBody>
      </p:sp>
      <p:pic>
        <p:nvPicPr>
          <p:cNvPr id="6" name="Image 5" descr="Une image contenant texte&#10;&#10;Description générée automatiquement">
            <a:extLst>
              <a:ext uri="{FF2B5EF4-FFF2-40B4-BE49-F238E27FC236}">
                <a16:creationId xmlns:a16="http://schemas.microsoft.com/office/drawing/2014/main" id="{B290AA58-6524-4A50-851C-8EA6E75AA5EE}"/>
              </a:ext>
            </a:extLst>
          </p:cNvPr>
          <p:cNvPicPr>
            <a:picLocks noChangeAspect="1"/>
          </p:cNvPicPr>
          <p:nvPr userDrawn="1"/>
        </p:nvPicPr>
        <p:blipFill>
          <a:blip r:embed="rId3">
            <a:biLevel thresh="25000"/>
            <a:extLst>
              <a:ext uri="{28A0092B-C50C-407E-A947-70E740481C1C}">
                <a14:useLocalDpi xmlns:a14="http://schemas.microsoft.com/office/drawing/2010/main" val="0"/>
              </a:ext>
            </a:extLst>
          </a:blip>
          <a:stretch>
            <a:fillRect/>
          </a:stretch>
        </p:blipFill>
        <p:spPr>
          <a:xfrm>
            <a:off x="9155116" y="260648"/>
            <a:ext cx="3024000" cy="1226177"/>
          </a:xfrm>
          <a:prstGeom prst="rect">
            <a:avLst/>
          </a:prstGeom>
        </p:spPr>
      </p:pic>
    </p:spTree>
    <p:extLst>
      <p:ext uri="{BB962C8B-B14F-4D97-AF65-F5344CB8AC3E}">
        <p14:creationId xmlns:p14="http://schemas.microsoft.com/office/powerpoint/2010/main" val="363216281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new slide">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6DA78449-7062-B1AC-FB8A-A1D5C1E95147}"/>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2"/>
            <a:ext cx="12179115" cy="6857999"/>
          </a:xfrm>
          <a:prstGeom prst="rect">
            <a:avLst/>
          </a:prstGeom>
        </p:spPr>
      </p:pic>
      <p:sp>
        <p:nvSpPr>
          <p:cNvPr id="12" name="Rectangle 11">
            <a:extLst>
              <a:ext uri="{FF2B5EF4-FFF2-40B4-BE49-F238E27FC236}">
                <a16:creationId xmlns:a16="http://schemas.microsoft.com/office/drawing/2014/main" id="{3F5063EA-C79F-40F2-6F78-BF811DFDAC95}"/>
              </a:ext>
            </a:extLst>
          </p:cNvPr>
          <p:cNvSpPr/>
          <p:nvPr userDrawn="1"/>
        </p:nvSpPr>
        <p:spPr>
          <a:xfrm>
            <a:off x="12885" y="-3"/>
            <a:ext cx="12179116" cy="6858000"/>
          </a:xfrm>
          <a:prstGeom prst="rect">
            <a:avLst/>
          </a:prstGeom>
          <a:solidFill>
            <a:srgbClr val="404040">
              <a:alpha val="52157"/>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15" name="Graphic 13">
            <a:extLst>
              <a:ext uri="{FF2B5EF4-FFF2-40B4-BE49-F238E27FC236}">
                <a16:creationId xmlns:a16="http://schemas.microsoft.com/office/drawing/2014/main" id="{5D1B5F70-39A3-4E01-8EEB-A624F6527260}"/>
              </a:ext>
            </a:extLst>
          </p:cNvPr>
          <p:cNvSpPr>
            <a:spLocks noChangeAspect="1"/>
          </p:cNvSpPr>
          <p:nvPr/>
        </p:nvSpPr>
        <p:spPr>
          <a:xfrm>
            <a:off x="491952" y="976948"/>
            <a:ext cx="10199251" cy="6192688"/>
          </a:xfrm>
          <a:custGeom>
            <a:avLst/>
            <a:gdLst>
              <a:gd name="connsiteX0" fmla="*/ 36195 w 8117205"/>
              <a:gd name="connsiteY0" fmla="*/ 4710199 h 4710198"/>
              <a:gd name="connsiteX1" fmla="*/ 0 w 8117205"/>
              <a:gd name="connsiteY1" fmla="*/ 4697817 h 4710198"/>
              <a:gd name="connsiteX2" fmla="*/ 538163 w 8117205"/>
              <a:gd name="connsiteY2" fmla="*/ 3739602 h 4710198"/>
              <a:gd name="connsiteX3" fmla="*/ 1340168 w 8117205"/>
              <a:gd name="connsiteY3" fmla="*/ 2915689 h 4710198"/>
              <a:gd name="connsiteX4" fmla="*/ 2613660 w 8117205"/>
              <a:gd name="connsiteY4" fmla="*/ 2190837 h 4710198"/>
              <a:gd name="connsiteX5" fmla="*/ 2621280 w 8117205"/>
              <a:gd name="connsiteY5" fmla="*/ 2187979 h 4710198"/>
              <a:gd name="connsiteX6" fmla="*/ 2628900 w 8117205"/>
              <a:gd name="connsiteY6" fmla="*/ 2191789 h 4710198"/>
              <a:gd name="connsiteX7" fmla="*/ 4513898 w 8117205"/>
              <a:gd name="connsiteY7" fmla="*/ 2830917 h 4710198"/>
              <a:gd name="connsiteX8" fmla="*/ 5841683 w 8117205"/>
              <a:gd name="connsiteY8" fmla="*/ 2599459 h 4710198"/>
              <a:gd name="connsiteX9" fmla="*/ 6102668 w 8117205"/>
              <a:gd name="connsiteY9" fmla="*/ 1288819 h 4710198"/>
              <a:gd name="connsiteX10" fmla="*/ 6256020 w 8117205"/>
              <a:gd name="connsiteY10" fmla="*/ 204874 h 4710198"/>
              <a:gd name="connsiteX11" fmla="*/ 7391400 w 8117205"/>
              <a:gd name="connsiteY11" fmla="*/ 43901 h 4710198"/>
              <a:gd name="connsiteX12" fmla="*/ 8117205 w 8117205"/>
              <a:gd name="connsiteY12" fmla="*/ 242021 h 4710198"/>
              <a:gd name="connsiteX13" fmla="*/ 8102918 w 8117205"/>
              <a:gd name="connsiteY13" fmla="*/ 277264 h 4710198"/>
              <a:gd name="connsiteX14" fmla="*/ 7384733 w 8117205"/>
              <a:gd name="connsiteY14" fmla="*/ 82001 h 4710198"/>
              <a:gd name="connsiteX15" fmla="*/ 6281738 w 8117205"/>
              <a:gd name="connsiteY15" fmla="*/ 233449 h 4710198"/>
              <a:gd name="connsiteX16" fmla="*/ 6139815 w 8117205"/>
              <a:gd name="connsiteY16" fmla="*/ 1279294 h 4710198"/>
              <a:gd name="connsiteX17" fmla="*/ 6187440 w 8117205"/>
              <a:gd name="connsiteY17" fmla="*/ 2101302 h 4710198"/>
              <a:gd name="connsiteX18" fmla="*/ 5866448 w 8117205"/>
              <a:gd name="connsiteY18" fmla="*/ 2629939 h 4710198"/>
              <a:gd name="connsiteX19" fmla="*/ 4510088 w 8117205"/>
              <a:gd name="connsiteY19" fmla="*/ 2869969 h 4710198"/>
              <a:gd name="connsiteX20" fmla="*/ 2620328 w 8117205"/>
              <a:gd name="connsiteY20" fmla="*/ 2230842 h 4710198"/>
              <a:gd name="connsiteX21" fmla="*/ 568643 w 8117205"/>
              <a:gd name="connsiteY21" fmla="*/ 3763414 h 4710198"/>
              <a:gd name="connsiteX22" fmla="*/ 36195 w 8117205"/>
              <a:gd name="connsiteY22" fmla="*/ 4710199 h 4710198"/>
              <a:gd name="connsiteX0" fmla="*/ 36195 w 8117205"/>
              <a:gd name="connsiteY0" fmla="*/ 4710199 h 4710199"/>
              <a:gd name="connsiteX1" fmla="*/ 0 w 8117205"/>
              <a:gd name="connsiteY1" fmla="*/ 4697817 h 4710199"/>
              <a:gd name="connsiteX2" fmla="*/ 538163 w 8117205"/>
              <a:gd name="connsiteY2" fmla="*/ 3739602 h 4710199"/>
              <a:gd name="connsiteX3" fmla="*/ 1340168 w 8117205"/>
              <a:gd name="connsiteY3" fmla="*/ 2915689 h 4710199"/>
              <a:gd name="connsiteX4" fmla="*/ 2613660 w 8117205"/>
              <a:gd name="connsiteY4" fmla="*/ 2190837 h 4710199"/>
              <a:gd name="connsiteX5" fmla="*/ 2621280 w 8117205"/>
              <a:gd name="connsiteY5" fmla="*/ 2187979 h 4710199"/>
              <a:gd name="connsiteX6" fmla="*/ 2628900 w 8117205"/>
              <a:gd name="connsiteY6" fmla="*/ 2191789 h 4710199"/>
              <a:gd name="connsiteX7" fmla="*/ 4513898 w 8117205"/>
              <a:gd name="connsiteY7" fmla="*/ 2830917 h 4710199"/>
              <a:gd name="connsiteX8" fmla="*/ 5841683 w 8117205"/>
              <a:gd name="connsiteY8" fmla="*/ 2599459 h 4710199"/>
              <a:gd name="connsiteX9" fmla="*/ 6102668 w 8117205"/>
              <a:gd name="connsiteY9" fmla="*/ 1288819 h 4710199"/>
              <a:gd name="connsiteX10" fmla="*/ 6256020 w 8117205"/>
              <a:gd name="connsiteY10" fmla="*/ 204874 h 4710199"/>
              <a:gd name="connsiteX11" fmla="*/ 7391400 w 8117205"/>
              <a:gd name="connsiteY11" fmla="*/ 43901 h 4710199"/>
              <a:gd name="connsiteX12" fmla="*/ 8117205 w 8117205"/>
              <a:gd name="connsiteY12" fmla="*/ 242021 h 4710199"/>
              <a:gd name="connsiteX13" fmla="*/ 7384733 w 8117205"/>
              <a:gd name="connsiteY13" fmla="*/ 82001 h 4710199"/>
              <a:gd name="connsiteX14" fmla="*/ 6281738 w 8117205"/>
              <a:gd name="connsiteY14" fmla="*/ 233449 h 4710199"/>
              <a:gd name="connsiteX15" fmla="*/ 6139815 w 8117205"/>
              <a:gd name="connsiteY15" fmla="*/ 1279294 h 4710199"/>
              <a:gd name="connsiteX16" fmla="*/ 6187440 w 8117205"/>
              <a:gd name="connsiteY16" fmla="*/ 2101302 h 4710199"/>
              <a:gd name="connsiteX17" fmla="*/ 5866448 w 8117205"/>
              <a:gd name="connsiteY17" fmla="*/ 2629939 h 4710199"/>
              <a:gd name="connsiteX18" fmla="*/ 4510088 w 8117205"/>
              <a:gd name="connsiteY18" fmla="*/ 2869969 h 4710199"/>
              <a:gd name="connsiteX19" fmla="*/ 2620328 w 8117205"/>
              <a:gd name="connsiteY19" fmla="*/ 2230842 h 4710199"/>
              <a:gd name="connsiteX20" fmla="*/ 568643 w 8117205"/>
              <a:gd name="connsiteY20" fmla="*/ 3763414 h 4710199"/>
              <a:gd name="connsiteX21" fmla="*/ 36195 w 8117205"/>
              <a:gd name="connsiteY21" fmla="*/ 4710199 h 4710199"/>
              <a:gd name="connsiteX0" fmla="*/ 36195 w 7528033"/>
              <a:gd name="connsiteY0" fmla="*/ 4673434 h 4673434"/>
              <a:gd name="connsiteX1" fmla="*/ 0 w 7528033"/>
              <a:gd name="connsiteY1" fmla="*/ 4661052 h 4673434"/>
              <a:gd name="connsiteX2" fmla="*/ 538163 w 7528033"/>
              <a:gd name="connsiteY2" fmla="*/ 3702837 h 4673434"/>
              <a:gd name="connsiteX3" fmla="*/ 1340168 w 7528033"/>
              <a:gd name="connsiteY3" fmla="*/ 2878924 h 4673434"/>
              <a:gd name="connsiteX4" fmla="*/ 2613660 w 7528033"/>
              <a:gd name="connsiteY4" fmla="*/ 2154072 h 4673434"/>
              <a:gd name="connsiteX5" fmla="*/ 2621280 w 7528033"/>
              <a:gd name="connsiteY5" fmla="*/ 2151214 h 4673434"/>
              <a:gd name="connsiteX6" fmla="*/ 2628900 w 7528033"/>
              <a:gd name="connsiteY6" fmla="*/ 2155024 h 4673434"/>
              <a:gd name="connsiteX7" fmla="*/ 4513898 w 7528033"/>
              <a:gd name="connsiteY7" fmla="*/ 2794152 h 4673434"/>
              <a:gd name="connsiteX8" fmla="*/ 5841683 w 7528033"/>
              <a:gd name="connsiteY8" fmla="*/ 2562694 h 4673434"/>
              <a:gd name="connsiteX9" fmla="*/ 6102668 w 7528033"/>
              <a:gd name="connsiteY9" fmla="*/ 1252054 h 4673434"/>
              <a:gd name="connsiteX10" fmla="*/ 6256020 w 7528033"/>
              <a:gd name="connsiteY10" fmla="*/ 168109 h 4673434"/>
              <a:gd name="connsiteX11" fmla="*/ 7391400 w 7528033"/>
              <a:gd name="connsiteY11" fmla="*/ 7136 h 4673434"/>
              <a:gd name="connsiteX12" fmla="*/ 7384733 w 7528033"/>
              <a:gd name="connsiteY12" fmla="*/ 45236 h 4673434"/>
              <a:gd name="connsiteX13" fmla="*/ 6281738 w 7528033"/>
              <a:gd name="connsiteY13" fmla="*/ 196684 h 4673434"/>
              <a:gd name="connsiteX14" fmla="*/ 6139815 w 7528033"/>
              <a:gd name="connsiteY14" fmla="*/ 1242529 h 4673434"/>
              <a:gd name="connsiteX15" fmla="*/ 6187440 w 7528033"/>
              <a:gd name="connsiteY15" fmla="*/ 2064537 h 4673434"/>
              <a:gd name="connsiteX16" fmla="*/ 5866448 w 7528033"/>
              <a:gd name="connsiteY16" fmla="*/ 2593174 h 4673434"/>
              <a:gd name="connsiteX17" fmla="*/ 4510088 w 7528033"/>
              <a:gd name="connsiteY17" fmla="*/ 2833204 h 4673434"/>
              <a:gd name="connsiteX18" fmla="*/ 2620328 w 7528033"/>
              <a:gd name="connsiteY18" fmla="*/ 2194077 h 4673434"/>
              <a:gd name="connsiteX19" fmla="*/ 568643 w 7528033"/>
              <a:gd name="connsiteY19" fmla="*/ 3726649 h 4673434"/>
              <a:gd name="connsiteX20" fmla="*/ 36195 w 7528033"/>
              <a:gd name="connsiteY20" fmla="*/ 4673434 h 4673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528033" h="4673434">
                <a:moveTo>
                  <a:pt x="36195" y="4673434"/>
                </a:moveTo>
                <a:lnTo>
                  <a:pt x="0" y="4661052"/>
                </a:lnTo>
                <a:cubicBezTo>
                  <a:pt x="953" y="4656289"/>
                  <a:pt x="145733" y="4224807"/>
                  <a:pt x="538163" y="3702837"/>
                </a:cubicBezTo>
                <a:cubicBezTo>
                  <a:pt x="768668" y="3396132"/>
                  <a:pt x="1038225" y="3118954"/>
                  <a:pt x="1340168" y="2878924"/>
                </a:cubicBezTo>
                <a:cubicBezTo>
                  <a:pt x="1717358" y="2577934"/>
                  <a:pt x="2145983" y="2334094"/>
                  <a:pt x="2613660" y="2154072"/>
                </a:cubicBezTo>
                <a:lnTo>
                  <a:pt x="2621280" y="2151214"/>
                </a:lnTo>
                <a:lnTo>
                  <a:pt x="2628900" y="2155024"/>
                </a:lnTo>
                <a:cubicBezTo>
                  <a:pt x="3289935" y="2497924"/>
                  <a:pt x="3941445" y="2718904"/>
                  <a:pt x="4513898" y="2794152"/>
                </a:cubicBezTo>
                <a:cubicBezTo>
                  <a:pt x="5095875" y="2871304"/>
                  <a:pt x="5554980" y="2790341"/>
                  <a:pt x="5841683" y="2562694"/>
                </a:cubicBezTo>
                <a:cubicBezTo>
                  <a:pt x="6168390" y="2302662"/>
                  <a:pt x="6257925" y="1849271"/>
                  <a:pt x="6102668" y="1252054"/>
                </a:cubicBezTo>
                <a:cubicBezTo>
                  <a:pt x="5969318" y="741514"/>
                  <a:pt x="6020753" y="376706"/>
                  <a:pt x="6256020" y="168109"/>
                </a:cubicBezTo>
                <a:cubicBezTo>
                  <a:pt x="6480810" y="-31916"/>
                  <a:pt x="7203281" y="27615"/>
                  <a:pt x="7391400" y="7136"/>
                </a:cubicBezTo>
                <a:cubicBezTo>
                  <a:pt x="7579519" y="-13343"/>
                  <a:pt x="7569677" y="13645"/>
                  <a:pt x="7384733" y="45236"/>
                </a:cubicBezTo>
                <a:cubicBezTo>
                  <a:pt x="7199789" y="76827"/>
                  <a:pt x="6550343" y="-41441"/>
                  <a:pt x="6281738" y="196684"/>
                </a:cubicBezTo>
                <a:cubicBezTo>
                  <a:pt x="6058853" y="394804"/>
                  <a:pt x="6011228" y="747229"/>
                  <a:pt x="6139815" y="1242529"/>
                </a:cubicBezTo>
                <a:cubicBezTo>
                  <a:pt x="6221730" y="1557806"/>
                  <a:pt x="6237923" y="1834031"/>
                  <a:pt x="6187440" y="2064537"/>
                </a:cubicBezTo>
                <a:cubicBezTo>
                  <a:pt x="6138863" y="2283612"/>
                  <a:pt x="6031230" y="2460777"/>
                  <a:pt x="5866448" y="2593174"/>
                </a:cubicBezTo>
                <a:cubicBezTo>
                  <a:pt x="5572125" y="2828441"/>
                  <a:pt x="5102543" y="2911309"/>
                  <a:pt x="4510088" y="2833204"/>
                </a:cubicBezTo>
                <a:cubicBezTo>
                  <a:pt x="3935730" y="2757004"/>
                  <a:pt x="3282315" y="2536024"/>
                  <a:pt x="2620328" y="2194077"/>
                </a:cubicBezTo>
                <a:cubicBezTo>
                  <a:pt x="1574483" y="2598889"/>
                  <a:pt x="927735" y="3251352"/>
                  <a:pt x="568643" y="3726649"/>
                </a:cubicBezTo>
                <a:cubicBezTo>
                  <a:pt x="180023" y="4242904"/>
                  <a:pt x="37148" y="4668672"/>
                  <a:pt x="36195" y="4673434"/>
                </a:cubicBezTo>
                <a:close/>
              </a:path>
            </a:pathLst>
          </a:custGeom>
          <a:gradFill>
            <a:gsLst>
              <a:gs pos="99000">
                <a:schemeClr val="accent2">
                  <a:alpha val="0"/>
                </a:schemeClr>
              </a:gs>
              <a:gs pos="32000">
                <a:srgbClr val="12ABDB">
                  <a:alpha val="17000"/>
                </a:srgbClr>
              </a:gs>
              <a:gs pos="17000">
                <a:schemeClr val="accent2">
                  <a:alpha val="0"/>
                </a:schemeClr>
              </a:gs>
              <a:gs pos="49000">
                <a:srgbClr val="12ABDB"/>
              </a:gs>
              <a:gs pos="70000">
                <a:schemeClr val="accent2"/>
              </a:gs>
            </a:gsLst>
            <a:lin ang="16200000" scaled="0"/>
          </a:gradFill>
          <a:ln w="9525" cap="flat">
            <a:noFill/>
            <a:prstDash val="solid"/>
            <a:miter/>
          </a:ln>
        </p:spPr>
        <p:txBody>
          <a:bodyPr rtlCol="0" anchor="ctr"/>
          <a:lstStyle/>
          <a:p>
            <a:endParaRPr lang="de-DE"/>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242574"/>
            <a:ext cx="11379200" cy="307777"/>
          </a:xfrm>
        </p:spPr>
        <p:txBody>
          <a:bodyPr wrap="square" lIns="36000" tIns="0" rIns="36000">
            <a:sp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339007"/>
            <a:ext cx="11386134" cy="2031325"/>
          </a:xfrm>
          <a:prstGeom prst="rect">
            <a:avLst/>
          </a:prstGeom>
        </p:spPr>
        <p:txBody>
          <a:bodyPr wrap="square" lIns="36000" rIns="36000" bIns="0" anchor="b" anchorCtr="0">
            <a:spAutoFit/>
          </a:bodyPr>
          <a:lstStyle>
            <a:lvl1pPr algn="l">
              <a:lnSpc>
                <a:spcPct val="100000"/>
              </a:lnSpc>
              <a:defRPr sz="6600" b="1" baseline="0">
                <a:solidFill>
                  <a:schemeClr val="bg1"/>
                </a:solidFill>
                <a:latin typeface="Ubuntu" panose="020B0504030602030204" pitchFamily="34" charset="0"/>
              </a:defRPr>
            </a:lvl1pPr>
          </a:lstStyle>
          <a:p>
            <a:r>
              <a:rPr lang="en-US"/>
              <a:t>Click to edit Master title style</a:t>
            </a:r>
            <a:endParaRPr lang="en-GB"/>
          </a:p>
        </p:txBody>
      </p:sp>
      <p:pic>
        <p:nvPicPr>
          <p:cNvPr id="6" name="Image 5" descr="Une image contenant texte&#10;&#10;Description générée automatiquement">
            <a:extLst>
              <a:ext uri="{FF2B5EF4-FFF2-40B4-BE49-F238E27FC236}">
                <a16:creationId xmlns:a16="http://schemas.microsoft.com/office/drawing/2014/main" id="{B290AA58-6524-4A50-851C-8EA6E75AA5EE}"/>
              </a:ext>
            </a:extLst>
          </p:cNvPr>
          <p:cNvPicPr>
            <a:picLocks noChangeAspect="1"/>
          </p:cNvPicPr>
          <p:nvPr userDrawn="1"/>
        </p:nvPicPr>
        <p:blipFill>
          <a:blip r:embed="rId3">
            <a:biLevel thresh="25000"/>
            <a:extLst>
              <a:ext uri="{28A0092B-C50C-407E-A947-70E740481C1C}">
                <a14:useLocalDpi xmlns:a14="http://schemas.microsoft.com/office/drawing/2010/main" val="0"/>
              </a:ext>
            </a:extLst>
          </a:blip>
          <a:stretch>
            <a:fillRect/>
          </a:stretch>
        </p:blipFill>
        <p:spPr>
          <a:xfrm>
            <a:off x="136846" y="5352152"/>
            <a:ext cx="3024000" cy="1226177"/>
          </a:xfrm>
          <a:prstGeom prst="rect">
            <a:avLst/>
          </a:prstGeom>
        </p:spPr>
      </p:pic>
    </p:spTree>
    <p:extLst>
      <p:ext uri="{BB962C8B-B14F-4D97-AF65-F5344CB8AC3E}">
        <p14:creationId xmlns:p14="http://schemas.microsoft.com/office/powerpoint/2010/main" val="344172175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_Title Slide 2">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5F0D51B9-A61A-4FDC-9E0F-E2A63E0E942C}"/>
              </a:ext>
            </a:extLst>
          </p:cNvPr>
          <p:cNvSpPr>
            <a:spLocks noGrp="1"/>
          </p:cNvSpPr>
          <p:nvPr>
            <p:ph type="pic" sz="quarter" idx="10" hasCustomPrompt="1"/>
          </p:nvPr>
        </p:nvSpPr>
        <p:spPr>
          <a:xfrm>
            <a:off x="5303838" y="0"/>
            <a:ext cx="6888162" cy="6858000"/>
          </a:xfrm>
          <a:solidFill>
            <a:schemeClr val="bg2">
              <a:lumMod val="90000"/>
            </a:schemeClr>
          </a:solidFill>
        </p:spPr>
        <p:txBody>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93129"/>
            <a:ext cx="11386134" cy="2215991"/>
          </a:xfrm>
          <a:prstGeom prst="rect">
            <a:avLst/>
          </a:prstGeom>
        </p:spPr>
        <p:txBody>
          <a:bodyPr wrap="square" lIns="36000" rIns="36000" bIns="0" anchor="b" anchorCtr="0">
            <a:spAutoFit/>
          </a:bodyPr>
          <a:lstStyle>
            <a:lvl1pPr algn="l">
              <a:lnSpc>
                <a:spcPct val="90000"/>
              </a:lnSpc>
              <a:defRPr sz="8000" b="1" baseline="0">
                <a:solidFill>
                  <a:schemeClr val="bg1"/>
                </a:solidFill>
                <a:latin typeface="Ubuntu" panose="020B0504030602030204" pitchFamily="34" charset="0"/>
              </a:defRPr>
            </a:lvl1pPr>
          </a:lstStyle>
          <a:p>
            <a:r>
              <a:rPr lang="en-US"/>
              <a:t>Click to edit Master title style</a:t>
            </a:r>
            <a:endParaRPr lang="en-GB"/>
          </a:p>
        </p:txBody>
      </p:sp>
      <p:pic>
        <p:nvPicPr>
          <p:cNvPr id="7" name="Image 6" descr="Une image contenant texte&#10;&#10;Description générée automatiquement">
            <a:extLst>
              <a:ext uri="{FF2B5EF4-FFF2-40B4-BE49-F238E27FC236}">
                <a16:creationId xmlns:a16="http://schemas.microsoft.com/office/drawing/2014/main" id="{873884F3-4760-488E-A25C-0D285C88AE3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8408" y="260648"/>
            <a:ext cx="3024000" cy="1226177"/>
          </a:xfrm>
          <a:prstGeom prst="rect">
            <a:avLst/>
          </a:prstGeom>
        </p:spPr>
      </p:pic>
    </p:spTree>
    <p:extLst>
      <p:ext uri="{BB962C8B-B14F-4D97-AF65-F5344CB8AC3E}">
        <p14:creationId xmlns:p14="http://schemas.microsoft.com/office/powerpoint/2010/main" val="33533877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4_Title Slide 3 Full Picture">
    <p:spTree>
      <p:nvGrpSpPr>
        <p:cNvPr id="1" name=""/>
        <p:cNvGrpSpPr/>
        <p:nvPr/>
      </p:nvGrpSpPr>
      <p:grpSpPr>
        <a:xfrm>
          <a:off x="0" y="0"/>
          <a:ext cx="0" cy="0"/>
          <a:chOff x="0" y="0"/>
          <a:chExt cx="0" cy="0"/>
        </a:xfrm>
      </p:grpSpPr>
      <p:sp>
        <p:nvSpPr>
          <p:cNvPr id="23" name="Picture Placeholder 22">
            <a:extLst>
              <a:ext uri="{FF2B5EF4-FFF2-40B4-BE49-F238E27FC236}">
                <a16:creationId xmlns:a16="http://schemas.microsoft.com/office/drawing/2014/main" id="{B92814EB-708F-421C-9F3F-E5C7B767B62F}"/>
              </a:ext>
            </a:extLst>
          </p:cNvPr>
          <p:cNvSpPr>
            <a:spLocks noGrp="1"/>
          </p:cNvSpPr>
          <p:nvPr>
            <p:ph type="pic" sz="quarter" idx="10" hasCustomPrompt="1"/>
          </p:nvPr>
        </p:nvSpPr>
        <p:spPr>
          <a:xfrm>
            <a:off x="0" y="0"/>
            <a:ext cx="12192000" cy="6858000"/>
          </a:xfrm>
          <a:custGeom>
            <a:avLst/>
            <a:gdLst>
              <a:gd name="connsiteX0" fmla="*/ 10205289 w 12192000"/>
              <a:gd name="connsiteY0" fmla="*/ 966629 h 6858000"/>
              <a:gd name="connsiteX1" fmla="*/ 10155045 w 12192000"/>
              <a:gd name="connsiteY1" fmla="*/ 1089100 h 6858000"/>
              <a:gd name="connsiteX2" fmla="*/ 10129923 w 12192000"/>
              <a:gd name="connsiteY2" fmla="*/ 1057697 h 6858000"/>
              <a:gd name="connsiteX3" fmla="*/ 10205289 w 12192000"/>
              <a:gd name="connsiteY3" fmla="*/ 966629 h 6858000"/>
              <a:gd name="connsiteX4" fmla="*/ 10359163 w 12192000"/>
              <a:gd name="connsiteY4" fmla="*/ 768791 h 6858000"/>
              <a:gd name="connsiteX5" fmla="*/ 10381145 w 12192000"/>
              <a:gd name="connsiteY5" fmla="*/ 803334 h 6858000"/>
              <a:gd name="connsiteX6" fmla="*/ 10330900 w 12192000"/>
              <a:gd name="connsiteY6" fmla="*/ 875561 h 6858000"/>
              <a:gd name="connsiteX7" fmla="*/ 10359163 w 12192000"/>
              <a:gd name="connsiteY7" fmla="*/ 768791 h 6858000"/>
              <a:gd name="connsiteX8" fmla="*/ 11203898 w 12192000"/>
              <a:gd name="connsiteY8" fmla="*/ 658881 h 6858000"/>
              <a:gd name="connsiteX9" fmla="*/ 11178776 w 12192000"/>
              <a:gd name="connsiteY9" fmla="*/ 684003 h 6858000"/>
              <a:gd name="connsiteX10" fmla="*/ 11203898 w 12192000"/>
              <a:gd name="connsiteY10" fmla="*/ 709126 h 6858000"/>
              <a:gd name="connsiteX11" fmla="*/ 11229020 w 12192000"/>
              <a:gd name="connsiteY11" fmla="*/ 684003 h 6858000"/>
              <a:gd name="connsiteX12" fmla="*/ 11203898 w 12192000"/>
              <a:gd name="connsiteY12" fmla="*/ 658881 h 6858000"/>
              <a:gd name="connsiteX13" fmla="*/ 10842765 w 12192000"/>
              <a:gd name="connsiteY13" fmla="*/ 646320 h 6858000"/>
              <a:gd name="connsiteX14" fmla="*/ 10817643 w 12192000"/>
              <a:gd name="connsiteY14" fmla="*/ 674583 h 6858000"/>
              <a:gd name="connsiteX15" fmla="*/ 10842765 w 12192000"/>
              <a:gd name="connsiteY15" fmla="*/ 699705 h 6858000"/>
              <a:gd name="connsiteX16" fmla="*/ 10867887 w 12192000"/>
              <a:gd name="connsiteY16" fmla="*/ 671442 h 6858000"/>
              <a:gd name="connsiteX17" fmla="*/ 10842765 w 12192000"/>
              <a:gd name="connsiteY17" fmla="*/ 646320 h 6858000"/>
              <a:gd name="connsiteX18" fmla="*/ 9570952 w 12192000"/>
              <a:gd name="connsiteY18" fmla="*/ 621198 h 6858000"/>
              <a:gd name="connsiteX19" fmla="*/ 9420219 w 12192000"/>
              <a:gd name="connsiteY19" fmla="*/ 806475 h 6858000"/>
              <a:gd name="connsiteX20" fmla="*/ 9545830 w 12192000"/>
              <a:gd name="connsiteY20" fmla="*/ 969769 h 6858000"/>
              <a:gd name="connsiteX21" fmla="*/ 9665161 w 12192000"/>
              <a:gd name="connsiteY21" fmla="*/ 894402 h 6858000"/>
              <a:gd name="connsiteX22" fmla="*/ 9724826 w 12192000"/>
              <a:gd name="connsiteY22" fmla="*/ 954068 h 6858000"/>
              <a:gd name="connsiteX23" fmla="*/ 9797053 w 12192000"/>
              <a:gd name="connsiteY23" fmla="*/ 900683 h 6858000"/>
              <a:gd name="connsiteX24" fmla="*/ 9847297 w 12192000"/>
              <a:gd name="connsiteY24" fmla="*/ 954068 h 6858000"/>
              <a:gd name="connsiteX25" fmla="*/ 9894401 w 12192000"/>
              <a:gd name="connsiteY25" fmla="*/ 928946 h 6858000"/>
              <a:gd name="connsiteX26" fmla="*/ 9947786 w 12192000"/>
              <a:gd name="connsiteY26" fmla="*/ 1092240 h 6858000"/>
              <a:gd name="connsiteX27" fmla="*/ 9935225 w 12192000"/>
              <a:gd name="connsiteY27" fmla="*/ 957208 h 6858000"/>
              <a:gd name="connsiteX28" fmla="*/ 9985470 w 12192000"/>
              <a:gd name="connsiteY28" fmla="*/ 775072 h 6858000"/>
              <a:gd name="connsiteX29" fmla="*/ 10013732 w 12192000"/>
              <a:gd name="connsiteY29" fmla="*/ 828457 h 6858000"/>
              <a:gd name="connsiteX30" fmla="*/ 10007452 w 12192000"/>
              <a:gd name="connsiteY30" fmla="*/ 875561 h 6858000"/>
              <a:gd name="connsiteX31" fmla="*/ 9944646 w 12192000"/>
              <a:gd name="connsiteY31" fmla="*/ 935226 h 6858000"/>
              <a:gd name="connsiteX32" fmla="*/ 9969768 w 12192000"/>
              <a:gd name="connsiteY32" fmla="*/ 954068 h 6858000"/>
              <a:gd name="connsiteX33" fmla="*/ 10045135 w 12192000"/>
              <a:gd name="connsiteY33" fmla="*/ 878701 h 6858000"/>
              <a:gd name="connsiteX34" fmla="*/ 10092239 w 12192000"/>
              <a:gd name="connsiteY34" fmla="*/ 844158 h 6858000"/>
              <a:gd name="connsiteX35" fmla="*/ 10092239 w 12192000"/>
              <a:gd name="connsiteY35" fmla="*/ 859859 h 6858000"/>
              <a:gd name="connsiteX36" fmla="*/ 10148764 w 12192000"/>
              <a:gd name="connsiteY36" fmla="*/ 938366 h 6858000"/>
              <a:gd name="connsiteX37" fmla="*/ 10208430 w 12192000"/>
              <a:gd name="connsiteY37" fmla="*/ 891262 h 6858000"/>
              <a:gd name="connsiteX38" fmla="*/ 10211570 w 12192000"/>
              <a:gd name="connsiteY38" fmla="*/ 935226 h 6858000"/>
              <a:gd name="connsiteX39" fmla="*/ 10098520 w 12192000"/>
              <a:gd name="connsiteY39" fmla="*/ 1057697 h 6858000"/>
              <a:gd name="connsiteX40" fmla="*/ 10158185 w 12192000"/>
              <a:gd name="connsiteY40" fmla="*/ 1120503 h 6858000"/>
              <a:gd name="connsiteX41" fmla="*/ 10252393 w 12192000"/>
              <a:gd name="connsiteY41" fmla="*/ 947787 h 6858000"/>
              <a:gd name="connsiteX42" fmla="*/ 10315199 w 12192000"/>
              <a:gd name="connsiteY42" fmla="*/ 919525 h 6858000"/>
              <a:gd name="connsiteX43" fmla="*/ 10381145 w 12192000"/>
              <a:gd name="connsiteY43" fmla="*/ 954068 h 6858000"/>
              <a:gd name="connsiteX44" fmla="*/ 10481634 w 12192000"/>
              <a:gd name="connsiteY44" fmla="*/ 884982 h 6858000"/>
              <a:gd name="connsiteX45" fmla="*/ 10513037 w 12192000"/>
              <a:gd name="connsiteY45" fmla="*/ 954068 h 6858000"/>
              <a:gd name="connsiteX46" fmla="*/ 10578983 w 12192000"/>
              <a:gd name="connsiteY46" fmla="*/ 778212 h 6858000"/>
              <a:gd name="connsiteX47" fmla="*/ 10632367 w 12192000"/>
              <a:gd name="connsiteY47" fmla="*/ 969769 h 6858000"/>
              <a:gd name="connsiteX48" fmla="*/ 10704594 w 12192000"/>
              <a:gd name="connsiteY48" fmla="*/ 800194 h 6858000"/>
              <a:gd name="connsiteX49" fmla="*/ 10767400 w 12192000"/>
              <a:gd name="connsiteY49" fmla="*/ 954068 h 6858000"/>
              <a:gd name="connsiteX50" fmla="*/ 10830205 w 12192000"/>
              <a:gd name="connsiteY50" fmla="*/ 866140 h 6858000"/>
              <a:gd name="connsiteX51" fmla="*/ 10893011 w 12192000"/>
              <a:gd name="connsiteY51" fmla="*/ 954068 h 6858000"/>
              <a:gd name="connsiteX52" fmla="*/ 10949536 w 12192000"/>
              <a:gd name="connsiteY52" fmla="*/ 900683 h 6858000"/>
              <a:gd name="connsiteX53" fmla="*/ 10980939 w 12192000"/>
              <a:gd name="connsiteY53" fmla="*/ 954068 h 6858000"/>
              <a:gd name="connsiteX54" fmla="*/ 11059446 w 12192000"/>
              <a:gd name="connsiteY54" fmla="*/ 778212 h 6858000"/>
              <a:gd name="connsiteX55" fmla="*/ 11144233 w 12192000"/>
              <a:gd name="connsiteY55" fmla="*/ 954068 h 6858000"/>
              <a:gd name="connsiteX56" fmla="*/ 11197618 w 12192000"/>
              <a:gd name="connsiteY56" fmla="*/ 894402 h 6858000"/>
              <a:gd name="connsiteX57" fmla="*/ 11244722 w 12192000"/>
              <a:gd name="connsiteY57" fmla="*/ 954068 h 6858000"/>
              <a:gd name="connsiteX58" fmla="*/ 11272985 w 12192000"/>
              <a:gd name="connsiteY58" fmla="*/ 938366 h 6858000"/>
              <a:gd name="connsiteX59" fmla="*/ 11225881 w 12192000"/>
              <a:gd name="connsiteY59" fmla="*/ 784493 h 6858000"/>
              <a:gd name="connsiteX60" fmla="*/ 11207039 w 12192000"/>
              <a:gd name="connsiteY60" fmla="*/ 740529 h 6858000"/>
              <a:gd name="connsiteX61" fmla="*/ 11188197 w 12192000"/>
              <a:gd name="connsiteY61" fmla="*/ 743669 h 6858000"/>
              <a:gd name="connsiteX62" fmla="*/ 11147374 w 12192000"/>
              <a:gd name="connsiteY62" fmla="*/ 913244 h 6858000"/>
              <a:gd name="connsiteX63" fmla="*/ 11062586 w 12192000"/>
              <a:gd name="connsiteY63" fmla="*/ 721687 h 6858000"/>
              <a:gd name="connsiteX64" fmla="*/ 10984079 w 12192000"/>
              <a:gd name="connsiteY64" fmla="*/ 875561 h 6858000"/>
              <a:gd name="connsiteX65" fmla="*/ 10977798 w 12192000"/>
              <a:gd name="connsiteY65" fmla="*/ 803334 h 6858000"/>
              <a:gd name="connsiteX66" fmla="*/ 10980939 w 12192000"/>
              <a:gd name="connsiteY66" fmla="*/ 765651 h 6858000"/>
              <a:gd name="connsiteX67" fmla="*/ 10943255 w 12192000"/>
              <a:gd name="connsiteY67" fmla="*/ 740529 h 6858000"/>
              <a:gd name="connsiteX68" fmla="*/ 10896151 w 12192000"/>
              <a:gd name="connsiteY68" fmla="*/ 916384 h 6858000"/>
              <a:gd name="connsiteX69" fmla="*/ 10858468 w 12192000"/>
              <a:gd name="connsiteY69" fmla="*/ 790773 h 6858000"/>
              <a:gd name="connsiteX70" fmla="*/ 10820784 w 12192000"/>
              <a:gd name="connsiteY70" fmla="*/ 740529 h 6858000"/>
              <a:gd name="connsiteX71" fmla="*/ 10773680 w 12192000"/>
              <a:gd name="connsiteY71" fmla="*/ 906964 h 6858000"/>
              <a:gd name="connsiteX72" fmla="*/ 10707734 w 12192000"/>
              <a:gd name="connsiteY72" fmla="*/ 740529 h 6858000"/>
              <a:gd name="connsiteX73" fmla="*/ 10638648 w 12192000"/>
              <a:gd name="connsiteY73" fmla="*/ 897543 h 6858000"/>
              <a:gd name="connsiteX74" fmla="*/ 10578983 w 12192000"/>
              <a:gd name="connsiteY74" fmla="*/ 721687 h 6858000"/>
              <a:gd name="connsiteX75" fmla="*/ 10516177 w 12192000"/>
              <a:gd name="connsiteY75" fmla="*/ 847298 h 6858000"/>
              <a:gd name="connsiteX76" fmla="*/ 10509897 w 12192000"/>
              <a:gd name="connsiteY76" fmla="*/ 847298 h 6858000"/>
              <a:gd name="connsiteX77" fmla="*/ 10509897 w 12192000"/>
              <a:gd name="connsiteY77" fmla="*/ 809615 h 6858000"/>
              <a:gd name="connsiteX78" fmla="*/ 10475353 w 12192000"/>
              <a:gd name="connsiteY78" fmla="*/ 737388 h 6858000"/>
              <a:gd name="connsiteX79" fmla="*/ 10387426 w 12192000"/>
              <a:gd name="connsiteY79" fmla="*/ 919525 h 6858000"/>
              <a:gd name="connsiteX80" fmla="*/ 10349742 w 12192000"/>
              <a:gd name="connsiteY80" fmla="*/ 903823 h 6858000"/>
              <a:gd name="connsiteX81" fmla="*/ 10425109 w 12192000"/>
              <a:gd name="connsiteY81" fmla="*/ 800194 h 6858000"/>
              <a:gd name="connsiteX82" fmla="*/ 10365444 w 12192000"/>
              <a:gd name="connsiteY82" fmla="*/ 740529 h 6858000"/>
              <a:gd name="connsiteX83" fmla="*/ 10286937 w 12192000"/>
              <a:gd name="connsiteY83" fmla="*/ 837877 h 6858000"/>
              <a:gd name="connsiteX84" fmla="*/ 10299498 w 12192000"/>
              <a:gd name="connsiteY84" fmla="*/ 900683 h 6858000"/>
              <a:gd name="connsiteX85" fmla="*/ 10249253 w 12192000"/>
              <a:gd name="connsiteY85" fmla="*/ 922665 h 6858000"/>
              <a:gd name="connsiteX86" fmla="*/ 10239832 w 12192000"/>
              <a:gd name="connsiteY86" fmla="*/ 784493 h 6858000"/>
              <a:gd name="connsiteX87" fmla="*/ 10202149 w 12192000"/>
              <a:gd name="connsiteY87" fmla="*/ 815895 h 6858000"/>
              <a:gd name="connsiteX88" fmla="*/ 10155045 w 12192000"/>
              <a:gd name="connsiteY88" fmla="*/ 897543 h 6858000"/>
              <a:gd name="connsiteX89" fmla="*/ 10133063 w 12192000"/>
              <a:gd name="connsiteY89" fmla="*/ 863000 h 6858000"/>
              <a:gd name="connsiteX90" fmla="*/ 10236692 w 12192000"/>
              <a:gd name="connsiteY90" fmla="*/ 762511 h 6858000"/>
              <a:gd name="connsiteX91" fmla="*/ 10202149 w 12192000"/>
              <a:gd name="connsiteY91" fmla="*/ 727968 h 6858000"/>
              <a:gd name="connsiteX92" fmla="*/ 10107941 w 12192000"/>
              <a:gd name="connsiteY92" fmla="*/ 784493 h 6858000"/>
              <a:gd name="connsiteX93" fmla="*/ 10051415 w 12192000"/>
              <a:gd name="connsiteY93" fmla="*/ 841018 h 6858000"/>
              <a:gd name="connsiteX94" fmla="*/ 10051415 w 12192000"/>
              <a:gd name="connsiteY94" fmla="*/ 825316 h 6858000"/>
              <a:gd name="connsiteX95" fmla="*/ 9985470 w 12192000"/>
              <a:gd name="connsiteY95" fmla="*/ 734248 h 6858000"/>
              <a:gd name="connsiteX96" fmla="*/ 9932085 w 12192000"/>
              <a:gd name="connsiteY96" fmla="*/ 775072 h 6858000"/>
              <a:gd name="connsiteX97" fmla="*/ 9910103 w 12192000"/>
              <a:gd name="connsiteY97" fmla="*/ 740529 h 6858000"/>
              <a:gd name="connsiteX98" fmla="*/ 9884981 w 12192000"/>
              <a:gd name="connsiteY98" fmla="*/ 746809 h 6858000"/>
              <a:gd name="connsiteX99" fmla="*/ 9891261 w 12192000"/>
              <a:gd name="connsiteY99" fmla="*/ 812755 h 6858000"/>
              <a:gd name="connsiteX100" fmla="*/ 9850437 w 12192000"/>
              <a:gd name="connsiteY100" fmla="*/ 922665 h 6858000"/>
              <a:gd name="connsiteX101" fmla="*/ 9822175 w 12192000"/>
              <a:gd name="connsiteY101" fmla="*/ 800194 h 6858000"/>
              <a:gd name="connsiteX102" fmla="*/ 9809614 w 12192000"/>
              <a:gd name="connsiteY102" fmla="*/ 797054 h 6858000"/>
              <a:gd name="connsiteX103" fmla="*/ 9781351 w 12192000"/>
              <a:gd name="connsiteY103" fmla="*/ 853579 h 6858000"/>
              <a:gd name="connsiteX104" fmla="*/ 9734247 w 12192000"/>
              <a:gd name="connsiteY104" fmla="*/ 919525 h 6858000"/>
              <a:gd name="connsiteX105" fmla="*/ 9709125 w 12192000"/>
              <a:gd name="connsiteY105" fmla="*/ 878701 h 6858000"/>
              <a:gd name="connsiteX106" fmla="*/ 9819035 w 12192000"/>
              <a:gd name="connsiteY106" fmla="*/ 778212 h 6858000"/>
              <a:gd name="connsiteX107" fmla="*/ 9784492 w 12192000"/>
              <a:gd name="connsiteY107" fmla="*/ 740529 h 6858000"/>
              <a:gd name="connsiteX108" fmla="*/ 9674582 w 12192000"/>
              <a:gd name="connsiteY108" fmla="*/ 825316 h 6858000"/>
              <a:gd name="connsiteX109" fmla="*/ 9555251 w 12192000"/>
              <a:gd name="connsiteY109" fmla="*/ 925805 h 6858000"/>
              <a:gd name="connsiteX110" fmla="*/ 9473604 w 12192000"/>
              <a:gd name="connsiteY110" fmla="*/ 800194 h 6858000"/>
              <a:gd name="connsiteX111" fmla="*/ 9567812 w 12192000"/>
              <a:gd name="connsiteY111" fmla="*/ 655741 h 6858000"/>
              <a:gd name="connsiteX112" fmla="*/ 9608636 w 12192000"/>
              <a:gd name="connsiteY112" fmla="*/ 721687 h 6858000"/>
              <a:gd name="connsiteX113" fmla="*/ 9655740 w 12192000"/>
              <a:gd name="connsiteY113" fmla="*/ 687144 h 6858000"/>
              <a:gd name="connsiteX114" fmla="*/ 9570952 w 12192000"/>
              <a:gd name="connsiteY114" fmla="*/ 621198 h 6858000"/>
              <a:gd name="connsiteX115" fmla="*/ 11503938 w 12192000"/>
              <a:gd name="connsiteY115" fmla="*/ 612538 h 6858000"/>
              <a:gd name="connsiteX116" fmla="*/ 11291551 w 12192000"/>
              <a:gd name="connsiteY116" fmla="*/ 832051 h 6858000"/>
              <a:gd name="connsiteX117" fmla="*/ 11365123 w 12192000"/>
              <a:gd name="connsiteY117" fmla="*/ 940418 h 6858000"/>
              <a:gd name="connsiteX118" fmla="*/ 11440083 w 12192000"/>
              <a:gd name="connsiteY118" fmla="*/ 941808 h 6858000"/>
              <a:gd name="connsiteX119" fmla="*/ 11444304 w 12192000"/>
              <a:gd name="connsiteY119" fmla="*/ 939708 h 6858000"/>
              <a:gd name="connsiteX120" fmla="*/ 11445324 w 12192000"/>
              <a:gd name="connsiteY120" fmla="*/ 939542 h 6858000"/>
              <a:gd name="connsiteX121" fmla="*/ 11475268 w 12192000"/>
              <a:gd name="connsiteY121" fmla="*/ 924644 h 6858000"/>
              <a:gd name="connsiteX122" fmla="*/ 11494474 w 12192000"/>
              <a:gd name="connsiteY122" fmla="*/ 907542 h 6858000"/>
              <a:gd name="connsiteX123" fmla="*/ 11488753 w 12192000"/>
              <a:gd name="connsiteY123" fmla="*/ 926162 h 6858000"/>
              <a:gd name="connsiteX124" fmla="*/ 11464846 w 12192000"/>
              <a:gd name="connsiteY124" fmla="*/ 951842 h 6858000"/>
              <a:gd name="connsiteX125" fmla="*/ 11432834 w 12192000"/>
              <a:gd name="connsiteY125" fmla="*/ 964214 h 6858000"/>
              <a:gd name="connsiteX126" fmla="*/ 11433416 w 12192000"/>
              <a:gd name="connsiteY126" fmla="*/ 964508 h 6858000"/>
              <a:gd name="connsiteX127" fmla="*/ 11427416 w 12192000"/>
              <a:gd name="connsiteY127" fmla="*/ 966826 h 6858000"/>
              <a:gd name="connsiteX128" fmla="*/ 11478812 w 12192000"/>
              <a:gd name="connsiteY128" fmla="*/ 980728 h 6858000"/>
              <a:gd name="connsiteX129" fmla="*/ 11601049 w 12192000"/>
              <a:gd name="connsiteY129" fmla="*/ 940412 h 6858000"/>
              <a:gd name="connsiteX130" fmla="*/ 11600229 w 12192000"/>
              <a:gd name="connsiteY130" fmla="*/ 940299 h 6858000"/>
              <a:gd name="connsiteX131" fmla="*/ 11604054 w 12192000"/>
              <a:gd name="connsiteY131" fmla="*/ 938167 h 6858000"/>
              <a:gd name="connsiteX132" fmla="*/ 11561078 w 12192000"/>
              <a:gd name="connsiteY132" fmla="*/ 923772 h 6858000"/>
              <a:gd name="connsiteX133" fmla="*/ 11546930 w 12192000"/>
              <a:gd name="connsiteY133" fmla="*/ 891807 h 6858000"/>
              <a:gd name="connsiteX134" fmla="*/ 11567885 w 12192000"/>
              <a:gd name="connsiteY134" fmla="*/ 908611 h 6858000"/>
              <a:gd name="connsiteX135" fmla="*/ 11601049 w 12192000"/>
              <a:gd name="connsiteY135" fmla="*/ 915389 h 6858000"/>
              <a:gd name="connsiteX136" fmla="*/ 11650104 w 12192000"/>
              <a:gd name="connsiteY136" fmla="*/ 900067 h 6858000"/>
              <a:gd name="connsiteX137" fmla="*/ 11650828 w 12192000"/>
              <a:gd name="connsiteY137" fmla="*/ 899169 h 6858000"/>
              <a:gd name="connsiteX138" fmla="*/ 11652427 w 12192000"/>
              <a:gd name="connsiteY138" fmla="*/ 898382 h 6858000"/>
              <a:gd name="connsiteX139" fmla="*/ 11683608 w 12192000"/>
              <a:gd name="connsiteY139" fmla="*/ 859705 h 6858000"/>
              <a:gd name="connsiteX140" fmla="*/ 11690343 w 12192000"/>
              <a:gd name="connsiteY140" fmla="*/ 825792 h 6858000"/>
              <a:gd name="connsiteX141" fmla="*/ 11690350 w 12192000"/>
              <a:gd name="connsiteY141" fmla="*/ 825831 h 6858000"/>
              <a:gd name="connsiteX142" fmla="*/ 11690350 w 12192000"/>
              <a:gd name="connsiteY142" fmla="*/ 825754 h 6858000"/>
              <a:gd name="connsiteX143" fmla="*/ 11690350 w 12192000"/>
              <a:gd name="connsiteY143" fmla="*/ 823091 h 6858000"/>
              <a:gd name="connsiteX144" fmla="*/ 11623276 w 12192000"/>
              <a:gd name="connsiteY144" fmla="*/ 684719 h 6858000"/>
              <a:gd name="connsiteX145" fmla="*/ 11573655 w 12192000"/>
              <a:gd name="connsiteY145" fmla="*/ 647215 h 6858000"/>
              <a:gd name="connsiteX146" fmla="*/ 11570681 w 12192000"/>
              <a:gd name="connsiteY146" fmla="*/ 645708 h 6858000"/>
              <a:gd name="connsiteX147" fmla="*/ 11570221 w 12192000"/>
              <a:gd name="connsiteY147" fmla="*/ 645361 h 6858000"/>
              <a:gd name="connsiteX148" fmla="*/ 11513655 w 12192000"/>
              <a:gd name="connsiteY148" fmla="*/ 616706 h 6858000"/>
              <a:gd name="connsiteX149" fmla="*/ 11503938 w 12192000"/>
              <a:gd name="connsiteY149" fmla="*/ 612538 h 6858000"/>
              <a:gd name="connsiteX150" fmla="*/ 0 w 12192000"/>
              <a:gd name="connsiteY150" fmla="*/ 0 h 6858000"/>
              <a:gd name="connsiteX151" fmla="*/ 12192000 w 12192000"/>
              <a:gd name="connsiteY151" fmla="*/ 0 h 6858000"/>
              <a:gd name="connsiteX152" fmla="*/ 12192000 w 12192000"/>
              <a:gd name="connsiteY152" fmla="*/ 6858000 h 6858000"/>
              <a:gd name="connsiteX153" fmla="*/ 0 w 12192000"/>
              <a:gd name="connsiteY15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Lst>
            <a:rect l="l" t="t" r="r" b="b"/>
            <a:pathLst>
              <a:path w="12192000" h="6858000">
                <a:moveTo>
                  <a:pt x="10205289" y="966629"/>
                </a:moveTo>
                <a:cubicBezTo>
                  <a:pt x="10205289" y="1067118"/>
                  <a:pt x="10180167" y="1089100"/>
                  <a:pt x="10155045" y="1089100"/>
                </a:cubicBezTo>
                <a:cubicBezTo>
                  <a:pt x="10139343" y="1089100"/>
                  <a:pt x="10129923" y="1073399"/>
                  <a:pt x="10129923" y="1057697"/>
                </a:cubicBezTo>
                <a:cubicBezTo>
                  <a:pt x="10129923" y="1013733"/>
                  <a:pt x="10164466" y="988611"/>
                  <a:pt x="10205289" y="966629"/>
                </a:cubicBezTo>
                <a:close/>
                <a:moveTo>
                  <a:pt x="10359163" y="768791"/>
                </a:moveTo>
                <a:cubicBezTo>
                  <a:pt x="10374864" y="768791"/>
                  <a:pt x="10384285" y="781352"/>
                  <a:pt x="10381145" y="803334"/>
                </a:cubicBezTo>
                <a:cubicBezTo>
                  <a:pt x="10378005" y="828457"/>
                  <a:pt x="10362303" y="853579"/>
                  <a:pt x="10330900" y="875561"/>
                </a:cubicBezTo>
                <a:cubicBezTo>
                  <a:pt x="10318339" y="828457"/>
                  <a:pt x="10327760" y="768791"/>
                  <a:pt x="10359163" y="768791"/>
                </a:cubicBezTo>
                <a:close/>
                <a:moveTo>
                  <a:pt x="11203898" y="658881"/>
                </a:moveTo>
                <a:cubicBezTo>
                  <a:pt x="11191337" y="658881"/>
                  <a:pt x="11178776" y="671442"/>
                  <a:pt x="11178776" y="684003"/>
                </a:cubicBezTo>
                <a:cubicBezTo>
                  <a:pt x="11181916" y="696564"/>
                  <a:pt x="11191337" y="709126"/>
                  <a:pt x="11203898" y="709126"/>
                </a:cubicBezTo>
                <a:cubicBezTo>
                  <a:pt x="11216459" y="709126"/>
                  <a:pt x="11229020" y="696564"/>
                  <a:pt x="11229020" y="684003"/>
                </a:cubicBezTo>
                <a:cubicBezTo>
                  <a:pt x="11229020" y="668302"/>
                  <a:pt x="11219600" y="658881"/>
                  <a:pt x="11203898" y="658881"/>
                </a:cubicBezTo>
                <a:close/>
                <a:moveTo>
                  <a:pt x="10842765" y="646320"/>
                </a:moveTo>
                <a:cubicBezTo>
                  <a:pt x="10827064" y="646320"/>
                  <a:pt x="10817643" y="658881"/>
                  <a:pt x="10817643" y="674583"/>
                </a:cubicBezTo>
                <a:cubicBezTo>
                  <a:pt x="10817643" y="690284"/>
                  <a:pt x="10830204" y="702845"/>
                  <a:pt x="10842765" y="699705"/>
                </a:cubicBezTo>
                <a:cubicBezTo>
                  <a:pt x="10858467" y="699705"/>
                  <a:pt x="10867887" y="687144"/>
                  <a:pt x="10867887" y="671442"/>
                </a:cubicBezTo>
                <a:cubicBezTo>
                  <a:pt x="10867887" y="655741"/>
                  <a:pt x="10858467" y="646320"/>
                  <a:pt x="10842765" y="646320"/>
                </a:cubicBezTo>
                <a:close/>
                <a:moveTo>
                  <a:pt x="9570952" y="621198"/>
                </a:moveTo>
                <a:cubicBezTo>
                  <a:pt x="9492445" y="621198"/>
                  <a:pt x="9420219" y="702845"/>
                  <a:pt x="9420219" y="806475"/>
                </a:cubicBezTo>
                <a:cubicBezTo>
                  <a:pt x="9420219" y="906964"/>
                  <a:pt x="9470463" y="969769"/>
                  <a:pt x="9545830" y="969769"/>
                </a:cubicBezTo>
                <a:cubicBezTo>
                  <a:pt x="9592934" y="969769"/>
                  <a:pt x="9636898" y="944647"/>
                  <a:pt x="9665161" y="894402"/>
                </a:cubicBezTo>
                <a:cubicBezTo>
                  <a:pt x="9671441" y="935226"/>
                  <a:pt x="9702844" y="954068"/>
                  <a:pt x="9724826" y="954068"/>
                </a:cubicBezTo>
                <a:cubicBezTo>
                  <a:pt x="9759369" y="954068"/>
                  <a:pt x="9784492" y="932086"/>
                  <a:pt x="9797053" y="900683"/>
                </a:cubicBezTo>
                <a:cubicBezTo>
                  <a:pt x="9803333" y="932086"/>
                  <a:pt x="9822175" y="954068"/>
                  <a:pt x="9847297" y="954068"/>
                </a:cubicBezTo>
                <a:cubicBezTo>
                  <a:pt x="9866139" y="954068"/>
                  <a:pt x="9881840" y="944647"/>
                  <a:pt x="9894401" y="928946"/>
                </a:cubicBezTo>
                <a:cubicBezTo>
                  <a:pt x="9891261" y="1035715"/>
                  <a:pt x="9884981" y="1104801"/>
                  <a:pt x="9947786" y="1092240"/>
                </a:cubicBezTo>
                <a:cubicBezTo>
                  <a:pt x="9938365" y="1060837"/>
                  <a:pt x="9935225" y="1007453"/>
                  <a:pt x="9935225" y="957208"/>
                </a:cubicBezTo>
                <a:cubicBezTo>
                  <a:pt x="9935225" y="822176"/>
                  <a:pt x="9957207" y="775072"/>
                  <a:pt x="9985470" y="775072"/>
                </a:cubicBezTo>
                <a:cubicBezTo>
                  <a:pt x="10007452" y="775072"/>
                  <a:pt x="10013732" y="800194"/>
                  <a:pt x="10013732" y="828457"/>
                </a:cubicBezTo>
                <a:cubicBezTo>
                  <a:pt x="10013732" y="844158"/>
                  <a:pt x="10013732" y="859859"/>
                  <a:pt x="10007452" y="875561"/>
                </a:cubicBezTo>
                <a:cubicBezTo>
                  <a:pt x="9972908" y="897543"/>
                  <a:pt x="9944646" y="913244"/>
                  <a:pt x="9944646" y="935226"/>
                </a:cubicBezTo>
                <a:cubicBezTo>
                  <a:pt x="9944646" y="954068"/>
                  <a:pt x="9957207" y="954068"/>
                  <a:pt x="9969768" y="954068"/>
                </a:cubicBezTo>
                <a:cubicBezTo>
                  <a:pt x="9994890" y="954068"/>
                  <a:pt x="10029433" y="928946"/>
                  <a:pt x="10045135" y="878701"/>
                </a:cubicBezTo>
                <a:cubicBezTo>
                  <a:pt x="10060836" y="869280"/>
                  <a:pt x="10076538" y="859859"/>
                  <a:pt x="10092239" y="844158"/>
                </a:cubicBezTo>
                <a:cubicBezTo>
                  <a:pt x="10092239" y="850439"/>
                  <a:pt x="10092239" y="853579"/>
                  <a:pt x="10092239" y="859859"/>
                </a:cubicBezTo>
                <a:cubicBezTo>
                  <a:pt x="10092239" y="910104"/>
                  <a:pt x="10114221" y="938366"/>
                  <a:pt x="10148764" y="938366"/>
                </a:cubicBezTo>
                <a:cubicBezTo>
                  <a:pt x="10177027" y="938366"/>
                  <a:pt x="10195868" y="919525"/>
                  <a:pt x="10208430" y="891262"/>
                </a:cubicBezTo>
                <a:cubicBezTo>
                  <a:pt x="10208430" y="906964"/>
                  <a:pt x="10208430" y="922665"/>
                  <a:pt x="10211570" y="935226"/>
                </a:cubicBezTo>
                <a:cubicBezTo>
                  <a:pt x="10158185" y="960348"/>
                  <a:pt x="10098520" y="985471"/>
                  <a:pt x="10098520" y="1057697"/>
                </a:cubicBezTo>
                <a:cubicBezTo>
                  <a:pt x="10098520" y="1095380"/>
                  <a:pt x="10123642" y="1120503"/>
                  <a:pt x="10158185" y="1120503"/>
                </a:cubicBezTo>
                <a:cubicBezTo>
                  <a:pt x="10233552" y="1120503"/>
                  <a:pt x="10252393" y="1041996"/>
                  <a:pt x="10252393" y="947787"/>
                </a:cubicBezTo>
                <a:cubicBezTo>
                  <a:pt x="10277516" y="938366"/>
                  <a:pt x="10296357" y="928946"/>
                  <a:pt x="10315199" y="919525"/>
                </a:cubicBezTo>
                <a:cubicBezTo>
                  <a:pt x="10334041" y="941507"/>
                  <a:pt x="10359163" y="954068"/>
                  <a:pt x="10381145" y="954068"/>
                </a:cubicBezTo>
                <a:cubicBezTo>
                  <a:pt x="10425109" y="954068"/>
                  <a:pt x="10456512" y="932086"/>
                  <a:pt x="10481634" y="884982"/>
                </a:cubicBezTo>
                <a:cubicBezTo>
                  <a:pt x="10484774" y="919525"/>
                  <a:pt x="10494195" y="954068"/>
                  <a:pt x="10513037" y="954068"/>
                </a:cubicBezTo>
                <a:cubicBezTo>
                  <a:pt x="10547580" y="954068"/>
                  <a:pt x="10553860" y="778212"/>
                  <a:pt x="10578983" y="778212"/>
                </a:cubicBezTo>
                <a:cubicBezTo>
                  <a:pt x="10597824" y="778212"/>
                  <a:pt x="10582123" y="969769"/>
                  <a:pt x="10632367" y="969769"/>
                </a:cubicBezTo>
                <a:cubicBezTo>
                  <a:pt x="10676331" y="969769"/>
                  <a:pt x="10685752" y="800194"/>
                  <a:pt x="10704594" y="800194"/>
                </a:cubicBezTo>
                <a:cubicBezTo>
                  <a:pt x="10720295" y="800194"/>
                  <a:pt x="10720295" y="954068"/>
                  <a:pt x="10767400" y="954068"/>
                </a:cubicBezTo>
                <a:cubicBezTo>
                  <a:pt x="10789381" y="954068"/>
                  <a:pt x="10817644" y="925805"/>
                  <a:pt x="10830205" y="866140"/>
                </a:cubicBezTo>
                <a:cubicBezTo>
                  <a:pt x="10836486" y="903823"/>
                  <a:pt x="10855327" y="954068"/>
                  <a:pt x="10893011" y="954068"/>
                </a:cubicBezTo>
                <a:cubicBezTo>
                  <a:pt x="10914993" y="954068"/>
                  <a:pt x="10933834" y="932086"/>
                  <a:pt x="10949536" y="900683"/>
                </a:cubicBezTo>
                <a:cubicBezTo>
                  <a:pt x="10952676" y="932086"/>
                  <a:pt x="10962097" y="954068"/>
                  <a:pt x="10980939" y="954068"/>
                </a:cubicBezTo>
                <a:cubicBezTo>
                  <a:pt x="11024903" y="954068"/>
                  <a:pt x="11024903" y="778212"/>
                  <a:pt x="11059446" y="778212"/>
                </a:cubicBezTo>
                <a:cubicBezTo>
                  <a:pt x="11087708" y="778212"/>
                  <a:pt x="11078287" y="954068"/>
                  <a:pt x="11144233" y="954068"/>
                </a:cubicBezTo>
                <a:cubicBezTo>
                  <a:pt x="11175636" y="954068"/>
                  <a:pt x="11191337" y="928946"/>
                  <a:pt x="11197618" y="894402"/>
                </a:cubicBezTo>
                <a:cubicBezTo>
                  <a:pt x="11210179" y="944647"/>
                  <a:pt x="11229021" y="954068"/>
                  <a:pt x="11244722" y="954068"/>
                </a:cubicBezTo>
                <a:cubicBezTo>
                  <a:pt x="11254143" y="954068"/>
                  <a:pt x="11263564" y="950928"/>
                  <a:pt x="11272985" y="938366"/>
                </a:cubicBezTo>
                <a:cubicBezTo>
                  <a:pt x="11219600" y="916384"/>
                  <a:pt x="11225881" y="837877"/>
                  <a:pt x="11225881" y="784493"/>
                </a:cubicBezTo>
                <a:cubicBezTo>
                  <a:pt x="11225881" y="759370"/>
                  <a:pt x="11222740" y="740529"/>
                  <a:pt x="11207039" y="740529"/>
                </a:cubicBezTo>
                <a:cubicBezTo>
                  <a:pt x="11197618" y="740529"/>
                  <a:pt x="11194478" y="740529"/>
                  <a:pt x="11188197" y="743669"/>
                </a:cubicBezTo>
                <a:cubicBezTo>
                  <a:pt x="11194478" y="834737"/>
                  <a:pt x="11172496" y="913244"/>
                  <a:pt x="11147374" y="913244"/>
                </a:cubicBezTo>
                <a:cubicBezTo>
                  <a:pt x="11115971" y="913244"/>
                  <a:pt x="11131672" y="721687"/>
                  <a:pt x="11062586" y="721687"/>
                </a:cubicBezTo>
                <a:cubicBezTo>
                  <a:pt x="10999780" y="721687"/>
                  <a:pt x="10990359" y="875561"/>
                  <a:pt x="10984079" y="875561"/>
                </a:cubicBezTo>
                <a:cubicBezTo>
                  <a:pt x="10977798" y="875561"/>
                  <a:pt x="10977798" y="834737"/>
                  <a:pt x="10977798" y="803334"/>
                </a:cubicBezTo>
                <a:cubicBezTo>
                  <a:pt x="10980939" y="787633"/>
                  <a:pt x="10980939" y="775072"/>
                  <a:pt x="10980939" y="765651"/>
                </a:cubicBezTo>
                <a:cubicBezTo>
                  <a:pt x="10980939" y="749950"/>
                  <a:pt x="10974658" y="727968"/>
                  <a:pt x="10943255" y="740529"/>
                </a:cubicBezTo>
                <a:cubicBezTo>
                  <a:pt x="10943255" y="850439"/>
                  <a:pt x="10921273" y="916384"/>
                  <a:pt x="10896151" y="916384"/>
                </a:cubicBezTo>
                <a:cubicBezTo>
                  <a:pt x="10858468" y="916384"/>
                  <a:pt x="10858468" y="815895"/>
                  <a:pt x="10858468" y="790773"/>
                </a:cubicBezTo>
                <a:cubicBezTo>
                  <a:pt x="10858468" y="762511"/>
                  <a:pt x="10861608" y="727968"/>
                  <a:pt x="10820784" y="740529"/>
                </a:cubicBezTo>
                <a:cubicBezTo>
                  <a:pt x="10814504" y="834737"/>
                  <a:pt x="10789381" y="906964"/>
                  <a:pt x="10773680" y="906964"/>
                </a:cubicBezTo>
                <a:cubicBezTo>
                  <a:pt x="10754838" y="906964"/>
                  <a:pt x="10757979" y="740529"/>
                  <a:pt x="10707734" y="740529"/>
                </a:cubicBezTo>
                <a:cubicBezTo>
                  <a:pt x="10660630" y="740529"/>
                  <a:pt x="10648069" y="897543"/>
                  <a:pt x="10638648" y="897543"/>
                </a:cubicBezTo>
                <a:cubicBezTo>
                  <a:pt x="10622947" y="897543"/>
                  <a:pt x="10644929" y="721687"/>
                  <a:pt x="10578983" y="721687"/>
                </a:cubicBezTo>
                <a:cubicBezTo>
                  <a:pt x="10544440" y="721687"/>
                  <a:pt x="10531879" y="781352"/>
                  <a:pt x="10516177" y="847298"/>
                </a:cubicBezTo>
                <a:cubicBezTo>
                  <a:pt x="10513037" y="859859"/>
                  <a:pt x="10509897" y="859859"/>
                  <a:pt x="10509897" y="847298"/>
                </a:cubicBezTo>
                <a:cubicBezTo>
                  <a:pt x="10509897" y="834737"/>
                  <a:pt x="10509897" y="822176"/>
                  <a:pt x="10509897" y="809615"/>
                </a:cubicBezTo>
                <a:cubicBezTo>
                  <a:pt x="10525598" y="743669"/>
                  <a:pt x="10506756" y="718547"/>
                  <a:pt x="10475353" y="737388"/>
                </a:cubicBezTo>
                <a:cubicBezTo>
                  <a:pt x="10484774" y="859859"/>
                  <a:pt x="10428249" y="919525"/>
                  <a:pt x="10387426" y="919525"/>
                </a:cubicBezTo>
                <a:cubicBezTo>
                  <a:pt x="10371724" y="919525"/>
                  <a:pt x="10359163" y="913244"/>
                  <a:pt x="10349742" y="903823"/>
                </a:cubicBezTo>
                <a:cubicBezTo>
                  <a:pt x="10399987" y="872421"/>
                  <a:pt x="10425109" y="834737"/>
                  <a:pt x="10425109" y="800194"/>
                </a:cubicBezTo>
                <a:cubicBezTo>
                  <a:pt x="10425109" y="762511"/>
                  <a:pt x="10403127" y="740529"/>
                  <a:pt x="10365444" y="740529"/>
                </a:cubicBezTo>
                <a:cubicBezTo>
                  <a:pt x="10315199" y="740529"/>
                  <a:pt x="10286937" y="793913"/>
                  <a:pt x="10286937" y="837877"/>
                </a:cubicBezTo>
                <a:cubicBezTo>
                  <a:pt x="10286937" y="863000"/>
                  <a:pt x="10290077" y="881841"/>
                  <a:pt x="10299498" y="900683"/>
                </a:cubicBezTo>
                <a:cubicBezTo>
                  <a:pt x="10280656" y="910104"/>
                  <a:pt x="10264955" y="916384"/>
                  <a:pt x="10249253" y="922665"/>
                </a:cubicBezTo>
                <a:cubicBezTo>
                  <a:pt x="10249253" y="875561"/>
                  <a:pt x="10242973" y="828457"/>
                  <a:pt x="10239832" y="784493"/>
                </a:cubicBezTo>
                <a:cubicBezTo>
                  <a:pt x="10211570" y="778212"/>
                  <a:pt x="10205289" y="790773"/>
                  <a:pt x="10202149" y="815895"/>
                </a:cubicBezTo>
                <a:cubicBezTo>
                  <a:pt x="10192728" y="863000"/>
                  <a:pt x="10173886" y="897543"/>
                  <a:pt x="10155045" y="897543"/>
                </a:cubicBezTo>
                <a:cubicBezTo>
                  <a:pt x="10142484" y="897543"/>
                  <a:pt x="10133063" y="881841"/>
                  <a:pt x="10133063" y="863000"/>
                </a:cubicBezTo>
                <a:cubicBezTo>
                  <a:pt x="10126782" y="775072"/>
                  <a:pt x="10199009" y="749950"/>
                  <a:pt x="10236692" y="762511"/>
                </a:cubicBezTo>
                <a:cubicBezTo>
                  <a:pt x="10242973" y="743669"/>
                  <a:pt x="10236692" y="727968"/>
                  <a:pt x="10202149" y="727968"/>
                </a:cubicBezTo>
                <a:cubicBezTo>
                  <a:pt x="10161325" y="727968"/>
                  <a:pt x="10129923" y="753090"/>
                  <a:pt x="10107941" y="784493"/>
                </a:cubicBezTo>
                <a:cubicBezTo>
                  <a:pt x="10092239" y="806475"/>
                  <a:pt x="10076538" y="822176"/>
                  <a:pt x="10051415" y="841018"/>
                </a:cubicBezTo>
                <a:cubicBezTo>
                  <a:pt x="10051415" y="834737"/>
                  <a:pt x="10051415" y="831597"/>
                  <a:pt x="10051415" y="825316"/>
                </a:cubicBezTo>
                <a:cubicBezTo>
                  <a:pt x="10051415" y="762511"/>
                  <a:pt x="10016872" y="734248"/>
                  <a:pt x="9985470" y="734248"/>
                </a:cubicBezTo>
                <a:cubicBezTo>
                  <a:pt x="9957207" y="734248"/>
                  <a:pt x="9941506" y="749950"/>
                  <a:pt x="9932085" y="775072"/>
                </a:cubicBezTo>
                <a:cubicBezTo>
                  <a:pt x="9928945" y="753090"/>
                  <a:pt x="9925804" y="740529"/>
                  <a:pt x="9910103" y="740529"/>
                </a:cubicBezTo>
                <a:cubicBezTo>
                  <a:pt x="9903822" y="740529"/>
                  <a:pt x="9894401" y="743669"/>
                  <a:pt x="9884981" y="746809"/>
                </a:cubicBezTo>
                <a:cubicBezTo>
                  <a:pt x="9888121" y="759370"/>
                  <a:pt x="9891261" y="790773"/>
                  <a:pt x="9891261" y="812755"/>
                </a:cubicBezTo>
                <a:cubicBezTo>
                  <a:pt x="9891261" y="888122"/>
                  <a:pt x="9869279" y="922665"/>
                  <a:pt x="9850437" y="922665"/>
                </a:cubicBezTo>
                <a:cubicBezTo>
                  <a:pt x="9825315" y="922665"/>
                  <a:pt x="9822175" y="834737"/>
                  <a:pt x="9822175" y="800194"/>
                </a:cubicBezTo>
                <a:cubicBezTo>
                  <a:pt x="9819035" y="800194"/>
                  <a:pt x="9815894" y="797054"/>
                  <a:pt x="9809614" y="797054"/>
                </a:cubicBezTo>
                <a:cubicBezTo>
                  <a:pt x="9787632" y="797054"/>
                  <a:pt x="9784492" y="825316"/>
                  <a:pt x="9781351" y="853579"/>
                </a:cubicBezTo>
                <a:cubicBezTo>
                  <a:pt x="9775071" y="881841"/>
                  <a:pt x="9759369" y="919525"/>
                  <a:pt x="9734247" y="919525"/>
                </a:cubicBezTo>
                <a:cubicBezTo>
                  <a:pt x="9718546" y="919525"/>
                  <a:pt x="9709125" y="903823"/>
                  <a:pt x="9709125" y="878701"/>
                </a:cubicBezTo>
                <a:cubicBezTo>
                  <a:pt x="9702844" y="822176"/>
                  <a:pt x="9749949" y="759370"/>
                  <a:pt x="9819035" y="778212"/>
                </a:cubicBezTo>
                <a:cubicBezTo>
                  <a:pt x="9825315" y="759370"/>
                  <a:pt x="9812754" y="740529"/>
                  <a:pt x="9784492" y="740529"/>
                </a:cubicBezTo>
                <a:cubicBezTo>
                  <a:pt x="9734247" y="740529"/>
                  <a:pt x="9690283" y="781352"/>
                  <a:pt x="9674582" y="825316"/>
                </a:cubicBezTo>
                <a:cubicBezTo>
                  <a:pt x="9655740" y="866140"/>
                  <a:pt x="9621197" y="925805"/>
                  <a:pt x="9555251" y="925805"/>
                </a:cubicBezTo>
                <a:cubicBezTo>
                  <a:pt x="9508147" y="925805"/>
                  <a:pt x="9473604" y="884982"/>
                  <a:pt x="9473604" y="800194"/>
                </a:cubicBezTo>
                <a:cubicBezTo>
                  <a:pt x="9473604" y="727968"/>
                  <a:pt x="9520708" y="655741"/>
                  <a:pt x="9567812" y="655741"/>
                </a:cubicBezTo>
                <a:cubicBezTo>
                  <a:pt x="9602355" y="655741"/>
                  <a:pt x="9611776" y="690284"/>
                  <a:pt x="9608636" y="721687"/>
                </a:cubicBezTo>
                <a:cubicBezTo>
                  <a:pt x="9627478" y="737388"/>
                  <a:pt x="9655740" y="721687"/>
                  <a:pt x="9655740" y="687144"/>
                </a:cubicBezTo>
                <a:cubicBezTo>
                  <a:pt x="9655740" y="662022"/>
                  <a:pt x="9636898" y="621198"/>
                  <a:pt x="9570952" y="621198"/>
                </a:cubicBezTo>
                <a:close/>
                <a:moveTo>
                  <a:pt x="11503938" y="612538"/>
                </a:moveTo>
                <a:cubicBezTo>
                  <a:pt x="11456741" y="669501"/>
                  <a:pt x="11291551" y="712570"/>
                  <a:pt x="11291551" y="832051"/>
                </a:cubicBezTo>
                <a:cubicBezTo>
                  <a:pt x="11291551" y="879288"/>
                  <a:pt x="11320702" y="923747"/>
                  <a:pt x="11365123" y="940418"/>
                </a:cubicBezTo>
                <a:cubicBezTo>
                  <a:pt x="11390110" y="950144"/>
                  <a:pt x="11415096" y="950144"/>
                  <a:pt x="11440083" y="941808"/>
                </a:cubicBezTo>
                <a:lnTo>
                  <a:pt x="11444304" y="939708"/>
                </a:lnTo>
                <a:lnTo>
                  <a:pt x="11445324" y="939542"/>
                </a:lnTo>
                <a:cubicBezTo>
                  <a:pt x="11456276" y="936118"/>
                  <a:pt x="11466199" y="930980"/>
                  <a:pt x="11475268" y="924644"/>
                </a:cubicBezTo>
                <a:lnTo>
                  <a:pt x="11494474" y="907542"/>
                </a:lnTo>
                <a:lnTo>
                  <a:pt x="11488753" y="926162"/>
                </a:lnTo>
                <a:lnTo>
                  <a:pt x="11464846" y="951842"/>
                </a:lnTo>
                <a:lnTo>
                  <a:pt x="11432834" y="964214"/>
                </a:lnTo>
                <a:lnTo>
                  <a:pt x="11433416" y="964508"/>
                </a:lnTo>
                <a:lnTo>
                  <a:pt x="11427416" y="966826"/>
                </a:lnTo>
                <a:cubicBezTo>
                  <a:pt x="11435751" y="975167"/>
                  <a:pt x="11455198" y="980728"/>
                  <a:pt x="11478812" y="980728"/>
                </a:cubicBezTo>
                <a:cubicBezTo>
                  <a:pt x="11521873" y="980728"/>
                  <a:pt x="11574657" y="968216"/>
                  <a:pt x="11601049" y="940412"/>
                </a:cubicBezTo>
                <a:lnTo>
                  <a:pt x="11600229" y="940299"/>
                </a:lnTo>
                <a:lnTo>
                  <a:pt x="11604054" y="938167"/>
                </a:lnTo>
                <a:cubicBezTo>
                  <a:pt x="11586248" y="938852"/>
                  <a:pt x="11571523" y="933368"/>
                  <a:pt x="11561078" y="923772"/>
                </a:cubicBezTo>
                <a:lnTo>
                  <a:pt x="11546930" y="891807"/>
                </a:lnTo>
                <a:lnTo>
                  <a:pt x="11567885" y="908611"/>
                </a:lnTo>
                <a:cubicBezTo>
                  <a:pt x="11578129" y="913304"/>
                  <a:pt x="11589242" y="915389"/>
                  <a:pt x="11601049" y="915389"/>
                </a:cubicBezTo>
                <a:cubicBezTo>
                  <a:pt x="11619281" y="915389"/>
                  <a:pt x="11636145" y="909719"/>
                  <a:pt x="11650104" y="900067"/>
                </a:cubicBezTo>
                <a:lnTo>
                  <a:pt x="11650828" y="899169"/>
                </a:lnTo>
                <a:lnTo>
                  <a:pt x="11652427" y="898382"/>
                </a:lnTo>
                <a:cubicBezTo>
                  <a:pt x="11666192" y="888863"/>
                  <a:pt x="11677091" y="875417"/>
                  <a:pt x="11683608" y="859705"/>
                </a:cubicBezTo>
                <a:lnTo>
                  <a:pt x="11690343" y="825792"/>
                </a:lnTo>
                <a:lnTo>
                  <a:pt x="11690350" y="825831"/>
                </a:lnTo>
                <a:lnTo>
                  <a:pt x="11690350" y="825754"/>
                </a:lnTo>
                <a:lnTo>
                  <a:pt x="11690350" y="823091"/>
                </a:lnTo>
                <a:cubicBezTo>
                  <a:pt x="11690350" y="768290"/>
                  <a:pt x="11662973" y="721710"/>
                  <a:pt x="11623276" y="684719"/>
                </a:cubicBezTo>
                <a:cubicBezTo>
                  <a:pt x="11608219" y="670334"/>
                  <a:pt x="11591450" y="658004"/>
                  <a:pt x="11573655" y="647215"/>
                </a:cubicBezTo>
                <a:lnTo>
                  <a:pt x="11570681" y="645708"/>
                </a:lnTo>
                <a:lnTo>
                  <a:pt x="11570221" y="645361"/>
                </a:lnTo>
                <a:cubicBezTo>
                  <a:pt x="11552175" y="634420"/>
                  <a:pt x="11533088" y="625042"/>
                  <a:pt x="11513655" y="616706"/>
                </a:cubicBezTo>
                <a:cubicBezTo>
                  <a:pt x="11510878" y="615317"/>
                  <a:pt x="11508102" y="613928"/>
                  <a:pt x="11503938" y="612538"/>
                </a:cubicBezTo>
                <a:close/>
                <a:moveTo>
                  <a:pt x="0" y="0"/>
                </a:moveTo>
                <a:lnTo>
                  <a:pt x="12192000" y="0"/>
                </a:lnTo>
                <a:lnTo>
                  <a:pt x="12192000" y="6858000"/>
                </a:lnTo>
                <a:lnTo>
                  <a:pt x="0" y="6858000"/>
                </a:lnTo>
                <a:close/>
              </a:path>
            </a:pathLst>
          </a:custGeom>
          <a:solidFill>
            <a:schemeClr val="accent4"/>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847127"/>
            <a:ext cx="11386134" cy="1661993"/>
          </a:xfrm>
          <a:prstGeom prst="rect">
            <a:avLst/>
          </a:prstGeom>
        </p:spPr>
        <p:txBody>
          <a:bodyPr wrap="square" lIns="36000" rIns="36000" bIns="0" anchor="b" anchorCtr="0">
            <a:spAutoFit/>
          </a:bodyPr>
          <a:lstStyle>
            <a:lvl1pPr algn="l">
              <a:lnSpc>
                <a:spcPct val="90000"/>
              </a:lnSpc>
              <a:defRPr sz="6000" b="1" baseline="0">
                <a:solidFill>
                  <a:schemeClr val="bg1"/>
                </a:solidFill>
                <a:latin typeface="Ubuntu" panose="020B0504030602030204" pitchFamily="34" charset="0"/>
              </a:defRPr>
            </a:lvl1pPr>
          </a:lstStyle>
          <a:p>
            <a:r>
              <a:rPr lang="en-US"/>
              <a:t>Click to edit Master title style</a:t>
            </a:r>
            <a:endParaRPr lang="en-GB"/>
          </a:p>
        </p:txBody>
      </p:sp>
      <p:pic>
        <p:nvPicPr>
          <p:cNvPr id="6" name="Image 5" descr="Une image contenant texte&#10;&#10;Description générée automatiquement">
            <a:extLst>
              <a:ext uri="{FF2B5EF4-FFF2-40B4-BE49-F238E27FC236}">
                <a16:creationId xmlns:a16="http://schemas.microsoft.com/office/drawing/2014/main" id="{4E7913BD-2F2A-43EA-9355-0DD8C035B5E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014016" y="246471"/>
            <a:ext cx="3078000" cy="1248074"/>
          </a:xfrm>
          <a:prstGeom prst="rect">
            <a:avLst/>
          </a:prstGeom>
        </p:spPr>
      </p:pic>
    </p:spTree>
    <p:extLst>
      <p:ext uri="{BB962C8B-B14F-4D97-AF65-F5344CB8AC3E}">
        <p14:creationId xmlns:p14="http://schemas.microsoft.com/office/powerpoint/2010/main" val="1049376470"/>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2_Only Title">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Title 2">
            <a:extLst>
              <a:ext uri="{FF2B5EF4-FFF2-40B4-BE49-F238E27FC236}">
                <a16:creationId xmlns:a16="http://schemas.microsoft.com/office/drawing/2014/main" id="{57F0C9DF-D1FA-45A1-91F6-147FDC3E7341}"/>
              </a:ext>
            </a:extLst>
          </p:cNvPr>
          <p:cNvSpPr>
            <a:spLocks noGrp="1"/>
          </p:cNvSpPr>
          <p:nvPr>
            <p:ph type="title" hasCustomPrompt="1"/>
          </p:nvPr>
        </p:nvSpPr>
        <p:spPr>
          <a:xfrm>
            <a:off x="404813" y="102804"/>
            <a:ext cx="9238028" cy="1097712"/>
          </a:xfrm>
          <a:prstGeom prst="rect">
            <a:avLst/>
          </a:prstGeom>
        </p:spPr>
        <p:txBody>
          <a:bodyPr/>
          <a:lstStyle>
            <a:lvl1pPr>
              <a:defRPr sz="2400" cap="none">
                <a:solidFill>
                  <a:schemeClr val="accent1"/>
                </a:solidFill>
              </a:defRPr>
            </a:lvl1pPr>
          </a:lstStyle>
          <a:p>
            <a:r>
              <a:rPr lang="en-US"/>
              <a:t>Click to edit master title style</a:t>
            </a:r>
            <a:br>
              <a:rPr lang="en-US"/>
            </a:br>
            <a:r>
              <a:rPr lang="en-US"/>
              <a:t>Click to edit master title style</a:t>
            </a:r>
            <a:br>
              <a:rPr lang="en-US"/>
            </a:br>
            <a:endParaRPr lang="de-DE"/>
          </a:p>
        </p:txBody>
      </p:sp>
      <p:cxnSp>
        <p:nvCxnSpPr>
          <p:cNvPr id="4" name="Straight Connector 3">
            <a:extLst>
              <a:ext uri="{FF2B5EF4-FFF2-40B4-BE49-F238E27FC236}">
                <a16:creationId xmlns:a16="http://schemas.microsoft.com/office/drawing/2014/main" id="{73C42F28-CCAC-6857-23CA-E3EFAFCAC2CF}"/>
              </a:ext>
            </a:extLst>
          </p:cNvPr>
          <p:cNvCxnSpPr>
            <a:cxnSpLocks/>
          </p:cNvCxnSpPr>
          <p:nvPr userDrawn="1"/>
        </p:nvCxnSpPr>
        <p:spPr>
          <a:xfrm>
            <a:off x="11395710" y="126215"/>
            <a:ext cx="0" cy="525445"/>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85615970"/>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Full picture white Pik">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1EB2D5A7-8ABD-41FC-934A-8D0E9E07B98D}"/>
              </a:ext>
            </a:extLst>
          </p:cNvPr>
          <p:cNvSpPr>
            <a:spLocks noGrp="1"/>
          </p:cNvSpPr>
          <p:nvPr>
            <p:ph type="pic" sz="quarter" idx="13" hasCustomPrompt="1"/>
          </p:nvPr>
        </p:nvSpPr>
        <p:spPr>
          <a:xfrm>
            <a:off x="0" y="0"/>
            <a:ext cx="12192000" cy="6858000"/>
          </a:xfrm>
          <a:custGeom>
            <a:avLst/>
            <a:gdLst>
              <a:gd name="connsiteX0" fmla="*/ 11904137 w 12192000"/>
              <a:gd name="connsiteY0" fmla="*/ 374761 h 6858000"/>
              <a:gd name="connsiteX1" fmla="*/ 11851113 w 12192000"/>
              <a:gd name="connsiteY1" fmla="*/ 409256 h 6858000"/>
              <a:gd name="connsiteX2" fmla="*/ 11813853 w 12192000"/>
              <a:gd name="connsiteY2" fmla="*/ 476806 h 6858000"/>
              <a:gd name="connsiteX3" fmla="*/ 11772294 w 12192000"/>
              <a:gd name="connsiteY3" fmla="*/ 537171 h 6858000"/>
              <a:gd name="connsiteX4" fmla="*/ 11703507 w 12192000"/>
              <a:gd name="connsiteY4" fmla="*/ 580289 h 6858000"/>
              <a:gd name="connsiteX5" fmla="*/ 11747932 w 12192000"/>
              <a:gd name="connsiteY5" fmla="*/ 591787 h 6858000"/>
              <a:gd name="connsiteX6" fmla="*/ 11796656 w 12192000"/>
              <a:gd name="connsiteY6" fmla="*/ 587475 h 6858000"/>
              <a:gd name="connsiteX7" fmla="*/ 11879774 w 12192000"/>
              <a:gd name="connsiteY7" fmla="*/ 551544 h 6858000"/>
              <a:gd name="connsiteX8" fmla="*/ 11816719 w 12192000"/>
              <a:gd name="connsiteY8" fmla="*/ 494054 h 6858000"/>
              <a:gd name="connsiteX9" fmla="*/ 11904137 w 12192000"/>
              <a:gd name="connsiteY9" fmla="*/ 521361 h 6858000"/>
              <a:gd name="connsiteX10" fmla="*/ 11965759 w 12192000"/>
              <a:gd name="connsiteY10" fmla="*/ 460997 h 6858000"/>
              <a:gd name="connsiteX11" fmla="*/ 11964326 w 12192000"/>
              <a:gd name="connsiteY11" fmla="*/ 404944 h 6858000"/>
              <a:gd name="connsiteX12" fmla="*/ 11904137 w 12192000"/>
              <a:gd name="connsiteY12" fmla="*/ 374761 h 6858000"/>
              <a:gd name="connsiteX13" fmla="*/ 11779497 w 12192000"/>
              <a:gd name="connsiteY13" fmla="*/ 210928 h 6858000"/>
              <a:gd name="connsiteX14" fmla="*/ 11559747 w 12192000"/>
              <a:gd name="connsiteY14" fmla="*/ 439472 h 6858000"/>
              <a:gd name="connsiteX15" fmla="*/ 11635870 w 12192000"/>
              <a:gd name="connsiteY15" fmla="*/ 550150 h 6858000"/>
              <a:gd name="connsiteX16" fmla="*/ 11720610 w 12192000"/>
              <a:gd name="connsiteY16" fmla="*/ 545838 h 6858000"/>
              <a:gd name="connsiteX17" fmla="*/ 11780933 w 12192000"/>
              <a:gd name="connsiteY17" fmla="*/ 489780 h 6858000"/>
              <a:gd name="connsiteX18" fmla="*/ 11826894 w 12192000"/>
              <a:gd name="connsiteY18" fmla="*/ 413599 h 6858000"/>
              <a:gd name="connsiteX19" fmla="*/ 11888654 w 12192000"/>
              <a:gd name="connsiteY19" fmla="*/ 361853 h 6858000"/>
              <a:gd name="connsiteX20" fmla="*/ 11963340 w 12192000"/>
              <a:gd name="connsiteY20" fmla="*/ 380539 h 6858000"/>
              <a:gd name="connsiteX21" fmla="*/ 11900144 w 12192000"/>
              <a:gd name="connsiteY21" fmla="*/ 284235 h 6858000"/>
              <a:gd name="connsiteX22" fmla="*/ 11789551 w 12192000"/>
              <a:gd name="connsiteY22" fmla="*/ 215240 h 6858000"/>
              <a:gd name="connsiteX23" fmla="*/ 11779497 w 12192000"/>
              <a:gd name="connsiteY23" fmla="*/ 210928 h 6858000"/>
              <a:gd name="connsiteX24" fmla="*/ 0 w 12192000"/>
              <a:gd name="connsiteY24" fmla="*/ 0 h 6858000"/>
              <a:gd name="connsiteX25" fmla="*/ 12192000 w 12192000"/>
              <a:gd name="connsiteY25" fmla="*/ 0 h 6858000"/>
              <a:gd name="connsiteX26" fmla="*/ 12192000 w 12192000"/>
              <a:gd name="connsiteY26" fmla="*/ 6858000 h 6858000"/>
              <a:gd name="connsiteX27" fmla="*/ 0 w 12192000"/>
              <a:gd name="connsiteY2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2192000" h="6858000">
                <a:moveTo>
                  <a:pt x="11904137" y="374761"/>
                </a:moveTo>
                <a:cubicBezTo>
                  <a:pt x="11881208" y="376199"/>
                  <a:pt x="11864011" y="390571"/>
                  <a:pt x="11851113" y="409256"/>
                </a:cubicBezTo>
                <a:cubicBezTo>
                  <a:pt x="11835349" y="429377"/>
                  <a:pt x="11825318" y="453810"/>
                  <a:pt x="11813853" y="476806"/>
                </a:cubicBezTo>
                <a:cubicBezTo>
                  <a:pt x="11802389" y="498365"/>
                  <a:pt x="11789491" y="518487"/>
                  <a:pt x="11772294" y="537171"/>
                </a:cubicBezTo>
                <a:cubicBezTo>
                  <a:pt x="11753664" y="557293"/>
                  <a:pt x="11730735" y="573103"/>
                  <a:pt x="11703507" y="580289"/>
                </a:cubicBezTo>
                <a:cubicBezTo>
                  <a:pt x="11716405" y="588912"/>
                  <a:pt x="11733601" y="591787"/>
                  <a:pt x="11747932" y="591787"/>
                </a:cubicBezTo>
                <a:cubicBezTo>
                  <a:pt x="11763696" y="593224"/>
                  <a:pt x="11780893" y="590350"/>
                  <a:pt x="11796656" y="587475"/>
                </a:cubicBezTo>
                <a:cubicBezTo>
                  <a:pt x="11826751" y="583163"/>
                  <a:pt x="11858278" y="573103"/>
                  <a:pt x="11879774" y="551544"/>
                </a:cubicBezTo>
                <a:cubicBezTo>
                  <a:pt x="11845381" y="551544"/>
                  <a:pt x="11818153" y="528548"/>
                  <a:pt x="11816719" y="494054"/>
                </a:cubicBezTo>
                <a:cubicBezTo>
                  <a:pt x="11838216" y="519924"/>
                  <a:pt x="11871176" y="529985"/>
                  <a:pt x="11904137" y="521361"/>
                </a:cubicBezTo>
                <a:cubicBezTo>
                  <a:pt x="11932798" y="512738"/>
                  <a:pt x="11957160" y="489742"/>
                  <a:pt x="11965759" y="460997"/>
                </a:cubicBezTo>
                <a:cubicBezTo>
                  <a:pt x="11971491" y="442312"/>
                  <a:pt x="11972924" y="423628"/>
                  <a:pt x="11964326" y="404944"/>
                </a:cubicBezTo>
                <a:cubicBezTo>
                  <a:pt x="11952861" y="383385"/>
                  <a:pt x="11928499" y="373324"/>
                  <a:pt x="11904137" y="374761"/>
                </a:cubicBezTo>
                <a:close/>
                <a:moveTo>
                  <a:pt x="11779497" y="210928"/>
                </a:moveTo>
                <a:cubicBezTo>
                  <a:pt x="11730664" y="271298"/>
                  <a:pt x="11559747" y="314420"/>
                  <a:pt x="11559747" y="439472"/>
                </a:cubicBezTo>
                <a:cubicBezTo>
                  <a:pt x="11559747" y="486906"/>
                  <a:pt x="11589909" y="532902"/>
                  <a:pt x="11635870" y="550150"/>
                </a:cubicBezTo>
                <a:cubicBezTo>
                  <a:pt x="11663159" y="560212"/>
                  <a:pt x="11693320" y="558775"/>
                  <a:pt x="11720610" y="545838"/>
                </a:cubicBezTo>
                <a:cubicBezTo>
                  <a:pt x="11746463" y="534339"/>
                  <a:pt x="11765134" y="514216"/>
                  <a:pt x="11780933" y="489780"/>
                </a:cubicBezTo>
                <a:cubicBezTo>
                  <a:pt x="11798168" y="465345"/>
                  <a:pt x="11811095" y="439472"/>
                  <a:pt x="11826894" y="413599"/>
                </a:cubicBezTo>
                <a:cubicBezTo>
                  <a:pt x="11841257" y="390601"/>
                  <a:pt x="11861365" y="367603"/>
                  <a:pt x="11888654" y="361853"/>
                </a:cubicBezTo>
                <a:cubicBezTo>
                  <a:pt x="11914507" y="354666"/>
                  <a:pt x="11944668" y="361853"/>
                  <a:pt x="11963340" y="380539"/>
                </a:cubicBezTo>
                <a:cubicBezTo>
                  <a:pt x="11951850" y="343167"/>
                  <a:pt x="11930306" y="311545"/>
                  <a:pt x="11900144" y="284235"/>
                </a:cubicBezTo>
                <a:cubicBezTo>
                  <a:pt x="11867110" y="254050"/>
                  <a:pt x="11829767" y="232489"/>
                  <a:pt x="11789551" y="215240"/>
                </a:cubicBezTo>
                <a:cubicBezTo>
                  <a:pt x="11786678" y="213803"/>
                  <a:pt x="11782369" y="212365"/>
                  <a:pt x="11779497" y="210928"/>
                </a:cubicBezTo>
                <a:close/>
                <a:moveTo>
                  <a:pt x="0" y="0"/>
                </a:moveTo>
                <a:lnTo>
                  <a:pt x="12192000" y="0"/>
                </a:lnTo>
                <a:lnTo>
                  <a:pt x="12192000" y="6858000"/>
                </a:lnTo>
                <a:lnTo>
                  <a:pt x="0" y="6858000"/>
                </a:lnTo>
                <a:close/>
              </a:path>
            </a:pathLst>
          </a:custGeom>
          <a:solidFill>
            <a:schemeClr val="accent4"/>
          </a:solidFill>
        </p:spPr>
        <p:txBody>
          <a:bodyPr wrap="square">
            <a:noAutofit/>
          </a:bodyPr>
          <a:lstStyle>
            <a:lvl1pPr>
              <a:defRPr>
                <a:solidFill>
                  <a:schemeClr val="bg2">
                    <a:lumMod val="50000"/>
                  </a:schemeClr>
                </a:solidFill>
              </a:defRPr>
            </a:lvl1pPr>
          </a:lstStyle>
          <a:p>
            <a:r>
              <a:rPr lang="de-DE"/>
              <a:t>Insert Picture and send </a:t>
            </a:r>
            <a:r>
              <a:rPr lang="de-DE" err="1"/>
              <a:t>to</a:t>
            </a:r>
            <a:r>
              <a:rPr lang="de-DE"/>
              <a:t> back</a:t>
            </a:r>
          </a:p>
        </p:txBody>
      </p:sp>
      <p:grpSp>
        <p:nvGrpSpPr>
          <p:cNvPr id="5" name="Group 37">
            <a:extLst>
              <a:ext uri="{FF2B5EF4-FFF2-40B4-BE49-F238E27FC236}">
                <a16:creationId xmlns:a16="http://schemas.microsoft.com/office/drawing/2014/main" id="{175605CD-31A1-4F5E-8CC8-FA82332DB3A0}"/>
              </a:ext>
            </a:extLst>
          </p:cNvPr>
          <p:cNvGrpSpPr/>
          <p:nvPr userDrawn="1"/>
        </p:nvGrpSpPr>
        <p:grpSpPr>
          <a:xfrm>
            <a:off x="11562864" y="207688"/>
            <a:ext cx="418487" cy="387209"/>
            <a:chOff x="5481638" y="2859088"/>
            <a:chExt cx="1231900" cy="1139825"/>
          </a:xfrm>
          <a:solidFill>
            <a:schemeClr val="bg1"/>
          </a:solidFill>
        </p:grpSpPr>
        <p:sp>
          <p:nvSpPr>
            <p:cNvPr id="6" name="Freeform 320">
              <a:extLst>
                <a:ext uri="{FF2B5EF4-FFF2-40B4-BE49-F238E27FC236}">
                  <a16:creationId xmlns:a16="http://schemas.microsoft.com/office/drawing/2014/main" id="{AE5DD593-FDBD-4A70-83DE-64E2F0ED00BB}"/>
                </a:ext>
              </a:extLst>
            </p:cNvPr>
            <p:cNvSpPr>
              <a:spLocks/>
            </p:cNvSpPr>
            <p:nvPr userDrawn="1"/>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 name="Freeform 321">
              <a:extLst>
                <a:ext uri="{FF2B5EF4-FFF2-40B4-BE49-F238E27FC236}">
                  <a16:creationId xmlns:a16="http://schemas.microsoft.com/office/drawing/2014/main" id="{5E1F1E46-28BC-4B11-9A4D-30E587571815}"/>
                </a:ext>
              </a:extLst>
            </p:cNvPr>
            <p:cNvSpPr>
              <a:spLocks/>
            </p:cNvSpPr>
            <p:nvPr userDrawn="1"/>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1240761777"/>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Full picture blue Pik">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0B335D29-1EFC-4491-AD11-74BC952F53E5}"/>
              </a:ext>
            </a:extLst>
          </p:cNvPr>
          <p:cNvSpPr>
            <a:spLocks noGrp="1"/>
          </p:cNvSpPr>
          <p:nvPr>
            <p:ph type="pic" sz="quarter" idx="13" hasCustomPrompt="1"/>
          </p:nvPr>
        </p:nvSpPr>
        <p:spPr>
          <a:xfrm>
            <a:off x="0" y="0"/>
            <a:ext cx="12192000" cy="6858000"/>
          </a:xfrm>
          <a:custGeom>
            <a:avLst/>
            <a:gdLst>
              <a:gd name="connsiteX0" fmla="*/ 11785528 w 12192000"/>
              <a:gd name="connsiteY0" fmla="*/ 202927 h 6858000"/>
              <a:gd name="connsiteX1" fmla="*/ 11561144 w 12192000"/>
              <a:gd name="connsiteY1" fmla="*/ 434840 h 6858000"/>
              <a:gd name="connsiteX2" fmla="*/ 11638872 w 12192000"/>
              <a:gd name="connsiteY2" fmla="*/ 549328 h 6858000"/>
              <a:gd name="connsiteX3" fmla="*/ 11718066 w 12192000"/>
              <a:gd name="connsiteY3" fmla="*/ 550796 h 6858000"/>
              <a:gd name="connsiteX4" fmla="*/ 11750147 w 12192000"/>
              <a:gd name="connsiteY4" fmla="*/ 534834 h 6858000"/>
              <a:gd name="connsiteX5" fmla="*/ 11776529 w 12192000"/>
              <a:gd name="connsiteY5" fmla="*/ 511343 h 6858000"/>
              <a:gd name="connsiteX6" fmla="*/ 11769485 w 12192000"/>
              <a:gd name="connsiteY6" fmla="*/ 534267 h 6858000"/>
              <a:gd name="connsiteX7" fmla="*/ 11704684 w 12192000"/>
              <a:gd name="connsiteY7" fmla="*/ 577228 h 6858000"/>
              <a:gd name="connsiteX8" fmla="*/ 11758983 w 12192000"/>
              <a:gd name="connsiteY8" fmla="*/ 591915 h 6858000"/>
              <a:gd name="connsiteX9" fmla="*/ 11888125 w 12192000"/>
              <a:gd name="connsiteY9" fmla="*/ 549322 h 6858000"/>
              <a:gd name="connsiteX10" fmla="*/ 11823554 w 12192000"/>
              <a:gd name="connsiteY10" fmla="*/ 492041 h 6858000"/>
              <a:gd name="connsiteX11" fmla="*/ 11888125 w 12192000"/>
              <a:gd name="connsiteY11" fmla="*/ 522885 h 6858000"/>
              <a:gd name="connsiteX12" fmla="*/ 11973357 w 12192000"/>
              <a:gd name="connsiteY12" fmla="*/ 465260 h 6858000"/>
              <a:gd name="connsiteX13" fmla="*/ 11980572 w 12192000"/>
              <a:gd name="connsiteY13" fmla="*/ 428927 h 6858000"/>
              <a:gd name="connsiteX14" fmla="*/ 11980580 w 12192000"/>
              <a:gd name="connsiteY14" fmla="*/ 428969 h 6858000"/>
              <a:gd name="connsiteX15" fmla="*/ 11980580 w 12192000"/>
              <a:gd name="connsiteY15" fmla="*/ 428886 h 6858000"/>
              <a:gd name="connsiteX16" fmla="*/ 11980580 w 12192000"/>
              <a:gd name="connsiteY16" fmla="*/ 426033 h 6858000"/>
              <a:gd name="connsiteX17" fmla="*/ 11908719 w 12192000"/>
              <a:gd name="connsiteY17" fmla="*/ 277785 h 6858000"/>
              <a:gd name="connsiteX18" fmla="*/ 11795794 w 12192000"/>
              <a:gd name="connsiteY18" fmla="*/ 207330 h 6858000"/>
              <a:gd name="connsiteX19" fmla="*/ 11785528 w 12192000"/>
              <a:gd name="connsiteY19" fmla="*/ 202927 h 6858000"/>
              <a:gd name="connsiteX20" fmla="*/ 0 w 12192000"/>
              <a:gd name="connsiteY20" fmla="*/ 0 h 6858000"/>
              <a:gd name="connsiteX21" fmla="*/ 12192000 w 12192000"/>
              <a:gd name="connsiteY21" fmla="*/ 0 h 6858000"/>
              <a:gd name="connsiteX22" fmla="*/ 12192000 w 12192000"/>
              <a:gd name="connsiteY22" fmla="*/ 6858000 h 6858000"/>
              <a:gd name="connsiteX23" fmla="*/ 0 w 12192000"/>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192000" h="6858000">
                <a:moveTo>
                  <a:pt x="11785528" y="202927"/>
                </a:moveTo>
                <a:cubicBezTo>
                  <a:pt x="11735665" y="263107"/>
                  <a:pt x="11561144" y="308609"/>
                  <a:pt x="11561144" y="434840"/>
                </a:cubicBezTo>
                <a:cubicBezTo>
                  <a:pt x="11561144" y="484745"/>
                  <a:pt x="11591942" y="531715"/>
                  <a:pt x="11638872" y="549328"/>
                </a:cubicBezTo>
                <a:cubicBezTo>
                  <a:pt x="11665270" y="559603"/>
                  <a:pt x="11691668" y="559603"/>
                  <a:pt x="11718066" y="550796"/>
                </a:cubicBezTo>
                <a:cubicBezTo>
                  <a:pt x="11729799" y="547127"/>
                  <a:pt x="11740431" y="541622"/>
                  <a:pt x="11750147" y="534834"/>
                </a:cubicBezTo>
                <a:lnTo>
                  <a:pt x="11776529" y="511343"/>
                </a:lnTo>
                <a:lnTo>
                  <a:pt x="11769485" y="534267"/>
                </a:lnTo>
                <a:cubicBezTo>
                  <a:pt x="11757790" y="556023"/>
                  <a:pt x="11733301" y="572822"/>
                  <a:pt x="11704684" y="577228"/>
                </a:cubicBezTo>
                <a:cubicBezTo>
                  <a:pt x="11713489" y="586040"/>
                  <a:pt x="11734035" y="591915"/>
                  <a:pt x="11758983" y="591915"/>
                </a:cubicBezTo>
                <a:cubicBezTo>
                  <a:pt x="11804476" y="591915"/>
                  <a:pt x="11860242" y="578696"/>
                  <a:pt x="11888125" y="549322"/>
                </a:cubicBezTo>
                <a:cubicBezTo>
                  <a:pt x="11849970" y="550790"/>
                  <a:pt x="11825022" y="525822"/>
                  <a:pt x="11823554" y="492041"/>
                </a:cubicBezTo>
                <a:cubicBezTo>
                  <a:pt x="11841164" y="514072"/>
                  <a:pt x="11863177" y="522885"/>
                  <a:pt x="11888125" y="522885"/>
                </a:cubicBezTo>
                <a:cubicBezTo>
                  <a:pt x="11926648" y="522885"/>
                  <a:pt x="11959392" y="498926"/>
                  <a:pt x="11973357" y="465260"/>
                </a:cubicBezTo>
                <a:lnTo>
                  <a:pt x="11980572" y="428927"/>
                </a:lnTo>
                <a:lnTo>
                  <a:pt x="11980580" y="428969"/>
                </a:lnTo>
                <a:lnTo>
                  <a:pt x="11980580" y="428886"/>
                </a:lnTo>
                <a:lnTo>
                  <a:pt x="11980580" y="426033"/>
                </a:lnTo>
                <a:cubicBezTo>
                  <a:pt x="11980580" y="367321"/>
                  <a:pt x="11951249" y="317416"/>
                  <a:pt x="11908719" y="277785"/>
                </a:cubicBezTo>
                <a:cubicBezTo>
                  <a:pt x="11876454" y="246961"/>
                  <a:pt x="11836857" y="224944"/>
                  <a:pt x="11795794" y="207330"/>
                </a:cubicBezTo>
                <a:cubicBezTo>
                  <a:pt x="11792860" y="205863"/>
                  <a:pt x="11789927" y="204395"/>
                  <a:pt x="11785528" y="202927"/>
                </a:cubicBezTo>
                <a:close/>
                <a:moveTo>
                  <a:pt x="0" y="0"/>
                </a:moveTo>
                <a:lnTo>
                  <a:pt x="12192000" y="0"/>
                </a:lnTo>
                <a:lnTo>
                  <a:pt x="12192000" y="6858000"/>
                </a:lnTo>
                <a:lnTo>
                  <a:pt x="0" y="6858000"/>
                </a:lnTo>
                <a:close/>
              </a:path>
            </a:pathLst>
          </a:custGeom>
          <a:solidFill>
            <a:schemeClr val="bg2"/>
          </a:solidFill>
        </p:spPr>
        <p:txBody>
          <a:bodyPr wrap="square">
            <a:noAutofit/>
          </a:bodyPr>
          <a:lstStyle>
            <a:lvl1pPr>
              <a:defRPr>
                <a:solidFill>
                  <a:schemeClr val="bg2">
                    <a:lumMod val="50000"/>
                  </a:schemeClr>
                </a:solidFill>
              </a:defRPr>
            </a:lvl1pPr>
          </a:lstStyle>
          <a:p>
            <a:r>
              <a:rPr lang="de-DE"/>
              <a:t>Insert Picture and send </a:t>
            </a:r>
            <a:r>
              <a:rPr lang="de-DE" err="1"/>
              <a:t>to</a:t>
            </a:r>
            <a:r>
              <a:rPr lang="de-DE"/>
              <a:t> back</a:t>
            </a:r>
          </a:p>
        </p:txBody>
      </p:sp>
    </p:spTree>
    <p:extLst>
      <p:ext uri="{BB962C8B-B14F-4D97-AF65-F5344CB8AC3E}">
        <p14:creationId xmlns:p14="http://schemas.microsoft.com/office/powerpoint/2010/main" val="3406777956"/>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userDrawn="1">
  <p:cSld name="Blank slide - Dark Grey">
    <p:spTree>
      <p:nvGrpSpPr>
        <p:cNvPr id="1" name=""/>
        <p:cNvGrpSpPr/>
        <p:nvPr/>
      </p:nvGrpSpPr>
      <p:grpSpPr>
        <a:xfrm>
          <a:off x="0" y="0"/>
          <a:ext cx="0" cy="0"/>
          <a:chOff x="0" y="0"/>
          <a:chExt cx="0" cy="0"/>
        </a:xfrm>
      </p:grpSpPr>
      <p:pic>
        <p:nvPicPr>
          <p:cNvPr id="2" name="Picture 6" descr="Cable Wireless — Wikipédia, 48% OFF | ad-transit.com">
            <a:extLst>
              <a:ext uri="{FF2B5EF4-FFF2-40B4-BE49-F238E27FC236}">
                <a16:creationId xmlns:a16="http://schemas.microsoft.com/office/drawing/2014/main" id="{F1FA79BA-CE2F-1435-8AA1-59FB7FD4ADF2}"/>
              </a:ext>
            </a:extLst>
          </p:cNvPr>
          <p:cNvPicPr>
            <a:picLocks noChangeAspect="1" noChangeArrowheads="1"/>
          </p:cNvPicPr>
          <p:nvPr userDrawn="1"/>
        </p:nvPicPr>
        <p:blipFill>
          <a:blip r:embed="rId2">
            <a:duotone>
              <a:schemeClr val="bg2">
                <a:shade val="45000"/>
                <a:satMod val="135000"/>
              </a:schemeClr>
              <a:prstClr val="white"/>
            </a:duotone>
            <a:extLst>
              <a:ext uri="{BEBA8EAE-BF5A-486C-A8C5-ECC9F3942E4B}">
                <a14:imgProps xmlns:a14="http://schemas.microsoft.com/office/drawing/2010/main">
                  <a14:imgLayer r:embed="rId3">
                    <a14:imgEffect>
                      <a14:saturation sat="142000"/>
                    </a14:imgEffect>
                    <a14:imgEffect>
                      <a14:brightnessContrast bright="100000"/>
                    </a14:imgEffect>
                  </a14:imgLayer>
                </a14:imgProps>
              </a:ext>
              <a:ext uri="{28A0092B-C50C-407E-A947-70E740481C1C}">
                <a14:useLocalDpi xmlns:a14="http://schemas.microsoft.com/office/drawing/2010/main" val="0"/>
              </a:ext>
            </a:extLst>
          </a:blip>
          <a:srcRect/>
          <a:stretch>
            <a:fillRect/>
          </a:stretch>
        </p:blipFill>
        <p:spPr bwMode="auto">
          <a:xfrm>
            <a:off x="10218420" y="126215"/>
            <a:ext cx="1053476" cy="525445"/>
          </a:xfrm>
          <a:prstGeom prst="rect">
            <a:avLst/>
          </a:prstGeom>
          <a:noFill/>
          <a:extLst>
            <a:ext uri="{909E8E84-426E-40DD-AFC4-6F175D3DCCD1}">
              <a14:hiddenFill xmlns:a14="http://schemas.microsoft.com/office/drawing/2010/main">
                <a:solidFill>
                  <a:srgbClr val="FFFFFF"/>
                </a:solidFill>
              </a14:hiddenFill>
            </a:ext>
          </a:extLst>
        </p:spPr>
      </p:pic>
      <p:cxnSp>
        <p:nvCxnSpPr>
          <p:cNvPr id="4" name="Straight Connector 3">
            <a:extLst>
              <a:ext uri="{FF2B5EF4-FFF2-40B4-BE49-F238E27FC236}">
                <a16:creationId xmlns:a16="http://schemas.microsoft.com/office/drawing/2014/main" id="{56E9F1E3-25BE-0E5D-BCA8-030C93D1C788}"/>
              </a:ext>
            </a:extLst>
          </p:cNvPr>
          <p:cNvCxnSpPr>
            <a:cxnSpLocks/>
          </p:cNvCxnSpPr>
          <p:nvPr userDrawn="1"/>
        </p:nvCxnSpPr>
        <p:spPr>
          <a:xfrm>
            <a:off x="11395710" y="126215"/>
            <a:ext cx="0" cy="52544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63229770"/>
      </p:ext>
    </p:extLst>
  </p:cSld>
  <p:clrMapOvr>
    <a:overrideClrMapping bg1="dk1" tx1="lt1" bg2="dk2" tx2="lt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userDrawn="1">
  <p:cSld name="3_Only Title">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Title 2">
            <a:extLst>
              <a:ext uri="{FF2B5EF4-FFF2-40B4-BE49-F238E27FC236}">
                <a16:creationId xmlns:a16="http://schemas.microsoft.com/office/drawing/2014/main" id="{57F0C9DF-D1FA-45A1-91F6-147FDC3E7341}"/>
              </a:ext>
            </a:extLst>
          </p:cNvPr>
          <p:cNvSpPr>
            <a:spLocks noGrp="1"/>
          </p:cNvSpPr>
          <p:nvPr>
            <p:ph type="title" hasCustomPrompt="1"/>
          </p:nvPr>
        </p:nvSpPr>
        <p:spPr>
          <a:xfrm>
            <a:off x="404813" y="62931"/>
            <a:ext cx="9238028" cy="1177458"/>
          </a:xfrm>
          <a:prstGeom prst="rect">
            <a:avLst/>
          </a:prstGeom>
        </p:spPr>
        <p:txBody>
          <a:bodyPr/>
          <a:lstStyle>
            <a:lvl1pPr>
              <a:defRPr sz="2400" b="0" cap="none">
                <a:solidFill>
                  <a:schemeClr val="accent1"/>
                </a:solidFill>
              </a:defRPr>
            </a:lvl1pPr>
          </a:lstStyle>
          <a:p>
            <a:r>
              <a:rPr lang="en-US"/>
              <a:t>Click to edit master title style</a:t>
            </a:r>
            <a:br>
              <a:rPr lang="en-US"/>
            </a:br>
            <a:r>
              <a:rPr lang="en-US"/>
              <a:t>Click to edit master title style</a:t>
            </a:r>
            <a:br>
              <a:rPr lang="en-US"/>
            </a:br>
            <a:endParaRPr lang="de-DE"/>
          </a:p>
        </p:txBody>
      </p:sp>
      <p:pic>
        <p:nvPicPr>
          <p:cNvPr id="2" name="Picture 6" descr="Cable Wireless — Wikipédia, 48% OFF | ad-transit.com">
            <a:extLst>
              <a:ext uri="{FF2B5EF4-FFF2-40B4-BE49-F238E27FC236}">
                <a16:creationId xmlns:a16="http://schemas.microsoft.com/office/drawing/2014/main" id="{082309D4-E93F-6E00-A71C-F65FD6920A4F}"/>
              </a:ext>
            </a:extLst>
          </p:cNvPr>
          <p:cNvPicPr>
            <a:picLocks noChangeAspect="1" noChangeArrowheads="1"/>
          </p:cNvPicPr>
          <p:nvPr userDrawn="1"/>
        </p:nvPicPr>
        <p:blipFill>
          <a:blip r:embed="rId5">
            <a:extLst>
              <a:ext uri="{BEBA8EAE-BF5A-486C-A8C5-ECC9F3942E4B}">
                <a14:imgProps xmlns:a14="http://schemas.microsoft.com/office/drawing/2010/main">
                  <a14:imgLayer r:embed="rId6">
                    <a14:imgEffect>
                      <a14:brightnessContrast bright="-10000"/>
                    </a14:imgEffect>
                  </a14:imgLayer>
                </a14:imgProps>
              </a:ext>
              <a:ext uri="{28A0092B-C50C-407E-A947-70E740481C1C}">
                <a14:useLocalDpi xmlns:a14="http://schemas.microsoft.com/office/drawing/2010/main" val="0"/>
              </a:ext>
            </a:extLst>
          </a:blip>
          <a:srcRect/>
          <a:stretch>
            <a:fillRect/>
          </a:stretch>
        </p:blipFill>
        <p:spPr bwMode="auto">
          <a:xfrm>
            <a:off x="10218420" y="126215"/>
            <a:ext cx="1053476" cy="525445"/>
          </a:xfrm>
          <a:prstGeom prst="rect">
            <a:avLst/>
          </a:prstGeom>
          <a:noFill/>
        </p:spPr>
      </p:pic>
      <p:cxnSp>
        <p:nvCxnSpPr>
          <p:cNvPr id="4" name="Straight Connector 3">
            <a:extLst>
              <a:ext uri="{FF2B5EF4-FFF2-40B4-BE49-F238E27FC236}">
                <a16:creationId xmlns:a16="http://schemas.microsoft.com/office/drawing/2014/main" id="{73C42F28-CCAC-6857-23CA-E3EFAFCAC2CF}"/>
              </a:ext>
            </a:extLst>
          </p:cNvPr>
          <p:cNvCxnSpPr>
            <a:cxnSpLocks/>
          </p:cNvCxnSpPr>
          <p:nvPr userDrawn="1"/>
        </p:nvCxnSpPr>
        <p:spPr>
          <a:xfrm>
            <a:off x="11395710" y="126215"/>
            <a:ext cx="0" cy="525445"/>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0470864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new C">
    <p:spTree>
      <p:nvGrpSpPr>
        <p:cNvPr id="1" name=""/>
        <p:cNvGrpSpPr/>
        <p:nvPr/>
      </p:nvGrpSpPr>
      <p:grpSpPr>
        <a:xfrm>
          <a:off x="0" y="0"/>
          <a:ext cx="0" cy="0"/>
          <a:chOff x="0" y="0"/>
          <a:chExt cx="0" cy="0"/>
        </a:xfrm>
      </p:grpSpPr>
      <p:pic>
        <p:nvPicPr>
          <p:cNvPr id="9" name="Picture 8" descr="A group of people sitting around a table&#10;&#10;AI-generated content may be incorrect.">
            <a:extLst>
              <a:ext uri="{FF2B5EF4-FFF2-40B4-BE49-F238E27FC236}">
                <a16:creationId xmlns:a16="http://schemas.microsoft.com/office/drawing/2014/main" id="{87E3624B-D120-950F-C4F8-5914900F4CED}"/>
              </a:ext>
            </a:extLst>
          </p:cNvPr>
          <p:cNvPicPr>
            <a:picLocks noChangeAspect="1"/>
          </p:cNvPicPr>
          <p:nvPr userDrawn="1"/>
        </p:nvPicPr>
        <p:blipFill>
          <a:blip r:embed="rId3">
            <a:extLst>
              <a:ext uri="{28A0092B-C50C-407E-A947-70E740481C1C}">
                <a14:useLocalDpi xmlns:a14="http://schemas.microsoft.com/office/drawing/2010/main" val="0"/>
              </a:ext>
            </a:extLst>
          </a:blip>
          <a:srcRect r="41206" b="7660"/>
          <a:stretch/>
        </p:blipFill>
        <p:spPr>
          <a:xfrm>
            <a:off x="5023827" y="0"/>
            <a:ext cx="7168173" cy="6858000"/>
          </a:xfrm>
          <a:prstGeom prst="rect">
            <a:avLst/>
          </a:prstGeom>
        </p:spPr>
      </p:pic>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5" name="Object 4" hidden="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 name="Title 2">
            <a:extLst>
              <a:ext uri="{FF2B5EF4-FFF2-40B4-BE49-F238E27FC236}">
                <a16:creationId xmlns:a16="http://schemas.microsoft.com/office/drawing/2014/main" id="{57F0C9DF-D1FA-45A1-91F6-147FDC3E7341}"/>
              </a:ext>
            </a:extLst>
          </p:cNvPr>
          <p:cNvSpPr>
            <a:spLocks noGrp="1"/>
          </p:cNvSpPr>
          <p:nvPr>
            <p:ph type="title" hasCustomPrompt="1"/>
          </p:nvPr>
        </p:nvSpPr>
        <p:spPr>
          <a:xfrm>
            <a:off x="404813" y="62931"/>
            <a:ext cx="9238028" cy="1177458"/>
          </a:xfrm>
          <a:prstGeom prst="rect">
            <a:avLst/>
          </a:prstGeom>
        </p:spPr>
        <p:txBody>
          <a:bodyPr/>
          <a:lstStyle>
            <a:lvl1pPr>
              <a:defRPr sz="2400" b="0" cap="none">
                <a:solidFill>
                  <a:schemeClr val="accent1"/>
                </a:solidFill>
              </a:defRPr>
            </a:lvl1pPr>
          </a:lstStyle>
          <a:p>
            <a:r>
              <a:rPr lang="en-US"/>
              <a:t>Click to edit master title style</a:t>
            </a:r>
            <a:br>
              <a:rPr lang="en-US"/>
            </a:br>
            <a:r>
              <a:rPr lang="en-US"/>
              <a:t>Click to edit master title style</a:t>
            </a:r>
            <a:br>
              <a:rPr lang="en-US"/>
            </a:br>
            <a:endParaRPr lang="de-DE"/>
          </a:p>
        </p:txBody>
      </p:sp>
      <p:pic>
        <p:nvPicPr>
          <p:cNvPr id="12" name="Picture 6" descr="Cable Wireless — Wikipédia, 48% OFF | ad-transit.com">
            <a:extLst>
              <a:ext uri="{FF2B5EF4-FFF2-40B4-BE49-F238E27FC236}">
                <a16:creationId xmlns:a16="http://schemas.microsoft.com/office/drawing/2014/main" id="{082309D4-E93F-6E00-A71C-F65FD6920A4F}"/>
              </a:ext>
            </a:extLst>
          </p:cNvPr>
          <p:cNvPicPr>
            <a:picLocks noChangeAspect="1" noChangeArrowheads="1"/>
          </p:cNvPicPr>
          <p:nvPr userDrawn="1"/>
        </p:nvPicPr>
        <p:blipFill>
          <a:blip r:embed="rId6">
            <a:extLst>
              <a:ext uri="{BEBA8EAE-BF5A-486C-A8C5-ECC9F3942E4B}">
                <a14:imgProps xmlns:a14="http://schemas.microsoft.com/office/drawing/2010/main">
                  <a14:imgLayer r:embed="rId7">
                    <a14:imgEffect>
                      <a14:brightnessContrast bright="-10000"/>
                    </a14:imgEffect>
                  </a14:imgLayer>
                </a14:imgProps>
              </a:ext>
              <a:ext uri="{28A0092B-C50C-407E-A947-70E740481C1C}">
                <a14:useLocalDpi xmlns:a14="http://schemas.microsoft.com/office/drawing/2010/main" val="0"/>
              </a:ext>
            </a:extLst>
          </a:blip>
          <a:srcRect/>
          <a:stretch>
            <a:fillRect/>
          </a:stretch>
        </p:blipFill>
        <p:spPr bwMode="auto">
          <a:xfrm>
            <a:off x="10218420" y="126215"/>
            <a:ext cx="1053476" cy="525445"/>
          </a:xfrm>
          <a:prstGeom prst="rect">
            <a:avLst/>
          </a:prstGeom>
          <a:noFill/>
        </p:spPr>
      </p:pic>
      <p:cxnSp>
        <p:nvCxnSpPr>
          <p:cNvPr id="13" name="Straight Connector 12">
            <a:extLst>
              <a:ext uri="{FF2B5EF4-FFF2-40B4-BE49-F238E27FC236}">
                <a16:creationId xmlns:a16="http://schemas.microsoft.com/office/drawing/2014/main" id="{73C42F28-CCAC-6857-23CA-E3EFAFCAC2CF}"/>
              </a:ext>
            </a:extLst>
          </p:cNvPr>
          <p:cNvCxnSpPr>
            <a:cxnSpLocks/>
          </p:cNvCxnSpPr>
          <p:nvPr userDrawn="1"/>
        </p:nvCxnSpPr>
        <p:spPr>
          <a:xfrm>
            <a:off x="11395710" y="126215"/>
            <a:ext cx="0" cy="525445"/>
          </a:xfrm>
          <a:prstGeom prst="line">
            <a:avLst/>
          </a:prstGeom>
        </p:spPr>
        <p:style>
          <a:lnRef idx="1">
            <a:schemeClr val="accent1"/>
          </a:lnRef>
          <a:fillRef idx="0">
            <a:schemeClr val="accent1"/>
          </a:fillRef>
          <a:effectRef idx="0">
            <a:schemeClr val="accent1"/>
          </a:effectRef>
          <a:fontRef idx="minor">
            <a:schemeClr val="tx1"/>
          </a:fontRef>
        </p:style>
      </p:cxnSp>
      <p:grpSp>
        <p:nvGrpSpPr>
          <p:cNvPr id="14" name="Groupe 1">
            <a:extLst>
              <a:ext uri="{FF2B5EF4-FFF2-40B4-BE49-F238E27FC236}">
                <a16:creationId xmlns:a16="http://schemas.microsoft.com/office/drawing/2014/main" id="{5830CB2B-9A31-CCB1-1EC3-4DB3E8EF424F}"/>
              </a:ext>
            </a:extLst>
          </p:cNvPr>
          <p:cNvGrpSpPr>
            <a:grpSpLocks noChangeAspect="1"/>
          </p:cNvGrpSpPr>
          <p:nvPr userDrawn="1"/>
        </p:nvGrpSpPr>
        <p:grpSpPr>
          <a:xfrm>
            <a:off x="11562163" y="205059"/>
            <a:ext cx="419436" cy="388988"/>
            <a:chOff x="11501102" y="171573"/>
            <a:chExt cx="419436" cy="388988"/>
          </a:xfrm>
        </p:grpSpPr>
        <p:sp>
          <p:nvSpPr>
            <p:cNvPr id="15" name="Freeform 13">
              <a:extLst>
                <a:ext uri="{FF2B5EF4-FFF2-40B4-BE49-F238E27FC236}">
                  <a16:creationId xmlns:a16="http://schemas.microsoft.com/office/drawing/2014/main" id="{49E2EFA3-8BB9-9937-7EAC-BDED5DC9CE84}"/>
                </a:ext>
              </a:extLst>
            </p:cNvPr>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16" name="Freeform 14">
              <a:extLst>
                <a:ext uri="{FF2B5EF4-FFF2-40B4-BE49-F238E27FC236}">
                  <a16:creationId xmlns:a16="http://schemas.microsoft.com/office/drawing/2014/main" id="{5A6B8242-4CE5-EBC0-281F-B3EE2783E4AC}"/>
                </a:ext>
              </a:extLst>
            </p:cNvPr>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
        <p:nvSpPr>
          <p:cNvPr id="20" name="Rectangle 27">
            <a:extLst>
              <a:ext uri="{FF2B5EF4-FFF2-40B4-BE49-F238E27FC236}">
                <a16:creationId xmlns:a16="http://schemas.microsoft.com/office/drawing/2014/main" id="{4A5A1007-24F6-CF55-29C4-B40230956139}"/>
              </a:ext>
            </a:extLst>
          </p:cNvPr>
          <p:cNvSpPr/>
          <p:nvPr userDrawn="1"/>
        </p:nvSpPr>
        <p:spPr>
          <a:xfrm>
            <a:off x="404813" y="6517871"/>
            <a:ext cx="3410847" cy="219456"/>
          </a:xfrm>
          <a:prstGeom prst="rect">
            <a:avLst/>
          </a:prstGeom>
        </p:spPr>
        <p:txBody>
          <a:bodyPr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700" kern="0">
                <a:solidFill>
                  <a:schemeClr val="bg1">
                    <a:lumMod val="95000"/>
                  </a:schemeClr>
                </a:solidFill>
                <a:latin typeface="Ubuntu" panose="020B0504030602030204" pitchFamily="34" charset="0"/>
                <a:cs typeface="Arial" panose="020B0604020202020204" pitchFamily="34" charset="0"/>
              </a:rPr>
              <a:t>Consulting Services on BSS Due Diligence and Decoupling OCS</a:t>
            </a:r>
          </a:p>
        </p:txBody>
      </p:sp>
      <p:sp>
        <p:nvSpPr>
          <p:cNvPr id="21" name="Retângulo 43">
            <a:extLst>
              <a:ext uri="{FF2B5EF4-FFF2-40B4-BE49-F238E27FC236}">
                <a16:creationId xmlns:a16="http://schemas.microsoft.com/office/drawing/2014/main" id="{8A311280-AA75-3CE4-B465-C49136B702B9}"/>
              </a:ext>
            </a:extLst>
          </p:cNvPr>
          <p:cNvSpPr/>
          <p:nvPr userDrawn="1"/>
        </p:nvSpPr>
        <p:spPr>
          <a:xfrm>
            <a:off x="11744128" y="6517658"/>
            <a:ext cx="229263" cy="215444"/>
          </a:xfrm>
          <a:prstGeom prst="rect">
            <a:avLst/>
          </a:prstGeom>
        </p:spPr>
        <p:txBody>
          <a:bodyPr wrap="square" lIns="0" rIns="0">
            <a:spAutoFit/>
          </a:bodyPr>
          <a:lstStyle/>
          <a:p>
            <a:pPr algn="r"/>
            <a:fld id="{0502E5A9-B53C-401E-A0E0-4A359BB0A9E5}" type="slidenum">
              <a:rPr lang="en-US" sz="800" smtClean="0">
                <a:solidFill>
                  <a:schemeClr val="bg1">
                    <a:lumMod val="95000"/>
                  </a:schemeClr>
                </a:solidFill>
                <a:latin typeface="Ubuntu" panose="020B0504030602030204" pitchFamily="34" charset="0"/>
                <a:cs typeface="Arial" panose="020B0604020202020204" pitchFamily="34" charset="0"/>
              </a:rPr>
              <a:pPr algn="r"/>
              <a:t>‹#›</a:t>
            </a:fld>
            <a:endParaRPr lang="en-US" sz="800">
              <a:solidFill>
                <a:schemeClr val="bg1">
                  <a:lumMod val="95000"/>
                </a:schemeClr>
              </a:solidFill>
              <a:latin typeface="Ubuntu" panose="020B0504030602030204" pitchFamily="34" charset="0"/>
              <a:cs typeface="Arial" panose="020B0604020202020204" pitchFamily="34" charset="0"/>
            </a:endParaRPr>
          </a:p>
        </p:txBody>
      </p:sp>
      <p:sp>
        <p:nvSpPr>
          <p:cNvPr id="22" name="Rectangle 27">
            <a:extLst>
              <a:ext uri="{FF2B5EF4-FFF2-40B4-BE49-F238E27FC236}">
                <a16:creationId xmlns:a16="http://schemas.microsoft.com/office/drawing/2014/main" id="{80C2DB2D-1B5B-F7C5-AB8D-B3D1EC7F3F3A}"/>
              </a:ext>
            </a:extLst>
          </p:cNvPr>
          <p:cNvSpPr/>
          <p:nvPr userDrawn="1"/>
        </p:nvSpPr>
        <p:spPr>
          <a:xfrm>
            <a:off x="7227070" y="6517871"/>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a:solidFill>
                  <a:schemeClr val="bg1">
                    <a:lumMod val="95000"/>
                  </a:schemeClr>
                </a:solidFill>
                <a:latin typeface="Ubuntu" panose="020B0504030602030204" pitchFamily="34" charset="0"/>
                <a:cs typeface="Arial" panose="020B0604020202020204" pitchFamily="34" charset="0"/>
              </a:rPr>
              <a:t>Company Confidential © Capgemini 2025. All rights reserved  |</a:t>
            </a:r>
          </a:p>
        </p:txBody>
      </p:sp>
      <p:sp>
        <p:nvSpPr>
          <p:cNvPr id="23" name="Rectangle 22">
            <a:extLst>
              <a:ext uri="{FF2B5EF4-FFF2-40B4-BE49-F238E27FC236}">
                <a16:creationId xmlns:a16="http://schemas.microsoft.com/office/drawing/2014/main" id="{84A9F09A-F005-E795-3404-3760C0AAC6E6}"/>
              </a:ext>
            </a:extLst>
          </p:cNvPr>
          <p:cNvSpPr/>
          <p:nvPr userDrawn="1"/>
        </p:nvSpPr>
        <p:spPr>
          <a:xfrm>
            <a:off x="5023827" y="1"/>
            <a:ext cx="7168173" cy="6858000"/>
          </a:xfrm>
          <a:prstGeom prst="rect">
            <a:avLst/>
          </a:prstGeom>
          <a:solidFill>
            <a:schemeClr val="bg1">
              <a:alpha val="2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err="1"/>
          </a:p>
        </p:txBody>
      </p:sp>
    </p:spTree>
    <p:extLst>
      <p:ext uri="{BB962C8B-B14F-4D97-AF65-F5344CB8AC3E}">
        <p14:creationId xmlns:p14="http://schemas.microsoft.com/office/powerpoint/2010/main" val="232642273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commercial Only Title">
    <p:spTree>
      <p:nvGrpSpPr>
        <p:cNvPr id="1" name=""/>
        <p:cNvGrpSpPr/>
        <p:nvPr/>
      </p:nvGrpSpPr>
      <p:grpSpPr>
        <a:xfrm>
          <a:off x="0" y="0"/>
          <a:ext cx="0" cy="0"/>
          <a:chOff x="0" y="0"/>
          <a:chExt cx="0" cy="0"/>
        </a:xfrm>
      </p:grpSpPr>
      <p:pic>
        <p:nvPicPr>
          <p:cNvPr id="6" name="Picture 5" descr="A person touching a graph&#10;&#10;AI-generated content may be incorrect.">
            <a:extLst>
              <a:ext uri="{FF2B5EF4-FFF2-40B4-BE49-F238E27FC236}">
                <a16:creationId xmlns:a16="http://schemas.microsoft.com/office/drawing/2014/main" id="{D0D1CDC3-A079-F255-3F66-38617301BD25}"/>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 y="0"/>
            <a:ext cx="12192000" cy="6864096"/>
          </a:xfrm>
          <a:prstGeom prst="rect">
            <a:avLst/>
          </a:prstGeom>
        </p:spPr>
      </p:pic>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5" name="Object 4" hidden="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Title 2">
            <a:extLst>
              <a:ext uri="{FF2B5EF4-FFF2-40B4-BE49-F238E27FC236}">
                <a16:creationId xmlns:a16="http://schemas.microsoft.com/office/drawing/2014/main" id="{57F0C9DF-D1FA-45A1-91F6-147FDC3E7341}"/>
              </a:ext>
            </a:extLst>
          </p:cNvPr>
          <p:cNvSpPr>
            <a:spLocks noGrp="1"/>
          </p:cNvSpPr>
          <p:nvPr>
            <p:ph type="title" hasCustomPrompt="1"/>
          </p:nvPr>
        </p:nvSpPr>
        <p:spPr>
          <a:xfrm>
            <a:off x="404813" y="62931"/>
            <a:ext cx="9238028" cy="1177458"/>
          </a:xfrm>
          <a:prstGeom prst="rect">
            <a:avLst/>
          </a:prstGeom>
        </p:spPr>
        <p:txBody>
          <a:bodyPr/>
          <a:lstStyle>
            <a:lvl1pPr>
              <a:defRPr sz="2400" b="0" cap="none">
                <a:solidFill>
                  <a:schemeClr val="bg1"/>
                </a:solidFill>
              </a:defRPr>
            </a:lvl1pPr>
          </a:lstStyle>
          <a:p>
            <a:r>
              <a:rPr lang="en-US"/>
              <a:t>Click to edit master title style</a:t>
            </a:r>
            <a:br>
              <a:rPr lang="en-US"/>
            </a:br>
            <a:r>
              <a:rPr lang="en-US"/>
              <a:t>Click to edit master title style</a:t>
            </a:r>
            <a:br>
              <a:rPr lang="en-US"/>
            </a:br>
            <a:endParaRPr lang="de-DE"/>
          </a:p>
        </p:txBody>
      </p:sp>
    </p:spTree>
    <p:extLst>
      <p:ext uri="{BB962C8B-B14F-4D97-AF65-F5344CB8AC3E}">
        <p14:creationId xmlns:p14="http://schemas.microsoft.com/office/powerpoint/2010/main" val="442193650"/>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2_Title Slide 2">
    <p:spTree>
      <p:nvGrpSpPr>
        <p:cNvPr id="1" name=""/>
        <p:cNvGrpSpPr/>
        <p:nvPr/>
      </p:nvGrpSpPr>
      <p:grpSpPr>
        <a:xfrm>
          <a:off x="0" y="0"/>
          <a:ext cx="0" cy="0"/>
          <a:chOff x="0" y="0"/>
          <a:chExt cx="0" cy="0"/>
        </a:xfrm>
      </p:grpSpPr>
      <p:sp>
        <p:nvSpPr>
          <p:cNvPr id="2" name="Subtitle">
            <a:extLst>
              <a:ext uri="{FF2B5EF4-FFF2-40B4-BE49-F238E27FC236}">
                <a16:creationId xmlns:a16="http://schemas.microsoft.com/office/drawing/2014/main" id="{263427DF-DAE9-5C4C-6A1A-438ED4F52194}"/>
              </a:ext>
            </a:extLst>
          </p:cNvPr>
          <p:cNvSpPr>
            <a:spLocks noGrp="1"/>
          </p:cNvSpPr>
          <p:nvPr>
            <p:ph type="subTitle" idx="1"/>
          </p:nvPr>
        </p:nvSpPr>
        <p:spPr>
          <a:xfrm>
            <a:off x="407368" y="5457155"/>
            <a:ext cx="11090276" cy="246221"/>
          </a:xfrm>
          <a:prstGeom prst="rect">
            <a:avLst/>
          </a:prstGeom>
        </p:spPr>
        <p:txBody>
          <a:bodyPr wrap="square" lIns="18000" tIns="0" rIns="0" anchor="b" anchorCtr="0">
            <a:spAutoFit/>
          </a:bodyPr>
          <a:lstStyle>
            <a:lvl1pPr marL="0" indent="0" algn="l">
              <a:buNone/>
              <a:defRPr sz="1600">
                <a:solidFill>
                  <a:schemeClr val="bg1"/>
                </a:solidFill>
                <a:latin typeface="Ubuntu Light" panose="020B0304030602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en-GB"/>
          </a:p>
        </p:txBody>
      </p:sp>
      <p:sp>
        <p:nvSpPr>
          <p:cNvPr id="3" name="Title">
            <a:extLst>
              <a:ext uri="{FF2B5EF4-FFF2-40B4-BE49-F238E27FC236}">
                <a16:creationId xmlns:a16="http://schemas.microsoft.com/office/drawing/2014/main" id="{4AAC7C66-F303-132A-295B-65A79300A34B}"/>
              </a:ext>
            </a:extLst>
          </p:cNvPr>
          <p:cNvSpPr>
            <a:spLocks noGrp="1"/>
          </p:cNvSpPr>
          <p:nvPr>
            <p:ph type="ctrTitle"/>
          </p:nvPr>
        </p:nvSpPr>
        <p:spPr>
          <a:xfrm>
            <a:off x="407368" y="4697327"/>
            <a:ext cx="11090276" cy="747897"/>
          </a:xfrm>
          <a:prstGeom prst="rect">
            <a:avLst/>
          </a:prstGeom>
        </p:spPr>
        <p:txBody>
          <a:bodyPr wrap="square" lIns="0" tIns="0" rIns="0" bIns="0" anchor="b" anchorCtr="0">
            <a:noAutofit/>
          </a:bodyPr>
          <a:lstStyle>
            <a:lvl1pPr algn="l">
              <a:lnSpc>
                <a:spcPct val="90000"/>
              </a:lnSpc>
              <a:tabLst>
                <a:tab pos="1258888" algn="l"/>
              </a:tabLst>
              <a:defRPr sz="5400" b="0" cap="none" baseline="0">
                <a:solidFill>
                  <a:schemeClr val="bg1"/>
                </a:solidFill>
                <a:latin typeface="+mj-lt"/>
              </a:defRPr>
            </a:lvl1pPr>
          </a:lstStyle>
          <a:p>
            <a:r>
              <a:rPr lang="fr-FR"/>
              <a:t>Modifiez le style du titre</a:t>
            </a:r>
            <a:endParaRPr lang="en-GB"/>
          </a:p>
        </p:txBody>
      </p:sp>
      <p:grpSp>
        <p:nvGrpSpPr>
          <p:cNvPr id="11" name="Group 2">
            <a:extLst>
              <a:ext uri="{FF2B5EF4-FFF2-40B4-BE49-F238E27FC236}">
                <a16:creationId xmlns:a16="http://schemas.microsoft.com/office/drawing/2014/main" id="{6CECF1A1-AFBB-C9C3-8C4C-A333753514C3}"/>
              </a:ext>
            </a:extLst>
          </p:cNvPr>
          <p:cNvGrpSpPr>
            <a:grpSpLocks noChangeAspect="1"/>
          </p:cNvGrpSpPr>
          <p:nvPr userDrawn="1"/>
        </p:nvGrpSpPr>
        <p:grpSpPr>
          <a:xfrm>
            <a:off x="443568" y="6021288"/>
            <a:ext cx="1872000" cy="420870"/>
            <a:chOff x="5094083" y="5360390"/>
            <a:chExt cx="3039349" cy="683316"/>
          </a:xfrm>
        </p:grpSpPr>
        <p:sp>
          <p:nvSpPr>
            <p:cNvPr id="12" name="Freeform: Shape 4">
              <a:extLst>
                <a:ext uri="{FF2B5EF4-FFF2-40B4-BE49-F238E27FC236}">
                  <a16:creationId xmlns:a16="http://schemas.microsoft.com/office/drawing/2014/main" id="{6500998E-0CA2-4FA3-BF63-EC673ABF21BF}"/>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FFFFFF"/>
            </a:solidFill>
            <a:ln w="9525" cap="flat">
              <a:noFill/>
              <a:prstDash val="solid"/>
              <a:miter/>
            </a:ln>
          </p:spPr>
          <p:txBody>
            <a:bodyPr rtlCol="0" anchor="ctr"/>
            <a:lstStyle/>
            <a:p>
              <a:endParaRPr lang="en-US" sz="1800"/>
            </a:p>
          </p:txBody>
        </p:sp>
        <p:sp>
          <p:nvSpPr>
            <p:cNvPr id="13" name="Freeform: Shape 5">
              <a:extLst>
                <a:ext uri="{FF2B5EF4-FFF2-40B4-BE49-F238E27FC236}">
                  <a16:creationId xmlns:a16="http://schemas.microsoft.com/office/drawing/2014/main" id="{F3E23DF4-7EAD-57AB-752A-EC8452CB6C51}"/>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FFFFFF"/>
            </a:solidFill>
            <a:ln w="9525" cap="flat">
              <a:noFill/>
              <a:prstDash val="solid"/>
              <a:miter/>
            </a:ln>
          </p:spPr>
          <p:txBody>
            <a:bodyPr rtlCol="0" anchor="ctr"/>
            <a:lstStyle/>
            <a:p>
              <a:endParaRPr lang="en-US" sz="1800"/>
            </a:p>
          </p:txBody>
        </p:sp>
        <p:sp>
          <p:nvSpPr>
            <p:cNvPr id="14" name="Freeform: Shape 6">
              <a:extLst>
                <a:ext uri="{FF2B5EF4-FFF2-40B4-BE49-F238E27FC236}">
                  <a16:creationId xmlns:a16="http://schemas.microsoft.com/office/drawing/2014/main" id="{879BEAB9-ED4E-001A-5054-C9630CF436F9}"/>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FFFFFF"/>
            </a:solidFill>
            <a:ln w="9525" cap="flat">
              <a:noFill/>
              <a:prstDash val="solid"/>
              <a:miter/>
            </a:ln>
          </p:spPr>
          <p:txBody>
            <a:bodyPr rtlCol="0" anchor="ctr"/>
            <a:lstStyle/>
            <a:p>
              <a:endParaRPr lang="en-US" sz="1800"/>
            </a:p>
          </p:txBody>
        </p:sp>
        <p:sp>
          <p:nvSpPr>
            <p:cNvPr id="15" name="Freeform: Shape 7">
              <a:extLst>
                <a:ext uri="{FF2B5EF4-FFF2-40B4-BE49-F238E27FC236}">
                  <a16:creationId xmlns:a16="http://schemas.microsoft.com/office/drawing/2014/main" id="{DC469B38-0BDD-091F-8A89-643F5C025E37}"/>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solidFill>
              <a:srgbClr val="FFFFFF"/>
            </a:solidFill>
            <a:ln w="9525" cap="flat">
              <a:noFill/>
              <a:prstDash val="solid"/>
              <a:miter/>
            </a:ln>
          </p:spPr>
          <p:txBody>
            <a:bodyPr rtlCol="0" anchor="ctr"/>
            <a:lstStyle/>
            <a:p>
              <a:endParaRPr lang="en-US" sz="1800"/>
            </a:p>
          </p:txBody>
        </p:sp>
        <p:sp>
          <p:nvSpPr>
            <p:cNvPr id="16" name="Freeform: Shape 8">
              <a:extLst>
                <a:ext uri="{FF2B5EF4-FFF2-40B4-BE49-F238E27FC236}">
                  <a16:creationId xmlns:a16="http://schemas.microsoft.com/office/drawing/2014/main" id="{F04538F8-26C6-0B5E-9B13-7C72AEACEC0C}"/>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solidFill>
              <a:srgbClr val="FFFFFF"/>
            </a:solidFill>
            <a:ln w="9525" cap="flat">
              <a:noFill/>
              <a:prstDash val="solid"/>
              <a:miter/>
            </a:ln>
          </p:spPr>
          <p:txBody>
            <a:bodyPr rtlCol="0" anchor="ctr"/>
            <a:lstStyle/>
            <a:p>
              <a:endParaRPr lang="en-US" sz="1800"/>
            </a:p>
          </p:txBody>
        </p:sp>
      </p:grpSp>
    </p:spTree>
    <p:extLst>
      <p:ext uri="{BB962C8B-B14F-4D97-AF65-F5344CB8AC3E}">
        <p14:creationId xmlns:p14="http://schemas.microsoft.com/office/powerpoint/2010/main" val="3318213918"/>
      </p:ext>
    </p:extLst>
  </p:cSld>
  <p:clrMapOvr>
    <a:masterClrMapping/>
  </p:clrMapOvr>
  <p:extLst>
    <p:ext uri="{DCECCB84-F9BA-43D5-87BE-67443E8EF086}">
      <p15:sldGuideLst xmlns:p15="http://schemas.microsoft.com/office/powerpoint/2012/main">
        <p15:guide id="2" pos="7423">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Title Slide 1">
    <p:spTree>
      <p:nvGrpSpPr>
        <p:cNvPr id="1" name=""/>
        <p:cNvGrpSpPr/>
        <p:nvPr/>
      </p:nvGrpSpPr>
      <p:grpSpPr>
        <a:xfrm>
          <a:off x="0" y="0"/>
          <a:ext cx="0" cy="0"/>
          <a:chOff x="0" y="0"/>
          <a:chExt cx="0" cy="0"/>
        </a:xfrm>
      </p:grpSpPr>
      <p:sp>
        <p:nvSpPr>
          <p:cNvPr id="4" name="Subtitle">
            <a:extLst>
              <a:ext uri="{FF2B5EF4-FFF2-40B4-BE49-F238E27FC236}">
                <a16:creationId xmlns:a16="http://schemas.microsoft.com/office/drawing/2014/main" id="{70ACFCFC-1DDE-342C-6F6C-421985D8A34A}"/>
              </a:ext>
            </a:extLst>
          </p:cNvPr>
          <p:cNvSpPr>
            <a:spLocks noGrp="1"/>
          </p:cNvSpPr>
          <p:nvPr>
            <p:ph type="subTitle" idx="1"/>
          </p:nvPr>
        </p:nvSpPr>
        <p:spPr>
          <a:xfrm>
            <a:off x="407988" y="5460790"/>
            <a:ext cx="11090275" cy="246221"/>
          </a:xfrm>
          <a:prstGeom prst="rect">
            <a:avLst/>
          </a:prstGeom>
        </p:spPr>
        <p:txBody>
          <a:bodyPr wrap="square" lIns="18000" tIns="0" rIns="0" anchor="b" anchorCtr="0">
            <a:spAutoFit/>
          </a:bodyPr>
          <a:lstStyle>
            <a:lvl1pPr marL="0" indent="0" algn="l">
              <a:buNone/>
              <a:defRPr sz="1600">
                <a:solidFill>
                  <a:schemeClr val="bg1"/>
                </a:solidFill>
                <a:latin typeface="Ubuntu Light" panose="020B0304030602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en-GB"/>
          </a:p>
        </p:txBody>
      </p:sp>
      <p:sp>
        <p:nvSpPr>
          <p:cNvPr id="15" name="Title">
            <a:extLst>
              <a:ext uri="{FF2B5EF4-FFF2-40B4-BE49-F238E27FC236}">
                <a16:creationId xmlns:a16="http://schemas.microsoft.com/office/drawing/2014/main" id="{BA5DDAC5-BAB8-79F8-0B48-89767D2C03B3}"/>
              </a:ext>
            </a:extLst>
          </p:cNvPr>
          <p:cNvSpPr>
            <a:spLocks noGrp="1"/>
          </p:cNvSpPr>
          <p:nvPr>
            <p:ph type="ctrTitle"/>
          </p:nvPr>
        </p:nvSpPr>
        <p:spPr>
          <a:xfrm>
            <a:off x="407988" y="4697327"/>
            <a:ext cx="11090276" cy="747897"/>
          </a:xfrm>
          <a:prstGeom prst="rect">
            <a:avLst/>
          </a:prstGeom>
        </p:spPr>
        <p:txBody>
          <a:bodyPr wrap="square" lIns="0" tIns="0" rIns="0" bIns="0" anchor="b" anchorCtr="0">
            <a:noAutofit/>
          </a:bodyPr>
          <a:lstStyle>
            <a:lvl1pPr algn="l">
              <a:lnSpc>
                <a:spcPct val="90000"/>
              </a:lnSpc>
              <a:tabLst>
                <a:tab pos="1258888" algn="l"/>
              </a:tabLst>
              <a:defRPr sz="5400" b="0" cap="none" baseline="0">
                <a:solidFill>
                  <a:schemeClr val="bg1"/>
                </a:solidFill>
                <a:latin typeface="+mj-lt"/>
              </a:defRPr>
            </a:lvl1pPr>
          </a:lstStyle>
          <a:p>
            <a:r>
              <a:rPr lang="fr-FR"/>
              <a:t>Modifiez le style du titre</a:t>
            </a:r>
            <a:endParaRPr lang="en-GB"/>
          </a:p>
        </p:txBody>
      </p:sp>
      <p:grpSp>
        <p:nvGrpSpPr>
          <p:cNvPr id="3" name="Group 2">
            <a:extLst>
              <a:ext uri="{FF2B5EF4-FFF2-40B4-BE49-F238E27FC236}">
                <a16:creationId xmlns:a16="http://schemas.microsoft.com/office/drawing/2014/main" id="{337935B1-1E9A-902D-1107-E84E1CDCC3AB}"/>
              </a:ext>
            </a:extLst>
          </p:cNvPr>
          <p:cNvGrpSpPr>
            <a:grpSpLocks noChangeAspect="1"/>
          </p:cNvGrpSpPr>
          <p:nvPr userDrawn="1"/>
        </p:nvGrpSpPr>
        <p:grpSpPr>
          <a:xfrm>
            <a:off x="443568" y="6021288"/>
            <a:ext cx="1872000" cy="420870"/>
            <a:chOff x="5094083" y="5360390"/>
            <a:chExt cx="3039349" cy="683316"/>
          </a:xfrm>
        </p:grpSpPr>
        <p:sp>
          <p:nvSpPr>
            <p:cNvPr id="5" name="Freeform: Shape 4">
              <a:extLst>
                <a:ext uri="{FF2B5EF4-FFF2-40B4-BE49-F238E27FC236}">
                  <a16:creationId xmlns:a16="http://schemas.microsoft.com/office/drawing/2014/main" id="{9BAB5440-AAF9-D636-D963-1CF51D4EEE32}"/>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FFFFFF"/>
            </a:solidFill>
            <a:ln w="9525" cap="flat">
              <a:noFill/>
              <a:prstDash val="solid"/>
              <a:miter/>
            </a:ln>
          </p:spPr>
          <p:txBody>
            <a:bodyPr rtlCol="0" anchor="ctr"/>
            <a:lstStyle/>
            <a:p>
              <a:endParaRPr lang="en-US" sz="1800"/>
            </a:p>
          </p:txBody>
        </p:sp>
        <p:sp>
          <p:nvSpPr>
            <p:cNvPr id="6" name="Freeform: Shape 5">
              <a:extLst>
                <a:ext uri="{FF2B5EF4-FFF2-40B4-BE49-F238E27FC236}">
                  <a16:creationId xmlns:a16="http://schemas.microsoft.com/office/drawing/2014/main" id="{89CD0850-5040-0CC6-F657-BF2242F63884}"/>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FFFFFF"/>
            </a:solidFill>
            <a:ln w="9525" cap="flat">
              <a:noFill/>
              <a:prstDash val="solid"/>
              <a:miter/>
            </a:ln>
          </p:spPr>
          <p:txBody>
            <a:bodyPr rtlCol="0" anchor="ctr"/>
            <a:lstStyle/>
            <a:p>
              <a:endParaRPr lang="en-US" sz="1800"/>
            </a:p>
          </p:txBody>
        </p:sp>
        <p:sp>
          <p:nvSpPr>
            <p:cNvPr id="7" name="Freeform: Shape 6">
              <a:extLst>
                <a:ext uri="{FF2B5EF4-FFF2-40B4-BE49-F238E27FC236}">
                  <a16:creationId xmlns:a16="http://schemas.microsoft.com/office/drawing/2014/main" id="{408F4CC8-6692-0A4C-C931-B50A99D5E8D4}"/>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FFFFFF"/>
            </a:solidFill>
            <a:ln w="9525" cap="flat">
              <a:noFill/>
              <a:prstDash val="solid"/>
              <a:miter/>
            </a:ln>
          </p:spPr>
          <p:txBody>
            <a:bodyPr rtlCol="0" anchor="ctr"/>
            <a:lstStyle/>
            <a:p>
              <a:endParaRPr lang="en-US" sz="1800"/>
            </a:p>
          </p:txBody>
        </p:sp>
        <p:sp>
          <p:nvSpPr>
            <p:cNvPr id="8" name="Freeform: Shape 7">
              <a:extLst>
                <a:ext uri="{FF2B5EF4-FFF2-40B4-BE49-F238E27FC236}">
                  <a16:creationId xmlns:a16="http://schemas.microsoft.com/office/drawing/2014/main" id="{9645E874-9471-204B-FEA4-29B6C3830313}"/>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solidFill>
              <a:srgbClr val="FFFFFF"/>
            </a:solidFill>
            <a:ln w="9525" cap="flat">
              <a:noFill/>
              <a:prstDash val="solid"/>
              <a:miter/>
            </a:ln>
          </p:spPr>
          <p:txBody>
            <a:bodyPr rtlCol="0" anchor="ctr"/>
            <a:lstStyle/>
            <a:p>
              <a:endParaRPr lang="en-US" sz="1800"/>
            </a:p>
          </p:txBody>
        </p:sp>
        <p:sp>
          <p:nvSpPr>
            <p:cNvPr id="9" name="Freeform: Shape 8">
              <a:extLst>
                <a:ext uri="{FF2B5EF4-FFF2-40B4-BE49-F238E27FC236}">
                  <a16:creationId xmlns:a16="http://schemas.microsoft.com/office/drawing/2014/main" id="{8CD723AF-3402-E7B5-291B-2ABCD137B39E}"/>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solidFill>
              <a:srgbClr val="FFFFFF"/>
            </a:solidFill>
            <a:ln w="9525" cap="flat">
              <a:noFill/>
              <a:prstDash val="solid"/>
              <a:miter/>
            </a:ln>
          </p:spPr>
          <p:txBody>
            <a:bodyPr rtlCol="0" anchor="ctr"/>
            <a:lstStyle/>
            <a:p>
              <a:endParaRPr lang="en-US" sz="1800"/>
            </a:p>
          </p:txBody>
        </p:sp>
      </p:grpSp>
      <p:pic>
        <p:nvPicPr>
          <p:cNvPr id="2" name="Bildplatzhalter 5" descr="Ein Bild, das Gebäude, Bautechnik, Im Haus, Zug enthält.&#10;&#10;Automatisch generierte Beschreibung">
            <a:extLst>
              <a:ext uri="{FF2B5EF4-FFF2-40B4-BE49-F238E27FC236}">
                <a16:creationId xmlns:a16="http://schemas.microsoft.com/office/drawing/2014/main" id="{2B2CBA36-46B0-D94E-8EF0-7580541158E7}"/>
              </a:ext>
            </a:extLst>
          </p:cNvPr>
          <p:cNvPicPr>
            <a:picLocks noChangeAspect="1"/>
          </p:cNvPicPr>
          <p:nvPr userDrawn="1"/>
        </p:nvPicPr>
        <p:blipFill rotWithShape="1">
          <a:blip r:embed="rId2" cstate="hqprint">
            <a:extLst>
              <a:ext uri="{28A0092B-C50C-407E-A947-70E740481C1C}">
                <a14:useLocalDpi xmlns:a14="http://schemas.microsoft.com/office/drawing/2010/main"/>
              </a:ext>
            </a:extLst>
          </a:blip>
          <a:srcRect l="54" t="7724" r="-54" b="38077"/>
          <a:stretch/>
        </p:blipFill>
        <p:spPr>
          <a:xfrm>
            <a:off x="0" y="0"/>
            <a:ext cx="12192000" cy="3717032"/>
          </a:xfrm>
          <a:prstGeom prst="rect">
            <a:avLst/>
          </a:prstGeom>
          <a:solidFill>
            <a:schemeClr val="tx1">
              <a:alpha val="15000"/>
            </a:schemeClr>
          </a:solidFill>
        </p:spPr>
      </p:pic>
      <p:sp>
        <p:nvSpPr>
          <p:cNvPr id="10" name="Rectangle 9">
            <a:extLst>
              <a:ext uri="{FF2B5EF4-FFF2-40B4-BE49-F238E27FC236}">
                <a16:creationId xmlns:a16="http://schemas.microsoft.com/office/drawing/2014/main" id="{F7FBBEBA-E384-0E86-4A85-5622CFB00582}"/>
              </a:ext>
            </a:extLst>
          </p:cNvPr>
          <p:cNvSpPr/>
          <p:nvPr userDrawn="1"/>
        </p:nvSpPr>
        <p:spPr>
          <a:xfrm>
            <a:off x="0" y="0"/>
            <a:ext cx="12192000" cy="3717032"/>
          </a:xfrm>
          <a:prstGeom prst="rect">
            <a:avLst/>
          </a:prstGeom>
          <a:solidFill>
            <a:schemeClr val="tx2">
              <a:alpha val="34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solidFill>
                <a:schemeClr val="tx1"/>
              </a:solidFill>
            </a:endParaRPr>
          </a:p>
        </p:txBody>
      </p:sp>
    </p:spTree>
    <p:extLst>
      <p:ext uri="{BB962C8B-B14F-4D97-AF65-F5344CB8AC3E}">
        <p14:creationId xmlns:p14="http://schemas.microsoft.com/office/powerpoint/2010/main" val="2444860732"/>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itle Slide 4">
    <p:spTree>
      <p:nvGrpSpPr>
        <p:cNvPr id="1" name=""/>
        <p:cNvGrpSpPr/>
        <p:nvPr/>
      </p:nvGrpSpPr>
      <p:grpSpPr>
        <a:xfrm>
          <a:off x="0" y="0"/>
          <a:ext cx="0" cy="0"/>
          <a:chOff x="0" y="0"/>
          <a:chExt cx="0" cy="0"/>
        </a:xfrm>
      </p:grpSpPr>
      <p:sp>
        <p:nvSpPr>
          <p:cNvPr id="4" name="Subtitle">
            <a:extLst>
              <a:ext uri="{FF2B5EF4-FFF2-40B4-BE49-F238E27FC236}">
                <a16:creationId xmlns:a16="http://schemas.microsoft.com/office/drawing/2014/main" id="{A762397C-7EE3-E752-C3C7-E1EB83F8081E}"/>
              </a:ext>
            </a:extLst>
          </p:cNvPr>
          <p:cNvSpPr>
            <a:spLocks noGrp="1"/>
          </p:cNvSpPr>
          <p:nvPr>
            <p:ph type="subTitle" idx="1"/>
          </p:nvPr>
        </p:nvSpPr>
        <p:spPr>
          <a:xfrm>
            <a:off x="407370" y="3676570"/>
            <a:ext cx="5545138" cy="246221"/>
          </a:xfrm>
          <a:prstGeom prst="rect">
            <a:avLst/>
          </a:prstGeom>
        </p:spPr>
        <p:txBody>
          <a:bodyPr wrap="square" lIns="18000" tIns="0" rIns="0" anchor="b" anchorCtr="0">
            <a:spAutoFit/>
          </a:bodyPr>
          <a:lstStyle>
            <a:lvl1pPr marL="0" indent="0" algn="l">
              <a:buNone/>
              <a:defRPr sz="1600">
                <a:solidFill>
                  <a:schemeClr val="bg1"/>
                </a:solidFill>
                <a:latin typeface="Ubuntu Light" panose="020B0304030602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en-GB"/>
          </a:p>
        </p:txBody>
      </p:sp>
      <p:sp>
        <p:nvSpPr>
          <p:cNvPr id="5" name="Title">
            <a:extLst>
              <a:ext uri="{FF2B5EF4-FFF2-40B4-BE49-F238E27FC236}">
                <a16:creationId xmlns:a16="http://schemas.microsoft.com/office/drawing/2014/main" id="{EA67FB30-5217-5F8D-B4ED-781E4E0C8973}"/>
              </a:ext>
            </a:extLst>
          </p:cNvPr>
          <p:cNvSpPr>
            <a:spLocks noGrp="1"/>
          </p:cNvSpPr>
          <p:nvPr>
            <p:ph type="ctrTitle"/>
          </p:nvPr>
        </p:nvSpPr>
        <p:spPr>
          <a:xfrm>
            <a:off x="407368" y="1343944"/>
            <a:ext cx="5545139" cy="2326627"/>
          </a:xfrm>
          <a:prstGeom prst="rect">
            <a:avLst/>
          </a:prstGeom>
        </p:spPr>
        <p:txBody>
          <a:bodyPr wrap="square" lIns="0" tIns="0" rIns="0" bIns="0" anchor="t" anchorCtr="0">
            <a:noAutofit/>
          </a:bodyPr>
          <a:lstStyle>
            <a:lvl1pPr algn="l">
              <a:lnSpc>
                <a:spcPct val="90000"/>
              </a:lnSpc>
              <a:tabLst>
                <a:tab pos="1258888" algn="l"/>
              </a:tabLst>
              <a:defRPr sz="5400" b="0" cap="none" baseline="0">
                <a:solidFill>
                  <a:schemeClr val="bg1"/>
                </a:solidFill>
                <a:latin typeface="+mj-lt"/>
              </a:defRPr>
            </a:lvl1pPr>
          </a:lstStyle>
          <a:p>
            <a:r>
              <a:rPr lang="fr-FR"/>
              <a:t>Modifiez le style du titre</a:t>
            </a:r>
            <a:endParaRPr lang="en-GB"/>
          </a:p>
        </p:txBody>
      </p:sp>
      <p:sp>
        <p:nvSpPr>
          <p:cNvPr id="20" name="Text Placeholder 8">
            <a:extLst>
              <a:ext uri="{FF2B5EF4-FFF2-40B4-BE49-F238E27FC236}">
                <a16:creationId xmlns:a16="http://schemas.microsoft.com/office/drawing/2014/main" id="{04E8B402-A28C-9742-E11A-B00843CA0EDC}"/>
              </a:ext>
            </a:extLst>
          </p:cNvPr>
          <p:cNvSpPr>
            <a:spLocks noGrp="1"/>
          </p:cNvSpPr>
          <p:nvPr>
            <p:ph type="body" sz="quarter" idx="13" hasCustomPrompt="1"/>
          </p:nvPr>
        </p:nvSpPr>
        <p:spPr>
          <a:xfrm>
            <a:off x="407368" y="1051220"/>
            <a:ext cx="5545139" cy="215444"/>
          </a:xfrm>
        </p:spPr>
        <p:txBody>
          <a:bodyPr vert="horz" wrap="square" lIns="18000" tIns="0" rIns="0" bIns="0" rtlCol="0" anchor="t" anchorCtr="0">
            <a:spAutoFit/>
          </a:bodyPr>
          <a:lstStyle>
            <a:lvl1pPr>
              <a:defRPr lang="en-US" sz="1400" dirty="0">
                <a:solidFill>
                  <a:schemeClr val="bg1"/>
                </a:solidFill>
                <a:latin typeface="Ubuntu Light" panose="020B0304030602030204" pitchFamily="34" charset="0"/>
              </a:defRPr>
            </a:lvl1pPr>
          </a:lstStyle>
          <a:p>
            <a:pPr lvl="0"/>
            <a:r>
              <a:rPr lang="en-US"/>
              <a:t>Optional: Click to insert name</a:t>
            </a:r>
          </a:p>
        </p:txBody>
      </p:sp>
      <p:grpSp>
        <p:nvGrpSpPr>
          <p:cNvPr id="11" name="Group 2">
            <a:extLst>
              <a:ext uri="{FF2B5EF4-FFF2-40B4-BE49-F238E27FC236}">
                <a16:creationId xmlns:a16="http://schemas.microsoft.com/office/drawing/2014/main" id="{B242E001-D9F4-2560-DB75-071A41686F76}"/>
              </a:ext>
            </a:extLst>
          </p:cNvPr>
          <p:cNvGrpSpPr>
            <a:grpSpLocks noChangeAspect="1"/>
          </p:cNvGrpSpPr>
          <p:nvPr userDrawn="1"/>
        </p:nvGrpSpPr>
        <p:grpSpPr>
          <a:xfrm>
            <a:off x="443568" y="6021288"/>
            <a:ext cx="1872000" cy="420870"/>
            <a:chOff x="5094083" y="5360390"/>
            <a:chExt cx="3039349" cy="683316"/>
          </a:xfrm>
        </p:grpSpPr>
        <p:sp>
          <p:nvSpPr>
            <p:cNvPr id="12" name="Freeform: Shape 4">
              <a:extLst>
                <a:ext uri="{FF2B5EF4-FFF2-40B4-BE49-F238E27FC236}">
                  <a16:creationId xmlns:a16="http://schemas.microsoft.com/office/drawing/2014/main" id="{EA7AFA45-4D31-33E6-2A2F-BCAA05222BE0}"/>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FFFFFF"/>
            </a:solidFill>
            <a:ln w="9525" cap="flat">
              <a:noFill/>
              <a:prstDash val="solid"/>
              <a:miter/>
            </a:ln>
          </p:spPr>
          <p:txBody>
            <a:bodyPr rtlCol="0" anchor="ctr"/>
            <a:lstStyle/>
            <a:p>
              <a:endParaRPr lang="en-US" sz="1800"/>
            </a:p>
          </p:txBody>
        </p:sp>
        <p:sp>
          <p:nvSpPr>
            <p:cNvPr id="13" name="Freeform: Shape 5">
              <a:extLst>
                <a:ext uri="{FF2B5EF4-FFF2-40B4-BE49-F238E27FC236}">
                  <a16:creationId xmlns:a16="http://schemas.microsoft.com/office/drawing/2014/main" id="{05CFBE72-0371-75B9-898F-07585635B52C}"/>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FFFFFF"/>
            </a:solidFill>
            <a:ln w="9525" cap="flat">
              <a:noFill/>
              <a:prstDash val="solid"/>
              <a:miter/>
            </a:ln>
          </p:spPr>
          <p:txBody>
            <a:bodyPr rtlCol="0" anchor="ctr"/>
            <a:lstStyle/>
            <a:p>
              <a:endParaRPr lang="en-US" sz="1800"/>
            </a:p>
          </p:txBody>
        </p:sp>
        <p:sp>
          <p:nvSpPr>
            <p:cNvPr id="14" name="Freeform: Shape 6">
              <a:extLst>
                <a:ext uri="{FF2B5EF4-FFF2-40B4-BE49-F238E27FC236}">
                  <a16:creationId xmlns:a16="http://schemas.microsoft.com/office/drawing/2014/main" id="{2576038A-3386-9D73-0067-BFB5DEACF90C}"/>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FFFFFF"/>
            </a:solidFill>
            <a:ln w="9525" cap="flat">
              <a:noFill/>
              <a:prstDash val="solid"/>
              <a:miter/>
            </a:ln>
          </p:spPr>
          <p:txBody>
            <a:bodyPr rtlCol="0" anchor="ctr"/>
            <a:lstStyle/>
            <a:p>
              <a:endParaRPr lang="en-US" sz="1800"/>
            </a:p>
          </p:txBody>
        </p:sp>
        <p:sp>
          <p:nvSpPr>
            <p:cNvPr id="15" name="Freeform: Shape 7">
              <a:extLst>
                <a:ext uri="{FF2B5EF4-FFF2-40B4-BE49-F238E27FC236}">
                  <a16:creationId xmlns:a16="http://schemas.microsoft.com/office/drawing/2014/main" id="{32E84BB6-5500-095D-2587-055D5965FCC3}"/>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solidFill>
              <a:srgbClr val="FFFFFF"/>
            </a:solidFill>
            <a:ln w="9525" cap="flat">
              <a:noFill/>
              <a:prstDash val="solid"/>
              <a:miter/>
            </a:ln>
          </p:spPr>
          <p:txBody>
            <a:bodyPr rtlCol="0" anchor="ctr"/>
            <a:lstStyle/>
            <a:p>
              <a:endParaRPr lang="en-US" sz="1800"/>
            </a:p>
          </p:txBody>
        </p:sp>
        <p:sp>
          <p:nvSpPr>
            <p:cNvPr id="16" name="Freeform: Shape 8">
              <a:extLst>
                <a:ext uri="{FF2B5EF4-FFF2-40B4-BE49-F238E27FC236}">
                  <a16:creationId xmlns:a16="http://schemas.microsoft.com/office/drawing/2014/main" id="{D81C7108-8FFA-272C-E210-714B7C2FDCCB}"/>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solidFill>
              <a:srgbClr val="FFFFFF"/>
            </a:solidFill>
            <a:ln w="9525" cap="flat">
              <a:noFill/>
              <a:prstDash val="solid"/>
              <a:miter/>
            </a:ln>
          </p:spPr>
          <p:txBody>
            <a:bodyPr rtlCol="0" anchor="ctr"/>
            <a:lstStyle/>
            <a:p>
              <a:endParaRPr lang="en-US" sz="1800"/>
            </a:p>
          </p:txBody>
        </p:sp>
      </p:grpSp>
    </p:spTree>
    <p:extLst>
      <p:ext uri="{BB962C8B-B14F-4D97-AF65-F5344CB8AC3E}">
        <p14:creationId xmlns:p14="http://schemas.microsoft.com/office/powerpoint/2010/main" val="1080201513"/>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2_Conclusion">
    <p:spTree>
      <p:nvGrpSpPr>
        <p:cNvPr id="1" name=""/>
        <p:cNvGrpSpPr/>
        <p:nvPr/>
      </p:nvGrpSpPr>
      <p:grpSpPr>
        <a:xfrm>
          <a:off x="0" y="0"/>
          <a:ext cx="0" cy="0"/>
          <a:chOff x="0" y="0"/>
          <a:chExt cx="0" cy="0"/>
        </a:xfrm>
      </p:grpSpPr>
      <p:sp>
        <p:nvSpPr>
          <p:cNvPr id="4" name="Text Placeholder 6">
            <a:extLst>
              <a:ext uri="{FF2B5EF4-FFF2-40B4-BE49-F238E27FC236}">
                <a16:creationId xmlns:a16="http://schemas.microsoft.com/office/drawing/2014/main" id="{6C58B55F-3EAC-C6DA-30E9-A9EAE34D711F}"/>
              </a:ext>
            </a:extLst>
          </p:cNvPr>
          <p:cNvSpPr>
            <a:spLocks noGrp="1"/>
          </p:cNvSpPr>
          <p:nvPr>
            <p:ph type="body" sz="quarter" idx="10" hasCustomPrompt="1"/>
          </p:nvPr>
        </p:nvSpPr>
        <p:spPr>
          <a:xfrm>
            <a:off x="427038" y="2320211"/>
            <a:ext cx="11356975" cy="2215991"/>
          </a:xfrm>
          <a:prstGeom prst="rect">
            <a:avLst/>
          </a:prstGeom>
        </p:spPr>
        <p:txBody>
          <a:bodyPr wrap="square" anchor="ctr" anchorCtr="0">
            <a:spAutoFit/>
          </a:bodyPr>
          <a:lstStyle>
            <a:lvl1pPr marL="0" indent="0" algn="l">
              <a:lnSpc>
                <a:spcPct val="90000"/>
              </a:lnSpc>
              <a:spcBef>
                <a:spcPts val="0"/>
              </a:spcBef>
              <a:spcAft>
                <a:spcPts val="0"/>
              </a:spcAft>
              <a:buFontTx/>
              <a:buNone/>
              <a:defRPr sz="8000" b="0" cap="none" baseline="0">
                <a:solidFill>
                  <a:schemeClr val="bg1"/>
                </a:solidFill>
                <a:latin typeface="+mj-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Click to </a:t>
            </a:r>
            <a:r>
              <a:rPr lang="fr-FR" err="1"/>
              <a:t>edit</a:t>
            </a:r>
            <a:r>
              <a:rPr lang="fr-FR"/>
              <a:t> master </a:t>
            </a:r>
            <a:r>
              <a:rPr lang="fr-FR" err="1"/>
              <a:t>title</a:t>
            </a:r>
            <a:r>
              <a:rPr lang="fr-FR"/>
              <a:t> Style</a:t>
            </a:r>
          </a:p>
        </p:txBody>
      </p:sp>
      <p:grpSp>
        <p:nvGrpSpPr>
          <p:cNvPr id="5" name="Group 2">
            <a:extLst>
              <a:ext uri="{FF2B5EF4-FFF2-40B4-BE49-F238E27FC236}">
                <a16:creationId xmlns:a16="http://schemas.microsoft.com/office/drawing/2014/main" id="{6C2E4BB5-C5E3-F6F8-4261-BF330F6E49AC}"/>
              </a:ext>
            </a:extLst>
          </p:cNvPr>
          <p:cNvGrpSpPr>
            <a:grpSpLocks noChangeAspect="1"/>
          </p:cNvGrpSpPr>
          <p:nvPr userDrawn="1"/>
        </p:nvGrpSpPr>
        <p:grpSpPr>
          <a:xfrm>
            <a:off x="443568" y="6021288"/>
            <a:ext cx="1872000" cy="420870"/>
            <a:chOff x="5094083" y="5360390"/>
            <a:chExt cx="3039349" cy="683316"/>
          </a:xfrm>
        </p:grpSpPr>
        <p:sp>
          <p:nvSpPr>
            <p:cNvPr id="7" name="Freeform: Shape 4">
              <a:extLst>
                <a:ext uri="{FF2B5EF4-FFF2-40B4-BE49-F238E27FC236}">
                  <a16:creationId xmlns:a16="http://schemas.microsoft.com/office/drawing/2014/main" id="{0F3FBF3D-73C2-AEF9-6A29-26E9974EB2B9}"/>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FFFFFF"/>
            </a:solidFill>
            <a:ln w="9525" cap="flat">
              <a:noFill/>
              <a:prstDash val="solid"/>
              <a:miter/>
            </a:ln>
          </p:spPr>
          <p:txBody>
            <a:bodyPr rtlCol="0" anchor="ctr"/>
            <a:lstStyle/>
            <a:p>
              <a:endParaRPr lang="en-US" sz="1800"/>
            </a:p>
          </p:txBody>
        </p:sp>
        <p:sp>
          <p:nvSpPr>
            <p:cNvPr id="8" name="Freeform: Shape 5">
              <a:extLst>
                <a:ext uri="{FF2B5EF4-FFF2-40B4-BE49-F238E27FC236}">
                  <a16:creationId xmlns:a16="http://schemas.microsoft.com/office/drawing/2014/main" id="{16D7EF54-CF87-4A1F-B1F7-681296888423}"/>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FFFFFF"/>
            </a:solidFill>
            <a:ln w="9525" cap="flat">
              <a:noFill/>
              <a:prstDash val="solid"/>
              <a:miter/>
            </a:ln>
          </p:spPr>
          <p:txBody>
            <a:bodyPr rtlCol="0" anchor="ctr"/>
            <a:lstStyle/>
            <a:p>
              <a:endParaRPr lang="en-US" sz="1800"/>
            </a:p>
          </p:txBody>
        </p:sp>
        <p:sp>
          <p:nvSpPr>
            <p:cNvPr id="9" name="Freeform: Shape 6">
              <a:extLst>
                <a:ext uri="{FF2B5EF4-FFF2-40B4-BE49-F238E27FC236}">
                  <a16:creationId xmlns:a16="http://schemas.microsoft.com/office/drawing/2014/main" id="{411034BC-7D78-A8D4-1F4A-8C4D8937B48B}"/>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FFFFFF"/>
            </a:solidFill>
            <a:ln w="9525" cap="flat">
              <a:noFill/>
              <a:prstDash val="solid"/>
              <a:miter/>
            </a:ln>
          </p:spPr>
          <p:txBody>
            <a:bodyPr rtlCol="0" anchor="ctr"/>
            <a:lstStyle/>
            <a:p>
              <a:endParaRPr lang="en-US" sz="1800"/>
            </a:p>
          </p:txBody>
        </p:sp>
        <p:sp>
          <p:nvSpPr>
            <p:cNvPr id="10" name="Freeform: Shape 7">
              <a:extLst>
                <a:ext uri="{FF2B5EF4-FFF2-40B4-BE49-F238E27FC236}">
                  <a16:creationId xmlns:a16="http://schemas.microsoft.com/office/drawing/2014/main" id="{91A42476-4DC0-A3D4-0B82-C32497A96552}"/>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solidFill>
              <a:srgbClr val="FFFFFF"/>
            </a:solidFill>
            <a:ln w="9525" cap="flat">
              <a:noFill/>
              <a:prstDash val="solid"/>
              <a:miter/>
            </a:ln>
          </p:spPr>
          <p:txBody>
            <a:bodyPr rtlCol="0" anchor="ctr"/>
            <a:lstStyle/>
            <a:p>
              <a:endParaRPr lang="en-US" sz="1800"/>
            </a:p>
          </p:txBody>
        </p:sp>
        <p:sp>
          <p:nvSpPr>
            <p:cNvPr id="15" name="Freeform: Shape 8">
              <a:extLst>
                <a:ext uri="{FF2B5EF4-FFF2-40B4-BE49-F238E27FC236}">
                  <a16:creationId xmlns:a16="http://schemas.microsoft.com/office/drawing/2014/main" id="{61A1CDED-A495-D2CB-B478-6B5C933C774A}"/>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solidFill>
              <a:srgbClr val="FFFFFF"/>
            </a:solidFill>
            <a:ln w="9525" cap="flat">
              <a:noFill/>
              <a:prstDash val="solid"/>
              <a:miter/>
            </a:ln>
          </p:spPr>
          <p:txBody>
            <a:bodyPr rtlCol="0" anchor="ctr"/>
            <a:lstStyle/>
            <a:p>
              <a:endParaRPr lang="en-US" sz="1800"/>
            </a:p>
          </p:txBody>
        </p:sp>
      </p:grpSp>
    </p:spTree>
    <p:extLst>
      <p:ext uri="{BB962C8B-B14F-4D97-AF65-F5344CB8AC3E}">
        <p14:creationId xmlns:p14="http://schemas.microsoft.com/office/powerpoint/2010/main" val="1796387624"/>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1_Conclusion">
    <p:spTree>
      <p:nvGrpSpPr>
        <p:cNvPr id="1" name=""/>
        <p:cNvGrpSpPr/>
        <p:nvPr/>
      </p:nvGrpSpPr>
      <p:grpSpPr>
        <a:xfrm>
          <a:off x="0" y="0"/>
          <a:ext cx="0" cy="0"/>
          <a:chOff x="0" y="0"/>
          <a:chExt cx="0" cy="0"/>
        </a:xfrm>
      </p:grpSpPr>
      <p:sp>
        <p:nvSpPr>
          <p:cNvPr id="4" name="Text Placeholder 6">
            <a:extLst>
              <a:ext uri="{FF2B5EF4-FFF2-40B4-BE49-F238E27FC236}">
                <a16:creationId xmlns:a16="http://schemas.microsoft.com/office/drawing/2014/main" id="{6C58B55F-3EAC-C6DA-30E9-A9EAE34D711F}"/>
              </a:ext>
            </a:extLst>
          </p:cNvPr>
          <p:cNvSpPr>
            <a:spLocks noGrp="1"/>
          </p:cNvSpPr>
          <p:nvPr>
            <p:ph type="body" sz="quarter" idx="10" hasCustomPrompt="1"/>
          </p:nvPr>
        </p:nvSpPr>
        <p:spPr>
          <a:xfrm>
            <a:off x="427038" y="2320211"/>
            <a:ext cx="11356975" cy="2215991"/>
          </a:xfrm>
          <a:prstGeom prst="rect">
            <a:avLst/>
          </a:prstGeom>
        </p:spPr>
        <p:txBody>
          <a:bodyPr wrap="square" anchor="ctr" anchorCtr="0">
            <a:spAutoFit/>
          </a:bodyPr>
          <a:lstStyle>
            <a:lvl1pPr marL="0" indent="0" algn="l">
              <a:lnSpc>
                <a:spcPct val="90000"/>
              </a:lnSpc>
              <a:spcBef>
                <a:spcPts val="0"/>
              </a:spcBef>
              <a:spcAft>
                <a:spcPts val="0"/>
              </a:spcAft>
              <a:buFontTx/>
              <a:buNone/>
              <a:defRPr sz="8000" b="0" cap="none" baseline="0">
                <a:solidFill>
                  <a:schemeClr val="bg1"/>
                </a:solidFill>
                <a:latin typeface="+mj-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Click to </a:t>
            </a:r>
            <a:r>
              <a:rPr lang="fr-FR" err="1"/>
              <a:t>edit</a:t>
            </a:r>
            <a:r>
              <a:rPr lang="fr-FR"/>
              <a:t> master </a:t>
            </a:r>
            <a:r>
              <a:rPr lang="fr-FR" err="1"/>
              <a:t>title</a:t>
            </a:r>
            <a:r>
              <a:rPr lang="fr-FR"/>
              <a:t> Style</a:t>
            </a:r>
          </a:p>
        </p:txBody>
      </p:sp>
      <p:grpSp>
        <p:nvGrpSpPr>
          <p:cNvPr id="2" name="Group 1">
            <a:extLst>
              <a:ext uri="{FF2B5EF4-FFF2-40B4-BE49-F238E27FC236}">
                <a16:creationId xmlns:a16="http://schemas.microsoft.com/office/drawing/2014/main" id="{D5EC1CE0-E890-6F27-EC37-CCBB63335D47}"/>
              </a:ext>
            </a:extLst>
          </p:cNvPr>
          <p:cNvGrpSpPr>
            <a:grpSpLocks noChangeAspect="1"/>
          </p:cNvGrpSpPr>
          <p:nvPr userDrawn="1"/>
        </p:nvGrpSpPr>
        <p:grpSpPr>
          <a:xfrm>
            <a:off x="443236" y="6021288"/>
            <a:ext cx="1872000" cy="420870"/>
            <a:chOff x="5095385" y="4090756"/>
            <a:chExt cx="3033729" cy="682053"/>
          </a:xfrm>
        </p:grpSpPr>
        <p:sp>
          <p:nvSpPr>
            <p:cNvPr id="6" name="Freeform: Shape 2">
              <a:extLst>
                <a:ext uri="{FF2B5EF4-FFF2-40B4-BE49-F238E27FC236}">
                  <a16:creationId xmlns:a16="http://schemas.microsoft.com/office/drawing/2014/main" id="{FC1EFD8E-6111-C0FE-F23B-7FCABA181AFF}"/>
                </a:ext>
              </a:extLst>
            </p:cNvPr>
            <p:cNvSpPr/>
            <p:nvPr/>
          </p:nvSpPr>
          <p:spPr>
            <a:xfrm>
              <a:off x="7769592" y="4296409"/>
              <a:ext cx="355081" cy="288503"/>
            </a:xfrm>
            <a:custGeom>
              <a:avLst/>
              <a:gdLst>
                <a:gd name="connsiteX0" fmla="*/ 304324 w 457200"/>
                <a:gd name="connsiteY0" fmla="*/ 261461 h 371475"/>
                <a:gd name="connsiteX1" fmla="*/ 456724 w 457200"/>
                <a:gd name="connsiteY1" fmla="*/ 110014 h 371475"/>
                <a:gd name="connsiteX2" fmla="*/ 344329 w 457200"/>
                <a:gd name="connsiteY2" fmla="*/ 7144 h 371475"/>
                <a:gd name="connsiteX3" fmla="*/ 125254 w 457200"/>
                <a:gd name="connsiteY3" fmla="*/ 241459 h 371475"/>
                <a:gd name="connsiteX4" fmla="*/ 7144 w 457200"/>
                <a:gd name="connsiteY4" fmla="*/ 348139 h 371475"/>
                <a:gd name="connsiteX5" fmla="*/ 96679 w 457200"/>
                <a:gd name="connsiteY5" fmla="*/ 372904 h 371475"/>
                <a:gd name="connsiteX6" fmla="*/ 306229 w 457200"/>
                <a:gd name="connsiteY6" fmla="*/ 304324 h 371475"/>
                <a:gd name="connsiteX7" fmla="*/ 200501 w 457200"/>
                <a:gd name="connsiteY7" fmla="*/ 210026 h 371475"/>
                <a:gd name="connsiteX8" fmla="*/ 304324 w 457200"/>
                <a:gd name="connsiteY8" fmla="*/ 26146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7200" h="371475">
                  <a:moveTo>
                    <a:pt x="304324" y="261461"/>
                  </a:moveTo>
                  <a:cubicBezTo>
                    <a:pt x="390049" y="261461"/>
                    <a:pt x="455771" y="191929"/>
                    <a:pt x="456724" y="110014"/>
                  </a:cubicBezTo>
                  <a:cubicBezTo>
                    <a:pt x="451009" y="73819"/>
                    <a:pt x="438626" y="7144"/>
                    <a:pt x="344329" y="7144"/>
                  </a:cubicBezTo>
                  <a:cubicBezTo>
                    <a:pt x="242411" y="7144"/>
                    <a:pt x="208121" y="150019"/>
                    <a:pt x="125254" y="241459"/>
                  </a:cubicBezTo>
                  <a:cubicBezTo>
                    <a:pt x="118586" y="293846"/>
                    <a:pt x="69056" y="340519"/>
                    <a:pt x="7144" y="348139"/>
                  </a:cubicBezTo>
                  <a:cubicBezTo>
                    <a:pt x="22384" y="364331"/>
                    <a:pt x="55721" y="372904"/>
                    <a:pt x="96679" y="372904"/>
                  </a:cubicBezTo>
                  <a:cubicBezTo>
                    <a:pt x="170021" y="372904"/>
                    <a:pt x="259556" y="350996"/>
                    <a:pt x="306229" y="304324"/>
                  </a:cubicBezTo>
                  <a:cubicBezTo>
                    <a:pt x="244316" y="305276"/>
                    <a:pt x="204311" y="265271"/>
                    <a:pt x="200501" y="210026"/>
                  </a:cubicBezTo>
                  <a:cubicBezTo>
                    <a:pt x="230029" y="247174"/>
                    <a:pt x="264319" y="261461"/>
                    <a:pt x="304324" y="261461"/>
                  </a:cubicBezTo>
                  <a:close/>
                </a:path>
              </a:pathLst>
            </a:custGeom>
            <a:solidFill>
              <a:srgbClr val="17ABDB"/>
            </a:solidFill>
            <a:ln w="9525" cap="flat">
              <a:noFill/>
              <a:prstDash val="solid"/>
              <a:miter/>
            </a:ln>
          </p:spPr>
          <p:txBody>
            <a:bodyPr rtlCol="0" anchor="ctr"/>
            <a:lstStyle/>
            <a:p>
              <a:endParaRPr lang="en-US" sz="1800"/>
            </a:p>
          </p:txBody>
        </p:sp>
        <p:sp>
          <p:nvSpPr>
            <p:cNvPr id="11" name="Freeform: Shape 3">
              <a:extLst>
                <a:ext uri="{FF2B5EF4-FFF2-40B4-BE49-F238E27FC236}">
                  <a16:creationId xmlns:a16="http://schemas.microsoft.com/office/drawing/2014/main" id="{2E0336C3-FD2D-34F2-37FE-01F1463B9B1A}"/>
                </a:ext>
              </a:extLst>
            </p:cNvPr>
            <p:cNvSpPr/>
            <p:nvPr/>
          </p:nvSpPr>
          <p:spPr>
            <a:xfrm>
              <a:off x="5095385" y="4099634"/>
              <a:ext cx="2463378" cy="673175"/>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0072AF"/>
            </a:solidFill>
            <a:ln w="9525" cap="flat">
              <a:noFill/>
              <a:prstDash val="solid"/>
              <a:miter/>
            </a:ln>
          </p:spPr>
          <p:txBody>
            <a:bodyPr rtlCol="0" anchor="ctr"/>
            <a:lstStyle/>
            <a:p>
              <a:endParaRPr lang="en-US" sz="1800"/>
            </a:p>
          </p:txBody>
        </p:sp>
        <p:sp>
          <p:nvSpPr>
            <p:cNvPr id="12" name="Freeform: Shape 4">
              <a:extLst>
                <a:ext uri="{FF2B5EF4-FFF2-40B4-BE49-F238E27FC236}">
                  <a16:creationId xmlns:a16="http://schemas.microsoft.com/office/drawing/2014/main" id="{BCC79B1A-4DEF-2D28-22B2-7BFA7646E1A5}"/>
                </a:ext>
              </a:extLst>
            </p:cNvPr>
            <p:cNvSpPr/>
            <p:nvPr/>
          </p:nvSpPr>
          <p:spPr>
            <a:xfrm>
              <a:off x="6951400" y="4132898"/>
              <a:ext cx="73975" cy="81373"/>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0072AF"/>
            </a:solidFill>
            <a:ln w="9525" cap="flat">
              <a:noFill/>
              <a:prstDash val="solid"/>
              <a:miter/>
            </a:ln>
          </p:spPr>
          <p:txBody>
            <a:bodyPr rtlCol="0" anchor="ctr"/>
            <a:lstStyle/>
            <a:p>
              <a:endParaRPr lang="en-US" sz="1800"/>
            </a:p>
          </p:txBody>
        </p:sp>
        <p:sp>
          <p:nvSpPr>
            <p:cNvPr id="13" name="Freeform: Shape 14">
              <a:extLst>
                <a:ext uri="{FF2B5EF4-FFF2-40B4-BE49-F238E27FC236}">
                  <a16:creationId xmlns:a16="http://schemas.microsoft.com/office/drawing/2014/main" id="{95610CD6-85BD-3AFA-95C6-25178AB66F0D}"/>
                </a:ext>
              </a:extLst>
            </p:cNvPr>
            <p:cNvSpPr/>
            <p:nvPr/>
          </p:nvSpPr>
          <p:spPr>
            <a:xfrm>
              <a:off x="7433743" y="4146951"/>
              <a:ext cx="73975" cy="73975"/>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0072AF"/>
            </a:solidFill>
            <a:ln w="9525" cap="flat">
              <a:noFill/>
              <a:prstDash val="solid"/>
              <a:miter/>
            </a:ln>
          </p:spPr>
          <p:txBody>
            <a:bodyPr rtlCol="0" anchor="ctr"/>
            <a:lstStyle/>
            <a:p>
              <a:endParaRPr lang="en-US" sz="1800"/>
            </a:p>
          </p:txBody>
        </p:sp>
        <p:sp>
          <p:nvSpPr>
            <p:cNvPr id="14" name="Freeform: Shape 20">
              <a:extLst>
                <a:ext uri="{FF2B5EF4-FFF2-40B4-BE49-F238E27FC236}">
                  <a16:creationId xmlns:a16="http://schemas.microsoft.com/office/drawing/2014/main" id="{DE7326A8-CE97-C71F-CFF8-B35813A22238}"/>
                </a:ext>
              </a:extLst>
            </p:cNvPr>
            <p:cNvSpPr/>
            <p:nvPr/>
          </p:nvSpPr>
          <p:spPr>
            <a:xfrm>
              <a:off x="7589095" y="4090756"/>
              <a:ext cx="540019" cy="451249"/>
            </a:xfrm>
            <a:custGeom>
              <a:avLst/>
              <a:gdLst>
                <a:gd name="connsiteX0" fmla="*/ 689134 w 695325"/>
                <a:gd name="connsiteY0" fmla="*/ 368141 h 581025"/>
                <a:gd name="connsiteX1" fmla="*/ 571024 w 695325"/>
                <a:gd name="connsiteY1" fmla="*/ 127159 h 581025"/>
                <a:gd name="connsiteX2" fmla="*/ 388144 w 695325"/>
                <a:gd name="connsiteY2" fmla="*/ 13811 h 581025"/>
                <a:gd name="connsiteX3" fmla="*/ 371951 w 695325"/>
                <a:gd name="connsiteY3" fmla="*/ 7144 h 581025"/>
                <a:gd name="connsiteX4" fmla="*/ 371951 w 695325"/>
                <a:gd name="connsiteY4" fmla="*/ 7144 h 581025"/>
                <a:gd name="connsiteX5" fmla="*/ 371951 w 695325"/>
                <a:gd name="connsiteY5" fmla="*/ 7144 h 581025"/>
                <a:gd name="connsiteX6" fmla="*/ 7144 w 695325"/>
                <a:gd name="connsiteY6" fmla="*/ 383381 h 581025"/>
                <a:gd name="connsiteX7" fmla="*/ 132874 w 695325"/>
                <a:gd name="connsiteY7" fmla="*/ 569119 h 581025"/>
                <a:gd name="connsiteX8" fmla="*/ 262414 w 695325"/>
                <a:gd name="connsiteY8" fmla="*/ 571976 h 581025"/>
                <a:gd name="connsiteX9" fmla="*/ 358616 w 695325"/>
                <a:gd name="connsiteY9" fmla="*/ 506254 h 581025"/>
                <a:gd name="connsiteX10" fmla="*/ 577692 w 695325"/>
                <a:gd name="connsiteY10" fmla="*/ 271939 h 581025"/>
                <a:gd name="connsiteX11" fmla="*/ 690086 w 695325"/>
                <a:gd name="connsiteY11" fmla="*/ 374809 h 581025"/>
                <a:gd name="connsiteX12" fmla="*/ 689134 w 695325"/>
                <a:gd name="connsiteY12" fmla="*/ 368141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95325" h="581025">
                  <a:moveTo>
                    <a:pt x="689134" y="368141"/>
                  </a:moveTo>
                  <a:cubicBezTo>
                    <a:pt x="687229" y="271939"/>
                    <a:pt x="641509" y="191929"/>
                    <a:pt x="571024" y="127159"/>
                  </a:cubicBezTo>
                  <a:cubicBezTo>
                    <a:pt x="517684" y="78581"/>
                    <a:pt x="453866" y="41434"/>
                    <a:pt x="388144" y="13811"/>
                  </a:cubicBezTo>
                  <a:cubicBezTo>
                    <a:pt x="382429" y="11906"/>
                    <a:pt x="377666" y="9049"/>
                    <a:pt x="371951" y="7144"/>
                  </a:cubicBezTo>
                  <a:lnTo>
                    <a:pt x="371951" y="7144"/>
                  </a:lnTo>
                  <a:cubicBezTo>
                    <a:pt x="371951" y="7144"/>
                    <a:pt x="371951" y="7144"/>
                    <a:pt x="371951" y="7144"/>
                  </a:cubicBezTo>
                  <a:cubicBezTo>
                    <a:pt x="290036" y="105251"/>
                    <a:pt x="7144" y="178594"/>
                    <a:pt x="7144" y="383381"/>
                  </a:cubicBezTo>
                  <a:cubicBezTo>
                    <a:pt x="7144" y="463391"/>
                    <a:pt x="57626" y="538639"/>
                    <a:pt x="132874" y="569119"/>
                  </a:cubicBezTo>
                  <a:cubicBezTo>
                    <a:pt x="175736" y="585311"/>
                    <a:pt x="219551" y="586264"/>
                    <a:pt x="262414" y="571976"/>
                  </a:cubicBezTo>
                  <a:cubicBezTo>
                    <a:pt x="300514" y="559594"/>
                    <a:pt x="332899" y="535781"/>
                    <a:pt x="358616" y="506254"/>
                  </a:cubicBezTo>
                  <a:cubicBezTo>
                    <a:pt x="441484" y="413861"/>
                    <a:pt x="475774" y="271939"/>
                    <a:pt x="577692" y="271939"/>
                  </a:cubicBezTo>
                  <a:cubicBezTo>
                    <a:pt x="671036" y="271939"/>
                    <a:pt x="683419" y="338614"/>
                    <a:pt x="690086" y="374809"/>
                  </a:cubicBezTo>
                  <a:cubicBezTo>
                    <a:pt x="689134" y="373856"/>
                    <a:pt x="689134" y="371951"/>
                    <a:pt x="689134" y="368141"/>
                  </a:cubicBezTo>
                  <a:close/>
                </a:path>
              </a:pathLst>
            </a:custGeom>
            <a:solidFill>
              <a:srgbClr val="0072AF"/>
            </a:solidFill>
            <a:ln w="9525" cap="flat">
              <a:noFill/>
              <a:prstDash val="solid"/>
              <a:miter/>
            </a:ln>
          </p:spPr>
          <p:txBody>
            <a:bodyPr rtlCol="0" anchor="ctr"/>
            <a:lstStyle/>
            <a:p>
              <a:endParaRPr lang="en-US" sz="1800"/>
            </a:p>
          </p:txBody>
        </p:sp>
      </p:grpSp>
    </p:spTree>
    <p:extLst>
      <p:ext uri="{BB962C8B-B14F-4D97-AF65-F5344CB8AC3E}">
        <p14:creationId xmlns:p14="http://schemas.microsoft.com/office/powerpoint/2010/main" val="2120099162"/>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itle Slide 5">
    <p:spTree>
      <p:nvGrpSpPr>
        <p:cNvPr id="1" name=""/>
        <p:cNvGrpSpPr/>
        <p:nvPr/>
      </p:nvGrpSpPr>
      <p:grpSpPr>
        <a:xfrm>
          <a:off x="0" y="0"/>
          <a:ext cx="0" cy="0"/>
          <a:chOff x="0" y="0"/>
          <a:chExt cx="0" cy="0"/>
        </a:xfrm>
      </p:grpSpPr>
      <p:sp>
        <p:nvSpPr>
          <p:cNvPr id="33" name="Picture Placeholder 18">
            <a:extLst>
              <a:ext uri="{FF2B5EF4-FFF2-40B4-BE49-F238E27FC236}">
                <a16:creationId xmlns:a16="http://schemas.microsoft.com/office/drawing/2014/main" id="{3A966515-C64B-E7BB-1198-D99D16DE65B4}"/>
              </a:ext>
            </a:extLst>
          </p:cNvPr>
          <p:cNvSpPr>
            <a:spLocks noGrp="1"/>
          </p:cNvSpPr>
          <p:nvPr>
            <p:ph type="pic" sz="quarter" idx="10" hasCustomPrompt="1"/>
          </p:nvPr>
        </p:nvSpPr>
        <p:spPr>
          <a:xfrm>
            <a:off x="5159896" y="1916832"/>
            <a:ext cx="7032104" cy="4941168"/>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2">
              <a:lumMod val="90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9" name="Text Placeholder 8">
            <a:extLst>
              <a:ext uri="{FF2B5EF4-FFF2-40B4-BE49-F238E27FC236}">
                <a16:creationId xmlns:a16="http://schemas.microsoft.com/office/drawing/2014/main" id="{DE3C410B-B58E-46DB-B5F0-7F515E223DD9}"/>
              </a:ext>
            </a:extLst>
          </p:cNvPr>
          <p:cNvSpPr>
            <a:spLocks noGrp="1"/>
          </p:cNvSpPr>
          <p:nvPr>
            <p:ph type="body" sz="quarter" idx="12" hasCustomPrompt="1"/>
          </p:nvPr>
        </p:nvSpPr>
        <p:spPr>
          <a:xfrm>
            <a:off x="407368" y="3341212"/>
            <a:ext cx="4609034" cy="215444"/>
          </a:xfrm>
        </p:spPr>
        <p:txBody>
          <a:bodyPr vert="horz" wrap="square" lIns="18000" tIns="0" rIns="0" bIns="0" rtlCol="0" anchor="t" anchorCtr="0">
            <a:spAutoFit/>
          </a:bodyPr>
          <a:lstStyle>
            <a:lvl1pPr>
              <a:defRPr lang="en-US" sz="1400" dirty="0">
                <a:latin typeface="Ubuntu Light" panose="020B0304030602030204" pitchFamily="34" charset="0"/>
              </a:defRPr>
            </a:lvl1pPr>
          </a:lstStyle>
          <a:p>
            <a:pPr lvl="0"/>
            <a:r>
              <a:rPr lang="en-US"/>
              <a:t>Optional: Click to insert name</a:t>
            </a:r>
          </a:p>
        </p:txBody>
      </p:sp>
      <p:sp>
        <p:nvSpPr>
          <p:cNvPr id="6" name="Subtitle">
            <a:extLst>
              <a:ext uri="{FF2B5EF4-FFF2-40B4-BE49-F238E27FC236}">
                <a16:creationId xmlns:a16="http://schemas.microsoft.com/office/drawing/2014/main" id="{A6C182ED-7FBB-D436-05D8-96E184F17BD0}"/>
              </a:ext>
            </a:extLst>
          </p:cNvPr>
          <p:cNvSpPr>
            <a:spLocks noGrp="1"/>
          </p:cNvSpPr>
          <p:nvPr>
            <p:ph type="subTitle" idx="1"/>
          </p:nvPr>
        </p:nvSpPr>
        <p:spPr>
          <a:xfrm>
            <a:off x="407368" y="2924944"/>
            <a:ext cx="4609034" cy="246221"/>
          </a:xfrm>
          <a:prstGeom prst="rect">
            <a:avLst/>
          </a:prstGeom>
        </p:spPr>
        <p:txBody>
          <a:bodyPr wrap="square" lIns="18000" tIns="0" rIns="0" anchor="t" anchorCtr="0">
            <a:spAutoFit/>
          </a:bodyPr>
          <a:lstStyle>
            <a:lvl1pPr marL="0" indent="0" algn="l">
              <a:buNone/>
              <a:defRPr sz="1600">
                <a:solidFill>
                  <a:schemeClr val="tx1"/>
                </a:solidFill>
                <a:latin typeface="Ubuntu Light" panose="020B0304030602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en-GB"/>
          </a:p>
        </p:txBody>
      </p:sp>
      <p:sp>
        <p:nvSpPr>
          <p:cNvPr id="7" name="Title">
            <a:extLst>
              <a:ext uri="{FF2B5EF4-FFF2-40B4-BE49-F238E27FC236}">
                <a16:creationId xmlns:a16="http://schemas.microsoft.com/office/drawing/2014/main" id="{46ABBE1C-3373-50D9-4152-CA1AC4A5E7F0}"/>
              </a:ext>
            </a:extLst>
          </p:cNvPr>
          <p:cNvSpPr>
            <a:spLocks noGrp="1"/>
          </p:cNvSpPr>
          <p:nvPr>
            <p:ph type="ctrTitle" hasCustomPrompt="1"/>
          </p:nvPr>
        </p:nvSpPr>
        <p:spPr>
          <a:xfrm>
            <a:off x="407368" y="1163739"/>
            <a:ext cx="4609034" cy="1495794"/>
          </a:xfrm>
          <a:prstGeom prst="rect">
            <a:avLst/>
          </a:prstGeom>
        </p:spPr>
        <p:txBody>
          <a:bodyPr wrap="square" lIns="0" tIns="0" rIns="0" bIns="0" anchor="b" anchorCtr="0">
            <a:spAutoFit/>
          </a:bodyPr>
          <a:lstStyle>
            <a:lvl1pPr algn="l">
              <a:lnSpc>
                <a:spcPct val="90000"/>
              </a:lnSpc>
              <a:tabLst>
                <a:tab pos="1258888" algn="l"/>
              </a:tabLst>
              <a:defRPr sz="5400" b="0" cap="none" baseline="0">
                <a:solidFill>
                  <a:schemeClr val="tx1"/>
                </a:solidFill>
                <a:latin typeface="+mj-lt"/>
              </a:defRPr>
            </a:lvl1pPr>
          </a:lstStyle>
          <a:p>
            <a:r>
              <a:rPr lang="fr-FR"/>
              <a:t>Modifiez le style du titre</a:t>
            </a:r>
            <a:endParaRPr lang="en-GB"/>
          </a:p>
        </p:txBody>
      </p:sp>
      <p:grpSp>
        <p:nvGrpSpPr>
          <p:cNvPr id="8" name="Group 1">
            <a:extLst>
              <a:ext uri="{FF2B5EF4-FFF2-40B4-BE49-F238E27FC236}">
                <a16:creationId xmlns:a16="http://schemas.microsoft.com/office/drawing/2014/main" id="{0650393B-7E46-5ECE-4310-AF8EC7255742}"/>
              </a:ext>
            </a:extLst>
          </p:cNvPr>
          <p:cNvGrpSpPr>
            <a:grpSpLocks noChangeAspect="1"/>
          </p:cNvGrpSpPr>
          <p:nvPr userDrawn="1"/>
        </p:nvGrpSpPr>
        <p:grpSpPr>
          <a:xfrm>
            <a:off x="443236" y="6021288"/>
            <a:ext cx="1872000" cy="420870"/>
            <a:chOff x="5095385" y="4090756"/>
            <a:chExt cx="3033729" cy="682053"/>
          </a:xfrm>
        </p:grpSpPr>
        <p:sp>
          <p:nvSpPr>
            <p:cNvPr id="9" name="Freeform: Shape 2">
              <a:extLst>
                <a:ext uri="{FF2B5EF4-FFF2-40B4-BE49-F238E27FC236}">
                  <a16:creationId xmlns:a16="http://schemas.microsoft.com/office/drawing/2014/main" id="{09E51387-52A5-B06A-AEC1-9A4DA7D2DACC}"/>
                </a:ext>
              </a:extLst>
            </p:cNvPr>
            <p:cNvSpPr/>
            <p:nvPr/>
          </p:nvSpPr>
          <p:spPr>
            <a:xfrm>
              <a:off x="7769592" y="4296409"/>
              <a:ext cx="355081" cy="288503"/>
            </a:xfrm>
            <a:custGeom>
              <a:avLst/>
              <a:gdLst>
                <a:gd name="connsiteX0" fmla="*/ 304324 w 457200"/>
                <a:gd name="connsiteY0" fmla="*/ 261461 h 371475"/>
                <a:gd name="connsiteX1" fmla="*/ 456724 w 457200"/>
                <a:gd name="connsiteY1" fmla="*/ 110014 h 371475"/>
                <a:gd name="connsiteX2" fmla="*/ 344329 w 457200"/>
                <a:gd name="connsiteY2" fmla="*/ 7144 h 371475"/>
                <a:gd name="connsiteX3" fmla="*/ 125254 w 457200"/>
                <a:gd name="connsiteY3" fmla="*/ 241459 h 371475"/>
                <a:gd name="connsiteX4" fmla="*/ 7144 w 457200"/>
                <a:gd name="connsiteY4" fmla="*/ 348139 h 371475"/>
                <a:gd name="connsiteX5" fmla="*/ 96679 w 457200"/>
                <a:gd name="connsiteY5" fmla="*/ 372904 h 371475"/>
                <a:gd name="connsiteX6" fmla="*/ 306229 w 457200"/>
                <a:gd name="connsiteY6" fmla="*/ 304324 h 371475"/>
                <a:gd name="connsiteX7" fmla="*/ 200501 w 457200"/>
                <a:gd name="connsiteY7" fmla="*/ 210026 h 371475"/>
                <a:gd name="connsiteX8" fmla="*/ 304324 w 457200"/>
                <a:gd name="connsiteY8" fmla="*/ 26146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7200" h="371475">
                  <a:moveTo>
                    <a:pt x="304324" y="261461"/>
                  </a:moveTo>
                  <a:cubicBezTo>
                    <a:pt x="390049" y="261461"/>
                    <a:pt x="455771" y="191929"/>
                    <a:pt x="456724" y="110014"/>
                  </a:cubicBezTo>
                  <a:cubicBezTo>
                    <a:pt x="451009" y="73819"/>
                    <a:pt x="438626" y="7144"/>
                    <a:pt x="344329" y="7144"/>
                  </a:cubicBezTo>
                  <a:cubicBezTo>
                    <a:pt x="242411" y="7144"/>
                    <a:pt x="208121" y="150019"/>
                    <a:pt x="125254" y="241459"/>
                  </a:cubicBezTo>
                  <a:cubicBezTo>
                    <a:pt x="118586" y="293846"/>
                    <a:pt x="69056" y="340519"/>
                    <a:pt x="7144" y="348139"/>
                  </a:cubicBezTo>
                  <a:cubicBezTo>
                    <a:pt x="22384" y="364331"/>
                    <a:pt x="55721" y="372904"/>
                    <a:pt x="96679" y="372904"/>
                  </a:cubicBezTo>
                  <a:cubicBezTo>
                    <a:pt x="170021" y="372904"/>
                    <a:pt x="259556" y="350996"/>
                    <a:pt x="306229" y="304324"/>
                  </a:cubicBezTo>
                  <a:cubicBezTo>
                    <a:pt x="244316" y="305276"/>
                    <a:pt x="204311" y="265271"/>
                    <a:pt x="200501" y="210026"/>
                  </a:cubicBezTo>
                  <a:cubicBezTo>
                    <a:pt x="230029" y="247174"/>
                    <a:pt x="264319" y="261461"/>
                    <a:pt x="304324" y="261461"/>
                  </a:cubicBezTo>
                  <a:close/>
                </a:path>
              </a:pathLst>
            </a:custGeom>
            <a:solidFill>
              <a:srgbClr val="17ABDB"/>
            </a:solidFill>
            <a:ln w="9525" cap="flat">
              <a:noFill/>
              <a:prstDash val="solid"/>
              <a:miter/>
            </a:ln>
          </p:spPr>
          <p:txBody>
            <a:bodyPr rtlCol="0" anchor="ctr"/>
            <a:lstStyle/>
            <a:p>
              <a:endParaRPr lang="en-US" sz="1800"/>
            </a:p>
          </p:txBody>
        </p:sp>
        <p:sp>
          <p:nvSpPr>
            <p:cNvPr id="10" name="Freeform: Shape 3">
              <a:extLst>
                <a:ext uri="{FF2B5EF4-FFF2-40B4-BE49-F238E27FC236}">
                  <a16:creationId xmlns:a16="http://schemas.microsoft.com/office/drawing/2014/main" id="{1A2D993C-1439-0B90-F87F-84C15E66CF4C}"/>
                </a:ext>
              </a:extLst>
            </p:cNvPr>
            <p:cNvSpPr/>
            <p:nvPr/>
          </p:nvSpPr>
          <p:spPr>
            <a:xfrm>
              <a:off x="5095385" y="4099634"/>
              <a:ext cx="2463378" cy="673175"/>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0072AF"/>
            </a:solidFill>
            <a:ln w="9525" cap="flat">
              <a:noFill/>
              <a:prstDash val="solid"/>
              <a:miter/>
            </a:ln>
          </p:spPr>
          <p:txBody>
            <a:bodyPr rtlCol="0" anchor="ctr"/>
            <a:lstStyle/>
            <a:p>
              <a:endParaRPr lang="en-US" sz="1800"/>
            </a:p>
          </p:txBody>
        </p:sp>
        <p:sp>
          <p:nvSpPr>
            <p:cNvPr id="11" name="Freeform: Shape 4">
              <a:extLst>
                <a:ext uri="{FF2B5EF4-FFF2-40B4-BE49-F238E27FC236}">
                  <a16:creationId xmlns:a16="http://schemas.microsoft.com/office/drawing/2014/main" id="{9D4A7921-9C3C-6166-B6B7-CEDC5FF28EEB}"/>
                </a:ext>
              </a:extLst>
            </p:cNvPr>
            <p:cNvSpPr/>
            <p:nvPr/>
          </p:nvSpPr>
          <p:spPr>
            <a:xfrm>
              <a:off x="6951400" y="4132898"/>
              <a:ext cx="73975" cy="81373"/>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0072AF"/>
            </a:solidFill>
            <a:ln w="9525" cap="flat">
              <a:noFill/>
              <a:prstDash val="solid"/>
              <a:miter/>
            </a:ln>
          </p:spPr>
          <p:txBody>
            <a:bodyPr rtlCol="0" anchor="ctr"/>
            <a:lstStyle/>
            <a:p>
              <a:endParaRPr lang="en-US" sz="1800"/>
            </a:p>
          </p:txBody>
        </p:sp>
        <p:sp>
          <p:nvSpPr>
            <p:cNvPr id="12" name="Freeform: Shape 14">
              <a:extLst>
                <a:ext uri="{FF2B5EF4-FFF2-40B4-BE49-F238E27FC236}">
                  <a16:creationId xmlns:a16="http://schemas.microsoft.com/office/drawing/2014/main" id="{F10A1F9A-93B6-1683-DDEE-2FA6B370E583}"/>
                </a:ext>
              </a:extLst>
            </p:cNvPr>
            <p:cNvSpPr/>
            <p:nvPr/>
          </p:nvSpPr>
          <p:spPr>
            <a:xfrm>
              <a:off x="7433743" y="4146951"/>
              <a:ext cx="73975" cy="73975"/>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0072AF"/>
            </a:solidFill>
            <a:ln w="9525" cap="flat">
              <a:noFill/>
              <a:prstDash val="solid"/>
              <a:miter/>
            </a:ln>
          </p:spPr>
          <p:txBody>
            <a:bodyPr rtlCol="0" anchor="ctr"/>
            <a:lstStyle/>
            <a:p>
              <a:endParaRPr lang="en-US" sz="1800"/>
            </a:p>
          </p:txBody>
        </p:sp>
        <p:sp>
          <p:nvSpPr>
            <p:cNvPr id="13" name="Freeform: Shape 20">
              <a:extLst>
                <a:ext uri="{FF2B5EF4-FFF2-40B4-BE49-F238E27FC236}">
                  <a16:creationId xmlns:a16="http://schemas.microsoft.com/office/drawing/2014/main" id="{74BF5A15-51F5-5003-8669-EA9C008D0092}"/>
                </a:ext>
              </a:extLst>
            </p:cNvPr>
            <p:cNvSpPr/>
            <p:nvPr/>
          </p:nvSpPr>
          <p:spPr>
            <a:xfrm>
              <a:off x="7589095" y="4090756"/>
              <a:ext cx="540019" cy="451249"/>
            </a:xfrm>
            <a:custGeom>
              <a:avLst/>
              <a:gdLst>
                <a:gd name="connsiteX0" fmla="*/ 689134 w 695325"/>
                <a:gd name="connsiteY0" fmla="*/ 368141 h 581025"/>
                <a:gd name="connsiteX1" fmla="*/ 571024 w 695325"/>
                <a:gd name="connsiteY1" fmla="*/ 127159 h 581025"/>
                <a:gd name="connsiteX2" fmla="*/ 388144 w 695325"/>
                <a:gd name="connsiteY2" fmla="*/ 13811 h 581025"/>
                <a:gd name="connsiteX3" fmla="*/ 371951 w 695325"/>
                <a:gd name="connsiteY3" fmla="*/ 7144 h 581025"/>
                <a:gd name="connsiteX4" fmla="*/ 371951 w 695325"/>
                <a:gd name="connsiteY4" fmla="*/ 7144 h 581025"/>
                <a:gd name="connsiteX5" fmla="*/ 371951 w 695325"/>
                <a:gd name="connsiteY5" fmla="*/ 7144 h 581025"/>
                <a:gd name="connsiteX6" fmla="*/ 7144 w 695325"/>
                <a:gd name="connsiteY6" fmla="*/ 383381 h 581025"/>
                <a:gd name="connsiteX7" fmla="*/ 132874 w 695325"/>
                <a:gd name="connsiteY7" fmla="*/ 569119 h 581025"/>
                <a:gd name="connsiteX8" fmla="*/ 262414 w 695325"/>
                <a:gd name="connsiteY8" fmla="*/ 571976 h 581025"/>
                <a:gd name="connsiteX9" fmla="*/ 358616 w 695325"/>
                <a:gd name="connsiteY9" fmla="*/ 506254 h 581025"/>
                <a:gd name="connsiteX10" fmla="*/ 577692 w 695325"/>
                <a:gd name="connsiteY10" fmla="*/ 271939 h 581025"/>
                <a:gd name="connsiteX11" fmla="*/ 690086 w 695325"/>
                <a:gd name="connsiteY11" fmla="*/ 374809 h 581025"/>
                <a:gd name="connsiteX12" fmla="*/ 689134 w 695325"/>
                <a:gd name="connsiteY12" fmla="*/ 368141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95325" h="581025">
                  <a:moveTo>
                    <a:pt x="689134" y="368141"/>
                  </a:moveTo>
                  <a:cubicBezTo>
                    <a:pt x="687229" y="271939"/>
                    <a:pt x="641509" y="191929"/>
                    <a:pt x="571024" y="127159"/>
                  </a:cubicBezTo>
                  <a:cubicBezTo>
                    <a:pt x="517684" y="78581"/>
                    <a:pt x="453866" y="41434"/>
                    <a:pt x="388144" y="13811"/>
                  </a:cubicBezTo>
                  <a:cubicBezTo>
                    <a:pt x="382429" y="11906"/>
                    <a:pt x="377666" y="9049"/>
                    <a:pt x="371951" y="7144"/>
                  </a:cubicBezTo>
                  <a:lnTo>
                    <a:pt x="371951" y="7144"/>
                  </a:lnTo>
                  <a:cubicBezTo>
                    <a:pt x="371951" y="7144"/>
                    <a:pt x="371951" y="7144"/>
                    <a:pt x="371951" y="7144"/>
                  </a:cubicBezTo>
                  <a:cubicBezTo>
                    <a:pt x="290036" y="105251"/>
                    <a:pt x="7144" y="178594"/>
                    <a:pt x="7144" y="383381"/>
                  </a:cubicBezTo>
                  <a:cubicBezTo>
                    <a:pt x="7144" y="463391"/>
                    <a:pt x="57626" y="538639"/>
                    <a:pt x="132874" y="569119"/>
                  </a:cubicBezTo>
                  <a:cubicBezTo>
                    <a:pt x="175736" y="585311"/>
                    <a:pt x="219551" y="586264"/>
                    <a:pt x="262414" y="571976"/>
                  </a:cubicBezTo>
                  <a:cubicBezTo>
                    <a:pt x="300514" y="559594"/>
                    <a:pt x="332899" y="535781"/>
                    <a:pt x="358616" y="506254"/>
                  </a:cubicBezTo>
                  <a:cubicBezTo>
                    <a:pt x="441484" y="413861"/>
                    <a:pt x="475774" y="271939"/>
                    <a:pt x="577692" y="271939"/>
                  </a:cubicBezTo>
                  <a:cubicBezTo>
                    <a:pt x="671036" y="271939"/>
                    <a:pt x="683419" y="338614"/>
                    <a:pt x="690086" y="374809"/>
                  </a:cubicBezTo>
                  <a:cubicBezTo>
                    <a:pt x="689134" y="373856"/>
                    <a:pt x="689134" y="371951"/>
                    <a:pt x="689134" y="368141"/>
                  </a:cubicBezTo>
                  <a:close/>
                </a:path>
              </a:pathLst>
            </a:custGeom>
            <a:solidFill>
              <a:srgbClr val="0072AF"/>
            </a:solidFill>
            <a:ln w="9525" cap="flat">
              <a:noFill/>
              <a:prstDash val="solid"/>
              <a:miter/>
            </a:ln>
          </p:spPr>
          <p:txBody>
            <a:bodyPr rtlCol="0" anchor="ctr"/>
            <a:lstStyle/>
            <a:p>
              <a:endParaRPr lang="en-US" sz="1800"/>
            </a:p>
          </p:txBody>
        </p:sp>
      </p:grpSp>
    </p:spTree>
    <p:extLst>
      <p:ext uri="{BB962C8B-B14F-4D97-AF65-F5344CB8AC3E}">
        <p14:creationId xmlns:p14="http://schemas.microsoft.com/office/powerpoint/2010/main" val="573140721"/>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Title Slide 5a">
    <p:spTree>
      <p:nvGrpSpPr>
        <p:cNvPr id="1" name=""/>
        <p:cNvGrpSpPr/>
        <p:nvPr/>
      </p:nvGrpSpPr>
      <p:grpSpPr>
        <a:xfrm>
          <a:off x="0" y="0"/>
          <a:ext cx="0" cy="0"/>
          <a:chOff x="0" y="0"/>
          <a:chExt cx="0" cy="0"/>
        </a:xfrm>
      </p:grpSpPr>
      <p:sp>
        <p:nvSpPr>
          <p:cNvPr id="33" name="Picture Placeholder 18">
            <a:extLst>
              <a:ext uri="{FF2B5EF4-FFF2-40B4-BE49-F238E27FC236}">
                <a16:creationId xmlns:a16="http://schemas.microsoft.com/office/drawing/2014/main" id="{3A966515-C64B-E7BB-1198-D99D16DE65B4}"/>
              </a:ext>
            </a:extLst>
          </p:cNvPr>
          <p:cNvSpPr>
            <a:spLocks noGrp="1"/>
          </p:cNvSpPr>
          <p:nvPr>
            <p:ph type="pic" sz="quarter" idx="10" hasCustomPrompt="1"/>
          </p:nvPr>
        </p:nvSpPr>
        <p:spPr>
          <a:xfrm>
            <a:off x="5159896" y="1916832"/>
            <a:ext cx="7032104" cy="3528392"/>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2">
              <a:lumMod val="90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grpSp>
        <p:nvGrpSpPr>
          <p:cNvPr id="8" name="Group 1">
            <a:extLst>
              <a:ext uri="{FF2B5EF4-FFF2-40B4-BE49-F238E27FC236}">
                <a16:creationId xmlns:a16="http://schemas.microsoft.com/office/drawing/2014/main" id="{AA102172-14DD-5ED5-33AF-356721242379}"/>
              </a:ext>
            </a:extLst>
          </p:cNvPr>
          <p:cNvGrpSpPr>
            <a:grpSpLocks noChangeAspect="1"/>
          </p:cNvGrpSpPr>
          <p:nvPr userDrawn="1"/>
        </p:nvGrpSpPr>
        <p:grpSpPr>
          <a:xfrm>
            <a:off x="443236" y="6021288"/>
            <a:ext cx="1872000" cy="420870"/>
            <a:chOff x="5095385" y="4090756"/>
            <a:chExt cx="3033729" cy="682053"/>
          </a:xfrm>
        </p:grpSpPr>
        <p:sp>
          <p:nvSpPr>
            <p:cNvPr id="9" name="Freeform: Shape 2">
              <a:extLst>
                <a:ext uri="{FF2B5EF4-FFF2-40B4-BE49-F238E27FC236}">
                  <a16:creationId xmlns:a16="http://schemas.microsoft.com/office/drawing/2014/main" id="{21C01B30-4538-A317-44E5-BDF28A06DCAA}"/>
                </a:ext>
              </a:extLst>
            </p:cNvPr>
            <p:cNvSpPr/>
            <p:nvPr/>
          </p:nvSpPr>
          <p:spPr>
            <a:xfrm>
              <a:off x="7769592" y="4296409"/>
              <a:ext cx="355081" cy="288503"/>
            </a:xfrm>
            <a:custGeom>
              <a:avLst/>
              <a:gdLst>
                <a:gd name="connsiteX0" fmla="*/ 304324 w 457200"/>
                <a:gd name="connsiteY0" fmla="*/ 261461 h 371475"/>
                <a:gd name="connsiteX1" fmla="*/ 456724 w 457200"/>
                <a:gd name="connsiteY1" fmla="*/ 110014 h 371475"/>
                <a:gd name="connsiteX2" fmla="*/ 344329 w 457200"/>
                <a:gd name="connsiteY2" fmla="*/ 7144 h 371475"/>
                <a:gd name="connsiteX3" fmla="*/ 125254 w 457200"/>
                <a:gd name="connsiteY3" fmla="*/ 241459 h 371475"/>
                <a:gd name="connsiteX4" fmla="*/ 7144 w 457200"/>
                <a:gd name="connsiteY4" fmla="*/ 348139 h 371475"/>
                <a:gd name="connsiteX5" fmla="*/ 96679 w 457200"/>
                <a:gd name="connsiteY5" fmla="*/ 372904 h 371475"/>
                <a:gd name="connsiteX6" fmla="*/ 306229 w 457200"/>
                <a:gd name="connsiteY6" fmla="*/ 304324 h 371475"/>
                <a:gd name="connsiteX7" fmla="*/ 200501 w 457200"/>
                <a:gd name="connsiteY7" fmla="*/ 210026 h 371475"/>
                <a:gd name="connsiteX8" fmla="*/ 304324 w 457200"/>
                <a:gd name="connsiteY8" fmla="*/ 26146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7200" h="371475">
                  <a:moveTo>
                    <a:pt x="304324" y="261461"/>
                  </a:moveTo>
                  <a:cubicBezTo>
                    <a:pt x="390049" y="261461"/>
                    <a:pt x="455771" y="191929"/>
                    <a:pt x="456724" y="110014"/>
                  </a:cubicBezTo>
                  <a:cubicBezTo>
                    <a:pt x="451009" y="73819"/>
                    <a:pt x="438626" y="7144"/>
                    <a:pt x="344329" y="7144"/>
                  </a:cubicBezTo>
                  <a:cubicBezTo>
                    <a:pt x="242411" y="7144"/>
                    <a:pt x="208121" y="150019"/>
                    <a:pt x="125254" y="241459"/>
                  </a:cubicBezTo>
                  <a:cubicBezTo>
                    <a:pt x="118586" y="293846"/>
                    <a:pt x="69056" y="340519"/>
                    <a:pt x="7144" y="348139"/>
                  </a:cubicBezTo>
                  <a:cubicBezTo>
                    <a:pt x="22384" y="364331"/>
                    <a:pt x="55721" y="372904"/>
                    <a:pt x="96679" y="372904"/>
                  </a:cubicBezTo>
                  <a:cubicBezTo>
                    <a:pt x="170021" y="372904"/>
                    <a:pt x="259556" y="350996"/>
                    <a:pt x="306229" y="304324"/>
                  </a:cubicBezTo>
                  <a:cubicBezTo>
                    <a:pt x="244316" y="305276"/>
                    <a:pt x="204311" y="265271"/>
                    <a:pt x="200501" y="210026"/>
                  </a:cubicBezTo>
                  <a:cubicBezTo>
                    <a:pt x="230029" y="247174"/>
                    <a:pt x="264319" y="261461"/>
                    <a:pt x="304324" y="261461"/>
                  </a:cubicBezTo>
                  <a:close/>
                </a:path>
              </a:pathLst>
            </a:custGeom>
            <a:solidFill>
              <a:srgbClr val="17ABDB"/>
            </a:solidFill>
            <a:ln w="9525" cap="flat">
              <a:noFill/>
              <a:prstDash val="solid"/>
              <a:miter/>
            </a:ln>
          </p:spPr>
          <p:txBody>
            <a:bodyPr rtlCol="0" anchor="ctr"/>
            <a:lstStyle/>
            <a:p>
              <a:endParaRPr lang="en-US" sz="1800"/>
            </a:p>
          </p:txBody>
        </p:sp>
        <p:sp>
          <p:nvSpPr>
            <p:cNvPr id="10" name="Freeform: Shape 3">
              <a:extLst>
                <a:ext uri="{FF2B5EF4-FFF2-40B4-BE49-F238E27FC236}">
                  <a16:creationId xmlns:a16="http://schemas.microsoft.com/office/drawing/2014/main" id="{A9A8C1E0-9587-0DA1-86EF-2B2312071C5E}"/>
                </a:ext>
              </a:extLst>
            </p:cNvPr>
            <p:cNvSpPr/>
            <p:nvPr/>
          </p:nvSpPr>
          <p:spPr>
            <a:xfrm>
              <a:off x="5095385" y="4099634"/>
              <a:ext cx="2463378" cy="673175"/>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0072AF"/>
            </a:solidFill>
            <a:ln w="9525" cap="flat">
              <a:noFill/>
              <a:prstDash val="solid"/>
              <a:miter/>
            </a:ln>
          </p:spPr>
          <p:txBody>
            <a:bodyPr rtlCol="0" anchor="ctr"/>
            <a:lstStyle/>
            <a:p>
              <a:endParaRPr lang="en-US" sz="1800"/>
            </a:p>
          </p:txBody>
        </p:sp>
        <p:sp>
          <p:nvSpPr>
            <p:cNvPr id="11" name="Freeform: Shape 4">
              <a:extLst>
                <a:ext uri="{FF2B5EF4-FFF2-40B4-BE49-F238E27FC236}">
                  <a16:creationId xmlns:a16="http://schemas.microsoft.com/office/drawing/2014/main" id="{B65EA192-75EF-F13F-0CC2-C84DE74A65A7}"/>
                </a:ext>
              </a:extLst>
            </p:cNvPr>
            <p:cNvSpPr/>
            <p:nvPr/>
          </p:nvSpPr>
          <p:spPr>
            <a:xfrm>
              <a:off x="6951400" y="4132898"/>
              <a:ext cx="73975" cy="81373"/>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0072AF"/>
            </a:solidFill>
            <a:ln w="9525" cap="flat">
              <a:noFill/>
              <a:prstDash val="solid"/>
              <a:miter/>
            </a:ln>
          </p:spPr>
          <p:txBody>
            <a:bodyPr rtlCol="0" anchor="ctr"/>
            <a:lstStyle/>
            <a:p>
              <a:endParaRPr lang="en-US" sz="1800"/>
            </a:p>
          </p:txBody>
        </p:sp>
        <p:sp>
          <p:nvSpPr>
            <p:cNvPr id="12" name="Freeform: Shape 14">
              <a:extLst>
                <a:ext uri="{FF2B5EF4-FFF2-40B4-BE49-F238E27FC236}">
                  <a16:creationId xmlns:a16="http://schemas.microsoft.com/office/drawing/2014/main" id="{A48BD9AC-7231-CA62-C64B-046F4398B636}"/>
                </a:ext>
              </a:extLst>
            </p:cNvPr>
            <p:cNvSpPr/>
            <p:nvPr/>
          </p:nvSpPr>
          <p:spPr>
            <a:xfrm>
              <a:off x="7433743" y="4146951"/>
              <a:ext cx="73975" cy="73975"/>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0072AF"/>
            </a:solidFill>
            <a:ln w="9525" cap="flat">
              <a:noFill/>
              <a:prstDash val="solid"/>
              <a:miter/>
            </a:ln>
          </p:spPr>
          <p:txBody>
            <a:bodyPr rtlCol="0" anchor="ctr"/>
            <a:lstStyle/>
            <a:p>
              <a:endParaRPr lang="en-US" sz="1800"/>
            </a:p>
          </p:txBody>
        </p:sp>
        <p:sp>
          <p:nvSpPr>
            <p:cNvPr id="13" name="Freeform: Shape 20">
              <a:extLst>
                <a:ext uri="{FF2B5EF4-FFF2-40B4-BE49-F238E27FC236}">
                  <a16:creationId xmlns:a16="http://schemas.microsoft.com/office/drawing/2014/main" id="{E90D6E4E-CBEC-C140-FE24-C2FD729A0A29}"/>
                </a:ext>
              </a:extLst>
            </p:cNvPr>
            <p:cNvSpPr/>
            <p:nvPr/>
          </p:nvSpPr>
          <p:spPr>
            <a:xfrm>
              <a:off x="7589095" y="4090756"/>
              <a:ext cx="540019" cy="451249"/>
            </a:xfrm>
            <a:custGeom>
              <a:avLst/>
              <a:gdLst>
                <a:gd name="connsiteX0" fmla="*/ 689134 w 695325"/>
                <a:gd name="connsiteY0" fmla="*/ 368141 h 581025"/>
                <a:gd name="connsiteX1" fmla="*/ 571024 w 695325"/>
                <a:gd name="connsiteY1" fmla="*/ 127159 h 581025"/>
                <a:gd name="connsiteX2" fmla="*/ 388144 w 695325"/>
                <a:gd name="connsiteY2" fmla="*/ 13811 h 581025"/>
                <a:gd name="connsiteX3" fmla="*/ 371951 w 695325"/>
                <a:gd name="connsiteY3" fmla="*/ 7144 h 581025"/>
                <a:gd name="connsiteX4" fmla="*/ 371951 w 695325"/>
                <a:gd name="connsiteY4" fmla="*/ 7144 h 581025"/>
                <a:gd name="connsiteX5" fmla="*/ 371951 w 695325"/>
                <a:gd name="connsiteY5" fmla="*/ 7144 h 581025"/>
                <a:gd name="connsiteX6" fmla="*/ 7144 w 695325"/>
                <a:gd name="connsiteY6" fmla="*/ 383381 h 581025"/>
                <a:gd name="connsiteX7" fmla="*/ 132874 w 695325"/>
                <a:gd name="connsiteY7" fmla="*/ 569119 h 581025"/>
                <a:gd name="connsiteX8" fmla="*/ 262414 w 695325"/>
                <a:gd name="connsiteY8" fmla="*/ 571976 h 581025"/>
                <a:gd name="connsiteX9" fmla="*/ 358616 w 695325"/>
                <a:gd name="connsiteY9" fmla="*/ 506254 h 581025"/>
                <a:gd name="connsiteX10" fmla="*/ 577692 w 695325"/>
                <a:gd name="connsiteY10" fmla="*/ 271939 h 581025"/>
                <a:gd name="connsiteX11" fmla="*/ 690086 w 695325"/>
                <a:gd name="connsiteY11" fmla="*/ 374809 h 581025"/>
                <a:gd name="connsiteX12" fmla="*/ 689134 w 695325"/>
                <a:gd name="connsiteY12" fmla="*/ 368141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95325" h="581025">
                  <a:moveTo>
                    <a:pt x="689134" y="368141"/>
                  </a:moveTo>
                  <a:cubicBezTo>
                    <a:pt x="687229" y="271939"/>
                    <a:pt x="641509" y="191929"/>
                    <a:pt x="571024" y="127159"/>
                  </a:cubicBezTo>
                  <a:cubicBezTo>
                    <a:pt x="517684" y="78581"/>
                    <a:pt x="453866" y="41434"/>
                    <a:pt x="388144" y="13811"/>
                  </a:cubicBezTo>
                  <a:cubicBezTo>
                    <a:pt x="382429" y="11906"/>
                    <a:pt x="377666" y="9049"/>
                    <a:pt x="371951" y="7144"/>
                  </a:cubicBezTo>
                  <a:lnTo>
                    <a:pt x="371951" y="7144"/>
                  </a:lnTo>
                  <a:cubicBezTo>
                    <a:pt x="371951" y="7144"/>
                    <a:pt x="371951" y="7144"/>
                    <a:pt x="371951" y="7144"/>
                  </a:cubicBezTo>
                  <a:cubicBezTo>
                    <a:pt x="290036" y="105251"/>
                    <a:pt x="7144" y="178594"/>
                    <a:pt x="7144" y="383381"/>
                  </a:cubicBezTo>
                  <a:cubicBezTo>
                    <a:pt x="7144" y="463391"/>
                    <a:pt x="57626" y="538639"/>
                    <a:pt x="132874" y="569119"/>
                  </a:cubicBezTo>
                  <a:cubicBezTo>
                    <a:pt x="175736" y="585311"/>
                    <a:pt x="219551" y="586264"/>
                    <a:pt x="262414" y="571976"/>
                  </a:cubicBezTo>
                  <a:cubicBezTo>
                    <a:pt x="300514" y="559594"/>
                    <a:pt x="332899" y="535781"/>
                    <a:pt x="358616" y="506254"/>
                  </a:cubicBezTo>
                  <a:cubicBezTo>
                    <a:pt x="441484" y="413861"/>
                    <a:pt x="475774" y="271939"/>
                    <a:pt x="577692" y="271939"/>
                  </a:cubicBezTo>
                  <a:cubicBezTo>
                    <a:pt x="671036" y="271939"/>
                    <a:pt x="683419" y="338614"/>
                    <a:pt x="690086" y="374809"/>
                  </a:cubicBezTo>
                  <a:cubicBezTo>
                    <a:pt x="689134" y="373856"/>
                    <a:pt x="689134" y="371951"/>
                    <a:pt x="689134" y="368141"/>
                  </a:cubicBezTo>
                  <a:close/>
                </a:path>
              </a:pathLst>
            </a:custGeom>
            <a:solidFill>
              <a:srgbClr val="0072AF"/>
            </a:solidFill>
            <a:ln w="9525" cap="flat">
              <a:noFill/>
              <a:prstDash val="solid"/>
              <a:miter/>
            </a:ln>
          </p:spPr>
          <p:txBody>
            <a:bodyPr rtlCol="0" anchor="ctr"/>
            <a:lstStyle/>
            <a:p>
              <a:endParaRPr lang="en-US" sz="1800"/>
            </a:p>
          </p:txBody>
        </p:sp>
      </p:grpSp>
      <p:sp>
        <p:nvSpPr>
          <p:cNvPr id="19" name="Text Placeholder 8">
            <a:extLst>
              <a:ext uri="{FF2B5EF4-FFF2-40B4-BE49-F238E27FC236}">
                <a16:creationId xmlns:a16="http://schemas.microsoft.com/office/drawing/2014/main" id="{DE3C410B-B58E-46DB-B5F0-7F515E223DD9}"/>
              </a:ext>
            </a:extLst>
          </p:cNvPr>
          <p:cNvSpPr>
            <a:spLocks noGrp="1"/>
          </p:cNvSpPr>
          <p:nvPr>
            <p:ph type="body" sz="quarter" idx="12" hasCustomPrompt="1"/>
          </p:nvPr>
        </p:nvSpPr>
        <p:spPr>
          <a:xfrm>
            <a:off x="407368" y="3341212"/>
            <a:ext cx="4609034" cy="215444"/>
          </a:xfrm>
        </p:spPr>
        <p:txBody>
          <a:bodyPr vert="horz" wrap="square" lIns="18000" tIns="0" rIns="0" bIns="0" rtlCol="0" anchor="t" anchorCtr="0">
            <a:spAutoFit/>
          </a:bodyPr>
          <a:lstStyle>
            <a:lvl1pPr>
              <a:defRPr lang="en-US" sz="1400" dirty="0">
                <a:latin typeface="Ubuntu Light" panose="020B0304030602030204" pitchFamily="34" charset="0"/>
              </a:defRPr>
            </a:lvl1pPr>
          </a:lstStyle>
          <a:p>
            <a:pPr lvl="0"/>
            <a:r>
              <a:rPr lang="en-US"/>
              <a:t>Optional: Click to insert name</a:t>
            </a:r>
          </a:p>
        </p:txBody>
      </p:sp>
      <p:sp>
        <p:nvSpPr>
          <p:cNvPr id="6" name="Subtitle">
            <a:extLst>
              <a:ext uri="{FF2B5EF4-FFF2-40B4-BE49-F238E27FC236}">
                <a16:creationId xmlns:a16="http://schemas.microsoft.com/office/drawing/2014/main" id="{A6C182ED-7FBB-D436-05D8-96E184F17BD0}"/>
              </a:ext>
            </a:extLst>
          </p:cNvPr>
          <p:cNvSpPr>
            <a:spLocks noGrp="1"/>
          </p:cNvSpPr>
          <p:nvPr>
            <p:ph type="subTitle" idx="1"/>
          </p:nvPr>
        </p:nvSpPr>
        <p:spPr>
          <a:xfrm>
            <a:off x="407368" y="2924944"/>
            <a:ext cx="4609034" cy="246221"/>
          </a:xfrm>
          <a:prstGeom prst="rect">
            <a:avLst/>
          </a:prstGeom>
        </p:spPr>
        <p:txBody>
          <a:bodyPr wrap="square" lIns="18000" tIns="0" rIns="0" anchor="t" anchorCtr="0">
            <a:spAutoFit/>
          </a:bodyPr>
          <a:lstStyle>
            <a:lvl1pPr marL="0" indent="0" algn="l">
              <a:buNone/>
              <a:defRPr sz="1600">
                <a:solidFill>
                  <a:schemeClr val="tx1"/>
                </a:solidFill>
                <a:latin typeface="Ubuntu Light" panose="020B0304030602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en-GB"/>
          </a:p>
        </p:txBody>
      </p:sp>
      <p:sp>
        <p:nvSpPr>
          <p:cNvPr id="7" name="Title">
            <a:extLst>
              <a:ext uri="{FF2B5EF4-FFF2-40B4-BE49-F238E27FC236}">
                <a16:creationId xmlns:a16="http://schemas.microsoft.com/office/drawing/2014/main" id="{46ABBE1C-3373-50D9-4152-CA1AC4A5E7F0}"/>
              </a:ext>
            </a:extLst>
          </p:cNvPr>
          <p:cNvSpPr>
            <a:spLocks noGrp="1"/>
          </p:cNvSpPr>
          <p:nvPr>
            <p:ph type="ctrTitle" hasCustomPrompt="1"/>
          </p:nvPr>
        </p:nvSpPr>
        <p:spPr>
          <a:xfrm>
            <a:off x="407368" y="1167576"/>
            <a:ext cx="4609034" cy="1495794"/>
          </a:xfrm>
          <a:prstGeom prst="rect">
            <a:avLst/>
          </a:prstGeom>
        </p:spPr>
        <p:txBody>
          <a:bodyPr wrap="square" lIns="0" tIns="0" rIns="0" bIns="0" anchor="b" anchorCtr="0">
            <a:spAutoFit/>
          </a:bodyPr>
          <a:lstStyle>
            <a:lvl1pPr algn="l">
              <a:lnSpc>
                <a:spcPct val="90000"/>
              </a:lnSpc>
              <a:tabLst>
                <a:tab pos="1258888" algn="l"/>
              </a:tabLst>
              <a:defRPr sz="5400" b="0" cap="none" baseline="0">
                <a:solidFill>
                  <a:schemeClr val="tx1"/>
                </a:solidFill>
                <a:latin typeface="+mj-lt"/>
              </a:defRPr>
            </a:lvl1pPr>
          </a:lstStyle>
          <a:p>
            <a:r>
              <a:rPr lang="fr-FR"/>
              <a:t>Modifiez le style du titre</a:t>
            </a:r>
            <a:endParaRPr lang="en-GB"/>
          </a:p>
        </p:txBody>
      </p:sp>
    </p:spTree>
    <p:extLst>
      <p:ext uri="{BB962C8B-B14F-4D97-AF65-F5344CB8AC3E}">
        <p14:creationId xmlns:p14="http://schemas.microsoft.com/office/powerpoint/2010/main" val="3028142747"/>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Title Slide 5b">
    <p:spTree>
      <p:nvGrpSpPr>
        <p:cNvPr id="1" name=""/>
        <p:cNvGrpSpPr/>
        <p:nvPr/>
      </p:nvGrpSpPr>
      <p:grpSpPr>
        <a:xfrm>
          <a:off x="0" y="0"/>
          <a:ext cx="0" cy="0"/>
          <a:chOff x="0" y="0"/>
          <a:chExt cx="0" cy="0"/>
        </a:xfrm>
      </p:grpSpPr>
      <p:sp>
        <p:nvSpPr>
          <p:cNvPr id="33" name="Picture Placeholder 18">
            <a:extLst>
              <a:ext uri="{FF2B5EF4-FFF2-40B4-BE49-F238E27FC236}">
                <a16:creationId xmlns:a16="http://schemas.microsoft.com/office/drawing/2014/main" id="{3A966515-C64B-E7BB-1198-D99D16DE65B4}"/>
              </a:ext>
            </a:extLst>
          </p:cNvPr>
          <p:cNvSpPr>
            <a:spLocks noGrp="1"/>
          </p:cNvSpPr>
          <p:nvPr>
            <p:ph type="pic" sz="quarter" idx="10" hasCustomPrompt="1"/>
          </p:nvPr>
        </p:nvSpPr>
        <p:spPr>
          <a:xfrm>
            <a:off x="6096000" y="1916832"/>
            <a:ext cx="3816424" cy="4941168"/>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2">
              <a:lumMod val="90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9" name="Text Placeholder 8">
            <a:extLst>
              <a:ext uri="{FF2B5EF4-FFF2-40B4-BE49-F238E27FC236}">
                <a16:creationId xmlns:a16="http://schemas.microsoft.com/office/drawing/2014/main" id="{DE3C410B-B58E-46DB-B5F0-7F515E223DD9}"/>
              </a:ext>
            </a:extLst>
          </p:cNvPr>
          <p:cNvSpPr>
            <a:spLocks noGrp="1"/>
          </p:cNvSpPr>
          <p:nvPr>
            <p:ph type="body" sz="quarter" idx="12" hasCustomPrompt="1"/>
          </p:nvPr>
        </p:nvSpPr>
        <p:spPr>
          <a:xfrm>
            <a:off x="407368" y="3341212"/>
            <a:ext cx="4597606" cy="215444"/>
          </a:xfrm>
        </p:spPr>
        <p:txBody>
          <a:bodyPr vert="horz" wrap="square" lIns="18000" tIns="0" rIns="0" bIns="0" rtlCol="0" anchor="t" anchorCtr="0">
            <a:spAutoFit/>
          </a:bodyPr>
          <a:lstStyle>
            <a:lvl1pPr>
              <a:defRPr lang="en-US" sz="1400" dirty="0">
                <a:latin typeface="Ubuntu Light" panose="020B0304030602030204" pitchFamily="34" charset="0"/>
              </a:defRPr>
            </a:lvl1pPr>
          </a:lstStyle>
          <a:p>
            <a:pPr lvl="0"/>
            <a:r>
              <a:rPr lang="en-US"/>
              <a:t>Optional: Click to insert name</a:t>
            </a:r>
          </a:p>
        </p:txBody>
      </p:sp>
      <p:sp>
        <p:nvSpPr>
          <p:cNvPr id="6" name="Subtitle">
            <a:extLst>
              <a:ext uri="{FF2B5EF4-FFF2-40B4-BE49-F238E27FC236}">
                <a16:creationId xmlns:a16="http://schemas.microsoft.com/office/drawing/2014/main" id="{A6C182ED-7FBB-D436-05D8-96E184F17BD0}"/>
              </a:ext>
            </a:extLst>
          </p:cNvPr>
          <p:cNvSpPr>
            <a:spLocks noGrp="1"/>
          </p:cNvSpPr>
          <p:nvPr>
            <p:ph type="subTitle" idx="1"/>
          </p:nvPr>
        </p:nvSpPr>
        <p:spPr>
          <a:xfrm>
            <a:off x="407368" y="2924944"/>
            <a:ext cx="4597606" cy="246221"/>
          </a:xfrm>
          <a:prstGeom prst="rect">
            <a:avLst/>
          </a:prstGeom>
        </p:spPr>
        <p:txBody>
          <a:bodyPr wrap="square" lIns="18000" tIns="0" rIns="0" anchor="t" anchorCtr="0">
            <a:spAutoFit/>
          </a:bodyPr>
          <a:lstStyle>
            <a:lvl1pPr marL="0" indent="0" algn="l">
              <a:buNone/>
              <a:defRPr sz="1600">
                <a:solidFill>
                  <a:schemeClr val="tx1"/>
                </a:solidFill>
                <a:latin typeface="Ubuntu Light" panose="020B0304030602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en-GB"/>
          </a:p>
        </p:txBody>
      </p:sp>
      <p:sp>
        <p:nvSpPr>
          <p:cNvPr id="7" name="Title">
            <a:extLst>
              <a:ext uri="{FF2B5EF4-FFF2-40B4-BE49-F238E27FC236}">
                <a16:creationId xmlns:a16="http://schemas.microsoft.com/office/drawing/2014/main" id="{46ABBE1C-3373-50D9-4152-CA1AC4A5E7F0}"/>
              </a:ext>
            </a:extLst>
          </p:cNvPr>
          <p:cNvSpPr>
            <a:spLocks noGrp="1"/>
          </p:cNvSpPr>
          <p:nvPr>
            <p:ph type="ctrTitle" hasCustomPrompt="1"/>
          </p:nvPr>
        </p:nvSpPr>
        <p:spPr>
          <a:xfrm>
            <a:off x="407368" y="1285134"/>
            <a:ext cx="4597606" cy="1495794"/>
          </a:xfrm>
          <a:prstGeom prst="rect">
            <a:avLst/>
          </a:prstGeom>
        </p:spPr>
        <p:txBody>
          <a:bodyPr wrap="square" lIns="0" tIns="0" rIns="0" bIns="0" anchor="b" anchorCtr="0">
            <a:spAutoFit/>
          </a:bodyPr>
          <a:lstStyle>
            <a:lvl1pPr algn="l">
              <a:lnSpc>
                <a:spcPct val="90000"/>
              </a:lnSpc>
              <a:tabLst>
                <a:tab pos="1258888" algn="l"/>
              </a:tabLst>
              <a:defRPr sz="5400" b="0" cap="none" baseline="0">
                <a:solidFill>
                  <a:schemeClr val="tx1"/>
                </a:solidFill>
                <a:latin typeface="+mj-lt"/>
              </a:defRPr>
            </a:lvl1pPr>
          </a:lstStyle>
          <a:p>
            <a:r>
              <a:rPr lang="fr-FR"/>
              <a:t>Modifiez le style du titre</a:t>
            </a:r>
            <a:endParaRPr lang="en-GB"/>
          </a:p>
        </p:txBody>
      </p:sp>
      <p:grpSp>
        <p:nvGrpSpPr>
          <p:cNvPr id="8" name="Group 1">
            <a:extLst>
              <a:ext uri="{FF2B5EF4-FFF2-40B4-BE49-F238E27FC236}">
                <a16:creationId xmlns:a16="http://schemas.microsoft.com/office/drawing/2014/main" id="{03C5622C-AFD4-93DA-3105-DD24A1095D2B}"/>
              </a:ext>
            </a:extLst>
          </p:cNvPr>
          <p:cNvGrpSpPr>
            <a:grpSpLocks noChangeAspect="1"/>
          </p:cNvGrpSpPr>
          <p:nvPr userDrawn="1"/>
        </p:nvGrpSpPr>
        <p:grpSpPr>
          <a:xfrm>
            <a:off x="443236" y="6021288"/>
            <a:ext cx="1872000" cy="420870"/>
            <a:chOff x="5095385" y="4090756"/>
            <a:chExt cx="3033729" cy="682053"/>
          </a:xfrm>
        </p:grpSpPr>
        <p:sp>
          <p:nvSpPr>
            <p:cNvPr id="9" name="Freeform: Shape 2">
              <a:extLst>
                <a:ext uri="{FF2B5EF4-FFF2-40B4-BE49-F238E27FC236}">
                  <a16:creationId xmlns:a16="http://schemas.microsoft.com/office/drawing/2014/main" id="{EC1F4AF4-B2D1-B383-5414-6A7CE220351C}"/>
                </a:ext>
              </a:extLst>
            </p:cNvPr>
            <p:cNvSpPr/>
            <p:nvPr/>
          </p:nvSpPr>
          <p:spPr>
            <a:xfrm>
              <a:off x="7769592" y="4296409"/>
              <a:ext cx="355081" cy="288503"/>
            </a:xfrm>
            <a:custGeom>
              <a:avLst/>
              <a:gdLst>
                <a:gd name="connsiteX0" fmla="*/ 304324 w 457200"/>
                <a:gd name="connsiteY0" fmla="*/ 261461 h 371475"/>
                <a:gd name="connsiteX1" fmla="*/ 456724 w 457200"/>
                <a:gd name="connsiteY1" fmla="*/ 110014 h 371475"/>
                <a:gd name="connsiteX2" fmla="*/ 344329 w 457200"/>
                <a:gd name="connsiteY2" fmla="*/ 7144 h 371475"/>
                <a:gd name="connsiteX3" fmla="*/ 125254 w 457200"/>
                <a:gd name="connsiteY3" fmla="*/ 241459 h 371475"/>
                <a:gd name="connsiteX4" fmla="*/ 7144 w 457200"/>
                <a:gd name="connsiteY4" fmla="*/ 348139 h 371475"/>
                <a:gd name="connsiteX5" fmla="*/ 96679 w 457200"/>
                <a:gd name="connsiteY5" fmla="*/ 372904 h 371475"/>
                <a:gd name="connsiteX6" fmla="*/ 306229 w 457200"/>
                <a:gd name="connsiteY6" fmla="*/ 304324 h 371475"/>
                <a:gd name="connsiteX7" fmla="*/ 200501 w 457200"/>
                <a:gd name="connsiteY7" fmla="*/ 210026 h 371475"/>
                <a:gd name="connsiteX8" fmla="*/ 304324 w 457200"/>
                <a:gd name="connsiteY8" fmla="*/ 26146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7200" h="371475">
                  <a:moveTo>
                    <a:pt x="304324" y="261461"/>
                  </a:moveTo>
                  <a:cubicBezTo>
                    <a:pt x="390049" y="261461"/>
                    <a:pt x="455771" y="191929"/>
                    <a:pt x="456724" y="110014"/>
                  </a:cubicBezTo>
                  <a:cubicBezTo>
                    <a:pt x="451009" y="73819"/>
                    <a:pt x="438626" y="7144"/>
                    <a:pt x="344329" y="7144"/>
                  </a:cubicBezTo>
                  <a:cubicBezTo>
                    <a:pt x="242411" y="7144"/>
                    <a:pt x="208121" y="150019"/>
                    <a:pt x="125254" y="241459"/>
                  </a:cubicBezTo>
                  <a:cubicBezTo>
                    <a:pt x="118586" y="293846"/>
                    <a:pt x="69056" y="340519"/>
                    <a:pt x="7144" y="348139"/>
                  </a:cubicBezTo>
                  <a:cubicBezTo>
                    <a:pt x="22384" y="364331"/>
                    <a:pt x="55721" y="372904"/>
                    <a:pt x="96679" y="372904"/>
                  </a:cubicBezTo>
                  <a:cubicBezTo>
                    <a:pt x="170021" y="372904"/>
                    <a:pt x="259556" y="350996"/>
                    <a:pt x="306229" y="304324"/>
                  </a:cubicBezTo>
                  <a:cubicBezTo>
                    <a:pt x="244316" y="305276"/>
                    <a:pt x="204311" y="265271"/>
                    <a:pt x="200501" y="210026"/>
                  </a:cubicBezTo>
                  <a:cubicBezTo>
                    <a:pt x="230029" y="247174"/>
                    <a:pt x="264319" y="261461"/>
                    <a:pt x="304324" y="261461"/>
                  </a:cubicBezTo>
                  <a:close/>
                </a:path>
              </a:pathLst>
            </a:custGeom>
            <a:solidFill>
              <a:srgbClr val="17ABDB"/>
            </a:solidFill>
            <a:ln w="9525" cap="flat">
              <a:noFill/>
              <a:prstDash val="solid"/>
              <a:miter/>
            </a:ln>
          </p:spPr>
          <p:txBody>
            <a:bodyPr rtlCol="0" anchor="ctr"/>
            <a:lstStyle/>
            <a:p>
              <a:endParaRPr lang="en-US" sz="1800"/>
            </a:p>
          </p:txBody>
        </p:sp>
        <p:sp>
          <p:nvSpPr>
            <p:cNvPr id="10" name="Freeform: Shape 3">
              <a:extLst>
                <a:ext uri="{FF2B5EF4-FFF2-40B4-BE49-F238E27FC236}">
                  <a16:creationId xmlns:a16="http://schemas.microsoft.com/office/drawing/2014/main" id="{562EA075-7E1A-57B6-FA93-F8A92DA56EC3}"/>
                </a:ext>
              </a:extLst>
            </p:cNvPr>
            <p:cNvSpPr/>
            <p:nvPr/>
          </p:nvSpPr>
          <p:spPr>
            <a:xfrm>
              <a:off x="5095385" y="4099634"/>
              <a:ext cx="2463378" cy="673175"/>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0072AF"/>
            </a:solidFill>
            <a:ln w="9525" cap="flat">
              <a:noFill/>
              <a:prstDash val="solid"/>
              <a:miter/>
            </a:ln>
          </p:spPr>
          <p:txBody>
            <a:bodyPr rtlCol="0" anchor="ctr"/>
            <a:lstStyle/>
            <a:p>
              <a:endParaRPr lang="en-US" sz="1800"/>
            </a:p>
          </p:txBody>
        </p:sp>
        <p:sp>
          <p:nvSpPr>
            <p:cNvPr id="11" name="Freeform: Shape 4">
              <a:extLst>
                <a:ext uri="{FF2B5EF4-FFF2-40B4-BE49-F238E27FC236}">
                  <a16:creationId xmlns:a16="http://schemas.microsoft.com/office/drawing/2014/main" id="{ABED82B4-66F4-60A2-8FF7-76C7FFFB8AEB}"/>
                </a:ext>
              </a:extLst>
            </p:cNvPr>
            <p:cNvSpPr/>
            <p:nvPr/>
          </p:nvSpPr>
          <p:spPr>
            <a:xfrm>
              <a:off x="6951400" y="4132898"/>
              <a:ext cx="73975" cy="81373"/>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0072AF"/>
            </a:solidFill>
            <a:ln w="9525" cap="flat">
              <a:noFill/>
              <a:prstDash val="solid"/>
              <a:miter/>
            </a:ln>
          </p:spPr>
          <p:txBody>
            <a:bodyPr rtlCol="0" anchor="ctr"/>
            <a:lstStyle/>
            <a:p>
              <a:endParaRPr lang="en-US" sz="1800"/>
            </a:p>
          </p:txBody>
        </p:sp>
        <p:sp>
          <p:nvSpPr>
            <p:cNvPr id="12" name="Freeform: Shape 14">
              <a:extLst>
                <a:ext uri="{FF2B5EF4-FFF2-40B4-BE49-F238E27FC236}">
                  <a16:creationId xmlns:a16="http://schemas.microsoft.com/office/drawing/2014/main" id="{C403332C-6371-29E3-2335-DFAA7BE6C2F8}"/>
                </a:ext>
              </a:extLst>
            </p:cNvPr>
            <p:cNvSpPr/>
            <p:nvPr/>
          </p:nvSpPr>
          <p:spPr>
            <a:xfrm>
              <a:off x="7433743" y="4146951"/>
              <a:ext cx="73975" cy="73975"/>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0072AF"/>
            </a:solidFill>
            <a:ln w="9525" cap="flat">
              <a:noFill/>
              <a:prstDash val="solid"/>
              <a:miter/>
            </a:ln>
          </p:spPr>
          <p:txBody>
            <a:bodyPr rtlCol="0" anchor="ctr"/>
            <a:lstStyle/>
            <a:p>
              <a:endParaRPr lang="en-US" sz="1800"/>
            </a:p>
          </p:txBody>
        </p:sp>
        <p:sp>
          <p:nvSpPr>
            <p:cNvPr id="13" name="Freeform: Shape 20">
              <a:extLst>
                <a:ext uri="{FF2B5EF4-FFF2-40B4-BE49-F238E27FC236}">
                  <a16:creationId xmlns:a16="http://schemas.microsoft.com/office/drawing/2014/main" id="{3D2D8432-F91A-C228-692F-66BF4106BFBA}"/>
                </a:ext>
              </a:extLst>
            </p:cNvPr>
            <p:cNvSpPr/>
            <p:nvPr/>
          </p:nvSpPr>
          <p:spPr>
            <a:xfrm>
              <a:off x="7589095" y="4090756"/>
              <a:ext cx="540019" cy="451249"/>
            </a:xfrm>
            <a:custGeom>
              <a:avLst/>
              <a:gdLst>
                <a:gd name="connsiteX0" fmla="*/ 689134 w 695325"/>
                <a:gd name="connsiteY0" fmla="*/ 368141 h 581025"/>
                <a:gd name="connsiteX1" fmla="*/ 571024 w 695325"/>
                <a:gd name="connsiteY1" fmla="*/ 127159 h 581025"/>
                <a:gd name="connsiteX2" fmla="*/ 388144 w 695325"/>
                <a:gd name="connsiteY2" fmla="*/ 13811 h 581025"/>
                <a:gd name="connsiteX3" fmla="*/ 371951 w 695325"/>
                <a:gd name="connsiteY3" fmla="*/ 7144 h 581025"/>
                <a:gd name="connsiteX4" fmla="*/ 371951 w 695325"/>
                <a:gd name="connsiteY4" fmla="*/ 7144 h 581025"/>
                <a:gd name="connsiteX5" fmla="*/ 371951 w 695325"/>
                <a:gd name="connsiteY5" fmla="*/ 7144 h 581025"/>
                <a:gd name="connsiteX6" fmla="*/ 7144 w 695325"/>
                <a:gd name="connsiteY6" fmla="*/ 383381 h 581025"/>
                <a:gd name="connsiteX7" fmla="*/ 132874 w 695325"/>
                <a:gd name="connsiteY7" fmla="*/ 569119 h 581025"/>
                <a:gd name="connsiteX8" fmla="*/ 262414 w 695325"/>
                <a:gd name="connsiteY8" fmla="*/ 571976 h 581025"/>
                <a:gd name="connsiteX9" fmla="*/ 358616 w 695325"/>
                <a:gd name="connsiteY9" fmla="*/ 506254 h 581025"/>
                <a:gd name="connsiteX10" fmla="*/ 577692 w 695325"/>
                <a:gd name="connsiteY10" fmla="*/ 271939 h 581025"/>
                <a:gd name="connsiteX11" fmla="*/ 690086 w 695325"/>
                <a:gd name="connsiteY11" fmla="*/ 374809 h 581025"/>
                <a:gd name="connsiteX12" fmla="*/ 689134 w 695325"/>
                <a:gd name="connsiteY12" fmla="*/ 368141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95325" h="581025">
                  <a:moveTo>
                    <a:pt x="689134" y="368141"/>
                  </a:moveTo>
                  <a:cubicBezTo>
                    <a:pt x="687229" y="271939"/>
                    <a:pt x="641509" y="191929"/>
                    <a:pt x="571024" y="127159"/>
                  </a:cubicBezTo>
                  <a:cubicBezTo>
                    <a:pt x="517684" y="78581"/>
                    <a:pt x="453866" y="41434"/>
                    <a:pt x="388144" y="13811"/>
                  </a:cubicBezTo>
                  <a:cubicBezTo>
                    <a:pt x="382429" y="11906"/>
                    <a:pt x="377666" y="9049"/>
                    <a:pt x="371951" y="7144"/>
                  </a:cubicBezTo>
                  <a:lnTo>
                    <a:pt x="371951" y="7144"/>
                  </a:lnTo>
                  <a:cubicBezTo>
                    <a:pt x="371951" y="7144"/>
                    <a:pt x="371951" y="7144"/>
                    <a:pt x="371951" y="7144"/>
                  </a:cubicBezTo>
                  <a:cubicBezTo>
                    <a:pt x="290036" y="105251"/>
                    <a:pt x="7144" y="178594"/>
                    <a:pt x="7144" y="383381"/>
                  </a:cubicBezTo>
                  <a:cubicBezTo>
                    <a:pt x="7144" y="463391"/>
                    <a:pt x="57626" y="538639"/>
                    <a:pt x="132874" y="569119"/>
                  </a:cubicBezTo>
                  <a:cubicBezTo>
                    <a:pt x="175736" y="585311"/>
                    <a:pt x="219551" y="586264"/>
                    <a:pt x="262414" y="571976"/>
                  </a:cubicBezTo>
                  <a:cubicBezTo>
                    <a:pt x="300514" y="559594"/>
                    <a:pt x="332899" y="535781"/>
                    <a:pt x="358616" y="506254"/>
                  </a:cubicBezTo>
                  <a:cubicBezTo>
                    <a:pt x="441484" y="413861"/>
                    <a:pt x="475774" y="271939"/>
                    <a:pt x="577692" y="271939"/>
                  </a:cubicBezTo>
                  <a:cubicBezTo>
                    <a:pt x="671036" y="271939"/>
                    <a:pt x="683419" y="338614"/>
                    <a:pt x="690086" y="374809"/>
                  </a:cubicBezTo>
                  <a:cubicBezTo>
                    <a:pt x="689134" y="373856"/>
                    <a:pt x="689134" y="371951"/>
                    <a:pt x="689134" y="368141"/>
                  </a:cubicBezTo>
                  <a:close/>
                </a:path>
              </a:pathLst>
            </a:custGeom>
            <a:solidFill>
              <a:srgbClr val="0072AF"/>
            </a:solidFill>
            <a:ln w="9525" cap="flat">
              <a:noFill/>
              <a:prstDash val="solid"/>
              <a:miter/>
            </a:ln>
          </p:spPr>
          <p:txBody>
            <a:bodyPr rtlCol="0" anchor="ctr"/>
            <a:lstStyle/>
            <a:p>
              <a:endParaRPr lang="en-US" sz="1800"/>
            </a:p>
          </p:txBody>
        </p:sp>
      </p:grpSp>
    </p:spTree>
    <p:extLst>
      <p:ext uri="{BB962C8B-B14F-4D97-AF65-F5344CB8AC3E}">
        <p14:creationId xmlns:p14="http://schemas.microsoft.com/office/powerpoint/2010/main" val="2618145263"/>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Title Slide 5c">
    <p:spTree>
      <p:nvGrpSpPr>
        <p:cNvPr id="1" name=""/>
        <p:cNvGrpSpPr/>
        <p:nvPr/>
      </p:nvGrpSpPr>
      <p:grpSpPr>
        <a:xfrm>
          <a:off x="0" y="0"/>
          <a:ext cx="0" cy="0"/>
          <a:chOff x="0" y="0"/>
          <a:chExt cx="0" cy="0"/>
        </a:xfrm>
      </p:grpSpPr>
      <p:sp>
        <p:nvSpPr>
          <p:cNvPr id="33" name="Picture Placeholder 18">
            <a:extLst>
              <a:ext uri="{FF2B5EF4-FFF2-40B4-BE49-F238E27FC236}">
                <a16:creationId xmlns:a16="http://schemas.microsoft.com/office/drawing/2014/main" id="{3A966515-C64B-E7BB-1198-D99D16DE65B4}"/>
              </a:ext>
            </a:extLst>
          </p:cNvPr>
          <p:cNvSpPr>
            <a:spLocks noGrp="1"/>
          </p:cNvSpPr>
          <p:nvPr>
            <p:ph type="pic" sz="quarter" idx="10" hasCustomPrompt="1"/>
          </p:nvPr>
        </p:nvSpPr>
        <p:spPr>
          <a:xfrm>
            <a:off x="1343473" y="1"/>
            <a:ext cx="10877102" cy="2931886"/>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8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9" name="Text Placeholder 8">
            <a:extLst>
              <a:ext uri="{FF2B5EF4-FFF2-40B4-BE49-F238E27FC236}">
                <a16:creationId xmlns:a16="http://schemas.microsoft.com/office/drawing/2014/main" id="{DE3C410B-B58E-46DB-B5F0-7F515E223DD9}"/>
              </a:ext>
            </a:extLst>
          </p:cNvPr>
          <p:cNvSpPr>
            <a:spLocks noGrp="1"/>
          </p:cNvSpPr>
          <p:nvPr>
            <p:ph type="body" sz="quarter" idx="12" hasCustomPrompt="1"/>
          </p:nvPr>
        </p:nvSpPr>
        <p:spPr>
          <a:xfrm>
            <a:off x="1343473" y="5498477"/>
            <a:ext cx="10440540" cy="215444"/>
          </a:xfrm>
        </p:spPr>
        <p:txBody>
          <a:bodyPr vert="horz" wrap="square" lIns="18000" tIns="0" rIns="0" bIns="0" rtlCol="0" anchor="t" anchorCtr="0">
            <a:spAutoFit/>
          </a:bodyPr>
          <a:lstStyle>
            <a:lvl1pPr>
              <a:defRPr lang="en-US" sz="1400" dirty="0">
                <a:latin typeface="Ubuntu Light" panose="020B0304030602030204" pitchFamily="34" charset="0"/>
              </a:defRPr>
            </a:lvl1pPr>
          </a:lstStyle>
          <a:p>
            <a:pPr lvl="0"/>
            <a:r>
              <a:rPr lang="en-US"/>
              <a:t>Optional: Click to insert name</a:t>
            </a:r>
          </a:p>
        </p:txBody>
      </p:sp>
      <p:sp>
        <p:nvSpPr>
          <p:cNvPr id="6" name="Subtitle">
            <a:extLst>
              <a:ext uri="{FF2B5EF4-FFF2-40B4-BE49-F238E27FC236}">
                <a16:creationId xmlns:a16="http://schemas.microsoft.com/office/drawing/2014/main" id="{A6C182ED-7FBB-D436-05D8-96E184F17BD0}"/>
              </a:ext>
            </a:extLst>
          </p:cNvPr>
          <p:cNvSpPr>
            <a:spLocks noGrp="1"/>
          </p:cNvSpPr>
          <p:nvPr>
            <p:ph type="subTitle" idx="1"/>
          </p:nvPr>
        </p:nvSpPr>
        <p:spPr>
          <a:xfrm>
            <a:off x="1343473" y="5082209"/>
            <a:ext cx="10440540" cy="246221"/>
          </a:xfrm>
          <a:prstGeom prst="rect">
            <a:avLst/>
          </a:prstGeom>
        </p:spPr>
        <p:txBody>
          <a:bodyPr wrap="square" lIns="18000" tIns="0" rIns="0" anchor="t" anchorCtr="0">
            <a:spAutoFit/>
          </a:bodyPr>
          <a:lstStyle>
            <a:lvl1pPr marL="0" indent="0" algn="l">
              <a:buNone/>
              <a:defRPr sz="1600">
                <a:solidFill>
                  <a:schemeClr val="tx1"/>
                </a:solidFill>
                <a:latin typeface="Ubuntu Light" panose="020B0304030602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en-GB"/>
          </a:p>
        </p:txBody>
      </p:sp>
      <p:sp>
        <p:nvSpPr>
          <p:cNvPr id="7" name="Title">
            <a:extLst>
              <a:ext uri="{FF2B5EF4-FFF2-40B4-BE49-F238E27FC236}">
                <a16:creationId xmlns:a16="http://schemas.microsoft.com/office/drawing/2014/main" id="{46ABBE1C-3373-50D9-4152-CA1AC4A5E7F0}"/>
              </a:ext>
            </a:extLst>
          </p:cNvPr>
          <p:cNvSpPr>
            <a:spLocks noGrp="1"/>
          </p:cNvSpPr>
          <p:nvPr>
            <p:ph type="ctrTitle"/>
          </p:nvPr>
        </p:nvSpPr>
        <p:spPr>
          <a:xfrm>
            <a:off x="1343473" y="3429000"/>
            <a:ext cx="10440540" cy="1580003"/>
          </a:xfrm>
          <a:prstGeom prst="rect">
            <a:avLst/>
          </a:prstGeom>
        </p:spPr>
        <p:txBody>
          <a:bodyPr wrap="square" lIns="0" tIns="0" rIns="0" bIns="0" anchor="b" anchorCtr="0">
            <a:noAutofit/>
          </a:bodyPr>
          <a:lstStyle>
            <a:lvl1pPr algn="l">
              <a:lnSpc>
                <a:spcPct val="90000"/>
              </a:lnSpc>
              <a:tabLst>
                <a:tab pos="1258888" algn="l"/>
              </a:tabLst>
              <a:defRPr sz="5400" b="0" cap="none" baseline="0">
                <a:solidFill>
                  <a:schemeClr val="tx1"/>
                </a:solidFill>
                <a:latin typeface="+mj-lt"/>
              </a:defRPr>
            </a:lvl1pPr>
          </a:lstStyle>
          <a:p>
            <a:r>
              <a:rPr lang="fr-FR"/>
              <a:t>Modifiez le style du titre</a:t>
            </a:r>
            <a:endParaRPr lang="en-GB"/>
          </a:p>
        </p:txBody>
      </p:sp>
      <p:grpSp>
        <p:nvGrpSpPr>
          <p:cNvPr id="2" name="Group 1">
            <a:extLst>
              <a:ext uri="{FF2B5EF4-FFF2-40B4-BE49-F238E27FC236}">
                <a16:creationId xmlns:a16="http://schemas.microsoft.com/office/drawing/2014/main" id="{A6A8A661-3751-29DA-1AB9-334A7C98EA59}"/>
              </a:ext>
            </a:extLst>
          </p:cNvPr>
          <p:cNvGrpSpPr>
            <a:grpSpLocks noChangeAspect="1"/>
          </p:cNvGrpSpPr>
          <p:nvPr userDrawn="1"/>
        </p:nvGrpSpPr>
        <p:grpSpPr>
          <a:xfrm>
            <a:off x="1343473" y="6021288"/>
            <a:ext cx="1872000" cy="420870"/>
            <a:chOff x="5095385" y="4090756"/>
            <a:chExt cx="3033729" cy="682053"/>
          </a:xfrm>
        </p:grpSpPr>
        <p:sp>
          <p:nvSpPr>
            <p:cNvPr id="3" name="Freeform: Shape 2">
              <a:extLst>
                <a:ext uri="{FF2B5EF4-FFF2-40B4-BE49-F238E27FC236}">
                  <a16:creationId xmlns:a16="http://schemas.microsoft.com/office/drawing/2014/main" id="{AE0FC8CB-F05E-FFD4-8D7F-1F94AC26DA2A}"/>
                </a:ext>
              </a:extLst>
            </p:cNvPr>
            <p:cNvSpPr/>
            <p:nvPr/>
          </p:nvSpPr>
          <p:spPr>
            <a:xfrm>
              <a:off x="7769592" y="4296409"/>
              <a:ext cx="355081" cy="288503"/>
            </a:xfrm>
            <a:custGeom>
              <a:avLst/>
              <a:gdLst>
                <a:gd name="connsiteX0" fmla="*/ 304324 w 457200"/>
                <a:gd name="connsiteY0" fmla="*/ 261461 h 371475"/>
                <a:gd name="connsiteX1" fmla="*/ 456724 w 457200"/>
                <a:gd name="connsiteY1" fmla="*/ 110014 h 371475"/>
                <a:gd name="connsiteX2" fmla="*/ 344329 w 457200"/>
                <a:gd name="connsiteY2" fmla="*/ 7144 h 371475"/>
                <a:gd name="connsiteX3" fmla="*/ 125254 w 457200"/>
                <a:gd name="connsiteY3" fmla="*/ 241459 h 371475"/>
                <a:gd name="connsiteX4" fmla="*/ 7144 w 457200"/>
                <a:gd name="connsiteY4" fmla="*/ 348139 h 371475"/>
                <a:gd name="connsiteX5" fmla="*/ 96679 w 457200"/>
                <a:gd name="connsiteY5" fmla="*/ 372904 h 371475"/>
                <a:gd name="connsiteX6" fmla="*/ 306229 w 457200"/>
                <a:gd name="connsiteY6" fmla="*/ 304324 h 371475"/>
                <a:gd name="connsiteX7" fmla="*/ 200501 w 457200"/>
                <a:gd name="connsiteY7" fmla="*/ 210026 h 371475"/>
                <a:gd name="connsiteX8" fmla="*/ 304324 w 457200"/>
                <a:gd name="connsiteY8" fmla="*/ 26146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7200" h="371475">
                  <a:moveTo>
                    <a:pt x="304324" y="261461"/>
                  </a:moveTo>
                  <a:cubicBezTo>
                    <a:pt x="390049" y="261461"/>
                    <a:pt x="455771" y="191929"/>
                    <a:pt x="456724" y="110014"/>
                  </a:cubicBezTo>
                  <a:cubicBezTo>
                    <a:pt x="451009" y="73819"/>
                    <a:pt x="438626" y="7144"/>
                    <a:pt x="344329" y="7144"/>
                  </a:cubicBezTo>
                  <a:cubicBezTo>
                    <a:pt x="242411" y="7144"/>
                    <a:pt x="208121" y="150019"/>
                    <a:pt x="125254" y="241459"/>
                  </a:cubicBezTo>
                  <a:cubicBezTo>
                    <a:pt x="118586" y="293846"/>
                    <a:pt x="69056" y="340519"/>
                    <a:pt x="7144" y="348139"/>
                  </a:cubicBezTo>
                  <a:cubicBezTo>
                    <a:pt x="22384" y="364331"/>
                    <a:pt x="55721" y="372904"/>
                    <a:pt x="96679" y="372904"/>
                  </a:cubicBezTo>
                  <a:cubicBezTo>
                    <a:pt x="170021" y="372904"/>
                    <a:pt x="259556" y="350996"/>
                    <a:pt x="306229" y="304324"/>
                  </a:cubicBezTo>
                  <a:cubicBezTo>
                    <a:pt x="244316" y="305276"/>
                    <a:pt x="204311" y="265271"/>
                    <a:pt x="200501" y="210026"/>
                  </a:cubicBezTo>
                  <a:cubicBezTo>
                    <a:pt x="230029" y="247174"/>
                    <a:pt x="264319" y="261461"/>
                    <a:pt x="304324" y="261461"/>
                  </a:cubicBezTo>
                  <a:close/>
                </a:path>
              </a:pathLst>
            </a:custGeom>
            <a:solidFill>
              <a:srgbClr val="17ABDB"/>
            </a:solidFill>
            <a:ln w="9525" cap="flat">
              <a:noFill/>
              <a:prstDash val="solid"/>
              <a:miter/>
            </a:ln>
          </p:spPr>
          <p:txBody>
            <a:bodyPr rtlCol="0" anchor="ctr"/>
            <a:lstStyle/>
            <a:p>
              <a:endParaRPr lang="en-US" sz="1800"/>
            </a:p>
          </p:txBody>
        </p:sp>
        <p:sp>
          <p:nvSpPr>
            <p:cNvPr id="4" name="Freeform: Shape 3">
              <a:extLst>
                <a:ext uri="{FF2B5EF4-FFF2-40B4-BE49-F238E27FC236}">
                  <a16:creationId xmlns:a16="http://schemas.microsoft.com/office/drawing/2014/main" id="{934D3664-9369-B221-FD17-0597A6828483}"/>
                </a:ext>
              </a:extLst>
            </p:cNvPr>
            <p:cNvSpPr/>
            <p:nvPr/>
          </p:nvSpPr>
          <p:spPr>
            <a:xfrm>
              <a:off x="5095385" y="4099634"/>
              <a:ext cx="2463378" cy="673175"/>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0072AF"/>
            </a:solidFill>
            <a:ln w="9525" cap="flat">
              <a:noFill/>
              <a:prstDash val="solid"/>
              <a:miter/>
            </a:ln>
          </p:spPr>
          <p:txBody>
            <a:bodyPr rtlCol="0" anchor="ctr"/>
            <a:lstStyle/>
            <a:p>
              <a:endParaRPr lang="en-US" sz="1800"/>
            </a:p>
          </p:txBody>
        </p:sp>
        <p:sp>
          <p:nvSpPr>
            <p:cNvPr id="5" name="Freeform: Shape 4">
              <a:extLst>
                <a:ext uri="{FF2B5EF4-FFF2-40B4-BE49-F238E27FC236}">
                  <a16:creationId xmlns:a16="http://schemas.microsoft.com/office/drawing/2014/main" id="{17A7E500-54F5-1815-C9B9-3954ED883928}"/>
                </a:ext>
              </a:extLst>
            </p:cNvPr>
            <p:cNvSpPr/>
            <p:nvPr/>
          </p:nvSpPr>
          <p:spPr>
            <a:xfrm>
              <a:off x="6951400" y="4132898"/>
              <a:ext cx="73975" cy="81373"/>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0072AF"/>
            </a:solidFill>
            <a:ln w="9525" cap="flat">
              <a:noFill/>
              <a:prstDash val="solid"/>
              <a:miter/>
            </a:ln>
          </p:spPr>
          <p:txBody>
            <a:bodyPr rtlCol="0" anchor="ctr"/>
            <a:lstStyle/>
            <a:p>
              <a:endParaRPr lang="en-US" sz="1800"/>
            </a:p>
          </p:txBody>
        </p:sp>
        <p:sp>
          <p:nvSpPr>
            <p:cNvPr id="14" name="Freeform: Shape 14">
              <a:extLst>
                <a:ext uri="{FF2B5EF4-FFF2-40B4-BE49-F238E27FC236}">
                  <a16:creationId xmlns:a16="http://schemas.microsoft.com/office/drawing/2014/main" id="{AE2D512F-FC3A-33B0-5954-0D1BFB4C1437}"/>
                </a:ext>
              </a:extLst>
            </p:cNvPr>
            <p:cNvSpPr/>
            <p:nvPr/>
          </p:nvSpPr>
          <p:spPr>
            <a:xfrm>
              <a:off x="7433743" y="4146951"/>
              <a:ext cx="73975" cy="73975"/>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0072AF"/>
            </a:solidFill>
            <a:ln w="9525" cap="flat">
              <a:noFill/>
              <a:prstDash val="solid"/>
              <a:miter/>
            </a:ln>
          </p:spPr>
          <p:txBody>
            <a:bodyPr rtlCol="0" anchor="ctr"/>
            <a:lstStyle/>
            <a:p>
              <a:endParaRPr lang="en-US" sz="1800"/>
            </a:p>
          </p:txBody>
        </p:sp>
        <p:sp>
          <p:nvSpPr>
            <p:cNvPr id="15" name="Freeform: Shape 20">
              <a:extLst>
                <a:ext uri="{FF2B5EF4-FFF2-40B4-BE49-F238E27FC236}">
                  <a16:creationId xmlns:a16="http://schemas.microsoft.com/office/drawing/2014/main" id="{BB0A86DD-9E86-EB4E-14DC-ECC7130D6092}"/>
                </a:ext>
              </a:extLst>
            </p:cNvPr>
            <p:cNvSpPr/>
            <p:nvPr/>
          </p:nvSpPr>
          <p:spPr>
            <a:xfrm>
              <a:off x="7589095" y="4090756"/>
              <a:ext cx="540019" cy="451249"/>
            </a:xfrm>
            <a:custGeom>
              <a:avLst/>
              <a:gdLst>
                <a:gd name="connsiteX0" fmla="*/ 689134 w 695325"/>
                <a:gd name="connsiteY0" fmla="*/ 368141 h 581025"/>
                <a:gd name="connsiteX1" fmla="*/ 571024 w 695325"/>
                <a:gd name="connsiteY1" fmla="*/ 127159 h 581025"/>
                <a:gd name="connsiteX2" fmla="*/ 388144 w 695325"/>
                <a:gd name="connsiteY2" fmla="*/ 13811 h 581025"/>
                <a:gd name="connsiteX3" fmla="*/ 371951 w 695325"/>
                <a:gd name="connsiteY3" fmla="*/ 7144 h 581025"/>
                <a:gd name="connsiteX4" fmla="*/ 371951 w 695325"/>
                <a:gd name="connsiteY4" fmla="*/ 7144 h 581025"/>
                <a:gd name="connsiteX5" fmla="*/ 371951 w 695325"/>
                <a:gd name="connsiteY5" fmla="*/ 7144 h 581025"/>
                <a:gd name="connsiteX6" fmla="*/ 7144 w 695325"/>
                <a:gd name="connsiteY6" fmla="*/ 383381 h 581025"/>
                <a:gd name="connsiteX7" fmla="*/ 132874 w 695325"/>
                <a:gd name="connsiteY7" fmla="*/ 569119 h 581025"/>
                <a:gd name="connsiteX8" fmla="*/ 262414 w 695325"/>
                <a:gd name="connsiteY8" fmla="*/ 571976 h 581025"/>
                <a:gd name="connsiteX9" fmla="*/ 358616 w 695325"/>
                <a:gd name="connsiteY9" fmla="*/ 506254 h 581025"/>
                <a:gd name="connsiteX10" fmla="*/ 577692 w 695325"/>
                <a:gd name="connsiteY10" fmla="*/ 271939 h 581025"/>
                <a:gd name="connsiteX11" fmla="*/ 690086 w 695325"/>
                <a:gd name="connsiteY11" fmla="*/ 374809 h 581025"/>
                <a:gd name="connsiteX12" fmla="*/ 689134 w 695325"/>
                <a:gd name="connsiteY12" fmla="*/ 368141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95325" h="581025">
                  <a:moveTo>
                    <a:pt x="689134" y="368141"/>
                  </a:moveTo>
                  <a:cubicBezTo>
                    <a:pt x="687229" y="271939"/>
                    <a:pt x="641509" y="191929"/>
                    <a:pt x="571024" y="127159"/>
                  </a:cubicBezTo>
                  <a:cubicBezTo>
                    <a:pt x="517684" y="78581"/>
                    <a:pt x="453866" y="41434"/>
                    <a:pt x="388144" y="13811"/>
                  </a:cubicBezTo>
                  <a:cubicBezTo>
                    <a:pt x="382429" y="11906"/>
                    <a:pt x="377666" y="9049"/>
                    <a:pt x="371951" y="7144"/>
                  </a:cubicBezTo>
                  <a:lnTo>
                    <a:pt x="371951" y="7144"/>
                  </a:lnTo>
                  <a:cubicBezTo>
                    <a:pt x="371951" y="7144"/>
                    <a:pt x="371951" y="7144"/>
                    <a:pt x="371951" y="7144"/>
                  </a:cubicBezTo>
                  <a:cubicBezTo>
                    <a:pt x="290036" y="105251"/>
                    <a:pt x="7144" y="178594"/>
                    <a:pt x="7144" y="383381"/>
                  </a:cubicBezTo>
                  <a:cubicBezTo>
                    <a:pt x="7144" y="463391"/>
                    <a:pt x="57626" y="538639"/>
                    <a:pt x="132874" y="569119"/>
                  </a:cubicBezTo>
                  <a:cubicBezTo>
                    <a:pt x="175736" y="585311"/>
                    <a:pt x="219551" y="586264"/>
                    <a:pt x="262414" y="571976"/>
                  </a:cubicBezTo>
                  <a:cubicBezTo>
                    <a:pt x="300514" y="559594"/>
                    <a:pt x="332899" y="535781"/>
                    <a:pt x="358616" y="506254"/>
                  </a:cubicBezTo>
                  <a:cubicBezTo>
                    <a:pt x="441484" y="413861"/>
                    <a:pt x="475774" y="271939"/>
                    <a:pt x="577692" y="271939"/>
                  </a:cubicBezTo>
                  <a:cubicBezTo>
                    <a:pt x="671036" y="271939"/>
                    <a:pt x="683419" y="338614"/>
                    <a:pt x="690086" y="374809"/>
                  </a:cubicBezTo>
                  <a:cubicBezTo>
                    <a:pt x="689134" y="373856"/>
                    <a:pt x="689134" y="371951"/>
                    <a:pt x="689134" y="368141"/>
                  </a:cubicBezTo>
                  <a:close/>
                </a:path>
              </a:pathLst>
            </a:custGeom>
            <a:solidFill>
              <a:srgbClr val="0072AF"/>
            </a:solidFill>
            <a:ln w="9525" cap="flat">
              <a:noFill/>
              <a:prstDash val="solid"/>
              <a:miter/>
            </a:ln>
          </p:spPr>
          <p:txBody>
            <a:bodyPr rtlCol="0" anchor="ctr"/>
            <a:lstStyle/>
            <a:p>
              <a:endParaRPr lang="en-US" sz="1800"/>
            </a:p>
          </p:txBody>
        </p:sp>
      </p:grpSp>
    </p:spTree>
    <p:extLst>
      <p:ext uri="{BB962C8B-B14F-4D97-AF65-F5344CB8AC3E}">
        <p14:creationId xmlns:p14="http://schemas.microsoft.com/office/powerpoint/2010/main" val="3449387824"/>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Conclusion">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79EA84EC-0E0C-41F6-8286-BC5A87DC6C7B}"/>
              </a:ext>
            </a:extLst>
          </p:cNvPr>
          <p:cNvSpPr>
            <a:spLocks noGrp="1"/>
          </p:cNvSpPr>
          <p:nvPr>
            <p:ph type="body" sz="quarter" idx="10" hasCustomPrompt="1"/>
          </p:nvPr>
        </p:nvSpPr>
        <p:spPr>
          <a:xfrm>
            <a:off x="427038" y="2320211"/>
            <a:ext cx="11356975" cy="2215991"/>
          </a:xfrm>
          <a:prstGeom prst="rect">
            <a:avLst/>
          </a:prstGeom>
        </p:spPr>
        <p:txBody>
          <a:bodyPr wrap="square" anchor="ctr" anchorCtr="0">
            <a:spAutoFit/>
          </a:bodyPr>
          <a:lstStyle>
            <a:lvl1pPr marL="0" indent="0" algn="l">
              <a:lnSpc>
                <a:spcPct val="90000"/>
              </a:lnSpc>
              <a:spcBef>
                <a:spcPts val="0"/>
              </a:spcBef>
              <a:spcAft>
                <a:spcPts val="0"/>
              </a:spcAft>
              <a:buFontTx/>
              <a:buNone/>
              <a:defRPr sz="8000" b="0" cap="none" baseline="0">
                <a:solidFill>
                  <a:schemeClr val="bg1"/>
                </a:solidFill>
                <a:latin typeface="+mj-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Click to </a:t>
            </a:r>
            <a:r>
              <a:rPr lang="fr-FR" err="1"/>
              <a:t>edit</a:t>
            </a:r>
            <a:r>
              <a:rPr lang="fr-FR"/>
              <a:t> master </a:t>
            </a:r>
            <a:r>
              <a:rPr lang="fr-FR" err="1"/>
              <a:t>title</a:t>
            </a:r>
            <a:r>
              <a:rPr lang="fr-FR"/>
              <a:t> Style</a:t>
            </a:r>
          </a:p>
        </p:txBody>
      </p:sp>
      <p:grpSp>
        <p:nvGrpSpPr>
          <p:cNvPr id="2" name="Group 2">
            <a:extLst>
              <a:ext uri="{FF2B5EF4-FFF2-40B4-BE49-F238E27FC236}">
                <a16:creationId xmlns:a16="http://schemas.microsoft.com/office/drawing/2014/main" id="{E112FC67-26E6-91F9-0FAE-294883269917}"/>
              </a:ext>
            </a:extLst>
          </p:cNvPr>
          <p:cNvGrpSpPr>
            <a:grpSpLocks noChangeAspect="1"/>
          </p:cNvGrpSpPr>
          <p:nvPr userDrawn="1"/>
        </p:nvGrpSpPr>
        <p:grpSpPr>
          <a:xfrm>
            <a:off x="443568" y="6021288"/>
            <a:ext cx="1872000" cy="420870"/>
            <a:chOff x="5094083" y="5360390"/>
            <a:chExt cx="3039349" cy="683316"/>
          </a:xfrm>
        </p:grpSpPr>
        <p:sp>
          <p:nvSpPr>
            <p:cNvPr id="3" name="Freeform: Shape 4">
              <a:extLst>
                <a:ext uri="{FF2B5EF4-FFF2-40B4-BE49-F238E27FC236}">
                  <a16:creationId xmlns:a16="http://schemas.microsoft.com/office/drawing/2014/main" id="{FC0E4D70-5998-8125-42E2-E0EE77A84AC4}"/>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FFFFFF"/>
            </a:solidFill>
            <a:ln w="9525" cap="flat">
              <a:noFill/>
              <a:prstDash val="solid"/>
              <a:miter/>
            </a:ln>
          </p:spPr>
          <p:txBody>
            <a:bodyPr rtlCol="0" anchor="ctr"/>
            <a:lstStyle/>
            <a:p>
              <a:endParaRPr lang="en-US" sz="1800"/>
            </a:p>
          </p:txBody>
        </p:sp>
        <p:sp>
          <p:nvSpPr>
            <p:cNvPr id="11" name="Freeform: Shape 5">
              <a:extLst>
                <a:ext uri="{FF2B5EF4-FFF2-40B4-BE49-F238E27FC236}">
                  <a16:creationId xmlns:a16="http://schemas.microsoft.com/office/drawing/2014/main" id="{FBD6D893-3276-B285-3B03-8726CD1FFB2A}"/>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FFFFFF"/>
            </a:solidFill>
            <a:ln w="9525" cap="flat">
              <a:noFill/>
              <a:prstDash val="solid"/>
              <a:miter/>
            </a:ln>
          </p:spPr>
          <p:txBody>
            <a:bodyPr rtlCol="0" anchor="ctr"/>
            <a:lstStyle/>
            <a:p>
              <a:endParaRPr lang="en-US" sz="1800"/>
            </a:p>
          </p:txBody>
        </p:sp>
        <p:sp>
          <p:nvSpPr>
            <p:cNvPr id="12" name="Freeform: Shape 6">
              <a:extLst>
                <a:ext uri="{FF2B5EF4-FFF2-40B4-BE49-F238E27FC236}">
                  <a16:creationId xmlns:a16="http://schemas.microsoft.com/office/drawing/2014/main" id="{6F9A7FDE-2DE1-AB6B-F371-23968DFB687D}"/>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FFFFFF"/>
            </a:solidFill>
            <a:ln w="9525" cap="flat">
              <a:noFill/>
              <a:prstDash val="solid"/>
              <a:miter/>
            </a:ln>
          </p:spPr>
          <p:txBody>
            <a:bodyPr rtlCol="0" anchor="ctr"/>
            <a:lstStyle/>
            <a:p>
              <a:endParaRPr lang="en-US" sz="1800"/>
            </a:p>
          </p:txBody>
        </p:sp>
        <p:sp>
          <p:nvSpPr>
            <p:cNvPr id="13" name="Freeform: Shape 7">
              <a:extLst>
                <a:ext uri="{FF2B5EF4-FFF2-40B4-BE49-F238E27FC236}">
                  <a16:creationId xmlns:a16="http://schemas.microsoft.com/office/drawing/2014/main" id="{72366D37-668B-51CE-2CE6-C9DA736141BA}"/>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solidFill>
              <a:srgbClr val="FFFFFF"/>
            </a:solidFill>
            <a:ln w="9525" cap="flat">
              <a:noFill/>
              <a:prstDash val="solid"/>
              <a:miter/>
            </a:ln>
          </p:spPr>
          <p:txBody>
            <a:bodyPr rtlCol="0" anchor="ctr"/>
            <a:lstStyle/>
            <a:p>
              <a:endParaRPr lang="en-US" sz="1800"/>
            </a:p>
          </p:txBody>
        </p:sp>
        <p:sp>
          <p:nvSpPr>
            <p:cNvPr id="14" name="Freeform: Shape 8">
              <a:extLst>
                <a:ext uri="{FF2B5EF4-FFF2-40B4-BE49-F238E27FC236}">
                  <a16:creationId xmlns:a16="http://schemas.microsoft.com/office/drawing/2014/main" id="{9CF35CA0-09E8-81C3-4DA7-F503D6BAE3A3}"/>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solidFill>
              <a:srgbClr val="FFFFFF"/>
            </a:solidFill>
            <a:ln w="9525" cap="flat">
              <a:noFill/>
              <a:prstDash val="solid"/>
              <a:miter/>
            </a:ln>
          </p:spPr>
          <p:txBody>
            <a:bodyPr rtlCol="0" anchor="ctr"/>
            <a:lstStyle/>
            <a:p>
              <a:endParaRPr lang="en-US" sz="1800"/>
            </a:p>
          </p:txBody>
        </p:sp>
      </p:grpSp>
      <p:pic>
        <p:nvPicPr>
          <p:cNvPr id="4" name="Picture 16">
            <a:extLst>
              <a:ext uri="{FF2B5EF4-FFF2-40B4-BE49-F238E27FC236}">
                <a16:creationId xmlns:a16="http://schemas.microsoft.com/office/drawing/2014/main" id="{415561A2-AF17-AE8E-8E0A-9B607FD1FAB2}"/>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5159896" y="1107202"/>
            <a:ext cx="8281358" cy="6858000"/>
          </a:xfrm>
          <a:prstGeom prst="rect">
            <a:avLst/>
          </a:prstGeom>
        </p:spPr>
      </p:pic>
    </p:spTree>
    <p:extLst>
      <p:ext uri="{BB962C8B-B14F-4D97-AF65-F5344CB8AC3E}">
        <p14:creationId xmlns:p14="http://schemas.microsoft.com/office/powerpoint/2010/main" val="704707367"/>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Title Slide 6">
    <p:spTree>
      <p:nvGrpSpPr>
        <p:cNvPr id="1" name=""/>
        <p:cNvGrpSpPr/>
        <p:nvPr/>
      </p:nvGrpSpPr>
      <p:grpSpPr>
        <a:xfrm>
          <a:off x="0" y="0"/>
          <a:ext cx="0" cy="0"/>
          <a:chOff x="0" y="0"/>
          <a:chExt cx="0" cy="0"/>
        </a:xfrm>
      </p:grpSpPr>
      <p:sp>
        <p:nvSpPr>
          <p:cNvPr id="33" name="Picture Placeholder 18">
            <a:extLst>
              <a:ext uri="{FF2B5EF4-FFF2-40B4-BE49-F238E27FC236}">
                <a16:creationId xmlns:a16="http://schemas.microsoft.com/office/drawing/2014/main" id="{3A966515-C64B-E7BB-1198-D99D16DE65B4}"/>
              </a:ext>
            </a:extLst>
          </p:cNvPr>
          <p:cNvSpPr>
            <a:spLocks noGrp="1"/>
          </p:cNvSpPr>
          <p:nvPr>
            <p:ph type="pic" sz="quarter" idx="10" hasCustomPrompt="1"/>
          </p:nvPr>
        </p:nvSpPr>
        <p:spPr>
          <a:xfrm>
            <a:off x="5159896" y="1916832"/>
            <a:ext cx="7032104" cy="4941168"/>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2">
              <a:lumMod val="90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9" name="Text Placeholder 8">
            <a:extLst>
              <a:ext uri="{FF2B5EF4-FFF2-40B4-BE49-F238E27FC236}">
                <a16:creationId xmlns:a16="http://schemas.microsoft.com/office/drawing/2014/main" id="{DE3C410B-B58E-46DB-B5F0-7F515E223DD9}"/>
              </a:ext>
            </a:extLst>
          </p:cNvPr>
          <p:cNvSpPr>
            <a:spLocks noGrp="1"/>
          </p:cNvSpPr>
          <p:nvPr>
            <p:ph type="body" sz="quarter" idx="12" hasCustomPrompt="1"/>
          </p:nvPr>
        </p:nvSpPr>
        <p:spPr>
          <a:xfrm>
            <a:off x="407368" y="3341212"/>
            <a:ext cx="4609034" cy="215444"/>
          </a:xfrm>
        </p:spPr>
        <p:txBody>
          <a:bodyPr vert="horz" wrap="square" lIns="18000" tIns="0" rIns="0" bIns="0" rtlCol="0" anchor="t" anchorCtr="0">
            <a:spAutoFit/>
          </a:bodyPr>
          <a:lstStyle>
            <a:lvl1pPr>
              <a:defRPr lang="en-US" sz="1400" dirty="0">
                <a:solidFill>
                  <a:schemeClr val="bg1"/>
                </a:solidFill>
                <a:latin typeface="Ubuntu Light" panose="020B0304030602030204" pitchFamily="34" charset="0"/>
              </a:defRPr>
            </a:lvl1pPr>
          </a:lstStyle>
          <a:p>
            <a:pPr lvl="0"/>
            <a:r>
              <a:rPr lang="en-US"/>
              <a:t>Optional: Click to insert name</a:t>
            </a:r>
          </a:p>
        </p:txBody>
      </p:sp>
      <p:sp>
        <p:nvSpPr>
          <p:cNvPr id="6" name="Subtitle">
            <a:extLst>
              <a:ext uri="{FF2B5EF4-FFF2-40B4-BE49-F238E27FC236}">
                <a16:creationId xmlns:a16="http://schemas.microsoft.com/office/drawing/2014/main" id="{A6C182ED-7FBB-D436-05D8-96E184F17BD0}"/>
              </a:ext>
            </a:extLst>
          </p:cNvPr>
          <p:cNvSpPr>
            <a:spLocks noGrp="1"/>
          </p:cNvSpPr>
          <p:nvPr>
            <p:ph type="subTitle" idx="1"/>
          </p:nvPr>
        </p:nvSpPr>
        <p:spPr>
          <a:xfrm>
            <a:off x="407368" y="2924944"/>
            <a:ext cx="4609034" cy="246221"/>
          </a:xfrm>
          <a:prstGeom prst="rect">
            <a:avLst/>
          </a:prstGeom>
        </p:spPr>
        <p:txBody>
          <a:bodyPr wrap="square" lIns="18000" tIns="0" rIns="0" anchor="t" anchorCtr="0">
            <a:spAutoFit/>
          </a:bodyPr>
          <a:lstStyle>
            <a:lvl1pPr marL="0" indent="0" algn="l">
              <a:buNone/>
              <a:defRPr sz="1600">
                <a:solidFill>
                  <a:schemeClr val="bg1"/>
                </a:solidFill>
                <a:latin typeface="Ubuntu Light" panose="020B0304030602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en-GB"/>
          </a:p>
        </p:txBody>
      </p:sp>
      <p:sp>
        <p:nvSpPr>
          <p:cNvPr id="7" name="Title">
            <a:extLst>
              <a:ext uri="{FF2B5EF4-FFF2-40B4-BE49-F238E27FC236}">
                <a16:creationId xmlns:a16="http://schemas.microsoft.com/office/drawing/2014/main" id="{46ABBE1C-3373-50D9-4152-CA1AC4A5E7F0}"/>
              </a:ext>
            </a:extLst>
          </p:cNvPr>
          <p:cNvSpPr>
            <a:spLocks noGrp="1"/>
          </p:cNvSpPr>
          <p:nvPr>
            <p:ph type="ctrTitle" hasCustomPrompt="1"/>
          </p:nvPr>
        </p:nvSpPr>
        <p:spPr>
          <a:xfrm>
            <a:off x="407368" y="1285134"/>
            <a:ext cx="4609034" cy="1495794"/>
          </a:xfrm>
          <a:prstGeom prst="rect">
            <a:avLst/>
          </a:prstGeom>
        </p:spPr>
        <p:txBody>
          <a:bodyPr wrap="square" lIns="0" tIns="0" rIns="0" bIns="0" anchor="b" anchorCtr="0">
            <a:spAutoFit/>
          </a:bodyPr>
          <a:lstStyle>
            <a:lvl1pPr algn="l">
              <a:lnSpc>
                <a:spcPct val="90000"/>
              </a:lnSpc>
              <a:tabLst>
                <a:tab pos="1258888" algn="l"/>
              </a:tabLst>
              <a:defRPr sz="5400" b="0" cap="none" baseline="0">
                <a:solidFill>
                  <a:schemeClr val="bg1"/>
                </a:solidFill>
                <a:latin typeface="+mj-lt"/>
              </a:defRPr>
            </a:lvl1pPr>
          </a:lstStyle>
          <a:p>
            <a:r>
              <a:rPr lang="fr-FR"/>
              <a:t>Modifiez le style du titre</a:t>
            </a:r>
            <a:endParaRPr lang="en-GB"/>
          </a:p>
        </p:txBody>
      </p:sp>
      <p:grpSp>
        <p:nvGrpSpPr>
          <p:cNvPr id="2" name="Group 2">
            <a:extLst>
              <a:ext uri="{FF2B5EF4-FFF2-40B4-BE49-F238E27FC236}">
                <a16:creationId xmlns:a16="http://schemas.microsoft.com/office/drawing/2014/main" id="{F51496C4-1393-EC1A-FE90-568BF22C8C7B}"/>
              </a:ext>
            </a:extLst>
          </p:cNvPr>
          <p:cNvGrpSpPr>
            <a:grpSpLocks noChangeAspect="1"/>
          </p:cNvGrpSpPr>
          <p:nvPr userDrawn="1"/>
        </p:nvGrpSpPr>
        <p:grpSpPr>
          <a:xfrm>
            <a:off x="443568" y="6021288"/>
            <a:ext cx="1872000" cy="420870"/>
            <a:chOff x="5094083" y="5360390"/>
            <a:chExt cx="3039349" cy="683316"/>
          </a:xfrm>
        </p:grpSpPr>
        <p:sp>
          <p:nvSpPr>
            <p:cNvPr id="3" name="Freeform: Shape 4">
              <a:extLst>
                <a:ext uri="{FF2B5EF4-FFF2-40B4-BE49-F238E27FC236}">
                  <a16:creationId xmlns:a16="http://schemas.microsoft.com/office/drawing/2014/main" id="{0937F72A-96AE-F5EC-755D-D45529304F35}"/>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FFFFFF"/>
            </a:solidFill>
            <a:ln w="9525" cap="flat">
              <a:noFill/>
              <a:prstDash val="solid"/>
              <a:miter/>
            </a:ln>
          </p:spPr>
          <p:txBody>
            <a:bodyPr rtlCol="0" anchor="ctr"/>
            <a:lstStyle/>
            <a:p>
              <a:endParaRPr lang="en-US" sz="1800"/>
            </a:p>
          </p:txBody>
        </p:sp>
        <p:sp>
          <p:nvSpPr>
            <p:cNvPr id="4" name="Freeform: Shape 5">
              <a:extLst>
                <a:ext uri="{FF2B5EF4-FFF2-40B4-BE49-F238E27FC236}">
                  <a16:creationId xmlns:a16="http://schemas.microsoft.com/office/drawing/2014/main" id="{96B9DAFA-5CFE-3E91-78D3-742C4B9A849A}"/>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FFFFFF"/>
            </a:solidFill>
            <a:ln w="9525" cap="flat">
              <a:noFill/>
              <a:prstDash val="solid"/>
              <a:miter/>
            </a:ln>
          </p:spPr>
          <p:txBody>
            <a:bodyPr rtlCol="0" anchor="ctr"/>
            <a:lstStyle/>
            <a:p>
              <a:endParaRPr lang="en-US" sz="1800"/>
            </a:p>
          </p:txBody>
        </p:sp>
        <p:sp>
          <p:nvSpPr>
            <p:cNvPr id="5" name="Freeform: Shape 6">
              <a:extLst>
                <a:ext uri="{FF2B5EF4-FFF2-40B4-BE49-F238E27FC236}">
                  <a16:creationId xmlns:a16="http://schemas.microsoft.com/office/drawing/2014/main" id="{CB9EFD82-551E-D525-DCB6-363C1A232636}"/>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FFFFFF"/>
            </a:solidFill>
            <a:ln w="9525" cap="flat">
              <a:noFill/>
              <a:prstDash val="solid"/>
              <a:miter/>
            </a:ln>
          </p:spPr>
          <p:txBody>
            <a:bodyPr rtlCol="0" anchor="ctr"/>
            <a:lstStyle/>
            <a:p>
              <a:endParaRPr lang="en-US" sz="1800"/>
            </a:p>
          </p:txBody>
        </p:sp>
        <p:sp>
          <p:nvSpPr>
            <p:cNvPr id="14" name="Freeform: Shape 7">
              <a:extLst>
                <a:ext uri="{FF2B5EF4-FFF2-40B4-BE49-F238E27FC236}">
                  <a16:creationId xmlns:a16="http://schemas.microsoft.com/office/drawing/2014/main" id="{F9FEB3BD-8FE6-4A58-DFA9-1F350C2DE2F2}"/>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solidFill>
              <a:srgbClr val="FFFFFF"/>
            </a:solidFill>
            <a:ln w="9525" cap="flat">
              <a:noFill/>
              <a:prstDash val="solid"/>
              <a:miter/>
            </a:ln>
          </p:spPr>
          <p:txBody>
            <a:bodyPr rtlCol="0" anchor="ctr"/>
            <a:lstStyle/>
            <a:p>
              <a:endParaRPr lang="en-US" sz="1800"/>
            </a:p>
          </p:txBody>
        </p:sp>
        <p:sp>
          <p:nvSpPr>
            <p:cNvPr id="15" name="Freeform: Shape 8">
              <a:extLst>
                <a:ext uri="{FF2B5EF4-FFF2-40B4-BE49-F238E27FC236}">
                  <a16:creationId xmlns:a16="http://schemas.microsoft.com/office/drawing/2014/main" id="{D59F2406-4DC9-3FBA-F0C2-60E886FCA30E}"/>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solidFill>
              <a:srgbClr val="FFFFFF"/>
            </a:solidFill>
            <a:ln w="9525" cap="flat">
              <a:noFill/>
              <a:prstDash val="solid"/>
              <a:miter/>
            </a:ln>
          </p:spPr>
          <p:txBody>
            <a:bodyPr rtlCol="0" anchor="ctr"/>
            <a:lstStyle/>
            <a:p>
              <a:endParaRPr lang="en-US" sz="1800"/>
            </a:p>
          </p:txBody>
        </p:sp>
      </p:grpSp>
    </p:spTree>
    <p:extLst>
      <p:ext uri="{BB962C8B-B14F-4D97-AF65-F5344CB8AC3E}">
        <p14:creationId xmlns:p14="http://schemas.microsoft.com/office/powerpoint/2010/main" val="1972345348"/>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Title Slide 6a">
    <p:spTree>
      <p:nvGrpSpPr>
        <p:cNvPr id="1" name=""/>
        <p:cNvGrpSpPr/>
        <p:nvPr/>
      </p:nvGrpSpPr>
      <p:grpSpPr>
        <a:xfrm>
          <a:off x="0" y="0"/>
          <a:ext cx="0" cy="0"/>
          <a:chOff x="0" y="0"/>
          <a:chExt cx="0" cy="0"/>
        </a:xfrm>
      </p:grpSpPr>
      <p:sp>
        <p:nvSpPr>
          <p:cNvPr id="33" name="Picture Placeholder 18">
            <a:extLst>
              <a:ext uri="{FF2B5EF4-FFF2-40B4-BE49-F238E27FC236}">
                <a16:creationId xmlns:a16="http://schemas.microsoft.com/office/drawing/2014/main" id="{3A966515-C64B-E7BB-1198-D99D16DE65B4}"/>
              </a:ext>
            </a:extLst>
          </p:cNvPr>
          <p:cNvSpPr>
            <a:spLocks noGrp="1"/>
          </p:cNvSpPr>
          <p:nvPr>
            <p:ph type="pic" sz="quarter" idx="10" hasCustomPrompt="1"/>
          </p:nvPr>
        </p:nvSpPr>
        <p:spPr>
          <a:xfrm>
            <a:off x="5159896" y="1916832"/>
            <a:ext cx="7032104" cy="3528392"/>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2">
              <a:lumMod val="90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9" name="Text Placeholder 8">
            <a:extLst>
              <a:ext uri="{FF2B5EF4-FFF2-40B4-BE49-F238E27FC236}">
                <a16:creationId xmlns:a16="http://schemas.microsoft.com/office/drawing/2014/main" id="{DE3C410B-B58E-46DB-B5F0-7F515E223DD9}"/>
              </a:ext>
            </a:extLst>
          </p:cNvPr>
          <p:cNvSpPr>
            <a:spLocks noGrp="1"/>
          </p:cNvSpPr>
          <p:nvPr>
            <p:ph type="body" sz="quarter" idx="12" hasCustomPrompt="1"/>
          </p:nvPr>
        </p:nvSpPr>
        <p:spPr>
          <a:xfrm>
            <a:off x="407368" y="3341212"/>
            <a:ext cx="4609034" cy="215444"/>
          </a:xfrm>
        </p:spPr>
        <p:txBody>
          <a:bodyPr vert="horz" wrap="square" lIns="18000" tIns="0" rIns="0" bIns="0" rtlCol="0" anchor="t" anchorCtr="0">
            <a:spAutoFit/>
          </a:bodyPr>
          <a:lstStyle>
            <a:lvl1pPr>
              <a:defRPr lang="en-US" sz="1400" dirty="0">
                <a:solidFill>
                  <a:schemeClr val="bg1"/>
                </a:solidFill>
                <a:latin typeface="Ubuntu Light" panose="020B0304030602030204" pitchFamily="34" charset="0"/>
              </a:defRPr>
            </a:lvl1pPr>
          </a:lstStyle>
          <a:p>
            <a:pPr lvl="0"/>
            <a:r>
              <a:rPr lang="en-US"/>
              <a:t>Optional: Click to insert name</a:t>
            </a:r>
          </a:p>
        </p:txBody>
      </p:sp>
      <p:sp>
        <p:nvSpPr>
          <p:cNvPr id="6" name="Subtitle">
            <a:extLst>
              <a:ext uri="{FF2B5EF4-FFF2-40B4-BE49-F238E27FC236}">
                <a16:creationId xmlns:a16="http://schemas.microsoft.com/office/drawing/2014/main" id="{A6C182ED-7FBB-D436-05D8-96E184F17BD0}"/>
              </a:ext>
            </a:extLst>
          </p:cNvPr>
          <p:cNvSpPr>
            <a:spLocks noGrp="1"/>
          </p:cNvSpPr>
          <p:nvPr>
            <p:ph type="subTitle" idx="1"/>
          </p:nvPr>
        </p:nvSpPr>
        <p:spPr>
          <a:xfrm>
            <a:off x="407368" y="2924944"/>
            <a:ext cx="4609034" cy="246221"/>
          </a:xfrm>
          <a:prstGeom prst="rect">
            <a:avLst/>
          </a:prstGeom>
        </p:spPr>
        <p:txBody>
          <a:bodyPr wrap="square" lIns="18000" tIns="0" rIns="0" anchor="t" anchorCtr="0">
            <a:spAutoFit/>
          </a:bodyPr>
          <a:lstStyle>
            <a:lvl1pPr marL="0" indent="0" algn="l">
              <a:buNone/>
              <a:defRPr sz="1600">
                <a:solidFill>
                  <a:schemeClr val="bg1"/>
                </a:solidFill>
                <a:latin typeface="Ubuntu Light" panose="020B0304030602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en-GB"/>
          </a:p>
        </p:txBody>
      </p:sp>
      <p:sp>
        <p:nvSpPr>
          <p:cNvPr id="7" name="Title">
            <a:extLst>
              <a:ext uri="{FF2B5EF4-FFF2-40B4-BE49-F238E27FC236}">
                <a16:creationId xmlns:a16="http://schemas.microsoft.com/office/drawing/2014/main" id="{46ABBE1C-3373-50D9-4152-CA1AC4A5E7F0}"/>
              </a:ext>
            </a:extLst>
          </p:cNvPr>
          <p:cNvSpPr>
            <a:spLocks noGrp="1"/>
          </p:cNvSpPr>
          <p:nvPr>
            <p:ph type="ctrTitle" hasCustomPrompt="1"/>
          </p:nvPr>
        </p:nvSpPr>
        <p:spPr>
          <a:xfrm>
            <a:off x="407368" y="1285134"/>
            <a:ext cx="4609034" cy="1495794"/>
          </a:xfrm>
          <a:prstGeom prst="rect">
            <a:avLst/>
          </a:prstGeom>
        </p:spPr>
        <p:txBody>
          <a:bodyPr wrap="square" lIns="0" tIns="0" rIns="0" bIns="0" anchor="b" anchorCtr="0">
            <a:spAutoFit/>
          </a:bodyPr>
          <a:lstStyle>
            <a:lvl1pPr algn="l">
              <a:lnSpc>
                <a:spcPct val="90000"/>
              </a:lnSpc>
              <a:tabLst>
                <a:tab pos="1258888" algn="l"/>
              </a:tabLst>
              <a:defRPr sz="5400" b="0" cap="none" baseline="0">
                <a:solidFill>
                  <a:schemeClr val="bg1"/>
                </a:solidFill>
                <a:latin typeface="+mj-lt"/>
              </a:defRPr>
            </a:lvl1pPr>
          </a:lstStyle>
          <a:p>
            <a:r>
              <a:rPr lang="fr-FR"/>
              <a:t>Modifiez le style du titre</a:t>
            </a:r>
            <a:endParaRPr lang="en-GB"/>
          </a:p>
        </p:txBody>
      </p:sp>
      <p:grpSp>
        <p:nvGrpSpPr>
          <p:cNvPr id="2" name="Group 2">
            <a:extLst>
              <a:ext uri="{FF2B5EF4-FFF2-40B4-BE49-F238E27FC236}">
                <a16:creationId xmlns:a16="http://schemas.microsoft.com/office/drawing/2014/main" id="{28077F6A-5588-29E0-312C-D1B791C90640}"/>
              </a:ext>
            </a:extLst>
          </p:cNvPr>
          <p:cNvGrpSpPr>
            <a:grpSpLocks noChangeAspect="1"/>
          </p:cNvGrpSpPr>
          <p:nvPr userDrawn="1"/>
        </p:nvGrpSpPr>
        <p:grpSpPr>
          <a:xfrm>
            <a:off x="443568" y="6021288"/>
            <a:ext cx="1872000" cy="420870"/>
            <a:chOff x="5094083" y="5360390"/>
            <a:chExt cx="3039349" cy="683316"/>
          </a:xfrm>
        </p:grpSpPr>
        <p:sp>
          <p:nvSpPr>
            <p:cNvPr id="3" name="Freeform: Shape 4">
              <a:extLst>
                <a:ext uri="{FF2B5EF4-FFF2-40B4-BE49-F238E27FC236}">
                  <a16:creationId xmlns:a16="http://schemas.microsoft.com/office/drawing/2014/main" id="{992C4824-37D6-415A-E6EC-6E62CD172F79}"/>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FFFFFF"/>
            </a:solidFill>
            <a:ln w="9525" cap="flat">
              <a:noFill/>
              <a:prstDash val="solid"/>
              <a:miter/>
            </a:ln>
          </p:spPr>
          <p:txBody>
            <a:bodyPr rtlCol="0" anchor="ctr"/>
            <a:lstStyle/>
            <a:p>
              <a:endParaRPr lang="en-US" sz="1800"/>
            </a:p>
          </p:txBody>
        </p:sp>
        <p:sp>
          <p:nvSpPr>
            <p:cNvPr id="4" name="Freeform: Shape 5">
              <a:extLst>
                <a:ext uri="{FF2B5EF4-FFF2-40B4-BE49-F238E27FC236}">
                  <a16:creationId xmlns:a16="http://schemas.microsoft.com/office/drawing/2014/main" id="{A20C33BE-AD5D-4D60-D7A2-A931FD4F868D}"/>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FFFFFF"/>
            </a:solidFill>
            <a:ln w="9525" cap="flat">
              <a:noFill/>
              <a:prstDash val="solid"/>
              <a:miter/>
            </a:ln>
          </p:spPr>
          <p:txBody>
            <a:bodyPr rtlCol="0" anchor="ctr"/>
            <a:lstStyle/>
            <a:p>
              <a:endParaRPr lang="en-US" sz="1800"/>
            </a:p>
          </p:txBody>
        </p:sp>
        <p:sp>
          <p:nvSpPr>
            <p:cNvPr id="5" name="Freeform: Shape 6">
              <a:extLst>
                <a:ext uri="{FF2B5EF4-FFF2-40B4-BE49-F238E27FC236}">
                  <a16:creationId xmlns:a16="http://schemas.microsoft.com/office/drawing/2014/main" id="{B4C80064-8B28-D1EF-FC09-F0AFF3877595}"/>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FFFFFF"/>
            </a:solidFill>
            <a:ln w="9525" cap="flat">
              <a:noFill/>
              <a:prstDash val="solid"/>
              <a:miter/>
            </a:ln>
          </p:spPr>
          <p:txBody>
            <a:bodyPr rtlCol="0" anchor="ctr"/>
            <a:lstStyle/>
            <a:p>
              <a:endParaRPr lang="en-US" sz="1800"/>
            </a:p>
          </p:txBody>
        </p:sp>
        <p:sp>
          <p:nvSpPr>
            <p:cNvPr id="14" name="Freeform: Shape 7">
              <a:extLst>
                <a:ext uri="{FF2B5EF4-FFF2-40B4-BE49-F238E27FC236}">
                  <a16:creationId xmlns:a16="http://schemas.microsoft.com/office/drawing/2014/main" id="{B9F29B0E-E913-EB3D-4F7C-383B5615790A}"/>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solidFill>
              <a:srgbClr val="FFFFFF"/>
            </a:solidFill>
            <a:ln w="9525" cap="flat">
              <a:noFill/>
              <a:prstDash val="solid"/>
              <a:miter/>
            </a:ln>
          </p:spPr>
          <p:txBody>
            <a:bodyPr rtlCol="0" anchor="ctr"/>
            <a:lstStyle/>
            <a:p>
              <a:endParaRPr lang="en-US" sz="1800"/>
            </a:p>
          </p:txBody>
        </p:sp>
        <p:sp>
          <p:nvSpPr>
            <p:cNvPr id="15" name="Freeform: Shape 8">
              <a:extLst>
                <a:ext uri="{FF2B5EF4-FFF2-40B4-BE49-F238E27FC236}">
                  <a16:creationId xmlns:a16="http://schemas.microsoft.com/office/drawing/2014/main" id="{E0CDEF2F-7154-A5C2-D640-669D5BB07DF3}"/>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solidFill>
              <a:srgbClr val="FFFFFF"/>
            </a:solidFill>
            <a:ln w="9525" cap="flat">
              <a:noFill/>
              <a:prstDash val="solid"/>
              <a:miter/>
            </a:ln>
          </p:spPr>
          <p:txBody>
            <a:bodyPr rtlCol="0" anchor="ctr"/>
            <a:lstStyle/>
            <a:p>
              <a:endParaRPr lang="en-US" sz="1800"/>
            </a:p>
          </p:txBody>
        </p:sp>
      </p:grpSp>
    </p:spTree>
    <p:extLst>
      <p:ext uri="{BB962C8B-B14F-4D97-AF65-F5344CB8AC3E}">
        <p14:creationId xmlns:p14="http://schemas.microsoft.com/office/powerpoint/2010/main" val="2516516954"/>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Title Slide 6b">
    <p:spTree>
      <p:nvGrpSpPr>
        <p:cNvPr id="1" name=""/>
        <p:cNvGrpSpPr/>
        <p:nvPr/>
      </p:nvGrpSpPr>
      <p:grpSpPr>
        <a:xfrm>
          <a:off x="0" y="0"/>
          <a:ext cx="0" cy="0"/>
          <a:chOff x="0" y="0"/>
          <a:chExt cx="0" cy="0"/>
        </a:xfrm>
      </p:grpSpPr>
      <p:sp>
        <p:nvSpPr>
          <p:cNvPr id="33" name="Picture Placeholder 18">
            <a:extLst>
              <a:ext uri="{FF2B5EF4-FFF2-40B4-BE49-F238E27FC236}">
                <a16:creationId xmlns:a16="http://schemas.microsoft.com/office/drawing/2014/main" id="{3A966515-C64B-E7BB-1198-D99D16DE65B4}"/>
              </a:ext>
            </a:extLst>
          </p:cNvPr>
          <p:cNvSpPr>
            <a:spLocks noGrp="1"/>
          </p:cNvSpPr>
          <p:nvPr>
            <p:ph type="pic" sz="quarter" idx="10" hasCustomPrompt="1"/>
          </p:nvPr>
        </p:nvSpPr>
        <p:spPr>
          <a:xfrm>
            <a:off x="6096000" y="1916832"/>
            <a:ext cx="3816424" cy="4941168"/>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2">
              <a:lumMod val="90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9" name="Text Placeholder 8">
            <a:extLst>
              <a:ext uri="{FF2B5EF4-FFF2-40B4-BE49-F238E27FC236}">
                <a16:creationId xmlns:a16="http://schemas.microsoft.com/office/drawing/2014/main" id="{DE3C410B-B58E-46DB-B5F0-7F515E223DD9}"/>
              </a:ext>
            </a:extLst>
          </p:cNvPr>
          <p:cNvSpPr>
            <a:spLocks noGrp="1"/>
          </p:cNvSpPr>
          <p:nvPr>
            <p:ph type="body" sz="quarter" idx="12" hasCustomPrompt="1"/>
          </p:nvPr>
        </p:nvSpPr>
        <p:spPr>
          <a:xfrm>
            <a:off x="407368" y="3341212"/>
            <a:ext cx="4597606" cy="215444"/>
          </a:xfrm>
        </p:spPr>
        <p:txBody>
          <a:bodyPr vert="horz" wrap="square" lIns="18000" tIns="0" rIns="0" bIns="0" rtlCol="0" anchor="t" anchorCtr="0">
            <a:spAutoFit/>
          </a:bodyPr>
          <a:lstStyle>
            <a:lvl1pPr>
              <a:defRPr lang="en-US" sz="1400" dirty="0">
                <a:solidFill>
                  <a:schemeClr val="bg1"/>
                </a:solidFill>
                <a:latin typeface="Ubuntu Light" panose="020B0304030602030204" pitchFamily="34" charset="0"/>
              </a:defRPr>
            </a:lvl1pPr>
          </a:lstStyle>
          <a:p>
            <a:pPr lvl="0"/>
            <a:r>
              <a:rPr lang="en-US"/>
              <a:t>Optional: Click to insert name</a:t>
            </a:r>
          </a:p>
        </p:txBody>
      </p:sp>
      <p:sp>
        <p:nvSpPr>
          <p:cNvPr id="6" name="Subtitle">
            <a:extLst>
              <a:ext uri="{FF2B5EF4-FFF2-40B4-BE49-F238E27FC236}">
                <a16:creationId xmlns:a16="http://schemas.microsoft.com/office/drawing/2014/main" id="{A6C182ED-7FBB-D436-05D8-96E184F17BD0}"/>
              </a:ext>
            </a:extLst>
          </p:cNvPr>
          <p:cNvSpPr>
            <a:spLocks noGrp="1"/>
          </p:cNvSpPr>
          <p:nvPr>
            <p:ph type="subTitle" idx="1"/>
          </p:nvPr>
        </p:nvSpPr>
        <p:spPr>
          <a:xfrm>
            <a:off x="407368" y="2924944"/>
            <a:ext cx="4597606" cy="246221"/>
          </a:xfrm>
          <a:prstGeom prst="rect">
            <a:avLst/>
          </a:prstGeom>
        </p:spPr>
        <p:txBody>
          <a:bodyPr wrap="square" lIns="18000" tIns="0" rIns="0" anchor="t" anchorCtr="0">
            <a:spAutoFit/>
          </a:bodyPr>
          <a:lstStyle>
            <a:lvl1pPr marL="0" indent="0" algn="l">
              <a:buNone/>
              <a:defRPr sz="1600">
                <a:solidFill>
                  <a:schemeClr val="bg1"/>
                </a:solidFill>
                <a:latin typeface="Ubuntu Light" panose="020B0304030602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en-GB"/>
          </a:p>
        </p:txBody>
      </p:sp>
      <p:sp>
        <p:nvSpPr>
          <p:cNvPr id="7" name="Title">
            <a:extLst>
              <a:ext uri="{FF2B5EF4-FFF2-40B4-BE49-F238E27FC236}">
                <a16:creationId xmlns:a16="http://schemas.microsoft.com/office/drawing/2014/main" id="{46ABBE1C-3373-50D9-4152-CA1AC4A5E7F0}"/>
              </a:ext>
            </a:extLst>
          </p:cNvPr>
          <p:cNvSpPr>
            <a:spLocks noGrp="1"/>
          </p:cNvSpPr>
          <p:nvPr>
            <p:ph type="ctrTitle" hasCustomPrompt="1"/>
          </p:nvPr>
        </p:nvSpPr>
        <p:spPr>
          <a:xfrm>
            <a:off x="407368" y="1285134"/>
            <a:ext cx="4597606" cy="1495794"/>
          </a:xfrm>
          <a:prstGeom prst="rect">
            <a:avLst/>
          </a:prstGeom>
        </p:spPr>
        <p:txBody>
          <a:bodyPr wrap="square" lIns="0" tIns="0" rIns="0" bIns="0" anchor="b" anchorCtr="0">
            <a:spAutoFit/>
          </a:bodyPr>
          <a:lstStyle>
            <a:lvl1pPr algn="l">
              <a:lnSpc>
                <a:spcPct val="90000"/>
              </a:lnSpc>
              <a:tabLst>
                <a:tab pos="1258888" algn="l"/>
              </a:tabLst>
              <a:defRPr sz="5400" b="0" cap="none" baseline="0">
                <a:solidFill>
                  <a:schemeClr val="bg1"/>
                </a:solidFill>
                <a:latin typeface="+mj-lt"/>
              </a:defRPr>
            </a:lvl1pPr>
          </a:lstStyle>
          <a:p>
            <a:r>
              <a:rPr lang="fr-FR"/>
              <a:t>Modifiez le style du titre</a:t>
            </a:r>
            <a:endParaRPr lang="en-GB"/>
          </a:p>
        </p:txBody>
      </p:sp>
      <p:grpSp>
        <p:nvGrpSpPr>
          <p:cNvPr id="2" name="Group 2">
            <a:extLst>
              <a:ext uri="{FF2B5EF4-FFF2-40B4-BE49-F238E27FC236}">
                <a16:creationId xmlns:a16="http://schemas.microsoft.com/office/drawing/2014/main" id="{4DB64C0B-D342-EDD4-D426-B9A5B83A4685}"/>
              </a:ext>
            </a:extLst>
          </p:cNvPr>
          <p:cNvGrpSpPr>
            <a:grpSpLocks noChangeAspect="1"/>
          </p:cNvGrpSpPr>
          <p:nvPr userDrawn="1"/>
        </p:nvGrpSpPr>
        <p:grpSpPr>
          <a:xfrm>
            <a:off x="443568" y="6021288"/>
            <a:ext cx="1872000" cy="420870"/>
            <a:chOff x="5094083" y="5360390"/>
            <a:chExt cx="3039349" cy="683316"/>
          </a:xfrm>
        </p:grpSpPr>
        <p:sp>
          <p:nvSpPr>
            <p:cNvPr id="3" name="Freeform: Shape 4">
              <a:extLst>
                <a:ext uri="{FF2B5EF4-FFF2-40B4-BE49-F238E27FC236}">
                  <a16:creationId xmlns:a16="http://schemas.microsoft.com/office/drawing/2014/main" id="{70BA0B6B-013E-ED21-5C0C-A7573716118E}"/>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FFFFFF"/>
            </a:solidFill>
            <a:ln w="9525" cap="flat">
              <a:noFill/>
              <a:prstDash val="solid"/>
              <a:miter/>
            </a:ln>
          </p:spPr>
          <p:txBody>
            <a:bodyPr rtlCol="0" anchor="ctr"/>
            <a:lstStyle/>
            <a:p>
              <a:endParaRPr lang="en-US" sz="1800"/>
            </a:p>
          </p:txBody>
        </p:sp>
        <p:sp>
          <p:nvSpPr>
            <p:cNvPr id="4" name="Freeform: Shape 5">
              <a:extLst>
                <a:ext uri="{FF2B5EF4-FFF2-40B4-BE49-F238E27FC236}">
                  <a16:creationId xmlns:a16="http://schemas.microsoft.com/office/drawing/2014/main" id="{A8C76A2C-1551-D00B-5D24-ECE94A0DB12C}"/>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FFFFFF"/>
            </a:solidFill>
            <a:ln w="9525" cap="flat">
              <a:noFill/>
              <a:prstDash val="solid"/>
              <a:miter/>
            </a:ln>
          </p:spPr>
          <p:txBody>
            <a:bodyPr rtlCol="0" anchor="ctr"/>
            <a:lstStyle/>
            <a:p>
              <a:endParaRPr lang="en-US" sz="1800"/>
            </a:p>
          </p:txBody>
        </p:sp>
        <p:sp>
          <p:nvSpPr>
            <p:cNvPr id="5" name="Freeform: Shape 6">
              <a:extLst>
                <a:ext uri="{FF2B5EF4-FFF2-40B4-BE49-F238E27FC236}">
                  <a16:creationId xmlns:a16="http://schemas.microsoft.com/office/drawing/2014/main" id="{F5EB07D2-E52D-E392-D3C8-37455096D778}"/>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FFFFFF"/>
            </a:solidFill>
            <a:ln w="9525" cap="flat">
              <a:noFill/>
              <a:prstDash val="solid"/>
              <a:miter/>
            </a:ln>
          </p:spPr>
          <p:txBody>
            <a:bodyPr rtlCol="0" anchor="ctr"/>
            <a:lstStyle/>
            <a:p>
              <a:endParaRPr lang="en-US" sz="1800"/>
            </a:p>
          </p:txBody>
        </p:sp>
        <p:sp>
          <p:nvSpPr>
            <p:cNvPr id="14" name="Freeform: Shape 7">
              <a:extLst>
                <a:ext uri="{FF2B5EF4-FFF2-40B4-BE49-F238E27FC236}">
                  <a16:creationId xmlns:a16="http://schemas.microsoft.com/office/drawing/2014/main" id="{04CC7865-5F12-6284-B1F5-C81724EA1048}"/>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solidFill>
              <a:srgbClr val="FFFFFF"/>
            </a:solidFill>
            <a:ln w="9525" cap="flat">
              <a:noFill/>
              <a:prstDash val="solid"/>
              <a:miter/>
            </a:ln>
          </p:spPr>
          <p:txBody>
            <a:bodyPr rtlCol="0" anchor="ctr"/>
            <a:lstStyle/>
            <a:p>
              <a:endParaRPr lang="en-US" sz="1800"/>
            </a:p>
          </p:txBody>
        </p:sp>
        <p:sp>
          <p:nvSpPr>
            <p:cNvPr id="15" name="Freeform: Shape 8">
              <a:extLst>
                <a:ext uri="{FF2B5EF4-FFF2-40B4-BE49-F238E27FC236}">
                  <a16:creationId xmlns:a16="http://schemas.microsoft.com/office/drawing/2014/main" id="{F2F7B79C-F81D-D4E8-CCCC-1A80B79E58F5}"/>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solidFill>
              <a:srgbClr val="FFFFFF"/>
            </a:solidFill>
            <a:ln w="9525" cap="flat">
              <a:noFill/>
              <a:prstDash val="solid"/>
              <a:miter/>
            </a:ln>
          </p:spPr>
          <p:txBody>
            <a:bodyPr rtlCol="0" anchor="ctr"/>
            <a:lstStyle/>
            <a:p>
              <a:endParaRPr lang="en-US" sz="1800"/>
            </a:p>
          </p:txBody>
        </p:sp>
      </p:grpSp>
    </p:spTree>
    <p:extLst>
      <p:ext uri="{BB962C8B-B14F-4D97-AF65-F5344CB8AC3E}">
        <p14:creationId xmlns:p14="http://schemas.microsoft.com/office/powerpoint/2010/main" val="785763417"/>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Title Slide 6c">
    <p:spTree>
      <p:nvGrpSpPr>
        <p:cNvPr id="1" name=""/>
        <p:cNvGrpSpPr/>
        <p:nvPr/>
      </p:nvGrpSpPr>
      <p:grpSpPr>
        <a:xfrm>
          <a:off x="0" y="0"/>
          <a:ext cx="0" cy="0"/>
          <a:chOff x="0" y="0"/>
          <a:chExt cx="0" cy="0"/>
        </a:xfrm>
      </p:grpSpPr>
      <p:sp>
        <p:nvSpPr>
          <p:cNvPr id="33" name="Picture Placeholder 18">
            <a:extLst>
              <a:ext uri="{FF2B5EF4-FFF2-40B4-BE49-F238E27FC236}">
                <a16:creationId xmlns:a16="http://schemas.microsoft.com/office/drawing/2014/main" id="{3A966515-C64B-E7BB-1198-D99D16DE65B4}"/>
              </a:ext>
            </a:extLst>
          </p:cNvPr>
          <p:cNvSpPr>
            <a:spLocks noGrp="1"/>
          </p:cNvSpPr>
          <p:nvPr>
            <p:ph type="pic" sz="quarter" idx="10" hasCustomPrompt="1"/>
          </p:nvPr>
        </p:nvSpPr>
        <p:spPr>
          <a:xfrm>
            <a:off x="1343473" y="1"/>
            <a:ext cx="10877102" cy="2931886"/>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8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9" name="Text Placeholder 8">
            <a:extLst>
              <a:ext uri="{FF2B5EF4-FFF2-40B4-BE49-F238E27FC236}">
                <a16:creationId xmlns:a16="http://schemas.microsoft.com/office/drawing/2014/main" id="{DE3C410B-B58E-46DB-B5F0-7F515E223DD9}"/>
              </a:ext>
            </a:extLst>
          </p:cNvPr>
          <p:cNvSpPr>
            <a:spLocks noGrp="1"/>
          </p:cNvSpPr>
          <p:nvPr>
            <p:ph type="body" sz="quarter" idx="12" hasCustomPrompt="1"/>
          </p:nvPr>
        </p:nvSpPr>
        <p:spPr>
          <a:xfrm>
            <a:off x="1343473" y="5498477"/>
            <a:ext cx="10440540" cy="215444"/>
          </a:xfrm>
        </p:spPr>
        <p:txBody>
          <a:bodyPr vert="horz" wrap="square" lIns="18000" tIns="0" rIns="0" bIns="0" rtlCol="0" anchor="t" anchorCtr="0">
            <a:spAutoFit/>
          </a:bodyPr>
          <a:lstStyle>
            <a:lvl1pPr>
              <a:defRPr lang="en-US" sz="1400" dirty="0">
                <a:solidFill>
                  <a:schemeClr val="bg1"/>
                </a:solidFill>
                <a:latin typeface="Ubuntu Light" panose="020B0304030602030204" pitchFamily="34" charset="0"/>
              </a:defRPr>
            </a:lvl1pPr>
          </a:lstStyle>
          <a:p>
            <a:pPr lvl="0"/>
            <a:r>
              <a:rPr lang="en-US"/>
              <a:t>Optional: Click to insert name</a:t>
            </a:r>
          </a:p>
        </p:txBody>
      </p:sp>
      <p:sp>
        <p:nvSpPr>
          <p:cNvPr id="6" name="Subtitle">
            <a:extLst>
              <a:ext uri="{FF2B5EF4-FFF2-40B4-BE49-F238E27FC236}">
                <a16:creationId xmlns:a16="http://schemas.microsoft.com/office/drawing/2014/main" id="{A6C182ED-7FBB-D436-05D8-96E184F17BD0}"/>
              </a:ext>
            </a:extLst>
          </p:cNvPr>
          <p:cNvSpPr>
            <a:spLocks noGrp="1"/>
          </p:cNvSpPr>
          <p:nvPr>
            <p:ph type="subTitle" idx="1"/>
          </p:nvPr>
        </p:nvSpPr>
        <p:spPr>
          <a:xfrm>
            <a:off x="1343473" y="5082209"/>
            <a:ext cx="10440540" cy="246221"/>
          </a:xfrm>
          <a:prstGeom prst="rect">
            <a:avLst/>
          </a:prstGeom>
        </p:spPr>
        <p:txBody>
          <a:bodyPr wrap="square" lIns="18000" tIns="0" rIns="0" anchor="t" anchorCtr="0">
            <a:spAutoFit/>
          </a:bodyPr>
          <a:lstStyle>
            <a:lvl1pPr marL="0" indent="0" algn="l">
              <a:buNone/>
              <a:defRPr sz="1600">
                <a:solidFill>
                  <a:schemeClr val="bg1"/>
                </a:solidFill>
                <a:latin typeface="Ubuntu Light" panose="020B0304030602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en-GB"/>
          </a:p>
        </p:txBody>
      </p:sp>
      <p:sp>
        <p:nvSpPr>
          <p:cNvPr id="7" name="Title">
            <a:extLst>
              <a:ext uri="{FF2B5EF4-FFF2-40B4-BE49-F238E27FC236}">
                <a16:creationId xmlns:a16="http://schemas.microsoft.com/office/drawing/2014/main" id="{46ABBE1C-3373-50D9-4152-CA1AC4A5E7F0}"/>
              </a:ext>
            </a:extLst>
          </p:cNvPr>
          <p:cNvSpPr>
            <a:spLocks noGrp="1"/>
          </p:cNvSpPr>
          <p:nvPr>
            <p:ph type="ctrTitle"/>
          </p:nvPr>
        </p:nvSpPr>
        <p:spPr>
          <a:xfrm>
            <a:off x="1343473" y="3429000"/>
            <a:ext cx="10440540" cy="1580003"/>
          </a:xfrm>
          <a:prstGeom prst="rect">
            <a:avLst/>
          </a:prstGeom>
        </p:spPr>
        <p:txBody>
          <a:bodyPr wrap="square" lIns="0" tIns="0" rIns="0" bIns="0" anchor="b" anchorCtr="0">
            <a:noAutofit/>
          </a:bodyPr>
          <a:lstStyle>
            <a:lvl1pPr algn="l">
              <a:lnSpc>
                <a:spcPct val="90000"/>
              </a:lnSpc>
              <a:tabLst>
                <a:tab pos="1258888" algn="l"/>
              </a:tabLst>
              <a:defRPr sz="5400" b="0" cap="none" baseline="0">
                <a:solidFill>
                  <a:schemeClr val="bg1"/>
                </a:solidFill>
                <a:latin typeface="+mj-lt"/>
              </a:defRPr>
            </a:lvl1pPr>
          </a:lstStyle>
          <a:p>
            <a:r>
              <a:rPr lang="fr-FR"/>
              <a:t>Modifiez le style du titre</a:t>
            </a:r>
            <a:endParaRPr lang="en-GB"/>
          </a:p>
        </p:txBody>
      </p:sp>
      <p:grpSp>
        <p:nvGrpSpPr>
          <p:cNvPr id="8" name="Group 2">
            <a:extLst>
              <a:ext uri="{FF2B5EF4-FFF2-40B4-BE49-F238E27FC236}">
                <a16:creationId xmlns:a16="http://schemas.microsoft.com/office/drawing/2014/main" id="{C6036FEE-55DE-70FD-8023-666A176E56D8}"/>
              </a:ext>
            </a:extLst>
          </p:cNvPr>
          <p:cNvGrpSpPr>
            <a:grpSpLocks noChangeAspect="1"/>
          </p:cNvGrpSpPr>
          <p:nvPr userDrawn="1"/>
        </p:nvGrpSpPr>
        <p:grpSpPr>
          <a:xfrm>
            <a:off x="1343473" y="6021288"/>
            <a:ext cx="1872000" cy="420870"/>
            <a:chOff x="5094083" y="5360390"/>
            <a:chExt cx="3039349" cy="683316"/>
          </a:xfrm>
        </p:grpSpPr>
        <p:sp>
          <p:nvSpPr>
            <p:cNvPr id="9" name="Freeform: Shape 4">
              <a:extLst>
                <a:ext uri="{FF2B5EF4-FFF2-40B4-BE49-F238E27FC236}">
                  <a16:creationId xmlns:a16="http://schemas.microsoft.com/office/drawing/2014/main" id="{B1ED800D-0360-E693-191D-220DFE10BEC2}"/>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FFFFFF"/>
            </a:solidFill>
            <a:ln w="9525" cap="flat">
              <a:noFill/>
              <a:prstDash val="solid"/>
              <a:miter/>
            </a:ln>
          </p:spPr>
          <p:txBody>
            <a:bodyPr rtlCol="0" anchor="ctr"/>
            <a:lstStyle/>
            <a:p>
              <a:endParaRPr lang="en-US" sz="1800"/>
            </a:p>
          </p:txBody>
        </p:sp>
        <p:sp>
          <p:nvSpPr>
            <p:cNvPr id="10" name="Freeform: Shape 5">
              <a:extLst>
                <a:ext uri="{FF2B5EF4-FFF2-40B4-BE49-F238E27FC236}">
                  <a16:creationId xmlns:a16="http://schemas.microsoft.com/office/drawing/2014/main" id="{95F4CCB2-170A-19BE-C942-B19098270C42}"/>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FFFFFF"/>
            </a:solidFill>
            <a:ln w="9525" cap="flat">
              <a:noFill/>
              <a:prstDash val="solid"/>
              <a:miter/>
            </a:ln>
          </p:spPr>
          <p:txBody>
            <a:bodyPr rtlCol="0" anchor="ctr"/>
            <a:lstStyle/>
            <a:p>
              <a:endParaRPr lang="en-US" sz="1800"/>
            </a:p>
          </p:txBody>
        </p:sp>
        <p:sp>
          <p:nvSpPr>
            <p:cNvPr id="11" name="Freeform: Shape 6">
              <a:extLst>
                <a:ext uri="{FF2B5EF4-FFF2-40B4-BE49-F238E27FC236}">
                  <a16:creationId xmlns:a16="http://schemas.microsoft.com/office/drawing/2014/main" id="{890A43B6-BBB1-B11D-0EB6-447FE3C6F0F1}"/>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FFFFFF"/>
            </a:solidFill>
            <a:ln w="9525" cap="flat">
              <a:noFill/>
              <a:prstDash val="solid"/>
              <a:miter/>
            </a:ln>
          </p:spPr>
          <p:txBody>
            <a:bodyPr rtlCol="0" anchor="ctr"/>
            <a:lstStyle/>
            <a:p>
              <a:endParaRPr lang="en-US" sz="1800"/>
            </a:p>
          </p:txBody>
        </p:sp>
        <p:sp>
          <p:nvSpPr>
            <p:cNvPr id="12" name="Freeform: Shape 7">
              <a:extLst>
                <a:ext uri="{FF2B5EF4-FFF2-40B4-BE49-F238E27FC236}">
                  <a16:creationId xmlns:a16="http://schemas.microsoft.com/office/drawing/2014/main" id="{B0A92FC2-E6FE-6A55-A3D8-D99E8E6201E5}"/>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solidFill>
              <a:srgbClr val="FFFFFF"/>
            </a:solidFill>
            <a:ln w="9525" cap="flat">
              <a:noFill/>
              <a:prstDash val="solid"/>
              <a:miter/>
            </a:ln>
          </p:spPr>
          <p:txBody>
            <a:bodyPr rtlCol="0" anchor="ctr"/>
            <a:lstStyle/>
            <a:p>
              <a:endParaRPr lang="en-US" sz="1800"/>
            </a:p>
          </p:txBody>
        </p:sp>
        <p:sp>
          <p:nvSpPr>
            <p:cNvPr id="13" name="Freeform: Shape 8">
              <a:extLst>
                <a:ext uri="{FF2B5EF4-FFF2-40B4-BE49-F238E27FC236}">
                  <a16:creationId xmlns:a16="http://schemas.microsoft.com/office/drawing/2014/main" id="{1C3193CB-D868-D37B-4D53-F1726DCD2D02}"/>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solidFill>
              <a:srgbClr val="FFFFFF"/>
            </a:solidFill>
            <a:ln w="9525" cap="flat">
              <a:noFill/>
              <a:prstDash val="solid"/>
              <a:miter/>
            </a:ln>
          </p:spPr>
          <p:txBody>
            <a:bodyPr rtlCol="0" anchor="ctr"/>
            <a:lstStyle/>
            <a:p>
              <a:endParaRPr lang="en-US" sz="1800"/>
            </a:p>
          </p:txBody>
        </p:sp>
      </p:grpSp>
    </p:spTree>
    <p:extLst>
      <p:ext uri="{BB962C8B-B14F-4D97-AF65-F5344CB8AC3E}">
        <p14:creationId xmlns:p14="http://schemas.microsoft.com/office/powerpoint/2010/main" val="1924807653"/>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Agenda Dark and Picture">
    <p:spTree>
      <p:nvGrpSpPr>
        <p:cNvPr id="1" name=""/>
        <p:cNvGrpSpPr/>
        <p:nvPr/>
      </p:nvGrpSpPr>
      <p:grpSpPr>
        <a:xfrm>
          <a:off x="0" y="0"/>
          <a:ext cx="0" cy="0"/>
          <a:chOff x="0" y="0"/>
          <a:chExt cx="0" cy="0"/>
        </a:xfrm>
      </p:grpSpPr>
      <p:sp>
        <p:nvSpPr>
          <p:cNvPr id="3" name="Picture Placeholder 18">
            <a:extLst>
              <a:ext uri="{FF2B5EF4-FFF2-40B4-BE49-F238E27FC236}">
                <a16:creationId xmlns:a16="http://schemas.microsoft.com/office/drawing/2014/main" id="{D3B1FE99-E8D3-C5FE-4E44-4E4EF67B45DA}"/>
              </a:ext>
            </a:extLst>
          </p:cNvPr>
          <p:cNvSpPr>
            <a:spLocks noGrp="1"/>
          </p:cNvSpPr>
          <p:nvPr>
            <p:ph type="pic" sz="quarter" idx="10" hasCustomPrompt="1"/>
          </p:nvPr>
        </p:nvSpPr>
        <p:spPr>
          <a:xfrm>
            <a:off x="6096001" y="908721"/>
            <a:ext cx="6096000" cy="594928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2" name="Title">
            <a:extLst>
              <a:ext uri="{FF2B5EF4-FFF2-40B4-BE49-F238E27FC236}">
                <a16:creationId xmlns:a16="http://schemas.microsoft.com/office/drawing/2014/main" id="{1B342561-1DD2-4DA7-BA2A-C8E3856FE9BB}"/>
              </a:ext>
            </a:extLst>
          </p:cNvPr>
          <p:cNvSpPr>
            <a:spLocks noGrp="1"/>
          </p:cNvSpPr>
          <p:nvPr>
            <p:ph type="title" hasCustomPrompt="1"/>
          </p:nvPr>
        </p:nvSpPr>
        <p:spPr>
          <a:xfrm>
            <a:off x="407988" y="692696"/>
            <a:ext cx="4751907" cy="720179"/>
          </a:xfrm>
          <a:prstGeom prst="rect">
            <a:avLst/>
          </a:prstGeom>
        </p:spPr>
        <p:txBody>
          <a:bodyPr vert="horz" lIns="0" tIns="0" rIns="0" bIns="0" rtlCol="0" anchor="b">
            <a:noAutofit/>
          </a:bodyPr>
          <a:lstStyle>
            <a:lvl1pPr>
              <a:lnSpc>
                <a:spcPct val="80000"/>
              </a:lnSpc>
              <a:defRPr lang="en-GB" sz="3600" baseline="0">
                <a:solidFill>
                  <a:schemeClr val="bg1"/>
                </a:solidFill>
              </a:defRPr>
            </a:lvl1pPr>
          </a:lstStyle>
          <a:p>
            <a:pPr lvl="0"/>
            <a:r>
              <a:rPr lang="en-US"/>
              <a:t>Click to edit Agenda</a:t>
            </a:r>
            <a:endParaRPr lang="en-GB"/>
          </a:p>
        </p:txBody>
      </p:sp>
      <p:sp>
        <p:nvSpPr>
          <p:cNvPr id="10" name="Text Placeholder 9">
            <a:extLst>
              <a:ext uri="{FF2B5EF4-FFF2-40B4-BE49-F238E27FC236}">
                <a16:creationId xmlns:a16="http://schemas.microsoft.com/office/drawing/2014/main" id="{FC6DF15B-7249-491B-BFB7-9A33784178CD}"/>
              </a:ext>
            </a:extLst>
          </p:cNvPr>
          <p:cNvSpPr>
            <a:spLocks noGrp="1"/>
          </p:cNvSpPr>
          <p:nvPr>
            <p:ph type="body" sz="quarter" idx="12"/>
          </p:nvPr>
        </p:nvSpPr>
        <p:spPr>
          <a:xfrm>
            <a:off x="407988" y="1916832"/>
            <a:ext cx="5471988" cy="4536356"/>
          </a:xfrm>
          <a:prstGeom prst="rect">
            <a:avLst/>
          </a:prstGeom>
        </p:spPr>
        <p:txBody>
          <a:bodyPr>
            <a:noAutofit/>
          </a:bodyPr>
          <a:lstStyle>
            <a:lvl1pPr>
              <a:spcBef>
                <a:spcPts val="1200"/>
              </a:spcBef>
              <a:defRPr sz="1800">
                <a:solidFill>
                  <a:schemeClr val="bg1"/>
                </a:solidFill>
              </a:defRPr>
            </a:lvl1pPr>
            <a:lvl2pPr>
              <a:buClr>
                <a:schemeClr val="bg1"/>
              </a:buClr>
              <a:defRPr sz="1600">
                <a:solidFill>
                  <a:schemeClr val="bg1"/>
                </a:solidFill>
              </a:defRPr>
            </a:lvl2pPr>
            <a:lvl3pPr>
              <a:buClr>
                <a:schemeClr val="bg1"/>
              </a:buClr>
              <a:defRPr sz="1600">
                <a:solidFill>
                  <a:schemeClr val="bg1"/>
                </a:solidFill>
              </a:defRPr>
            </a:lvl3pPr>
            <a:lvl4pPr>
              <a:buClr>
                <a:schemeClr val="bg1"/>
              </a:buClr>
              <a:defRPr sz="1400">
                <a:solidFill>
                  <a:schemeClr val="bg1"/>
                </a:solidFill>
              </a:defRPr>
            </a:lvl4pPr>
            <a:lvl5pPr>
              <a:buClr>
                <a:schemeClr val="bg1"/>
              </a:buClr>
              <a:defRPr sz="1400">
                <a:solidFill>
                  <a:schemeClr val="bg1"/>
                </a:solidFill>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Tree>
    <p:extLst>
      <p:ext uri="{BB962C8B-B14F-4D97-AF65-F5344CB8AC3E}">
        <p14:creationId xmlns:p14="http://schemas.microsoft.com/office/powerpoint/2010/main" val="632445078"/>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1_Agenda">
    <p:spTree>
      <p:nvGrpSpPr>
        <p:cNvPr id="1" name=""/>
        <p:cNvGrpSpPr/>
        <p:nvPr/>
      </p:nvGrpSpPr>
      <p:grpSpPr>
        <a:xfrm>
          <a:off x="0" y="0"/>
          <a:ext cx="0" cy="0"/>
          <a:chOff x="0" y="0"/>
          <a:chExt cx="0" cy="0"/>
        </a:xfrm>
      </p:grpSpPr>
      <p:graphicFrame>
        <p:nvGraphicFramePr>
          <p:cNvPr id="18" name="think-cell data - do not delete" hidden="1">
            <a:extLst>
              <a:ext uri="{FF2B5EF4-FFF2-40B4-BE49-F238E27FC236}">
                <a16:creationId xmlns:a16="http://schemas.microsoft.com/office/drawing/2014/main" id="{7F7D8919-AB1F-40D0-7518-551FBCF421DB}"/>
              </a:ext>
            </a:extLst>
          </p:cNvPr>
          <p:cNvGraphicFramePr>
            <a:graphicFrameLocks noChangeAspect="1"/>
          </p:cNvGraphicFramePr>
          <p:nvPr userDrawn="1">
            <p:custDataLst>
              <p:tags r:id="rId1"/>
            </p:custDataLst>
            <p:extLst>
              <p:ext uri="{D42A27DB-BD31-4B8C-83A1-F6EECF244321}">
                <p14:modId xmlns:p14="http://schemas.microsoft.com/office/powerpoint/2010/main" val="256698258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18" name="think-cell data - do not delete" hidden="1">
                        <a:extLst>
                          <a:ext uri="{FF2B5EF4-FFF2-40B4-BE49-F238E27FC236}">
                            <a16:creationId xmlns:a16="http://schemas.microsoft.com/office/drawing/2014/main" id="{7F7D8919-AB1F-40D0-7518-551FBCF421D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3" name="Freeform 9">
            <a:extLst>
              <a:ext uri="{FF2B5EF4-FFF2-40B4-BE49-F238E27FC236}">
                <a16:creationId xmlns:a16="http://schemas.microsoft.com/office/drawing/2014/main" id="{7E138673-E089-0A54-8BFC-C1E11132FB51}"/>
              </a:ext>
            </a:extLst>
          </p:cNvPr>
          <p:cNvSpPr>
            <a:spLocks/>
          </p:cNvSpPr>
          <p:nvPr/>
        </p:nvSpPr>
        <p:spPr bwMode="auto">
          <a:xfrm>
            <a:off x="0" y="2427076"/>
            <a:ext cx="11923059" cy="4026260"/>
          </a:xfrm>
          <a:custGeom>
            <a:avLst/>
            <a:gdLst>
              <a:gd name="T0" fmla="*/ 4759 w 4760"/>
              <a:gd name="T1" fmla="*/ 467 h 1607"/>
              <a:gd name="T2" fmla="*/ 4520 w 4760"/>
              <a:gd name="T3" fmla="*/ 467 h 1607"/>
              <a:gd name="T4" fmla="*/ 4521 w 4760"/>
              <a:gd name="T5" fmla="*/ 470 h 1607"/>
              <a:gd name="T6" fmla="*/ 4500 w 4760"/>
              <a:gd name="T7" fmla="*/ 472 h 1607"/>
              <a:gd name="T8" fmla="*/ 4481 w 4760"/>
              <a:gd name="T9" fmla="*/ 463 h 1607"/>
              <a:gd name="T10" fmla="*/ 4022 w 4760"/>
              <a:gd name="T11" fmla="*/ 260 h 1607"/>
              <a:gd name="T12" fmla="*/ 3678 w 4760"/>
              <a:gd name="T13" fmla="*/ 188 h 1607"/>
              <a:gd name="T14" fmla="*/ 3466 w 4760"/>
              <a:gd name="T15" fmla="*/ 167 h 1607"/>
              <a:gd name="T16" fmla="*/ 3323 w 4760"/>
              <a:gd name="T17" fmla="*/ 155 h 1607"/>
              <a:gd name="T18" fmla="*/ 3289 w 4760"/>
              <a:gd name="T19" fmla="*/ 168 h 1607"/>
              <a:gd name="T20" fmla="*/ 3130 w 4760"/>
              <a:gd name="T21" fmla="*/ 323 h 1607"/>
              <a:gd name="T22" fmla="*/ 2925 w 4760"/>
              <a:gd name="T23" fmla="*/ 516 h 1607"/>
              <a:gd name="T24" fmla="*/ 2782 w 4760"/>
              <a:gd name="T25" fmla="*/ 646 h 1607"/>
              <a:gd name="T26" fmla="*/ 2626 w 4760"/>
              <a:gd name="T27" fmla="*/ 783 h 1607"/>
              <a:gd name="T28" fmla="*/ 2407 w 4760"/>
              <a:gd name="T29" fmla="*/ 969 h 1607"/>
              <a:gd name="T30" fmla="*/ 2141 w 4760"/>
              <a:gd name="T31" fmla="*/ 1170 h 1607"/>
              <a:gd name="T32" fmla="*/ 1872 w 4760"/>
              <a:gd name="T33" fmla="*/ 1343 h 1607"/>
              <a:gd name="T34" fmla="*/ 1450 w 4760"/>
              <a:gd name="T35" fmla="*/ 1508 h 1607"/>
              <a:gd name="T36" fmla="*/ 1323 w 4760"/>
              <a:gd name="T37" fmla="*/ 1522 h 1607"/>
              <a:gd name="T38" fmla="*/ 1016 w 4760"/>
              <a:gd name="T39" fmla="*/ 1427 h 1607"/>
              <a:gd name="T40" fmla="*/ 854 w 4760"/>
              <a:gd name="T41" fmla="*/ 1294 h 1607"/>
              <a:gd name="T42" fmla="*/ 670 w 4760"/>
              <a:gd name="T43" fmla="*/ 1048 h 1607"/>
              <a:gd name="T44" fmla="*/ 514 w 4760"/>
              <a:gd name="T45" fmla="*/ 749 h 1607"/>
              <a:gd name="T46" fmla="*/ 366 w 4760"/>
              <a:gd name="T47" fmla="*/ 419 h 1607"/>
              <a:gd name="T48" fmla="*/ 264 w 4760"/>
              <a:gd name="T49" fmla="*/ 200 h 1607"/>
              <a:gd name="T50" fmla="*/ 176 w 4760"/>
              <a:gd name="T51" fmla="*/ 20 h 1607"/>
              <a:gd name="T52" fmla="*/ 168 w 4760"/>
              <a:gd name="T53" fmla="*/ 0 h 1607"/>
              <a:gd name="T54" fmla="*/ 0 w 4760"/>
              <a:gd name="T55" fmla="*/ 0 h 1607"/>
              <a:gd name="T56" fmla="*/ 0 w 4760"/>
              <a:gd name="T57" fmla="*/ 1589 h 1607"/>
              <a:gd name="T58" fmla="*/ 18 w 4760"/>
              <a:gd name="T59" fmla="*/ 1607 h 1607"/>
              <a:gd name="T60" fmla="*/ 2380 w 4760"/>
              <a:gd name="T61" fmla="*/ 1607 h 1607"/>
              <a:gd name="T62" fmla="*/ 4741 w 4760"/>
              <a:gd name="T63" fmla="*/ 1607 h 1607"/>
              <a:gd name="T64" fmla="*/ 4760 w 4760"/>
              <a:gd name="T65" fmla="*/ 1589 h 1607"/>
              <a:gd name="T66" fmla="*/ 4759 w 4760"/>
              <a:gd name="T67" fmla="*/ 467 h 16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760" h="1607">
                <a:moveTo>
                  <a:pt x="4759" y="467"/>
                </a:moveTo>
                <a:cubicBezTo>
                  <a:pt x="4520" y="467"/>
                  <a:pt x="4520" y="467"/>
                  <a:pt x="4520" y="467"/>
                </a:cubicBezTo>
                <a:cubicBezTo>
                  <a:pt x="4520" y="468"/>
                  <a:pt x="4520" y="469"/>
                  <a:pt x="4521" y="470"/>
                </a:cubicBezTo>
                <a:cubicBezTo>
                  <a:pt x="4514" y="471"/>
                  <a:pt x="4507" y="474"/>
                  <a:pt x="4500" y="472"/>
                </a:cubicBezTo>
                <a:cubicBezTo>
                  <a:pt x="4494" y="471"/>
                  <a:pt x="4487" y="467"/>
                  <a:pt x="4481" y="463"/>
                </a:cubicBezTo>
                <a:cubicBezTo>
                  <a:pt x="4339" y="370"/>
                  <a:pt x="4184" y="306"/>
                  <a:pt x="4022" y="260"/>
                </a:cubicBezTo>
                <a:cubicBezTo>
                  <a:pt x="3909" y="227"/>
                  <a:pt x="3794" y="204"/>
                  <a:pt x="3678" y="188"/>
                </a:cubicBezTo>
                <a:cubicBezTo>
                  <a:pt x="3608" y="179"/>
                  <a:pt x="3537" y="174"/>
                  <a:pt x="3466" y="167"/>
                </a:cubicBezTo>
                <a:cubicBezTo>
                  <a:pt x="3418" y="163"/>
                  <a:pt x="3370" y="160"/>
                  <a:pt x="3323" y="155"/>
                </a:cubicBezTo>
                <a:cubicBezTo>
                  <a:pt x="3309" y="154"/>
                  <a:pt x="3299" y="158"/>
                  <a:pt x="3289" y="168"/>
                </a:cubicBezTo>
                <a:cubicBezTo>
                  <a:pt x="3236" y="220"/>
                  <a:pt x="3183" y="272"/>
                  <a:pt x="3130" y="323"/>
                </a:cubicBezTo>
                <a:cubicBezTo>
                  <a:pt x="3062" y="387"/>
                  <a:pt x="2993" y="452"/>
                  <a:pt x="2925" y="516"/>
                </a:cubicBezTo>
                <a:cubicBezTo>
                  <a:pt x="2878" y="560"/>
                  <a:pt x="2830" y="603"/>
                  <a:pt x="2782" y="646"/>
                </a:cubicBezTo>
                <a:cubicBezTo>
                  <a:pt x="2730" y="692"/>
                  <a:pt x="2678" y="738"/>
                  <a:pt x="2626" y="783"/>
                </a:cubicBezTo>
                <a:cubicBezTo>
                  <a:pt x="2553" y="846"/>
                  <a:pt x="2482" y="909"/>
                  <a:pt x="2407" y="969"/>
                </a:cubicBezTo>
                <a:cubicBezTo>
                  <a:pt x="2320" y="1038"/>
                  <a:pt x="2232" y="1107"/>
                  <a:pt x="2141" y="1170"/>
                </a:cubicBezTo>
                <a:cubicBezTo>
                  <a:pt x="2054" y="1232"/>
                  <a:pt x="1964" y="1289"/>
                  <a:pt x="1872" y="1343"/>
                </a:cubicBezTo>
                <a:cubicBezTo>
                  <a:pt x="1740" y="1420"/>
                  <a:pt x="1601" y="1482"/>
                  <a:pt x="1450" y="1508"/>
                </a:cubicBezTo>
                <a:cubicBezTo>
                  <a:pt x="1408" y="1515"/>
                  <a:pt x="1365" y="1518"/>
                  <a:pt x="1323" y="1522"/>
                </a:cubicBezTo>
                <a:cubicBezTo>
                  <a:pt x="1210" y="1523"/>
                  <a:pt x="1109" y="1487"/>
                  <a:pt x="1016" y="1427"/>
                </a:cubicBezTo>
                <a:cubicBezTo>
                  <a:pt x="956" y="1389"/>
                  <a:pt x="902" y="1345"/>
                  <a:pt x="854" y="1294"/>
                </a:cubicBezTo>
                <a:cubicBezTo>
                  <a:pt x="783" y="1219"/>
                  <a:pt x="724" y="1136"/>
                  <a:pt x="670" y="1048"/>
                </a:cubicBezTo>
                <a:cubicBezTo>
                  <a:pt x="612" y="952"/>
                  <a:pt x="561" y="851"/>
                  <a:pt x="514" y="749"/>
                </a:cubicBezTo>
                <a:cubicBezTo>
                  <a:pt x="462" y="640"/>
                  <a:pt x="415" y="529"/>
                  <a:pt x="366" y="419"/>
                </a:cubicBezTo>
                <a:cubicBezTo>
                  <a:pt x="332" y="346"/>
                  <a:pt x="299" y="272"/>
                  <a:pt x="264" y="200"/>
                </a:cubicBezTo>
                <a:cubicBezTo>
                  <a:pt x="235" y="140"/>
                  <a:pt x="205" y="80"/>
                  <a:pt x="176" y="20"/>
                </a:cubicBezTo>
                <a:cubicBezTo>
                  <a:pt x="173" y="14"/>
                  <a:pt x="167" y="7"/>
                  <a:pt x="168" y="0"/>
                </a:cubicBezTo>
                <a:cubicBezTo>
                  <a:pt x="0" y="0"/>
                  <a:pt x="0" y="0"/>
                  <a:pt x="0" y="0"/>
                </a:cubicBezTo>
                <a:cubicBezTo>
                  <a:pt x="0" y="530"/>
                  <a:pt x="0" y="1059"/>
                  <a:pt x="0" y="1589"/>
                </a:cubicBezTo>
                <a:cubicBezTo>
                  <a:pt x="0" y="1604"/>
                  <a:pt x="3" y="1607"/>
                  <a:pt x="18" y="1607"/>
                </a:cubicBezTo>
                <a:cubicBezTo>
                  <a:pt x="805" y="1607"/>
                  <a:pt x="1592" y="1607"/>
                  <a:pt x="2380" y="1607"/>
                </a:cubicBezTo>
                <a:cubicBezTo>
                  <a:pt x="3167" y="1607"/>
                  <a:pt x="3954" y="1607"/>
                  <a:pt x="4741" y="1607"/>
                </a:cubicBezTo>
                <a:cubicBezTo>
                  <a:pt x="4756" y="1607"/>
                  <a:pt x="4760" y="1604"/>
                  <a:pt x="4760" y="1589"/>
                </a:cubicBezTo>
                <a:cubicBezTo>
                  <a:pt x="4760" y="1215"/>
                  <a:pt x="4759" y="841"/>
                  <a:pt x="4759" y="467"/>
                </a:cubicBezTo>
                <a:close/>
              </a:path>
            </a:pathLst>
          </a:custGeom>
          <a:gradFill>
            <a:gsLst>
              <a:gs pos="89000">
                <a:schemeClr val="accent4"/>
              </a:gs>
              <a:gs pos="18000">
                <a:schemeClr val="accent4"/>
              </a:gs>
              <a:gs pos="51000">
                <a:srgbClr val="12ABDB">
                  <a:alpha val="39000"/>
                </a:srgbClr>
              </a:gs>
              <a:gs pos="27000">
                <a:srgbClr val="12ABDB">
                  <a:alpha val="9000"/>
                </a:srgbClr>
              </a:gs>
            </a:gsLst>
            <a:lin ang="1800000" scaled="0"/>
          </a:gra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Ubuntu"/>
              <a:ea typeface="+mn-ea"/>
              <a:cs typeface="+mn-cs"/>
            </a:endParaRPr>
          </a:p>
        </p:txBody>
      </p:sp>
      <p:pic>
        <p:nvPicPr>
          <p:cNvPr id="14" name="Picture 2">
            <a:extLst>
              <a:ext uri="{FF2B5EF4-FFF2-40B4-BE49-F238E27FC236}">
                <a16:creationId xmlns:a16="http://schemas.microsoft.com/office/drawing/2014/main" id="{7DF7A816-ED6E-986F-2D15-658374840F89}"/>
              </a:ext>
            </a:extLst>
          </p:cNvPr>
          <p:cNvPicPr>
            <a:picLocks noChangeAspect="1" noChangeArrowheads="1"/>
          </p:cNvPicPr>
          <p:nvPr/>
        </p:nvPicPr>
        <p:blipFill>
          <a:blip r:embed="rId5"/>
          <a:srcRect t="23781" b="23781"/>
          <a:stretch/>
        </p:blipFill>
        <p:spPr bwMode="auto">
          <a:xfrm>
            <a:off x="5304000" y="2981454"/>
            <a:ext cx="6096000" cy="3429000"/>
          </a:xfrm>
          <a:prstGeom prst="roundRect">
            <a:avLst>
              <a:gd name="adj" fmla="val 38974"/>
            </a:avLst>
          </a:prstGeom>
          <a:ln>
            <a:noFill/>
          </a:ln>
          <a:effectLst>
            <a:outerShdw blurRad="76200" dist="38100" dir="7800000" algn="tl" rotWithShape="0">
              <a:srgbClr val="000000">
                <a:alpha val="40000"/>
              </a:srgbClr>
            </a:outerShdw>
            <a:softEdge rad="787400"/>
          </a:effectLst>
          <a:scene3d>
            <a:camera prst="orthographicFront"/>
            <a:lightRig rig="contrasting" dir="t">
              <a:rot lat="0" lon="0" rev="4200000"/>
            </a:lightRig>
          </a:scene3d>
          <a:sp3d prstMaterial="plastic">
            <a:contourClr>
              <a:srgbClr val="969696"/>
            </a:contourClr>
          </a:sp3d>
          <a:extLst>
            <a:ext uri="{909E8E84-426E-40DD-AFC4-6F175D3DCCD1}">
              <a14:hiddenFill xmlns:a14="http://schemas.microsoft.com/office/drawing/2010/main">
                <a:solidFill>
                  <a:srgbClr val="FFFFFF"/>
                </a:solidFill>
              </a14:hiddenFill>
            </a:ext>
          </a:extLst>
        </p:spPr>
      </p:pic>
      <p:sp useBgFill="1">
        <p:nvSpPr>
          <p:cNvPr id="16" name="Freeform 8">
            <a:extLst>
              <a:ext uri="{FF2B5EF4-FFF2-40B4-BE49-F238E27FC236}">
                <a16:creationId xmlns:a16="http://schemas.microsoft.com/office/drawing/2014/main" id="{A2934D98-D834-B5F7-C323-40165940BC17}"/>
              </a:ext>
            </a:extLst>
          </p:cNvPr>
          <p:cNvSpPr>
            <a:spLocks/>
          </p:cNvSpPr>
          <p:nvPr userDrawn="1"/>
        </p:nvSpPr>
        <p:spPr bwMode="auto">
          <a:xfrm>
            <a:off x="0" y="1412776"/>
            <a:ext cx="11923059" cy="4878041"/>
          </a:xfrm>
          <a:custGeom>
            <a:avLst/>
            <a:gdLst>
              <a:gd name="T0" fmla="*/ 169 w 4760"/>
              <a:gd name="T1" fmla="*/ 450 h 1947"/>
              <a:gd name="T2" fmla="*/ 174 w 4760"/>
              <a:gd name="T3" fmla="*/ 444 h 1947"/>
              <a:gd name="T4" fmla="*/ 197 w 4760"/>
              <a:gd name="T5" fmla="*/ 461 h 1947"/>
              <a:gd name="T6" fmla="*/ 233 w 4760"/>
              <a:gd name="T7" fmla="*/ 523 h 1947"/>
              <a:gd name="T8" fmla="*/ 385 w 4760"/>
              <a:gd name="T9" fmla="*/ 842 h 1947"/>
              <a:gd name="T10" fmla="*/ 501 w 4760"/>
              <a:gd name="T11" fmla="*/ 1097 h 1947"/>
              <a:gd name="T12" fmla="*/ 589 w 4760"/>
              <a:gd name="T13" fmla="*/ 1285 h 1947"/>
              <a:gd name="T14" fmla="*/ 778 w 4760"/>
              <a:gd name="T15" fmla="*/ 1605 h 1947"/>
              <a:gd name="T16" fmla="*/ 1105 w 4760"/>
              <a:gd name="T17" fmla="*/ 1892 h 1947"/>
              <a:gd name="T18" fmla="*/ 1381 w 4760"/>
              <a:gd name="T19" fmla="*/ 1937 h 1947"/>
              <a:gd name="T20" fmla="*/ 1755 w 4760"/>
              <a:gd name="T21" fmla="*/ 1820 h 1947"/>
              <a:gd name="T22" fmla="*/ 2162 w 4760"/>
              <a:gd name="T23" fmla="*/ 1568 h 1947"/>
              <a:gd name="T24" fmla="*/ 2399 w 4760"/>
              <a:gd name="T25" fmla="*/ 1385 h 1947"/>
              <a:gd name="T26" fmla="*/ 2590 w 4760"/>
              <a:gd name="T27" fmla="*/ 1224 h 1947"/>
              <a:gd name="T28" fmla="*/ 2790 w 4760"/>
              <a:gd name="T29" fmla="*/ 1047 h 1947"/>
              <a:gd name="T30" fmla="*/ 2899 w 4760"/>
              <a:gd name="T31" fmla="*/ 947 h 1947"/>
              <a:gd name="T32" fmla="*/ 3069 w 4760"/>
              <a:gd name="T33" fmla="*/ 784 h 1947"/>
              <a:gd name="T34" fmla="*/ 3248 w 4760"/>
              <a:gd name="T35" fmla="*/ 613 h 1947"/>
              <a:gd name="T36" fmla="*/ 3348 w 4760"/>
              <a:gd name="T37" fmla="*/ 576 h 1947"/>
              <a:gd name="T38" fmla="*/ 3507 w 4760"/>
              <a:gd name="T39" fmla="*/ 589 h 1947"/>
              <a:gd name="T40" fmla="*/ 3713 w 4760"/>
              <a:gd name="T41" fmla="*/ 614 h 1947"/>
              <a:gd name="T42" fmla="*/ 3938 w 4760"/>
              <a:gd name="T43" fmla="*/ 658 h 1947"/>
              <a:gd name="T44" fmla="*/ 4190 w 4760"/>
              <a:gd name="T45" fmla="*/ 736 h 1947"/>
              <a:gd name="T46" fmla="*/ 4484 w 4760"/>
              <a:gd name="T47" fmla="*/ 883 h 1947"/>
              <a:gd name="T48" fmla="*/ 4514 w 4760"/>
              <a:gd name="T49" fmla="*/ 906 h 1947"/>
              <a:gd name="T50" fmla="*/ 4519 w 4760"/>
              <a:gd name="T51" fmla="*/ 917 h 1947"/>
              <a:gd name="T52" fmla="*/ 4759 w 4760"/>
              <a:gd name="T53" fmla="*/ 917 h 1947"/>
              <a:gd name="T54" fmla="*/ 4760 w 4760"/>
              <a:gd name="T55" fmla="*/ 18 h 1947"/>
              <a:gd name="T56" fmla="*/ 4741 w 4760"/>
              <a:gd name="T57" fmla="*/ 0 h 1947"/>
              <a:gd name="T58" fmla="*/ 18 w 4760"/>
              <a:gd name="T59" fmla="*/ 0 h 1947"/>
              <a:gd name="T60" fmla="*/ 0 w 4760"/>
              <a:gd name="T61" fmla="*/ 18 h 1947"/>
              <a:gd name="T62" fmla="*/ 0 w 4760"/>
              <a:gd name="T63" fmla="*/ 450 h 1947"/>
              <a:gd name="T64" fmla="*/ 169 w 4760"/>
              <a:gd name="T65" fmla="*/ 450 h 19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760" h="1947">
                <a:moveTo>
                  <a:pt x="169" y="450"/>
                </a:moveTo>
                <a:cubicBezTo>
                  <a:pt x="170" y="448"/>
                  <a:pt x="171" y="446"/>
                  <a:pt x="174" y="444"/>
                </a:cubicBezTo>
                <a:cubicBezTo>
                  <a:pt x="176" y="442"/>
                  <a:pt x="192" y="453"/>
                  <a:pt x="197" y="461"/>
                </a:cubicBezTo>
                <a:cubicBezTo>
                  <a:pt x="210" y="481"/>
                  <a:pt x="223" y="502"/>
                  <a:pt x="233" y="523"/>
                </a:cubicBezTo>
                <a:cubicBezTo>
                  <a:pt x="284" y="629"/>
                  <a:pt x="336" y="736"/>
                  <a:pt x="385" y="842"/>
                </a:cubicBezTo>
                <a:cubicBezTo>
                  <a:pt x="425" y="927"/>
                  <a:pt x="462" y="1013"/>
                  <a:pt x="501" y="1097"/>
                </a:cubicBezTo>
                <a:cubicBezTo>
                  <a:pt x="530" y="1160"/>
                  <a:pt x="558" y="1224"/>
                  <a:pt x="589" y="1285"/>
                </a:cubicBezTo>
                <a:cubicBezTo>
                  <a:pt x="645" y="1396"/>
                  <a:pt x="704" y="1505"/>
                  <a:pt x="778" y="1605"/>
                </a:cubicBezTo>
                <a:cubicBezTo>
                  <a:pt x="866" y="1724"/>
                  <a:pt x="969" y="1828"/>
                  <a:pt x="1105" y="1892"/>
                </a:cubicBezTo>
                <a:cubicBezTo>
                  <a:pt x="1192" y="1934"/>
                  <a:pt x="1285" y="1947"/>
                  <a:pt x="1381" y="1937"/>
                </a:cubicBezTo>
                <a:cubicBezTo>
                  <a:pt x="1514" y="1924"/>
                  <a:pt x="1636" y="1878"/>
                  <a:pt x="1755" y="1820"/>
                </a:cubicBezTo>
                <a:cubicBezTo>
                  <a:pt x="1899" y="1750"/>
                  <a:pt x="2033" y="1663"/>
                  <a:pt x="2162" y="1568"/>
                </a:cubicBezTo>
                <a:cubicBezTo>
                  <a:pt x="2242" y="1508"/>
                  <a:pt x="2321" y="1447"/>
                  <a:pt x="2399" y="1385"/>
                </a:cubicBezTo>
                <a:cubicBezTo>
                  <a:pt x="2464" y="1333"/>
                  <a:pt x="2527" y="1278"/>
                  <a:pt x="2590" y="1224"/>
                </a:cubicBezTo>
                <a:cubicBezTo>
                  <a:pt x="2657" y="1165"/>
                  <a:pt x="2724" y="1106"/>
                  <a:pt x="2790" y="1047"/>
                </a:cubicBezTo>
                <a:cubicBezTo>
                  <a:pt x="2827" y="1014"/>
                  <a:pt x="2863" y="981"/>
                  <a:pt x="2899" y="947"/>
                </a:cubicBezTo>
                <a:cubicBezTo>
                  <a:pt x="2956" y="893"/>
                  <a:pt x="3013" y="839"/>
                  <a:pt x="3069" y="784"/>
                </a:cubicBezTo>
                <a:cubicBezTo>
                  <a:pt x="3129" y="727"/>
                  <a:pt x="3189" y="671"/>
                  <a:pt x="3248" y="613"/>
                </a:cubicBezTo>
                <a:cubicBezTo>
                  <a:pt x="3290" y="572"/>
                  <a:pt x="3290" y="572"/>
                  <a:pt x="3348" y="576"/>
                </a:cubicBezTo>
                <a:cubicBezTo>
                  <a:pt x="3401" y="580"/>
                  <a:pt x="3454" y="583"/>
                  <a:pt x="3507" y="589"/>
                </a:cubicBezTo>
                <a:cubicBezTo>
                  <a:pt x="3575" y="596"/>
                  <a:pt x="3644" y="603"/>
                  <a:pt x="3713" y="614"/>
                </a:cubicBezTo>
                <a:cubicBezTo>
                  <a:pt x="3788" y="626"/>
                  <a:pt x="3864" y="639"/>
                  <a:pt x="3938" y="658"/>
                </a:cubicBezTo>
                <a:cubicBezTo>
                  <a:pt x="4023" y="680"/>
                  <a:pt x="4107" y="707"/>
                  <a:pt x="4190" y="736"/>
                </a:cubicBezTo>
                <a:cubicBezTo>
                  <a:pt x="4294" y="772"/>
                  <a:pt x="4391" y="824"/>
                  <a:pt x="4484" y="883"/>
                </a:cubicBezTo>
                <a:cubicBezTo>
                  <a:pt x="4495" y="889"/>
                  <a:pt x="4505" y="897"/>
                  <a:pt x="4514" y="906"/>
                </a:cubicBezTo>
                <a:cubicBezTo>
                  <a:pt x="4517" y="908"/>
                  <a:pt x="4518" y="913"/>
                  <a:pt x="4519" y="917"/>
                </a:cubicBezTo>
                <a:cubicBezTo>
                  <a:pt x="4759" y="917"/>
                  <a:pt x="4759" y="917"/>
                  <a:pt x="4759" y="917"/>
                </a:cubicBezTo>
                <a:cubicBezTo>
                  <a:pt x="4760" y="618"/>
                  <a:pt x="4760" y="318"/>
                  <a:pt x="4760" y="18"/>
                </a:cubicBezTo>
                <a:cubicBezTo>
                  <a:pt x="4760" y="3"/>
                  <a:pt x="4756" y="0"/>
                  <a:pt x="4741" y="0"/>
                </a:cubicBezTo>
                <a:cubicBezTo>
                  <a:pt x="3167" y="0"/>
                  <a:pt x="1592" y="0"/>
                  <a:pt x="18" y="0"/>
                </a:cubicBezTo>
                <a:cubicBezTo>
                  <a:pt x="3" y="0"/>
                  <a:pt x="0" y="3"/>
                  <a:pt x="0" y="18"/>
                </a:cubicBezTo>
                <a:cubicBezTo>
                  <a:pt x="0" y="162"/>
                  <a:pt x="0" y="306"/>
                  <a:pt x="0" y="450"/>
                </a:cubicBezTo>
                <a:lnTo>
                  <a:pt x="169" y="450"/>
                </a:lnTo>
                <a:close/>
              </a:path>
            </a:pathLst>
          </a:custGeom>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Ubuntu"/>
              <a:ea typeface="+mn-ea"/>
              <a:cs typeface="+mn-cs"/>
            </a:endParaRPr>
          </a:p>
        </p:txBody>
      </p:sp>
      <p:sp>
        <p:nvSpPr>
          <p:cNvPr id="15" name="Freeform 7">
            <a:extLst>
              <a:ext uri="{FF2B5EF4-FFF2-40B4-BE49-F238E27FC236}">
                <a16:creationId xmlns:a16="http://schemas.microsoft.com/office/drawing/2014/main" id="{36374EAE-EA82-4184-D857-DBCC6FDEBD99}"/>
              </a:ext>
            </a:extLst>
          </p:cNvPr>
          <p:cNvSpPr>
            <a:spLocks/>
          </p:cNvSpPr>
          <p:nvPr/>
        </p:nvSpPr>
        <p:spPr bwMode="auto">
          <a:xfrm>
            <a:off x="407129" y="2466924"/>
            <a:ext cx="10917432" cy="3842396"/>
          </a:xfrm>
          <a:custGeom>
            <a:avLst/>
            <a:gdLst>
              <a:gd name="T0" fmla="*/ 1161 w 4359"/>
              <a:gd name="T1" fmla="*/ 1533 h 1534"/>
              <a:gd name="T2" fmla="*/ 854 w 4359"/>
              <a:gd name="T3" fmla="*/ 1438 h 1534"/>
              <a:gd name="T4" fmla="*/ 692 w 4359"/>
              <a:gd name="T5" fmla="*/ 1305 h 1534"/>
              <a:gd name="T6" fmla="*/ 508 w 4359"/>
              <a:gd name="T7" fmla="*/ 1059 h 1534"/>
              <a:gd name="T8" fmla="*/ 352 w 4359"/>
              <a:gd name="T9" fmla="*/ 760 h 1534"/>
              <a:gd name="T10" fmla="*/ 204 w 4359"/>
              <a:gd name="T11" fmla="*/ 430 h 1534"/>
              <a:gd name="T12" fmla="*/ 102 w 4359"/>
              <a:gd name="T13" fmla="*/ 211 h 1534"/>
              <a:gd name="T14" fmla="*/ 14 w 4359"/>
              <a:gd name="T15" fmla="*/ 31 h 1534"/>
              <a:gd name="T16" fmla="*/ 12 w 4359"/>
              <a:gd name="T17" fmla="*/ 2 h 1534"/>
              <a:gd name="T18" fmla="*/ 35 w 4359"/>
              <a:gd name="T19" fmla="*/ 19 h 1534"/>
              <a:gd name="T20" fmla="*/ 71 w 4359"/>
              <a:gd name="T21" fmla="*/ 81 h 1534"/>
              <a:gd name="T22" fmla="*/ 223 w 4359"/>
              <a:gd name="T23" fmla="*/ 400 h 1534"/>
              <a:gd name="T24" fmla="*/ 339 w 4359"/>
              <a:gd name="T25" fmla="*/ 655 h 1534"/>
              <a:gd name="T26" fmla="*/ 427 w 4359"/>
              <a:gd name="T27" fmla="*/ 843 h 1534"/>
              <a:gd name="T28" fmla="*/ 616 w 4359"/>
              <a:gd name="T29" fmla="*/ 1163 h 1534"/>
              <a:gd name="T30" fmla="*/ 943 w 4359"/>
              <a:gd name="T31" fmla="*/ 1450 h 1534"/>
              <a:gd name="T32" fmla="*/ 1219 w 4359"/>
              <a:gd name="T33" fmla="*/ 1495 h 1534"/>
              <a:gd name="T34" fmla="*/ 1593 w 4359"/>
              <a:gd name="T35" fmla="*/ 1378 h 1534"/>
              <a:gd name="T36" fmla="*/ 2000 w 4359"/>
              <a:gd name="T37" fmla="*/ 1126 h 1534"/>
              <a:gd name="T38" fmla="*/ 2237 w 4359"/>
              <a:gd name="T39" fmla="*/ 943 h 1534"/>
              <a:gd name="T40" fmla="*/ 2428 w 4359"/>
              <a:gd name="T41" fmla="*/ 782 h 1534"/>
              <a:gd name="T42" fmla="*/ 2628 w 4359"/>
              <a:gd name="T43" fmla="*/ 605 h 1534"/>
              <a:gd name="T44" fmla="*/ 2737 w 4359"/>
              <a:gd name="T45" fmla="*/ 505 h 1534"/>
              <a:gd name="T46" fmla="*/ 2907 w 4359"/>
              <a:gd name="T47" fmla="*/ 342 h 1534"/>
              <a:gd name="T48" fmla="*/ 3086 w 4359"/>
              <a:gd name="T49" fmla="*/ 171 h 1534"/>
              <a:gd name="T50" fmla="*/ 3186 w 4359"/>
              <a:gd name="T51" fmla="*/ 134 h 1534"/>
              <a:gd name="T52" fmla="*/ 3345 w 4359"/>
              <a:gd name="T53" fmla="*/ 147 h 1534"/>
              <a:gd name="T54" fmla="*/ 3551 w 4359"/>
              <a:gd name="T55" fmla="*/ 172 h 1534"/>
              <a:gd name="T56" fmla="*/ 3776 w 4359"/>
              <a:gd name="T57" fmla="*/ 216 h 1534"/>
              <a:gd name="T58" fmla="*/ 4028 w 4359"/>
              <a:gd name="T59" fmla="*/ 294 h 1534"/>
              <a:gd name="T60" fmla="*/ 4322 w 4359"/>
              <a:gd name="T61" fmla="*/ 441 h 1534"/>
              <a:gd name="T62" fmla="*/ 4352 w 4359"/>
              <a:gd name="T63" fmla="*/ 464 h 1534"/>
              <a:gd name="T64" fmla="*/ 4359 w 4359"/>
              <a:gd name="T65" fmla="*/ 481 h 1534"/>
              <a:gd name="T66" fmla="*/ 4338 w 4359"/>
              <a:gd name="T67" fmla="*/ 483 h 1534"/>
              <a:gd name="T68" fmla="*/ 4319 w 4359"/>
              <a:gd name="T69" fmla="*/ 474 h 1534"/>
              <a:gd name="T70" fmla="*/ 3860 w 4359"/>
              <a:gd name="T71" fmla="*/ 271 h 1534"/>
              <a:gd name="T72" fmla="*/ 3516 w 4359"/>
              <a:gd name="T73" fmla="*/ 199 h 1534"/>
              <a:gd name="T74" fmla="*/ 3304 w 4359"/>
              <a:gd name="T75" fmla="*/ 178 h 1534"/>
              <a:gd name="T76" fmla="*/ 3161 w 4359"/>
              <a:gd name="T77" fmla="*/ 166 h 1534"/>
              <a:gd name="T78" fmla="*/ 3127 w 4359"/>
              <a:gd name="T79" fmla="*/ 179 h 1534"/>
              <a:gd name="T80" fmla="*/ 2968 w 4359"/>
              <a:gd name="T81" fmla="*/ 334 h 1534"/>
              <a:gd name="T82" fmla="*/ 2763 w 4359"/>
              <a:gd name="T83" fmla="*/ 527 h 1534"/>
              <a:gd name="T84" fmla="*/ 2620 w 4359"/>
              <a:gd name="T85" fmla="*/ 657 h 1534"/>
              <a:gd name="T86" fmla="*/ 2464 w 4359"/>
              <a:gd name="T87" fmla="*/ 794 h 1534"/>
              <a:gd name="T88" fmla="*/ 2245 w 4359"/>
              <a:gd name="T89" fmla="*/ 980 h 1534"/>
              <a:gd name="T90" fmla="*/ 1979 w 4359"/>
              <a:gd name="T91" fmla="*/ 1181 h 1534"/>
              <a:gd name="T92" fmla="*/ 1710 w 4359"/>
              <a:gd name="T93" fmla="*/ 1354 h 1534"/>
              <a:gd name="T94" fmla="*/ 1288 w 4359"/>
              <a:gd name="T95" fmla="*/ 1519 h 1534"/>
              <a:gd name="T96" fmla="*/ 1161 w 4359"/>
              <a:gd name="T97" fmla="*/ 1533 h 15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4359" h="1534">
                <a:moveTo>
                  <a:pt x="1161" y="1533"/>
                </a:moveTo>
                <a:cubicBezTo>
                  <a:pt x="1048" y="1534"/>
                  <a:pt x="947" y="1498"/>
                  <a:pt x="854" y="1438"/>
                </a:cubicBezTo>
                <a:cubicBezTo>
                  <a:pt x="794" y="1400"/>
                  <a:pt x="740" y="1356"/>
                  <a:pt x="692" y="1305"/>
                </a:cubicBezTo>
                <a:cubicBezTo>
                  <a:pt x="621" y="1230"/>
                  <a:pt x="562" y="1147"/>
                  <a:pt x="508" y="1059"/>
                </a:cubicBezTo>
                <a:cubicBezTo>
                  <a:pt x="450" y="963"/>
                  <a:pt x="399" y="862"/>
                  <a:pt x="352" y="760"/>
                </a:cubicBezTo>
                <a:cubicBezTo>
                  <a:pt x="300" y="651"/>
                  <a:pt x="253" y="540"/>
                  <a:pt x="204" y="430"/>
                </a:cubicBezTo>
                <a:cubicBezTo>
                  <a:pt x="170" y="357"/>
                  <a:pt x="137" y="283"/>
                  <a:pt x="102" y="211"/>
                </a:cubicBezTo>
                <a:cubicBezTo>
                  <a:pt x="73" y="151"/>
                  <a:pt x="43" y="91"/>
                  <a:pt x="14" y="31"/>
                </a:cubicBezTo>
                <a:cubicBezTo>
                  <a:pt x="9" y="22"/>
                  <a:pt x="0" y="11"/>
                  <a:pt x="12" y="2"/>
                </a:cubicBezTo>
                <a:cubicBezTo>
                  <a:pt x="14" y="0"/>
                  <a:pt x="30" y="11"/>
                  <a:pt x="35" y="19"/>
                </a:cubicBezTo>
                <a:cubicBezTo>
                  <a:pt x="48" y="39"/>
                  <a:pt x="61" y="60"/>
                  <a:pt x="71" y="81"/>
                </a:cubicBezTo>
                <a:cubicBezTo>
                  <a:pt x="122" y="187"/>
                  <a:pt x="174" y="294"/>
                  <a:pt x="223" y="400"/>
                </a:cubicBezTo>
                <a:cubicBezTo>
                  <a:pt x="263" y="485"/>
                  <a:pt x="300" y="571"/>
                  <a:pt x="339" y="655"/>
                </a:cubicBezTo>
                <a:cubicBezTo>
                  <a:pt x="368" y="718"/>
                  <a:pt x="396" y="782"/>
                  <a:pt x="427" y="843"/>
                </a:cubicBezTo>
                <a:cubicBezTo>
                  <a:pt x="483" y="954"/>
                  <a:pt x="542" y="1063"/>
                  <a:pt x="616" y="1163"/>
                </a:cubicBezTo>
                <a:cubicBezTo>
                  <a:pt x="704" y="1282"/>
                  <a:pt x="807" y="1386"/>
                  <a:pt x="943" y="1450"/>
                </a:cubicBezTo>
                <a:cubicBezTo>
                  <a:pt x="1030" y="1492"/>
                  <a:pt x="1123" y="1505"/>
                  <a:pt x="1219" y="1495"/>
                </a:cubicBezTo>
                <a:cubicBezTo>
                  <a:pt x="1352" y="1482"/>
                  <a:pt x="1474" y="1436"/>
                  <a:pt x="1593" y="1378"/>
                </a:cubicBezTo>
                <a:cubicBezTo>
                  <a:pt x="1737" y="1308"/>
                  <a:pt x="1871" y="1221"/>
                  <a:pt x="2000" y="1126"/>
                </a:cubicBezTo>
                <a:cubicBezTo>
                  <a:pt x="2080" y="1066"/>
                  <a:pt x="2159" y="1005"/>
                  <a:pt x="2237" y="943"/>
                </a:cubicBezTo>
                <a:cubicBezTo>
                  <a:pt x="2302" y="891"/>
                  <a:pt x="2365" y="836"/>
                  <a:pt x="2428" y="782"/>
                </a:cubicBezTo>
                <a:cubicBezTo>
                  <a:pt x="2495" y="723"/>
                  <a:pt x="2562" y="664"/>
                  <a:pt x="2628" y="605"/>
                </a:cubicBezTo>
                <a:cubicBezTo>
                  <a:pt x="2665" y="572"/>
                  <a:pt x="2701" y="539"/>
                  <a:pt x="2737" y="505"/>
                </a:cubicBezTo>
                <a:cubicBezTo>
                  <a:pt x="2794" y="451"/>
                  <a:pt x="2851" y="397"/>
                  <a:pt x="2907" y="342"/>
                </a:cubicBezTo>
                <a:cubicBezTo>
                  <a:pt x="2967" y="285"/>
                  <a:pt x="3027" y="229"/>
                  <a:pt x="3086" y="171"/>
                </a:cubicBezTo>
                <a:cubicBezTo>
                  <a:pt x="3128" y="130"/>
                  <a:pt x="3128" y="130"/>
                  <a:pt x="3186" y="134"/>
                </a:cubicBezTo>
                <a:cubicBezTo>
                  <a:pt x="3239" y="138"/>
                  <a:pt x="3292" y="141"/>
                  <a:pt x="3345" y="147"/>
                </a:cubicBezTo>
                <a:cubicBezTo>
                  <a:pt x="3413" y="154"/>
                  <a:pt x="3482" y="161"/>
                  <a:pt x="3551" y="172"/>
                </a:cubicBezTo>
                <a:cubicBezTo>
                  <a:pt x="3626" y="184"/>
                  <a:pt x="3702" y="197"/>
                  <a:pt x="3776" y="216"/>
                </a:cubicBezTo>
                <a:cubicBezTo>
                  <a:pt x="3861" y="238"/>
                  <a:pt x="3945" y="265"/>
                  <a:pt x="4028" y="294"/>
                </a:cubicBezTo>
                <a:cubicBezTo>
                  <a:pt x="4132" y="330"/>
                  <a:pt x="4229" y="382"/>
                  <a:pt x="4322" y="441"/>
                </a:cubicBezTo>
                <a:cubicBezTo>
                  <a:pt x="4333" y="447"/>
                  <a:pt x="4343" y="455"/>
                  <a:pt x="4352" y="464"/>
                </a:cubicBezTo>
                <a:cubicBezTo>
                  <a:pt x="4356" y="468"/>
                  <a:pt x="4357" y="475"/>
                  <a:pt x="4359" y="481"/>
                </a:cubicBezTo>
                <a:cubicBezTo>
                  <a:pt x="4352" y="482"/>
                  <a:pt x="4345" y="485"/>
                  <a:pt x="4338" y="483"/>
                </a:cubicBezTo>
                <a:cubicBezTo>
                  <a:pt x="4332" y="482"/>
                  <a:pt x="4325" y="478"/>
                  <a:pt x="4319" y="474"/>
                </a:cubicBezTo>
                <a:cubicBezTo>
                  <a:pt x="4177" y="381"/>
                  <a:pt x="4022" y="317"/>
                  <a:pt x="3860" y="271"/>
                </a:cubicBezTo>
                <a:cubicBezTo>
                  <a:pt x="3747" y="238"/>
                  <a:pt x="3632" y="215"/>
                  <a:pt x="3516" y="199"/>
                </a:cubicBezTo>
                <a:cubicBezTo>
                  <a:pt x="3446" y="190"/>
                  <a:pt x="3375" y="185"/>
                  <a:pt x="3304" y="178"/>
                </a:cubicBezTo>
                <a:cubicBezTo>
                  <a:pt x="3256" y="174"/>
                  <a:pt x="3208" y="171"/>
                  <a:pt x="3161" y="166"/>
                </a:cubicBezTo>
                <a:cubicBezTo>
                  <a:pt x="3147" y="165"/>
                  <a:pt x="3137" y="169"/>
                  <a:pt x="3127" y="179"/>
                </a:cubicBezTo>
                <a:cubicBezTo>
                  <a:pt x="3074" y="231"/>
                  <a:pt x="3021" y="283"/>
                  <a:pt x="2968" y="334"/>
                </a:cubicBezTo>
                <a:cubicBezTo>
                  <a:pt x="2900" y="398"/>
                  <a:pt x="2831" y="463"/>
                  <a:pt x="2763" y="527"/>
                </a:cubicBezTo>
                <a:cubicBezTo>
                  <a:pt x="2716" y="571"/>
                  <a:pt x="2668" y="614"/>
                  <a:pt x="2620" y="657"/>
                </a:cubicBezTo>
                <a:cubicBezTo>
                  <a:pt x="2568" y="703"/>
                  <a:pt x="2516" y="749"/>
                  <a:pt x="2464" y="794"/>
                </a:cubicBezTo>
                <a:cubicBezTo>
                  <a:pt x="2391" y="857"/>
                  <a:pt x="2320" y="920"/>
                  <a:pt x="2245" y="980"/>
                </a:cubicBezTo>
                <a:cubicBezTo>
                  <a:pt x="2158" y="1049"/>
                  <a:pt x="2070" y="1118"/>
                  <a:pt x="1979" y="1181"/>
                </a:cubicBezTo>
                <a:cubicBezTo>
                  <a:pt x="1892" y="1243"/>
                  <a:pt x="1802" y="1300"/>
                  <a:pt x="1710" y="1354"/>
                </a:cubicBezTo>
                <a:cubicBezTo>
                  <a:pt x="1578" y="1431"/>
                  <a:pt x="1439" y="1493"/>
                  <a:pt x="1288" y="1519"/>
                </a:cubicBezTo>
                <a:cubicBezTo>
                  <a:pt x="1246" y="1526"/>
                  <a:pt x="1203" y="1529"/>
                  <a:pt x="1161" y="1533"/>
                </a:cubicBezTo>
                <a:close/>
              </a:path>
            </a:pathLst>
          </a:custGeom>
          <a:gradFill>
            <a:gsLst>
              <a:gs pos="89000">
                <a:schemeClr val="accent2">
                  <a:alpha val="0"/>
                </a:schemeClr>
              </a:gs>
              <a:gs pos="18000">
                <a:schemeClr val="accent2">
                  <a:alpha val="0"/>
                </a:schemeClr>
              </a:gs>
              <a:gs pos="51000">
                <a:srgbClr val="12ABDB"/>
              </a:gs>
              <a:gs pos="27000">
                <a:srgbClr val="12ABDB"/>
              </a:gs>
            </a:gsLst>
            <a:lin ang="1800000" scaled="0"/>
          </a:gra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Ubuntu"/>
              <a:ea typeface="+mn-ea"/>
              <a:cs typeface="+mn-cs"/>
            </a:endParaRPr>
          </a:p>
        </p:txBody>
      </p:sp>
      <p:sp>
        <p:nvSpPr>
          <p:cNvPr id="12" name="Text Placeholder 11">
            <a:extLst>
              <a:ext uri="{FF2B5EF4-FFF2-40B4-BE49-F238E27FC236}">
                <a16:creationId xmlns:a16="http://schemas.microsoft.com/office/drawing/2014/main" id="{D119069D-5D68-4DB4-B45F-92CCC710785E}"/>
              </a:ext>
            </a:extLst>
          </p:cNvPr>
          <p:cNvSpPr>
            <a:spLocks noGrp="1"/>
          </p:cNvSpPr>
          <p:nvPr>
            <p:ph type="body" sz="quarter" idx="24" hasCustomPrompt="1"/>
          </p:nvPr>
        </p:nvSpPr>
        <p:spPr>
          <a:xfrm>
            <a:off x="1794570" y="1628775"/>
            <a:ext cx="5813598" cy="369332"/>
          </a:xfrm>
          <a:prstGeom prst="rect">
            <a:avLst/>
          </a:prstGeom>
        </p:spPr>
        <p:txBody>
          <a:bodyPr>
            <a:normAutofit/>
          </a:bodyPr>
          <a:lstStyle>
            <a:lvl1pPr>
              <a:spcBef>
                <a:spcPts val="0"/>
              </a:spcBef>
              <a:defRPr sz="2400">
                <a:solidFill>
                  <a:schemeClr val="bg1"/>
                </a:solidFill>
              </a:defRPr>
            </a:lvl1pPr>
          </a:lstStyle>
          <a:p>
            <a:pPr lvl="0"/>
            <a:r>
              <a:rPr lang="en-US"/>
              <a:t>Click to add text</a:t>
            </a:r>
          </a:p>
        </p:txBody>
      </p:sp>
      <p:sp>
        <p:nvSpPr>
          <p:cNvPr id="23" name="Text Placeholder 11">
            <a:extLst>
              <a:ext uri="{FF2B5EF4-FFF2-40B4-BE49-F238E27FC236}">
                <a16:creationId xmlns:a16="http://schemas.microsoft.com/office/drawing/2014/main" id="{AA1A2157-04CD-44FC-8492-E3FAFE326F18}"/>
              </a:ext>
            </a:extLst>
          </p:cNvPr>
          <p:cNvSpPr>
            <a:spLocks noGrp="1"/>
          </p:cNvSpPr>
          <p:nvPr>
            <p:ph type="body" sz="quarter" idx="25" hasCustomPrompt="1"/>
          </p:nvPr>
        </p:nvSpPr>
        <p:spPr>
          <a:xfrm>
            <a:off x="1794570" y="2221388"/>
            <a:ext cx="5813598" cy="369332"/>
          </a:xfrm>
          <a:prstGeom prst="rect">
            <a:avLst/>
          </a:prstGeom>
        </p:spPr>
        <p:txBody>
          <a:bodyPr>
            <a:normAutofit/>
          </a:bodyPr>
          <a:lstStyle>
            <a:lvl1pPr>
              <a:spcBef>
                <a:spcPts val="0"/>
              </a:spcBef>
              <a:defRPr sz="2400">
                <a:solidFill>
                  <a:schemeClr val="bg1"/>
                </a:solidFill>
              </a:defRPr>
            </a:lvl1pPr>
          </a:lstStyle>
          <a:p>
            <a:pPr lvl="0"/>
            <a:r>
              <a:rPr lang="en-US"/>
              <a:t>Click to add text</a:t>
            </a:r>
          </a:p>
        </p:txBody>
      </p:sp>
      <p:sp>
        <p:nvSpPr>
          <p:cNvPr id="24" name="Text Placeholder 11">
            <a:extLst>
              <a:ext uri="{FF2B5EF4-FFF2-40B4-BE49-F238E27FC236}">
                <a16:creationId xmlns:a16="http://schemas.microsoft.com/office/drawing/2014/main" id="{199E21EB-D052-4206-952C-D3FE77AA1C8D}"/>
              </a:ext>
            </a:extLst>
          </p:cNvPr>
          <p:cNvSpPr>
            <a:spLocks noGrp="1"/>
          </p:cNvSpPr>
          <p:nvPr>
            <p:ph type="body" sz="quarter" idx="26" hasCustomPrompt="1"/>
          </p:nvPr>
        </p:nvSpPr>
        <p:spPr>
          <a:xfrm>
            <a:off x="1794570" y="2814001"/>
            <a:ext cx="5813598" cy="369332"/>
          </a:xfrm>
          <a:prstGeom prst="rect">
            <a:avLst/>
          </a:prstGeom>
        </p:spPr>
        <p:txBody>
          <a:bodyPr>
            <a:normAutofit/>
          </a:bodyPr>
          <a:lstStyle>
            <a:lvl1pPr>
              <a:spcBef>
                <a:spcPts val="0"/>
              </a:spcBef>
              <a:defRPr sz="2400">
                <a:solidFill>
                  <a:schemeClr val="bg1"/>
                </a:solidFill>
              </a:defRPr>
            </a:lvl1pPr>
          </a:lstStyle>
          <a:p>
            <a:pPr lvl="0"/>
            <a:r>
              <a:rPr lang="en-US"/>
              <a:t>Click to add text</a:t>
            </a:r>
          </a:p>
        </p:txBody>
      </p:sp>
      <p:sp>
        <p:nvSpPr>
          <p:cNvPr id="7" name="Text Placeholder 6">
            <a:extLst>
              <a:ext uri="{FF2B5EF4-FFF2-40B4-BE49-F238E27FC236}">
                <a16:creationId xmlns:a16="http://schemas.microsoft.com/office/drawing/2014/main" id="{C9AA932A-4442-4987-878D-3B69D84A4771}"/>
              </a:ext>
            </a:extLst>
          </p:cNvPr>
          <p:cNvSpPr>
            <a:spLocks noGrp="1"/>
          </p:cNvSpPr>
          <p:nvPr>
            <p:ph type="body" sz="quarter" idx="27" hasCustomPrompt="1"/>
          </p:nvPr>
        </p:nvSpPr>
        <p:spPr>
          <a:xfrm>
            <a:off x="1079500" y="1628775"/>
            <a:ext cx="335980" cy="369888"/>
          </a:xfrm>
          <a:prstGeom prst="rect">
            <a:avLst/>
          </a:prstGeom>
        </p:spPr>
        <p:txBody>
          <a:bodyPr vert="horz" wrap="none" lIns="0" tIns="0" rIns="0" bIns="0" rtlCol="0">
            <a:normAutofit/>
          </a:bodyPr>
          <a:lstStyle>
            <a:lvl1pPr algn="r">
              <a:defRPr lang="de-DE" sz="2400" b="1" dirty="0">
                <a:solidFill>
                  <a:schemeClr val="accent2"/>
                </a:solidFill>
              </a:defRPr>
            </a:lvl1pPr>
          </a:lstStyle>
          <a:p>
            <a:pPr lvl="0">
              <a:spcBef>
                <a:spcPts val="0"/>
              </a:spcBef>
            </a:pPr>
            <a:r>
              <a:rPr lang="de-DE"/>
              <a:t>0x</a:t>
            </a:r>
          </a:p>
        </p:txBody>
      </p:sp>
      <p:sp>
        <p:nvSpPr>
          <p:cNvPr id="21" name="Text Placeholder 6">
            <a:extLst>
              <a:ext uri="{FF2B5EF4-FFF2-40B4-BE49-F238E27FC236}">
                <a16:creationId xmlns:a16="http://schemas.microsoft.com/office/drawing/2014/main" id="{EAA65ABF-5E47-4A8A-934B-E9458D034F70}"/>
              </a:ext>
            </a:extLst>
          </p:cNvPr>
          <p:cNvSpPr>
            <a:spLocks noGrp="1"/>
          </p:cNvSpPr>
          <p:nvPr>
            <p:ph type="body" sz="quarter" idx="28" hasCustomPrompt="1"/>
          </p:nvPr>
        </p:nvSpPr>
        <p:spPr>
          <a:xfrm>
            <a:off x="1079500" y="2221388"/>
            <a:ext cx="335980" cy="369888"/>
          </a:xfrm>
          <a:prstGeom prst="rect">
            <a:avLst/>
          </a:prstGeom>
        </p:spPr>
        <p:txBody>
          <a:bodyPr vert="horz" wrap="none" lIns="0" tIns="0" rIns="0" bIns="0" rtlCol="0">
            <a:normAutofit/>
          </a:bodyPr>
          <a:lstStyle>
            <a:lvl1pPr algn="r">
              <a:defRPr lang="de-DE" sz="2400" b="1" dirty="0">
                <a:solidFill>
                  <a:schemeClr val="accent2"/>
                </a:solidFill>
              </a:defRPr>
            </a:lvl1pPr>
          </a:lstStyle>
          <a:p>
            <a:pPr lvl="0">
              <a:spcBef>
                <a:spcPts val="0"/>
              </a:spcBef>
            </a:pPr>
            <a:r>
              <a:rPr lang="de-DE"/>
              <a:t>0x</a:t>
            </a:r>
          </a:p>
        </p:txBody>
      </p:sp>
      <p:sp>
        <p:nvSpPr>
          <p:cNvPr id="22" name="Text Placeholder 6">
            <a:extLst>
              <a:ext uri="{FF2B5EF4-FFF2-40B4-BE49-F238E27FC236}">
                <a16:creationId xmlns:a16="http://schemas.microsoft.com/office/drawing/2014/main" id="{AE370511-ABDA-4008-B938-10F0105CBF69}"/>
              </a:ext>
            </a:extLst>
          </p:cNvPr>
          <p:cNvSpPr>
            <a:spLocks noGrp="1"/>
          </p:cNvSpPr>
          <p:nvPr>
            <p:ph type="body" sz="quarter" idx="29" hasCustomPrompt="1"/>
          </p:nvPr>
        </p:nvSpPr>
        <p:spPr>
          <a:xfrm>
            <a:off x="1079500" y="2814001"/>
            <a:ext cx="335980" cy="369888"/>
          </a:xfrm>
          <a:prstGeom prst="rect">
            <a:avLst/>
          </a:prstGeom>
        </p:spPr>
        <p:txBody>
          <a:bodyPr vert="horz" wrap="none" lIns="0" tIns="0" rIns="0" bIns="0" rtlCol="0">
            <a:normAutofit/>
          </a:bodyPr>
          <a:lstStyle>
            <a:lvl1pPr algn="r">
              <a:defRPr lang="de-DE" sz="2400" b="1" dirty="0">
                <a:solidFill>
                  <a:schemeClr val="accent2"/>
                </a:solidFill>
              </a:defRPr>
            </a:lvl1pPr>
          </a:lstStyle>
          <a:p>
            <a:pPr lvl="0">
              <a:spcBef>
                <a:spcPts val="0"/>
              </a:spcBef>
            </a:pPr>
            <a:r>
              <a:rPr lang="de-DE"/>
              <a:t>0x</a:t>
            </a:r>
          </a:p>
        </p:txBody>
      </p:sp>
      <p:sp>
        <p:nvSpPr>
          <p:cNvPr id="28" name="Text Placeholder 11">
            <a:extLst>
              <a:ext uri="{FF2B5EF4-FFF2-40B4-BE49-F238E27FC236}">
                <a16:creationId xmlns:a16="http://schemas.microsoft.com/office/drawing/2014/main" id="{CABD3DEA-D9AC-49A6-AB02-7A5380BF5183}"/>
              </a:ext>
            </a:extLst>
          </p:cNvPr>
          <p:cNvSpPr>
            <a:spLocks noGrp="1"/>
          </p:cNvSpPr>
          <p:nvPr>
            <p:ph type="body" sz="quarter" idx="30" hasCustomPrompt="1"/>
          </p:nvPr>
        </p:nvSpPr>
        <p:spPr>
          <a:xfrm>
            <a:off x="1794570" y="3406614"/>
            <a:ext cx="5813598" cy="369332"/>
          </a:xfrm>
          <a:prstGeom prst="rect">
            <a:avLst/>
          </a:prstGeom>
        </p:spPr>
        <p:txBody>
          <a:bodyPr>
            <a:normAutofit/>
          </a:bodyPr>
          <a:lstStyle>
            <a:lvl1pPr>
              <a:spcBef>
                <a:spcPts val="0"/>
              </a:spcBef>
              <a:defRPr sz="2400">
                <a:solidFill>
                  <a:schemeClr val="bg1"/>
                </a:solidFill>
              </a:defRPr>
            </a:lvl1pPr>
          </a:lstStyle>
          <a:p>
            <a:pPr lvl="0"/>
            <a:r>
              <a:rPr lang="en-US"/>
              <a:t>Click to add text</a:t>
            </a:r>
          </a:p>
        </p:txBody>
      </p:sp>
      <p:sp>
        <p:nvSpPr>
          <p:cNvPr id="29" name="Text Placeholder 11">
            <a:extLst>
              <a:ext uri="{FF2B5EF4-FFF2-40B4-BE49-F238E27FC236}">
                <a16:creationId xmlns:a16="http://schemas.microsoft.com/office/drawing/2014/main" id="{C143C05F-5CEC-4DA0-8030-D7B2370EBBB4}"/>
              </a:ext>
            </a:extLst>
          </p:cNvPr>
          <p:cNvSpPr>
            <a:spLocks noGrp="1"/>
          </p:cNvSpPr>
          <p:nvPr>
            <p:ph type="body" sz="quarter" idx="31" hasCustomPrompt="1"/>
          </p:nvPr>
        </p:nvSpPr>
        <p:spPr>
          <a:xfrm>
            <a:off x="1794570" y="3999227"/>
            <a:ext cx="5813598" cy="369332"/>
          </a:xfrm>
          <a:prstGeom prst="rect">
            <a:avLst/>
          </a:prstGeom>
        </p:spPr>
        <p:txBody>
          <a:bodyPr>
            <a:normAutofit/>
          </a:bodyPr>
          <a:lstStyle>
            <a:lvl1pPr>
              <a:spcBef>
                <a:spcPts val="0"/>
              </a:spcBef>
              <a:defRPr sz="2400">
                <a:solidFill>
                  <a:schemeClr val="bg1"/>
                </a:solidFill>
              </a:defRPr>
            </a:lvl1pPr>
          </a:lstStyle>
          <a:p>
            <a:pPr lvl="0"/>
            <a:r>
              <a:rPr lang="en-US"/>
              <a:t>Click to add text</a:t>
            </a:r>
          </a:p>
        </p:txBody>
      </p:sp>
      <p:sp>
        <p:nvSpPr>
          <p:cNvPr id="30" name="Text Placeholder 11">
            <a:extLst>
              <a:ext uri="{FF2B5EF4-FFF2-40B4-BE49-F238E27FC236}">
                <a16:creationId xmlns:a16="http://schemas.microsoft.com/office/drawing/2014/main" id="{96B43F80-D448-432F-A45D-FE4715923FC2}"/>
              </a:ext>
            </a:extLst>
          </p:cNvPr>
          <p:cNvSpPr>
            <a:spLocks noGrp="1"/>
          </p:cNvSpPr>
          <p:nvPr>
            <p:ph type="body" sz="quarter" idx="32" hasCustomPrompt="1"/>
          </p:nvPr>
        </p:nvSpPr>
        <p:spPr>
          <a:xfrm>
            <a:off x="1794570" y="4591841"/>
            <a:ext cx="5813598" cy="369332"/>
          </a:xfrm>
          <a:prstGeom prst="rect">
            <a:avLst/>
          </a:prstGeom>
        </p:spPr>
        <p:txBody>
          <a:bodyPr>
            <a:normAutofit/>
          </a:bodyPr>
          <a:lstStyle>
            <a:lvl1pPr>
              <a:spcBef>
                <a:spcPts val="0"/>
              </a:spcBef>
              <a:defRPr sz="2400">
                <a:solidFill>
                  <a:schemeClr val="bg1"/>
                </a:solidFill>
              </a:defRPr>
            </a:lvl1pPr>
          </a:lstStyle>
          <a:p>
            <a:pPr lvl="0"/>
            <a:r>
              <a:rPr lang="en-US"/>
              <a:t>Click to add text</a:t>
            </a:r>
          </a:p>
        </p:txBody>
      </p:sp>
      <p:sp>
        <p:nvSpPr>
          <p:cNvPr id="31" name="Text Placeholder 6">
            <a:extLst>
              <a:ext uri="{FF2B5EF4-FFF2-40B4-BE49-F238E27FC236}">
                <a16:creationId xmlns:a16="http://schemas.microsoft.com/office/drawing/2014/main" id="{C434EB54-C0D1-4857-9330-87FAFCC49D56}"/>
              </a:ext>
            </a:extLst>
          </p:cNvPr>
          <p:cNvSpPr>
            <a:spLocks noGrp="1"/>
          </p:cNvSpPr>
          <p:nvPr>
            <p:ph type="body" sz="quarter" idx="33" hasCustomPrompt="1"/>
          </p:nvPr>
        </p:nvSpPr>
        <p:spPr>
          <a:xfrm>
            <a:off x="1079500" y="3406614"/>
            <a:ext cx="335980" cy="369888"/>
          </a:xfrm>
          <a:prstGeom prst="rect">
            <a:avLst/>
          </a:prstGeom>
        </p:spPr>
        <p:txBody>
          <a:bodyPr vert="horz" wrap="none" lIns="0" tIns="0" rIns="0" bIns="0" rtlCol="0">
            <a:normAutofit/>
          </a:bodyPr>
          <a:lstStyle>
            <a:lvl1pPr algn="r">
              <a:defRPr lang="de-DE" sz="2400" b="1" dirty="0">
                <a:solidFill>
                  <a:schemeClr val="accent2"/>
                </a:solidFill>
              </a:defRPr>
            </a:lvl1pPr>
          </a:lstStyle>
          <a:p>
            <a:pPr lvl="0">
              <a:spcBef>
                <a:spcPts val="0"/>
              </a:spcBef>
            </a:pPr>
            <a:r>
              <a:rPr lang="de-DE"/>
              <a:t>0x</a:t>
            </a:r>
          </a:p>
        </p:txBody>
      </p:sp>
      <p:sp>
        <p:nvSpPr>
          <p:cNvPr id="32" name="Text Placeholder 6">
            <a:extLst>
              <a:ext uri="{FF2B5EF4-FFF2-40B4-BE49-F238E27FC236}">
                <a16:creationId xmlns:a16="http://schemas.microsoft.com/office/drawing/2014/main" id="{F0320016-4C9A-409B-8724-E53F23529A4B}"/>
              </a:ext>
            </a:extLst>
          </p:cNvPr>
          <p:cNvSpPr>
            <a:spLocks noGrp="1"/>
          </p:cNvSpPr>
          <p:nvPr>
            <p:ph type="body" sz="quarter" idx="34" hasCustomPrompt="1"/>
          </p:nvPr>
        </p:nvSpPr>
        <p:spPr>
          <a:xfrm>
            <a:off x="1079500" y="3999227"/>
            <a:ext cx="335980" cy="369888"/>
          </a:xfrm>
          <a:prstGeom prst="rect">
            <a:avLst/>
          </a:prstGeom>
        </p:spPr>
        <p:txBody>
          <a:bodyPr vert="horz" wrap="none" lIns="0" tIns="0" rIns="0" bIns="0" rtlCol="0">
            <a:normAutofit/>
          </a:bodyPr>
          <a:lstStyle>
            <a:lvl1pPr algn="r">
              <a:defRPr lang="de-DE" sz="2400" b="1" dirty="0">
                <a:solidFill>
                  <a:schemeClr val="accent2"/>
                </a:solidFill>
              </a:defRPr>
            </a:lvl1pPr>
          </a:lstStyle>
          <a:p>
            <a:pPr lvl="0">
              <a:spcBef>
                <a:spcPts val="0"/>
              </a:spcBef>
            </a:pPr>
            <a:r>
              <a:rPr lang="de-DE"/>
              <a:t>0x</a:t>
            </a:r>
          </a:p>
        </p:txBody>
      </p:sp>
      <p:sp>
        <p:nvSpPr>
          <p:cNvPr id="34" name="Text Placeholder 6">
            <a:extLst>
              <a:ext uri="{FF2B5EF4-FFF2-40B4-BE49-F238E27FC236}">
                <a16:creationId xmlns:a16="http://schemas.microsoft.com/office/drawing/2014/main" id="{F0279A3C-5E27-40F7-98C0-08832F4CE1FB}"/>
              </a:ext>
            </a:extLst>
          </p:cNvPr>
          <p:cNvSpPr>
            <a:spLocks noGrp="1"/>
          </p:cNvSpPr>
          <p:nvPr>
            <p:ph type="body" sz="quarter" idx="35" hasCustomPrompt="1"/>
          </p:nvPr>
        </p:nvSpPr>
        <p:spPr>
          <a:xfrm>
            <a:off x="1079500" y="4591841"/>
            <a:ext cx="335980" cy="369888"/>
          </a:xfrm>
          <a:prstGeom prst="rect">
            <a:avLst/>
          </a:prstGeom>
        </p:spPr>
        <p:txBody>
          <a:bodyPr vert="horz" wrap="none" lIns="0" tIns="0" rIns="0" bIns="0" rtlCol="0">
            <a:normAutofit/>
          </a:bodyPr>
          <a:lstStyle>
            <a:lvl1pPr algn="r">
              <a:defRPr lang="de-DE" sz="2400" b="1" dirty="0">
                <a:solidFill>
                  <a:schemeClr val="accent2"/>
                </a:solidFill>
              </a:defRPr>
            </a:lvl1pPr>
          </a:lstStyle>
          <a:p>
            <a:pPr lvl="0">
              <a:spcBef>
                <a:spcPts val="0"/>
              </a:spcBef>
            </a:pPr>
            <a:r>
              <a:rPr lang="de-DE"/>
              <a:t>0x</a:t>
            </a:r>
          </a:p>
        </p:txBody>
      </p:sp>
      <p:sp>
        <p:nvSpPr>
          <p:cNvPr id="2" name="Title Placeholder 1">
            <a:extLst>
              <a:ext uri="{FF2B5EF4-FFF2-40B4-BE49-F238E27FC236}">
                <a16:creationId xmlns:a16="http://schemas.microsoft.com/office/drawing/2014/main" id="{808BAF09-C52E-54E6-E538-78C64D8AB519}"/>
              </a:ext>
            </a:extLst>
          </p:cNvPr>
          <p:cNvSpPr>
            <a:spLocks noGrp="1"/>
          </p:cNvSpPr>
          <p:nvPr>
            <p:ph type="title" hasCustomPrompt="1"/>
          </p:nvPr>
        </p:nvSpPr>
        <p:spPr>
          <a:xfrm>
            <a:off x="1079321" y="260350"/>
            <a:ext cx="8640763" cy="792163"/>
          </a:xfrm>
          <a:prstGeom prst="rect">
            <a:avLst/>
          </a:prstGeom>
        </p:spPr>
        <p:txBody>
          <a:bodyPr vert="horz"/>
          <a:lstStyle>
            <a:lvl1pPr>
              <a:defRPr>
                <a:solidFill>
                  <a:schemeClr val="accent2"/>
                </a:solidFill>
              </a:defRPr>
            </a:lvl1pPr>
          </a:lstStyle>
          <a:p>
            <a:r>
              <a:rPr lang="fr-FR"/>
              <a:t>Modifiez le style du titre</a:t>
            </a:r>
            <a:endParaRPr lang="en-US"/>
          </a:p>
        </p:txBody>
      </p:sp>
    </p:spTree>
    <p:extLst>
      <p:ext uri="{BB962C8B-B14F-4D97-AF65-F5344CB8AC3E}">
        <p14:creationId xmlns:p14="http://schemas.microsoft.com/office/powerpoint/2010/main" val="1313520332"/>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2_Agenda">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749D2F3-3C15-428F-AF70-D31974E2F35F}"/>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652613" y="3199768"/>
            <a:ext cx="9079459" cy="3532255"/>
          </a:xfrm>
          <a:prstGeom prst="rect">
            <a:avLst/>
          </a:prstGeom>
        </p:spPr>
      </p:pic>
      <p:sp>
        <p:nvSpPr>
          <p:cNvPr id="12" name="Text Placeholder 11">
            <a:extLst>
              <a:ext uri="{FF2B5EF4-FFF2-40B4-BE49-F238E27FC236}">
                <a16:creationId xmlns:a16="http://schemas.microsoft.com/office/drawing/2014/main" id="{D119069D-5D68-4DB4-B45F-92CCC710785E}"/>
              </a:ext>
            </a:extLst>
          </p:cNvPr>
          <p:cNvSpPr>
            <a:spLocks noGrp="1"/>
          </p:cNvSpPr>
          <p:nvPr>
            <p:ph type="body" sz="quarter" idx="24" hasCustomPrompt="1"/>
          </p:nvPr>
        </p:nvSpPr>
        <p:spPr>
          <a:xfrm>
            <a:off x="1794570" y="1628775"/>
            <a:ext cx="5813598" cy="369332"/>
          </a:xfrm>
          <a:prstGeom prst="rect">
            <a:avLst/>
          </a:prstGeom>
        </p:spPr>
        <p:txBody>
          <a:bodyPr>
            <a:normAutofit/>
          </a:bodyPr>
          <a:lstStyle>
            <a:lvl1pPr>
              <a:spcBef>
                <a:spcPts val="0"/>
              </a:spcBef>
              <a:defRPr sz="2400"/>
            </a:lvl1pPr>
          </a:lstStyle>
          <a:p>
            <a:pPr lvl="0"/>
            <a:r>
              <a:rPr lang="en-US"/>
              <a:t>Click to add text</a:t>
            </a:r>
          </a:p>
        </p:txBody>
      </p:sp>
      <p:sp>
        <p:nvSpPr>
          <p:cNvPr id="23" name="Text Placeholder 11">
            <a:extLst>
              <a:ext uri="{FF2B5EF4-FFF2-40B4-BE49-F238E27FC236}">
                <a16:creationId xmlns:a16="http://schemas.microsoft.com/office/drawing/2014/main" id="{AA1A2157-04CD-44FC-8492-E3FAFE326F18}"/>
              </a:ext>
            </a:extLst>
          </p:cNvPr>
          <p:cNvSpPr>
            <a:spLocks noGrp="1"/>
          </p:cNvSpPr>
          <p:nvPr>
            <p:ph type="body" sz="quarter" idx="25" hasCustomPrompt="1"/>
          </p:nvPr>
        </p:nvSpPr>
        <p:spPr>
          <a:xfrm>
            <a:off x="1794570" y="2221388"/>
            <a:ext cx="5813598" cy="369332"/>
          </a:xfrm>
          <a:prstGeom prst="rect">
            <a:avLst/>
          </a:prstGeom>
        </p:spPr>
        <p:txBody>
          <a:bodyPr>
            <a:normAutofit/>
          </a:bodyPr>
          <a:lstStyle>
            <a:lvl1pPr>
              <a:spcBef>
                <a:spcPts val="0"/>
              </a:spcBef>
              <a:defRPr sz="2400"/>
            </a:lvl1pPr>
          </a:lstStyle>
          <a:p>
            <a:pPr lvl="0"/>
            <a:r>
              <a:rPr lang="en-US"/>
              <a:t>Click to add text</a:t>
            </a:r>
          </a:p>
        </p:txBody>
      </p:sp>
      <p:sp>
        <p:nvSpPr>
          <p:cNvPr id="24" name="Text Placeholder 11">
            <a:extLst>
              <a:ext uri="{FF2B5EF4-FFF2-40B4-BE49-F238E27FC236}">
                <a16:creationId xmlns:a16="http://schemas.microsoft.com/office/drawing/2014/main" id="{199E21EB-D052-4206-952C-D3FE77AA1C8D}"/>
              </a:ext>
            </a:extLst>
          </p:cNvPr>
          <p:cNvSpPr>
            <a:spLocks noGrp="1"/>
          </p:cNvSpPr>
          <p:nvPr>
            <p:ph type="body" sz="quarter" idx="26" hasCustomPrompt="1"/>
          </p:nvPr>
        </p:nvSpPr>
        <p:spPr>
          <a:xfrm>
            <a:off x="1794570" y="2814001"/>
            <a:ext cx="5813598" cy="369332"/>
          </a:xfrm>
          <a:prstGeom prst="rect">
            <a:avLst/>
          </a:prstGeom>
        </p:spPr>
        <p:txBody>
          <a:bodyPr>
            <a:normAutofit/>
          </a:bodyPr>
          <a:lstStyle>
            <a:lvl1pPr>
              <a:spcBef>
                <a:spcPts val="0"/>
              </a:spcBef>
              <a:defRPr sz="2400"/>
            </a:lvl1pPr>
          </a:lstStyle>
          <a:p>
            <a:pPr lvl="0"/>
            <a:r>
              <a:rPr lang="en-US"/>
              <a:t>Click to add text</a:t>
            </a:r>
          </a:p>
        </p:txBody>
      </p:sp>
      <p:sp>
        <p:nvSpPr>
          <p:cNvPr id="7" name="Text Placeholder 6">
            <a:extLst>
              <a:ext uri="{FF2B5EF4-FFF2-40B4-BE49-F238E27FC236}">
                <a16:creationId xmlns:a16="http://schemas.microsoft.com/office/drawing/2014/main" id="{C9AA932A-4442-4987-878D-3B69D84A4771}"/>
              </a:ext>
            </a:extLst>
          </p:cNvPr>
          <p:cNvSpPr>
            <a:spLocks noGrp="1"/>
          </p:cNvSpPr>
          <p:nvPr>
            <p:ph type="body" sz="quarter" idx="27" hasCustomPrompt="1"/>
          </p:nvPr>
        </p:nvSpPr>
        <p:spPr>
          <a:xfrm>
            <a:off x="1079500" y="1628775"/>
            <a:ext cx="335980" cy="369888"/>
          </a:xfrm>
          <a:prstGeom prst="rect">
            <a:avLst/>
          </a:prstGeom>
        </p:spPr>
        <p:txBody>
          <a:bodyPr vert="horz" wrap="none" lIns="0" tIns="0" rIns="0" bIns="0" rtlCol="0">
            <a:normAutofit/>
          </a:bodyPr>
          <a:lstStyle>
            <a:lvl1pPr algn="r">
              <a:defRPr lang="de-DE" sz="2400" b="1" dirty="0">
                <a:solidFill>
                  <a:schemeClr val="accent2"/>
                </a:solidFill>
              </a:defRPr>
            </a:lvl1pPr>
          </a:lstStyle>
          <a:p>
            <a:pPr lvl="0">
              <a:spcBef>
                <a:spcPts val="0"/>
              </a:spcBef>
            </a:pPr>
            <a:r>
              <a:rPr lang="de-DE"/>
              <a:t>0x</a:t>
            </a:r>
          </a:p>
        </p:txBody>
      </p:sp>
      <p:sp>
        <p:nvSpPr>
          <p:cNvPr id="21" name="Text Placeholder 6">
            <a:extLst>
              <a:ext uri="{FF2B5EF4-FFF2-40B4-BE49-F238E27FC236}">
                <a16:creationId xmlns:a16="http://schemas.microsoft.com/office/drawing/2014/main" id="{EAA65ABF-5E47-4A8A-934B-E9458D034F70}"/>
              </a:ext>
            </a:extLst>
          </p:cNvPr>
          <p:cNvSpPr>
            <a:spLocks noGrp="1"/>
          </p:cNvSpPr>
          <p:nvPr>
            <p:ph type="body" sz="quarter" idx="28" hasCustomPrompt="1"/>
          </p:nvPr>
        </p:nvSpPr>
        <p:spPr>
          <a:xfrm>
            <a:off x="1079500" y="2221388"/>
            <a:ext cx="335980" cy="369888"/>
          </a:xfrm>
          <a:prstGeom prst="rect">
            <a:avLst/>
          </a:prstGeom>
        </p:spPr>
        <p:txBody>
          <a:bodyPr vert="horz" wrap="none" lIns="0" tIns="0" rIns="0" bIns="0" rtlCol="0">
            <a:normAutofit/>
          </a:bodyPr>
          <a:lstStyle>
            <a:lvl1pPr algn="r">
              <a:defRPr lang="de-DE" sz="2400" b="1" dirty="0">
                <a:solidFill>
                  <a:schemeClr val="accent2"/>
                </a:solidFill>
              </a:defRPr>
            </a:lvl1pPr>
          </a:lstStyle>
          <a:p>
            <a:pPr lvl="0">
              <a:spcBef>
                <a:spcPts val="0"/>
              </a:spcBef>
            </a:pPr>
            <a:r>
              <a:rPr lang="de-DE"/>
              <a:t>0x</a:t>
            </a:r>
          </a:p>
        </p:txBody>
      </p:sp>
      <p:sp>
        <p:nvSpPr>
          <p:cNvPr id="22" name="Text Placeholder 6">
            <a:extLst>
              <a:ext uri="{FF2B5EF4-FFF2-40B4-BE49-F238E27FC236}">
                <a16:creationId xmlns:a16="http://schemas.microsoft.com/office/drawing/2014/main" id="{AE370511-ABDA-4008-B938-10F0105CBF69}"/>
              </a:ext>
            </a:extLst>
          </p:cNvPr>
          <p:cNvSpPr>
            <a:spLocks noGrp="1"/>
          </p:cNvSpPr>
          <p:nvPr>
            <p:ph type="body" sz="quarter" idx="29" hasCustomPrompt="1"/>
          </p:nvPr>
        </p:nvSpPr>
        <p:spPr>
          <a:xfrm>
            <a:off x="1079500" y="2814001"/>
            <a:ext cx="335980" cy="369888"/>
          </a:xfrm>
          <a:prstGeom prst="rect">
            <a:avLst/>
          </a:prstGeom>
        </p:spPr>
        <p:txBody>
          <a:bodyPr vert="horz" wrap="none" lIns="0" tIns="0" rIns="0" bIns="0" rtlCol="0">
            <a:normAutofit/>
          </a:bodyPr>
          <a:lstStyle>
            <a:lvl1pPr algn="r">
              <a:defRPr lang="de-DE" sz="2400" b="1" dirty="0">
                <a:solidFill>
                  <a:schemeClr val="accent2"/>
                </a:solidFill>
              </a:defRPr>
            </a:lvl1pPr>
          </a:lstStyle>
          <a:p>
            <a:pPr lvl="0">
              <a:spcBef>
                <a:spcPts val="0"/>
              </a:spcBef>
            </a:pPr>
            <a:r>
              <a:rPr lang="de-DE"/>
              <a:t>0x</a:t>
            </a:r>
          </a:p>
        </p:txBody>
      </p:sp>
      <p:sp>
        <p:nvSpPr>
          <p:cNvPr id="28" name="Text Placeholder 11">
            <a:extLst>
              <a:ext uri="{FF2B5EF4-FFF2-40B4-BE49-F238E27FC236}">
                <a16:creationId xmlns:a16="http://schemas.microsoft.com/office/drawing/2014/main" id="{CABD3DEA-D9AC-49A6-AB02-7A5380BF5183}"/>
              </a:ext>
            </a:extLst>
          </p:cNvPr>
          <p:cNvSpPr>
            <a:spLocks noGrp="1"/>
          </p:cNvSpPr>
          <p:nvPr>
            <p:ph type="body" sz="quarter" idx="30" hasCustomPrompt="1"/>
          </p:nvPr>
        </p:nvSpPr>
        <p:spPr>
          <a:xfrm>
            <a:off x="1794570" y="3406614"/>
            <a:ext cx="5813598" cy="369332"/>
          </a:xfrm>
          <a:prstGeom prst="rect">
            <a:avLst/>
          </a:prstGeom>
        </p:spPr>
        <p:txBody>
          <a:bodyPr>
            <a:normAutofit/>
          </a:bodyPr>
          <a:lstStyle>
            <a:lvl1pPr>
              <a:spcBef>
                <a:spcPts val="0"/>
              </a:spcBef>
              <a:defRPr sz="2400"/>
            </a:lvl1pPr>
          </a:lstStyle>
          <a:p>
            <a:pPr lvl="0"/>
            <a:r>
              <a:rPr lang="en-US"/>
              <a:t>Click to add text</a:t>
            </a:r>
          </a:p>
        </p:txBody>
      </p:sp>
      <p:sp>
        <p:nvSpPr>
          <p:cNvPr id="29" name="Text Placeholder 11">
            <a:extLst>
              <a:ext uri="{FF2B5EF4-FFF2-40B4-BE49-F238E27FC236}">
                <a16:creationId xmlns:a16="http://schemas.microsoft.com/office/drawing/2014/main" id="{C143C05F-5CEC-4DA0-8030-D7B2370EBBB4}"/>
              </a:ext>
            </a:extLst>
          </p:cNvPr>
          <p:cNvSpPr>
            <a:spLocks noGrp="1"/>
          </p:cNvSpPr>
          <p:nvPr>
            <p:ph type="body" sz="quarter" idx="31" hasCustomPrompt="1"/>
          </p:nvPr>
        </p:nvSpPr>
        <p:spPr>
          <a:xfrm>
            <a:off x="1794570" y="3999227"/>
            <a:ext cx="5813598" cy="369332"/>
          </a:xfrm>
          <a:prstGeom prst="rect">
            <a:avLst/>
          </a:prstGeom>
        </p:spPr>
        <p:txBody>
          <a:bodyPr>
            <a:normAutofit/>
          </a:bodyPr>
          <a:lstStyle>
            <a:lvl1pPr>
              <a:spcBef>
                <a:spcPts val="0"/>
              </a:spcBef>
              <a:defRPr sz="2400"/>
            </a:lvl1pPr>
          </a:lstStyle>
          <a:p>
            <a:pPr lvl="0"/>
            <a:r>
              <a:rPr lang="en-US"/>
              <a:t>Click to add text</a:t>
            </a:r>
          </a:p>
        </p:txBody>
      </p:sp>
      <p:sp>
        <p:nvSpPr>
          <p:cNvPr id="30" name="Text Placeholder 11">
            <a:extLst>
              <a:ext uri="{FF2B5EF4-FFF2-40B4-BE49-F238E27FC236}">
                <a16:creationId xmlns:a16="http://schemas.microsoft.com/office/drawing/2014/main" id="{96B43F80-D448-432F-A45D-FE4715923FC2}"/>
              </a:ext>
            </a:extLst>
          </p:cNvPr>
          <p:cNvSpPr>
            <a:spLocks noGrp="1"/>
          </p:cNvSpPr>
          <p:nvPr>
            <p:ph type="body" sz="quarter" idx="32" hasCustomPrompt="1"/>
          </p:nvPr>
        </p:nvSpPr>
        <p:spPr>
          <a:xfrm>
            <a:off x="1794570" y="4591841"/>
            <a:ext cx="5813598" cy="369332"/>
          </a:xfrm>
          <a:prstGeom prst="rect">
            <a:avLst/>
          </a:prstGeom>
        </p:spPr>
        <p:txBody>
          <a:bodyPr>
            <a:normAutofit/>
          </a:bodyPr>
          <a:lstStyle>
            <a:lvl1pPr>
              <a:spcBef>
                <a:spcPts val="0"/>
              </a:spcBef>
              <a:defRPr sz="2400"/>
            </a:lvl1pPr>
          </a:lstStyle>
          <a:p>
            <a:pPr lvl="0"/>
            <a:r>
              <a:rPr lang="en-US"/>
              <a:t>Click to add text</a:t>
            </a:r>
          </a:p>
        </p:txBody>
      </p:sp>
      <p:sp>
        <p:nvSpPr>
          <p:cNvPr id="31" name="Text Placeholder 6">
            <a:extLst>
              <a:ext uri="{FF2B5EF4-FFF2-40B4-BE49-F238E27FC236}">
                <a16:creationId xmlns:a16="http://schemas.microsoft.com/office/drawing/2014/main" id="{C434EB54-C0D1-4857-9330-87FAFCC49D56}"/>
              </a:ext>
            </a:extLst>
          </p:cNvPr>
          <p:cNvSpPr>
            <a:spLocks noGrp="1"/>
          </p:cNvSpPr>
          <p:nvPr>
            <p:ph type="body" sz="quarter" idx="33" hasCustomPrompt="1"/>
          </p:nvPr>
        </p:nvSpPr>
        <p:spPr>
          <a:xfrm>
            <a:off x="1079500" y="3406614"/>
            <a:ext cx="335980" cy="369888"/>
          </a:xfrm>
          <a:prstGeom prst="rect">
            <a:avLst/>
          </a:prstGeom>
        </p:spPr>
        <p:txBody>
          <a:bodyPr vert="horz" wrap="none" lIns="0" tIns="0" rIns="0" bIns="0" rtlCol="0">
            <a:normAutofit/>
          </a:bodyPr>
          <a:lstStyle>
            <a:lvl1pPr algn="r">
              <a:defRPr lang="de-DE" sz="2400" b="1" dirty="0">
                <a:solidFill>
                  <a:schemeClr val="accent2"/>
                </a:solidFill>
              </a:defRPr>
            </a:lvl1pPr>
          </a:lstStyle>
          <a:p>
            <a:pPr lvl="0">
              <a:spcBef>
                <a:spcPts val="0"/>
              </a:spcBef>
            </a:pPr>
            <a:r>
              <a:rPr lang="de-DE"/>
              <a:t>0x</a:t>
            </a:r>
          </a:p>
        </p:txBody>
      </p:sp>
      <p:sp>
        <p:nvSpPr>
          <p:cNvPr id="32" name="Text Placeholder 6">
            <a:extLst>
              <a:ext uri="{FF2B5EF4-FFF2-40B4-BE49-F238E27FC236}">
                <a16:creationId xmlns:a16="http://schemas.microsoft.com/office/drawing/2014/main" id="{F0320016-4C9A-409B-8724-E53F23529A4B}"/>
              </a:ext>
            </a:extLst>
          </p:cNvPr>
          <p:cNvSpPr>
            <a:spLocks noGrp="1"/>
          </p:cNvSpPr>
          <p:nvPr>
            <p:ph type="body" sz="quarter" idx="34" hasCustomPrompt="1"/>
          </p:nvPr>
        </p:nvSpPr>
        <p:spPr>
          <a:xfrm>
            <a:off x="1079500" y="3999227"/>
            <a:ext cx="335980" cy="369888"/>
          </a:xfrm>
          <a:prstGeom prst="rect">
            <a:avLst/>
          </a:prstGeom>
        </p:spPr>
        <p:txBody>
          <a:bodyPr vert="horz" wrap="none" lIns="0" tIns="0" rIns="0" bIns="0" rtlCol="0">
            <a:normAutofit/>
          </a:bodyPr>
          <a:lstStyle>
            <a:lvl1pPr algn="r">
              <a:defRPr lang="de-DE" sz="2400" b="1" dirty="0">
                <a:solidFill>
                  <a:schemeClr val="accent2"/>
                </a:solidFill>
              </a:defRPr>
            </a:lvl1pPr>
          </a:lstStyle>
          <a:p>
            <a:pPr lvl="0">
              <a:spcBef>
                <a:spcPts val="0"/>
              </a:spcBef>
            </a:pPr>
            <a:r>
              <a:rPr lang="de-DE"/>
              <a:t>0x</a:t>
            </a:r>
          </a:p>
        </p:txBody>
      </p:sp>
      <p:sp>
        <p:nvSpPr>
          <p:cNvPr id="34" name="Text Placeholder 6">
            <a:extLst>
              <a:ext uri="{FF2B5EF4-FFF2-40B4-BE49-F238E27FC236}">
                <a16:creationId xmlns:a16="http://schemas.microsoft.com/office/drawing/2014/main" id="{F0279A3C-5E27-40F7-98C0-08832F4CE1FB}"/>
              </a:ext>
            </a:extLst>
          </p:cNvPr>
          <p:cNvSpPr>
            <a:spLocks noGrp="1"/>
          </p:cNvSpPr>
          <p:nvPr>
            <p:ph type="body" sz="quarter" idx="35" hasCustomPrompt="1"/>
          </p:nvPr>
        </p:nvSpPr>
        <p:spPr>
          <a:xfrm>
            <a:off x="1079500" y="4591841"/>
            <a:ext cx="335980" cy="369888"/>
          </a:xfrm>
          <a:prstGeom prst="rect">
            <a:avLst/>
          </a:prstGeom>
        </p:spPr>
        <p:txBody>
          <a:bodyPr vert="horz" wrap="none" lIns="0" tIns="0" rIns="0" bIns="0" rtlCol="0">
            <a:normAutofit/>
          </a:bodyPr>
          <a:lstStyle>
            <a:lvl1pPr algn="r">
              <a:defRPr lang="de-DE" sz="2400" b="1" dirty="0">
                <a:solidFill>
                  <a:schemeClr val="accent2"/>
                </a:solidFill>
              </a:defRPr>
            </a:lvl1pPr>
          </a:lstStyle>
          <a:p>
            <a:pPr lvl="0">
              <a:spcBef>
                <a:spcPts val="0"/>
              </a:spcBef>
            </a:pPr>
            <a:r>
              <a:rPr lang="de-DE"/>
              <a:t>0x</a:t>
            </a:r>
          </a:p>
        </p:txBody>
      </p:sp>
      <p:sp>
        <p:nvSpPr>
          <p:cNvPr id="2" name="Title Placeholder 1">
            <a:extLst>
              <a:ext uri="{FF2B5EF4-FFF2-40B4-BE49-F238E27FC236}">
                <a16:creationId xmlns:a16="http://schemas.microsoft.com/office/drawing/2014/main" id="{114BB18C-C624-35CB-514D-CE1A312E0BD8}"/>
              </a:ext>
            </a:extLst>
          </p:cNvPr>
          <p:cNvSpPr>
            <a:spLocks noGrp="1"/>
          </p:cNvSpPr>
          <p:nvPr>
            <p:ph type="title"/>
          </p:nvPr>
        </p:nvSpPr>
        <p:spPr>
          <a:xfrm>
            <a:off x="1079321" y="260350"/>
            <a:ext cx="8640763" cy="792163"/>
          </a:xfrm>
          <a:prstGeom prst="rect">
            <a:avLst/>
          </a:prstGeom>
        </p:spPr>
        <p:txBody>
          <a:bodyPr/>
          <a:lstStyle>
            <a:lvl1pPr>
              <a:defRPr>
                <a:solidFill>
                  <a:schemeClr val="accent2"/>
                </a:solidFill>
              </a:defRPr>
            </a:lvl1pPr>
          </a:lstStyle>
          <a:p>
            <a:r>
              <a:rPr lang="fr-FR"/>
              <a:t>Modifiez le style du titre</a:t>
            </a:r>
            <a:endParaRPr lang="en-US"/>
          </a:p>
        </p:txBody>
      </p:sp>
    </p:spTree>
    <p:extLst>
      <p:ext uri="{BB962C8B-B14F-4D97-AF65-F5344CB8AC3E}">
        <p14:creationId xmlns:p14="http://schemas.microsoft.com/office/powerpoint/2010/main" val="3490627745"/>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4_Only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A8CE45-A6FC-9CE9-F8CD-BA044CFE9412}"/>
              </a:ext>
            </a:extLst>
          </p:cNvPr>
          <p:cNvSpPr>
            <a:spLocks noGrp="1"/>
          </p:cNvSpPr>
          <p:nvPr>
            <p:ph type="title"/>
          </p:nvPr>
        </p:nvSpPr>
        <p:spPr>
          <a:xfrm>
            <a:off x="414971" y="260350"/>
            <a:ext cx="11008413" cy="792163"/>
          </a:xfrm>
          <a:prstGeom prst="rect">
            <a:avLst/>
          </a:prstGeom>
        </p:spPr>
        <p:txBody>
          <a:bodyPr/>
          <a:lstStyle/>
          <a:p>
            <a:r>
              <a:rPr lang="fr-FR"/>
              <a:t>Modifiez le style du titre</a:t>
            </a:r>
            <a:endParaRPr lang="en-US"/>
          </a:p>
        </p:txBody>
      </p:sp>
    </p:spTree>
    <p:extLst>
      <p:ext uri="{BB962C8B-B14F-4D97-AF65-F5344CB8AC3E}">
        <p14:creationId xmlns:p14="http://schemas.microsoft.com/office/powerpoint/2010/main" val="295865648"/>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3_Title and Subtitle">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667AB06E-CA55-4893-BAFA-61FF4CCDFBD1}"/>
              </a:ext>
            </a:extLst>
          </p:cNvPr>
          <p:cNvSpPr>
            <a:spLocks noGrp="1"/>
          </p:cNvSpPr>
          <p:nvPr>
            <p:ph type="body" sz="quarter" idx="15"/>
          </p:nvPr>
        </p:nvSpPr>
        <p:spPr>
          <a:xfrm>
            <a:off x="414971" y="1125538"/>
            <a:ext cx="11369042" cy="246221"/>
          </a:xfrm>
          <a:prstGeom prst="rect">
            <a:avLst/>
          </a:prstGeom>
        </p:spPr>
        <p:txBody>
          <a:bodyPr wrap="square">
            <a:spAutoFit/>
          </a:bodyPr>
          <a:lstStyle>
            <a:lvl1pPr>
              <a:defRPr sz="1600" b="0">
                <a:solidFill>
                  <a:schemeClr val="tx1"/>
                </a:solidFill>
                <a:latin typeface="Ubuntu Light" panose="020B0304030602030204" pitchFamily="34" charset="0"/>
              </a:defRPr>
            </a:lvl1pPr>
          </a:lstStyle>
          <a:p>
            <a:pPr lvl="0"/>
            <a:r>
              <a:rPr lang="fr-FR"/>
              <a:t>Cliquez pour modifier les styles du texte du masque</a:t>
            </a:r>
          </a:p>
        </p:txBody>
      </p:sp>
      <p:sp>
        <p:nvSpPr>
          <p:cNvPr id="2" name="Title 1">
            <a:extLst>
              <a:ext uri="{FF2B5EF4-FFF2-40B4-BE49-F238E27FC236}">
                <a16:creationId xmlns:a16="http://schemas.microsoft.com/office/drawing/2014/main" id="{DA3D6CCA-5023-D91C-5084-3ED466DC8001}"/>
              </a:ext>
            </a:extLst>
          </p:cNvPr>
          <p:cNvSpPr>
            <a:spLocks noGrp="1"/>
          </p:cNvSpPr>
          <p:nvPr>
            <p:ph type="title"/>
          </p:nvPr>
        </p:nvSpPr>
        <p:spPr>
          <a:xfrm>
            <a:off x="414971" y="260350"/>
            <a:ext cx="11008413" cy="792163"/>
          </a:xfrm>
          <a:prstGeom prst="rect">
            <a:avLst/>
          </a:prstGeom>
        </p:spPr>
        <p:txBody>
          <a:bodyPr/>
          <a:lstStyle/>
          <a:p>
            <a:r>
              <a:rPr lang="fr-FR"/>
              <a:t>Modifiez le style du titre</a:t>
            </a:r>
            <a:endParaRPr lang="en-US"/>
          </a:p>
        </p:txBody>
      </p:sp>
    </p:spTree>
    <p:extLst>
      <p:ext uri="{BB962C8B-B14F-4D97-AF65-F5344CB8AC3E}">
        <p14:creationId xmlns:p14="http://schemas.microsoft.com/office/powerpoint/2010/main" val="3626378097"/>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Title Only Gre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D8E58F-8094-1E41-530A-1113B3879770}"/>
              </a:ext>
            </a:extLst>
          </p:cNvPr>
          <p:cNvSpPr>
            <a:spLocks noGrp="1"/>
          </p:cNvSpPr>
          <p:nvPr>
            <p:ph type="title"/>
          </p:nvPr>
        </p:nvSpPr>
        <p:spPr>
          <a:xfrm>
            <a:off x="414971" y="260350"/>
            <a:ext cx="11008413" cy="792163"/>
          </a:xfrm>
          <a:prstGeom prst="rect">
            <a:avLst/>
          </a:prstGeom>
        </p:spPr>
        <p:txBody>
          <a:bodyPr/>
          <a:lstStyle/>
          <a:p>
            <a:r>
              <a:rPr lang="fr-FR"/>
              <a:t>Modifiez le style du titre</a:t>
            </a:r>
            <a:endParaRPr lang="en-US"/>
          </a:p>
        </p:txBody>
      </p:sp>
    </p:spTree>
    <p:extLst>
      <p:ext uri="{BB962C8B-B14F-4D97-AF65-F5344CB8AC3E}">
        <p14:creationId xmlns:p14="http://schemas.microsoft.com/office/powerpoint/2010/main" val="4216282021"/>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Title Subtitle Grey">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667AB06E-CA55-4893-BAFA-61FF4CCDFBD1}"/>
              </a:ext>
            </a:extLst>
          </p:cNvPr>
          <p:cNvSpPr>
            <a:spLocks noGrp="1"/>
          </p:cNvSpPr>
          <p:nvPr>
            <p:ph type="body" sz="quarter" idx="15"/>
          </p:nvPr>
        </p:nvSpPr>
        <p:spPr>
          <a:xfrm>
            <a:off x="414971" y="1125538"/>
            <a:ext cx="11369042" cy="246221"/>
          </a:xfrm>
          <a:prstGeom prst="rect">
            <a:avLst/>
          </a:prstGeom>
        </p:spPr>
        <p:txBody>
          <a:bodyPr>
            <a:spAutoFit/>
          </a:bodyPr>
          <a:lstStyle>
            <a:lvl1pPr>
              <a:defRPr sz="1600" b="0">
                <a:solidFill>
                  <a:schemeClr val="tx1"/>
                </a:solidFill>
                <a:latin typeface="Ubuntu Light" panose="020B0304030602030204" pitchFamily="34" charset="0"/>
              </a:defRPr>
            </a:lvl1pPr>
          </a:lstStyle>
          <a:p>
            <a:pPr lvl="0"/>
            <a:r>
              <a:rPr lang="fr-FR"/>
              <a:t>Cliquez pour modifier les styles du texte du masque</a:t>
            </a:r>
          </a:p>
        </p:txBody>
      </p:sp>
      <p:sp>
        <p:nvSpPr>
          <p:cNvPr id="2" name="Title 1">
            <a:extLst>
              <a:ext uri="{FF2B5EF4-FFF2-40B4-BE49-F238E27FC236}">
                <a16:creationId xmlns:a16="http://schemas.microsoft.com/office/drawing/2014/main" id="{96963528-AA21-5972-C236-27F2D7209CFD}"/>
              </a:ext>
            </a:extLst>
          </p:cNvPr>
          <p:cNvSpPr>
            <a:spLocks noGrp="1"/>
          </p:cNvSpPr>
          <p:nvPr>
            <p:ph type="title"/>
          </p:nvPr>
        </p:nvSpPr>
        <p:spPr>
          <a:xfrm>
            <a:off x="414971" y="260350"/>
            <a:ext cx="11008413" cy="792163"/>
          </a:xfrm>
          <a:prstGeom prst="rect">
            <a:avLst/>
          </a:prstGeom>
        </p:spPr>
        <p:txBody>
          <a:bodyPr/>
          <a:lstStyle/>
          <a:p>
            <a:r>
              <a:rPr lang="fr-FR"/>
              <a:t>Modifiez le style du titre</a:t>
            </a:r>
            <a:endParaRPr lang="en-US"/>
          </a:p>
        </p:txBody>
      </p:sp>
    </p:spTree>
    <p:extLst>
      <p:ext uri="{BB962C8B-B14F-4D97-AF65-F5344CB8AC3E}">
        <p14:creationId xmlns:p14="http://schemas.microsoft.com/office/powerpoint/2010/main" val="101686371"/>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Title Subtitle Content Grey">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667AB06E-CA55-4893-BAFA-61FF4CCDFBD1}"/>
              </a:ext>
            </a:extLst>
          </p:cNvPr>
          <p:cNvSpPr>
            <a:spLocks noGrp="1"/>
          </p:cNvSpPr>
          <p:nvPr>
            <p:ph type="body" sz="quarter" idx="15"/>
          </p:nvPr>
        </p:nvSpPr>
        <p:spPr>
          <a:xfrm>
            <a:off x="414971" y="1125538"/>
            <a:ext cx="11369042" cy="246221"/>
          </a:xfrm>
          <a:prstGeom prst="rect">
            <a:avLst/>
          </a:prstGeom>
        </p:spPr>
        <p:txBody>
          <a:bodyPr>
            <a:spAutoFit/>
          </a:bodyPr>
          <a:lstStyle>
            <a:lvl1pPr>
              <a:defRPr sz="1600" b="0">
                <a:solidFill>
                  <a:schemeClr val="tx1"/>
                </a:solidFill>
                <a:latin typeface="Ubuntu Light" panose="020B0304030602030204" pitchFamily="34" charset="0"/>
              </a:defRPr>
            </a:lvl1pPr>
          </a:lstStyle>
          <a:p>
            <a:pPr lvl="0"/>
            <a:r>
              <a:rPr lang="fr-FR"/>
              <a:t>Cliquez pour modifier les styles du texte du masque</a:t>
            </a:r>
          </a:p>
        </p:txBody>
      </p:sp>
      <p:sp>
        <p:nvSpPr>
          <p:cNvPr id="9" name="Text Placeholder 8">
            <a:extLst>
              <a:ext uri="{FF2B5EF4-FFF2-40B4-BE49-F238E27FC236}">
                <a16:creationId xmlns:a16="http://schemas.microsoft.com/office/drawing/2014/main" id="{C8D4D202-FD32-49BA-88CC-B39D2339504A}"/>
              </a:ext>
            </a:extLst>
          </p:cNvPr>
          <p:cNvSpPr>
            <a:spLocks noGrp="1"/>
          </p:cNvSpPr>
          <p:nvPr>
            <p:ph type="body" sz="quarter" idx="17"/>
          </p:nvPr>
        </p:nvSpPr>
        <p:spPr>
          <a:xfrm>
            <a:off x="414971" y="1624108"/>
            <a:ext cx="11369042" cy="4829080"/>
          </a:xfrm>
          <a:prstGeom prst="rect">
            <a:avLst/>
          </a:prstGeom>
        </p:spPr>
        <p:txBody>
          <a:bodyPr>
            <a:no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de-DE"/>
          </a:p>
        </p:txBody>
      </p:sp>
      <p:sp>
        <p:nvSpPr>
          <p:cNvPr id="2" name="Title 1">
            <a:extLst>
              <a:ext uri="{FF2B5EF4-FFF2-40B4-BE49-F238E27FC236}">
                <a16:creationId xmlns:a16="http://schemas.microsoft.com/office/drawing/2014/main" id="{92564CED-1C28-DF10-1067-5941504A95A0}"/>
              </a:ext>
            </a:extLst>
          </p:cNvPr>
          <p:cNvSpPr>
            <a:spLocks noGrp="1"/>
          </p:cNvSpPr>
          <p:nvPr>
            <p:ph type="title"/>
          </p:nvPr>
        </p:nvSpPr>
        <p:spPr>
          <a:xfrm>
            <a:off x="414971" y="260350"/>
            <a:ext cx="11008413" cy="792163"/>
          </a:xfrm>
          <a:prstGeom prst="rect">
            <a:avLst/>
          </a:prstGeom>
        </p:spPr>
        <p:txBody>
          <a:bodyPr/>
          <a:lstStyle/>
          <a:p>
            <a:r>
              <a:rPr lang="fr-FR"/>
              <a:t>Modifiez le style du titre</a:t>
            </a:r>
            <a:endParaRPr lang="en-US"/>
          </a:p>
        </p:txBody>
      </p:sp>
    </p:spTree>
    <p:extLst>
      <p:ext uri="{BB962C8B-B14F-4D97-AF65-F5344CB8AC3E}">
        <p14:creationId xmlns:p14="http://schemas.microsoft.com/office/powerpoint/2010/main" val="1700637273"/>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1_Title Only Short White">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6C4F5EE7-6CA6-23D5-2788-911B0B2A43B3}"/>
              </a:ext>
            </a:extLst>
          </p:cNvPr>
          <p:cNvSpPr>
            <a:spLocks noGrp="1"/>
          </p:cNvSpPr>
          <p:nvPr>
            <p:ph type="pic" sz="quarter" idx="10" hasCustomPrompt="1"/>
          </p:nvPr>
        </p:nvSpPr>
        <p:spPr>
          <a:xfrm>
            <a:off x="8040215" y="1122907"/>
            <a:ext cx="4151785" cy="5735093"/>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4" name="Text Placeholder 9">
            <a:extLst>
              <a:ext uri="{FF2B5EF4-FFF2-40B4-BE49-F238E27FC236}">
                <a16:creationId xmlns:a16="http://schemas.microsoft.com/office/drawing/2014/main" id="{98C3DB19-4889-48D4-AFFB-A1B288723D76}"/>
              </a:ext>
            </a:extLst>
          </p:cNvPr>
          <p:cNvSpPr>
            <a:spLocks noGrp="1"/>
          </p:cNvSpPr>
          <p:nvPr>
            <p:ph type="body" sz="quarter" idx="15" hasCustomPrompt="1"/>
          </p:nvPr>
        </p:nvSpPr>
        <p:spPr>
          <a:xfrm>
            <a:off x="414971" y="1125538"/>
            <a:ext cx="7409221" cy="246221"/>
          </a:xfrm>
          <a:prstGeom prst="rect">
            <a:avLst/>
          </a:prstGeom>
        </p:spPr>
        <p:txBody>
          <a:bodyPr wrap="square" lIns="0" rIns="72000">
            <a:spAutoFit/>
          </a:bodyPr>
          <a:lstStyle>
            <a:lvl1pPr>
              <a:defRPr sz="1600" b="0">
                <a:solidFill>
                  <a:schemeClr val="tx1"/>
                </a:solidFill>
                <a:latin typeface="Ubuntu Light" panose="020B0304030602030204" pitchFamily="34" charset="0"/>
              </a:defRPr>
            </a:lvl1pPr>
          </a:lstStyle>
          <a:p>
            <a:pPr lvl="0"/>
            <a:r>
              <a:rPr lang="en-US"/>
              <a:t>Click to edit Master text styles</a:t>
            </a:r>
          </a:p>
        </p:txBody>
      </p:sp>
      <p:sp>
        <p:nvSpPr>
          <p:cNvPr id="12" name="Text Placeholder 7">
            <a:extLst>
              <a:ext uri="{FF2B5EF4-FFF2-40B4-BE49-F238E27FC236}">
                <a16:creationId xmlns:a16="http://schemas.microsoft.com/office/drawing/2014/main" id="{23C25D57-CF8D-453D-9648-5B7859B01F04}"/>
              </a:ext>
            </a:extLst>
          </p:cNvPr>
          <p:cNvSpPr>
            <a:spLocks noGrp="1"/>
          </p:cNvSpPr>
          <p:nvPr>
            <p:ph type="body" sz="quarter" idx="17"/>
          </p:nvPr>
        </p:nvSpPr>
        <p:spPr>
          <a:xfrm>
            <a:off x="414971" y="1628800"/>
            <a:ext cx="7409221" cy="4824388"/>
          </a:xfrm>
          <a:prstGeom prst="rect">
            <a:avLst/>
          </a:prstGeom>
        </p:spPr>
        <p:txBody>
          <a:bodyPr rIns="216000">
            <a:noAutofit/>
          </a:bodyPr>
          <a:lstStyle>
            <a:lvl1pPr>
              <a:defRPr sz="1400"/>
            </a:lvl1pPr>
            <a:lvl2pPr>
              <a:defRPr sz="1400"/>
            </a:lvl2pPr>
            <a:lvl3pPr>
              <a:defRPr sz="1400"/>
            </a:lvl3pPr>
            <a:lvl4pPr>
              <a:defRPr sz="1200"/>
            </a:lvl4pPr>
            <a:lvl5pPr>
              <a:defRPr sz="12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3" name="Title 2">
            <a:extLst>
              <a:ext uri="{FF2B5EF4-FFF2-40B4-BE49-F238E27FC236}">
                <a16:creationId xmlns:a16="http://schemas.microsoft.com/office/drawing/2014/main" id="{2050C691-8B76-E01C-4EF1-3EB567E0EB3B}"/>
              </a:ext>
            </a:extLst>
          </p:cNvPr>
          <p:cNvSpPr>
            <a:spLocks noGrp="1"/>
          </p:cNvSpPr>
          <p:nvPr>
            <p:ph type="title"/>
          </p:nvPr>
        </p:nvSpPr>
        <p:spPr>
          <a:xfrm>
            <a:off x="414971" y="260350"/>
            <a:ext cx="11008413" cy="792163"/>
          </a:xfrm>
          <a:prstGeom prst="rect">
            <a:avLst/>
          </a:prstGeom>
        </p:spPr>
        <p:txBody>
          <a:bodyPr/>
          <a:lstStyle/>
          <a:p>
            <a:r>
              <a:rPr lang="fr-FR"/>
              <a:t>Modifiez le style du titre</a:t>
            </a:r>
            <a:endParaRPr lang="en-US"/>
          </a:p>
        </p:txBody>
      </p:sp>
    </p:spTree>
    <p:extLst>
      <p:ext uri="{BB962C8B-B14F-4D97-AF65-F5344CB8AC3E}">
        <p14:creationId xmlns:p14="http://schemas.microsoft.com/office/powerpoint/2010/main" val="517413275"/>
      </p:ext>
    </p:extLst>
  </p:cSld>
  <p:clrMapOvr>
    <a:masterClrMapping/>
  </p:clrMapOvr>
  <p:extLst>
    <p:ext uri="{DCECCB84-F9BA-43D5-87BE-67443E8EF086}">
      <p15:sldGuideLst xmlns:p15="http://schemas.microsoft.com/office/powerpoint/2012/main">
        <p15:guide id="1" pos="5065">
          <p15:clr>
            <a:srgbClr val="FBAE40"/>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2_Title Only Short White">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97BD40BB-A2F0-F646-3CC2-596CC4195838}"/>
              </a:ext>
            </a:extLst>
          </p:cNvPr>
          <p:cNvSpPr>
            <a:spLocks noGrp="1"/>
          </p:cNvSpPr>
          <p:nvPr>
            <p:ph type="pic" sz="quarter" idx="18" hasCustomPrompt="1"/>
          </p:nvPr>
        </p:nvSpPr>
        <p:spPr>
          <a:xfrm>
            <a:off x="6096000" y="1122907"/>
            <a:ext cx="6096001" cy="5735093"/>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6" name="Text Placeholder 9">
            <a:extLst>
              <a:ext uri="{FF2B5EF4-FFF2-40B4-BE49-F238E27FC236}">
                <a16:creationId xmlns:a16="http://schemas.microsoft.com/office/drawing/2014/main" id="{859F9A52-5C59-4371-8261-06DAE7261AF2}"/>
              </a:ext>
            </a:extLst>
          </p:cNvPr>
          <p:cNvSpPr>
            <a:spLocks noGrp="1"/>
          </p:cNvSpPr>
          <p:nvPr>
            <p:ph type="body" sz="quarter" idx="15" hasCustomPrompt="1"/>
          </p:nvPr>
        </p:nvSpPr>
        <p:spPr>
          <a:xfrm>
            <a:off x="414971" y="1125538"/>
            <a:ext cx="5545800" cy="246221"/>
          </a:xfrm>
          <a:prstGeom prst="rect">
            <a:avLst/>
          </a:prstGeom>
        </p:spPr>
        <p:txBody>
          <a:bodyPr wrap="square" lIns="0" rIns="72000">
            <a:spAutoFit/>
          </a:bodyPr>
          <a:lstStyle>
            <a:lvl1pPr>
              <a:defRPr sz="1600" b="0">
                <a:solidFill>
                  <a:schemeClr val="tx1"/>
                </a:solidFill>
                <a:latin typeface="Ubuntu Light" panose="020B0304030602030204" pitchFamily="34" charset="0"/>
              </a:defRPr>
            </a:lvl1pPr>
          </a:lstStyle>
          <a:p>
            <a:pPr lvl="0"/>
            <a:r>
              <a:rPr lang="en-US"/>
              <a:t>Click to edit Master text styles</a:t>
            </a:r>
          </a:p>
        </p:txBody>
      </p:sp>
      <p:sp>
        <p:nvSpPr>
          <p:cNvPr id="12" name="Text Placeholder 7">
            <a:extLst>
              <a:ext uri="{FF2B5EF4-FFF2-40B4-BE49-F238E27FC236}">
                <a16:creationId xmlns:a16="http://schemas.microsoft.com/office/drawing/2014/main" id="{8F1655B6-7DE6-4895-863F-EF917B2F07E5}"/>
              </a:ext>
            </a:extLst>
          </p:cNvPr>
          <p:cNvSpPr>
            <a:spLocks noGrp="1"/>
          </p:cNvSpPr>
          <p:nvPr>
            <p:ph type="body" sz="quarter" idx="17"/>
          </p:nvPr>
        </p:nvSpPr>
        <p:spPr>
          <a:xfrm>
            <a:off x="414971" y="1628775"/>
            <a:ext cx="5545137" cy="4824413"/>
          </a:xfrm>
          <a:prstGeom prst="rect">
            <a:avLst/>
          </a:prstGeom>
        </p:spPr>
        <p:txBody>
          <a:bodyPr rIns="216000">
            <a:noAutofit/>
          </a:bodyPr>
          <a:lstStyle>
            <a:lvl1pPr>
              <a:defRPr sz="1400"/>
            </a:lvl1pPr>
            <a:lvl2pPr>
              <a:defRPr sz="1400"/>
            </a:lvl2pPr>
            <a:lvl3pPr>
              <a:defRPr sz="1400"/>
            </a:lvl3pPr>
            <a:lvl4pPr>
              <a:defRPr sz="1200"/>
            </a:lvl4pPr>
            <a:lvl5pPr>
              <a:defRPr sz="12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3" name="Title 2">
            <a:extLst>
              <a:ext uri="{FF2B5EF4-FFF2-40B4-BE49-F238E27FC236}">
                <a16:creationId xmlns:a16="http://schemas.microsoft.com/office/drawing/2014/main" id="{80C572A4-9113-ABE4-A840-37A9AAC56C99}"/>
              </a:ext>
            </a:extLst>
          </p:cNvPr>
          <p:cNvSpPr>
            <a:spLocks noGrp="1"/>
          </p:cNvSpPr>
          <p:nvPr>
            <p:ph type="title"/>
          </p:nvPr>
        </p:nvSpPr>
        <p:spPr>
          <a:xfrm>
            <a:off x="414971" y="260350"/>
            <a:ext cx="11008413" cy="792163"/>
          </a:xfrm>
          <a:prstGeom prst="rect">
            <a:avLst/>
          </a:prstGeom>
        </p:spPr>
        <p:txBody>
          <a:bodyPr/>
          <a:lstStyle/>
          <a:p>
            <a:r>
              <a:rPr lang="fr-FR"/>
              <a:t>Modifiez le style du titre</a:t>
            </a:r>
            <a:endParaRPr lang="en-US"/>
          </a:p>
        </p:txBody>
      </p:sp>
    </p:spTree>
    <p:extLst>
      <p:ext uri="{BB962C8B-B14F-4D97-AF65-F5344CB8AC3E}">
        <p14:creationId xmlns:p14="http://schemas.microsoft.com/office/powerpoint/2010/main" val="2403582458"/>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3_Title Only Short White">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FB58C20F-AA44-45A0-8BD7-3F72A12E08AD}"/>
              </a:ext>
            </a:extLst>
          </p:cNvPr>
          <p:cNvSpPr/>
          <p:nvPr userDrawn="1"/>
        </p:nvSpPr>
        <p:spPr>
          <a:xfrm>
            <a:off x="0" y="0"/>
            <a:ext cx="4073664"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 Placeholder 9">
            <a:extLst>
              <a:ext uri="{FF2B5EF4-FFF2-40B4-BE49-F238E27FC236}">
                <a16:creationId xmlns:a16="http://schemas.microsoft.com/office/drawing/2014/main" id="{8003CB7C-5AB2-4487-B779-DFE57F79C583}"/>
              </a:ext>
            </a:extLst>
          </p:cNvPr>
          <p:cNvSpPr>
            <a:spLocks noGrp="1"/>
          </p:cNvSpPr>
          <p:nvPr>
            <p:ph type="body" sz="quarter" idx="16" hasCustomPrompt="1"/>
          </p:nvPr>
        </p:nvSpPr>
        <p:spPr>
          <a:xfrm>
            <a:off x="4444744" y="1125538"/>
            <a:ext cx="6984000" cy="246221"/>
          </a:xfrm>
          <a:prstGeom prst="rect">
            <a:avLst/>
          </a:prstGeom>
        </p:spPr>
        <p:txBody>
          <a:bodyPr wrap="square" lIns="0" rIns="72000">
            <a:spAutoFit/>
          </a:bodyPr>
          <a:lstStyle>
            <a:lvl1pPr>
              <a:defRPr sz="1600" b="0">
                <a:solidFill>
                  <a:schemeClr val="tx1"/>
                </a:solidFill>
                <a:latin typeface="Ubuntu Light" panose="020B0304030602030204" pitchFamily="34" charset="0"/>
              </a:defRPr>
            </a:lvl1pPr>
          </a:lstStyle>
          <a:p>
            <a:pPr lvl="0"/>
            <a:r>
              <a:rPr lang="en-US"/>
              <a:t>Click to edit Master text styles</a:t>
            </a:r>
          </a:p>
        </p:txBody>
      </p:sp>
      <p:sp>
        <p:nvSpPr>
          <p:cNvPr id="12" name="Text Placeholder 6">
            <a:extLst>
              <a:ext uri="{FF2B5EF4-FFF2-40B4-BE49-F238E27FC236}">
                <a16:creationId xmlns:a16="http://schemas.microsoft.com/office/drawing/2014/main" id="{9219CA61-951E-46A4-A7C6-8A4C09FDC629}"/>
              </a:ext>
            </a:extLst>
          </p:cNvPr>
          <p:cNvSpPr>
            <a:spLocks noGrp="1"/>
          </p:cNvSpPr>
          <p:nvPr>
            <p:ph type="body" sz="quarter" idx="18"/>
          </p:nvPr>
        </p:nvSpPr>
        <p:spPr>
          <a:xfrm>
            <a:off x="4445407" y="1628774"/>
            <a:ext cx="6962544" cy="4824413"/>
          </a:xfrm>
          <a:prstGeom prst="rect">
            <a:avLst/>
          </a:prstGeom>
        </p:spPr>
        <p:txBody>
          <a:bodyPr>
            <a:noAutofit/>
          </a:bodyPr>
          <a:lstStyle>
            <a:lvl1pPr>
              <a:defRPr sz="1400"/>
            </a:lvl1pPr>
            <a:lvl2pPr>
              <a:defRPr sz="1400"/>
            </a:lvl2pPr>
            <a:lvl3pPr>
              <a:defRPr sz="1400"/>
            </a:lvl3pPr>
            <a:lvl4pPr>
              <a:defRPr sz="1200"/>
            </a:lvl4pPr>
            <a:lvl5pPr>
              <a:defRPr sz="12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7" name="Picture Placeholder 6">
            <a:extLst>
              <a:ext uri="{FF2B5EF4-FFF2-40B4-BE49-F238E27FC236}">
                <a16:creationId xmlns:a16="http://schemas.microsoft.com/office/drawing/2014/main" id="{0DD7751A-AC4E-473A-B544-73973FAE9468}"/>
              </a:ext>
            </a:extLst>
          </p:cNvPr>
          <p:cNvSpPr>
            <a:spLocks noGrp="1"/>
          </p:cNvSpPr>
          <p:nvPr>
            <p:ph type="pic" sz="quarter" idx="19" hasCustomPrompt="1"/>
          </p:nvPr>
        </p:nvSpPr>
        <p:spPr>
          <a:xfrm>
            <a:off x="0" y="0"/>
            <a:ext cx="4223792"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2" name="Title 1">
            <a:extLst>
              <a:ext uri="{FF2B5EF4-FFF2-40B4-BE49-F238E27FC236}">
                <a16:creationId xmlns:a16="http://schemas.microsoft.com/office/drawing/2014/main" id="{A0A52824-0DEF-7B5E-1D4F-BCBC062D66ED}"/>
              </a:ext>
            </a:extLst>
          </p:cNvPr>
          <p:cNvSpPr>
            <a:spLocks noGrp="1"/>
          </p:cNvSpPr>
          <p:nvPr>
            <p:ph type="title"/>
          </p:nvPr>
        </p:nvSpPr>
        <p:spPr>
          <a:xfrm>
            <a:off x="4439384" y="260350"/>
            <a:ext cx="6984000" cy="792163"/>
          </a:xfrm>
          <a:prstGeom prst="rect">
            <a:avLst/>
          </a:prstGeom>
        </p:spPr>
        <p:txBody>
          <a:bodyPr/>
          <a:lstStyle/>
          <a:p>
            <a:r>
              <a:rPr lang="fr-FR"/>
              <a:t>Modifiez le style du titre</a:t>
            </a:r>
            <a:endParaRPr lang="en-US"/>
          </a:p>
        </p:txBody>
      </p:sp>
    </p:spTree>
    <p:extLst>
      <p:ext uri="{BB962C8B-B14F-4D97-AF65-F5344CB8AC3E}">
        <p14:creationId xmlns:p14="http://schemas.microsoft.com/office/powerpoint/2010/main" val="2238125880"/>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4_Title Only Short White">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08930BD6-6C9D-490A-BF02-403245ED990A}"/>
              </a:ext>
            </a:extLst>
          </p:cNvPr>
          <p:cNvSpPr/>
          <p:nvPr userDrawn="1"/>
        </p:nvSpPr>
        <p:spPr>
          <a:xfrm>
            <a:off x="0" y="0"/>
            <a:ext cx="6096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 Placeholder 9">
            <a:extLst>
              <a:ext uri="{FF2B5EF4-FFF2-40B4-BE49-F238E27FC236}">
                <a16:creationId xmlns:a16="http://schemas.microsoft.com/office/drawing/2014/main" id="{7895A1A3-A6AA-456A-98DD-23651F1D1DBB}"/>
              </a:ext>
            </a:extLst>
          </p:cNvPr>
          <p:cNvSpPr>
            <a:spLocks noGrp="1"/>
          </p:cNvSpPr>
          <p:nvPr>
            <p:ph type="body" sz="quarter" idx="15" hasCustomPrompt="1"/>
          </p:nvPr>
        </p:nvSpPr>
        <p:spPr>
          <a:xfrm>
            <a:off x="6384032" y="1125538"/>
            <a:ext cx="5063967" cy="246221"/>
          </a:xfrm>
          <a:prstGeom prst="rect">
            <a:avLst/>
          </a:prstGeom>
        </p:spPr>
        <p:txBody>
          <a:bodyPr wrap="square" lIns="0" rIns="72000">
            <a:spAutoFit/>
          </a:bodyPr>
          <a:lstStyle>
            <a:lvl1pPr>
              <a:defRPr sz="1600" b="0">
                <a:solidFill>
                  <a:schemeClr val="tx1"/>
                </a:solidFill>
                <a:latin typeface="Ubuntu Light" panose="020B0304030602030204" pitchFamily="34" charset="0"/>
              </a:defRPr>
            </a:lvl1pPr>
          </a:lstStyle>
          <a:p>
            <a:pPr lvl="0"/>
            <a:r>
              <a:rPr lang="en-US"/>
              <a:t>Click to edit Master text styles</a:t>
            </a:r>
          </a:p>
        </p:txBody>
      </p:sp>
      <p:sp>
        <p:nvSpPr>
          <p:cNvPr id="12" name="Text Placeholder 7">
            <a:extLst>
              <a:ext uri="{FF2B5EF4-FFF2-40B4-BE49-F238E27FC236}">
                <a16:creationId xmlns:a16="http://schemas.microsoft.com/office/drawing/2014/main" id="{3F2C12DC-68D5-4DF5-891E-DAEB8A4AB654}"/>
              </a:ext>
            </a:extLst>
          </p:cNvPr>
          <p:cNvSpPr>
            <a:spLocks noGrp="1"/>
          </p:cNvSpPr>
          <p:nvPr>
            <p:ph type="body" sz="quarter" idx="17"/>
          </p:nvPr>
        </p:nvSpPr>
        <p:spPr>
          <a:xfrm>
            <a:off x="6384032" y="1627200"/>
            <a:ext cx="5063967" cy="4825988"/>
          </a:xfrm>
          <a:prstGeom prst="rect">
            <a:avLst/>
          </a:prstGeom>
        </p:spPr>
        <p:txBody>
          <a:bodyPr>
            <a:noAutofit/>
          </a:bodyPr>
          <a:lstStyle>
            <a:lvl1pPr>
              <a:defRPr sz="1400"/>
            </a:lvl1pPr>
            <a:lvl2pPr>
              <a:defRPr sz="1400"/>
            </a:lvl2pPr>
            <a:lvl3pPr>
              <a:defRPr sz="1400"/>
            </a:lvl3pPr>
            <a:lvl4pPr>
              <a:defRPr sz="1200"/>
            </a:lvl4pPr>
            <a:lvl5pPr>
              <a:defRPr sz="12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8" name="Picture Placeholder 7">
            <a:extLst>
              <a:ext uri="{FF2B5EF4-FFF2-40B4-BE49-F238E27FC236}">
                <a16:creationId xmlns:a16="http://schemas.microsoft.com/office/drawing/2014/main" id="{3AAAC9D4-CD35-41A1-A14D-B18A58A2866E}"/>
              </a:ext>
            </a:extLst>
          </p:cNvPr>
          <p:cNvSpPr>
            <a:spLocks noGrp="1"/>
          </p:cNvSpPr>
          <p:nvPr>
            <p:ph type="pic" sz="quarter" idx="18" hasCustomPrompt="1"/>
          </p:nvPr>
        </p:nvSpPr>
        <p:spPr>
          <a:xfrm>
            <a:off x="0" y="0"/>
            <a:ext cx="6096000"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2" name="Title 1">
            <a:extLst>
              <a:ext uri="{FF2B5EF4-FFF2-40B4-BE49-F238E27FC236}">
                <a16:creationId xmlns:a16="http://schemas.microsoft.com/office/drawing/2014/main" id="{4A7337B1-E3AC-A7E5-7836-78F324F9FFAF}"/>
              </a:ext>
            </a:extLst>
          </p:cNvPr>
          <p:cNvSpPr>
            <a:spLocks noGrp="1"/>
          </p:cNvSpPr>
          <p:nvPr>
            <p:ph type="title"/>
          </p:nvPr>
        </p:nvSpPr>
        <p:spPr>
          <a:xfrm>
            <a:off x="6359417" y="260350"/>
            <a:ext cx="5063967" cy="792163"/>
          </a:xfrm>
          <a:prstGeom prst="rect">
            <a:avLst/>
          </a:prstGeom>
        </p:spPr>
        <p:txBody>
          <a:bodyPr/>
          <a:lstStyle/>
          <a:p>
            <a:r>
              <a:rPr lang="fr-FR"/>
              <a:t>Modifiez le style du titre</a:t>
            </a:r>
            <a:endParaRPr lang="en-US"/>
          </a:p>
        </p:txBody>
      </p:sp>
    </p:spTree>
    <p:extLst>
      <p:ext uri="{BB962C8B-B14F-4D97-AF65-F5344CB8AC3E}">
        <p14:creationId xmlns:p14="http://schemas.microsoft.com/office/powerpoint/2010/main" val="3671164246"/>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1_Title Only Gre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D8E58F-8094-1E41-530A-1113B3879770}"/>
              </a:ext>
            </a:extLst>
          </p:cNvPr>
          <p:cNvSpPr>
            <a:spLocks noGrp="1"/>
          </p:cNvSpPr>
          <p:nvPr>
            <p:ph type="title"/>
          </p:nvPr>
        </p:nvSpPr>
        <p:spPr>
          <a:xfrm>
            <a:off x="414971" y="260350"/>
            <a:ext cx="11008413" cy="792163"/>
          </a:xfrm>
          <a:prstGeom prst="rect">
            <a:avLst/>
          </a:prstGeom>
        </p:spPr>
        <p:txBody>
          <a:bodyPr/>
          <a:lstStyle>
            <a:lvl1pPr>
              <a:defRPr>
                <a:solidFill>
                  <a:schemeClr val="bg1"/>
                </a:solidFill>
              </a:defRPr>
            </a:lvl1pPr>
          </a:lstStyle>
          <a:p>
            <a:r>
              <a:rPr lang="fr-FR"/>
              <a:t>Modifiez le style du titre</a:t>
            </a:r>
            <a:endParaRPr lang="en-US"/>
          </a:p>
        </p:txBody>
      </p:sp>
    </p:spTree>
    <p:extLst>
      <p:ext uri="{BB962C8B-B14F-4D97-AF65-F5344CB8AC3E}">
        <p14:creationId xmlns:p14="http://schemas.microsoft.com/office/powerpoint/2010/main" val="3173777765"/>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1_Title Subtitle Dark Grey">
    <p:spTree>
      <p:nvGrpSpPr>
        <p:cNvPr id="1" name=""/>
        <p:cNvGrpSpPr/>
        <p:nvPr/>
      </p:nvGrpSpPr>
      <p:grpSpPr>
        <a:xfrm>
          <a:off x="0" y="0"/>
          <a:ext cx="0" cy="0"/>
          <a:chOff x="0" y="0"/>
          <a:chExt cx="0" cy="0"/>
        </a:xfrm>
      </p:grpSpPr>
      <p:sp>
        <p:nvSpPr>
          <p:cNvPr id="12" name="Text Placeholder 9">
            <a:extLst>
              <a:ext uri="{FF2B5EF4-FFF2-40B4-BE49-F238E27FC236}">
                <a16:creationId xmlns:a16="http://schemas.microsoft.com/office/drawing/2014/main" id="{C1949725-ACD2-44C4-85AF-10B39EC61473}"/>
              </a:ext>
            </a:extLst>
          </p:cNvPr>
          <p:cNvSpPr>
            <a:spLocks noGrp="1"/>
          </p:cNvSpPr>
          <p:nvPr>
            <p:ph type="body" sz="quarter" idx="15" hasCustomPrompt="1"/>
          </p:nvPr>
        </p:nvSpPr>
        <p:spPr>
          <a:xfrm>
            <a:off x="414971" y="1125538"/>
            <a:ext cx="11369042" cy="246221"/>
          </a:xfrm>
          <a:prstGeom prst="rect">
            <a:avLst/>
          </a:prstGeom>
        </p:spPr>
        <p:txBody>
          <a:bodyPr lIns="0">
            <a:spAutoFit/>
          </a:bodyPr>
          <a:lstStyle>
            <a:lvl1pPr>
              <a:defRPr sz="1600" b="0">
                <a:solidFill>
                  <a:schemeClr val="bg1"/>
                </a:solidFill>
                <a:latin typeface="Ubuntu Light" panose="020B0304030602030204" pitchFamily="34" charset="0"/>
              </a:defRPr>
            </a:lvl1pPr>
          </a:lstStyle>
          <a:p>
            <a:pPr lvl="0"/>
            <a:r>
              <a:rPr lang="en-US"/>
              <a:t>Click to edit Master text styles</a:t>
            </a:r>
          </a:p>
        </p:txBody>
      </p:sp>
      <p:sp>
        <p:nvSpPr>
          <p:cNvPr id="2" name="Title 1">
            <a:extLst>
              <a:ext uri="{FF2B5EF4-FFF2-40B4-BE49-F238E27FC236}">
                <a16:creationId xmlns:a16="http://schemas.microsoft.com/office/drawing/2014/main" id="{3D771E05-0646-A062-8DD0-B00651AE6E76}"/>
              </a:ext>
            </a:extLst>
          </p:cNvPr>
          <p:cNvSpPr>
            <a:spLocks noGrp="1"/>
          </p:cNvSpPr>
          <p:nvPr>
            <p:ph type="title"/>
          </p:nvPr>
        </p:nvSpPr>
        <p:spPr>
          <a:xfrm>
            <a:off x="414971" y="260350"/>
            <a:ext cx="11008413" cy="792163"/>
          </a:xfrm>
          <a:prstGeom prst="rect">
            <a:avLst/>
          </a:prstGeom>
        </p:spPr>
        <p:txBody>
          <a:bodyPr/>
          <a:lstStyle>
            <a:lvl1pPr>
              <a:defRPr>
                <a:solidFill>
                  <a:schemeClr val="bg1"/>
                </a:solidFill>
              </a:defRPr>
            </a:lvl1pPr>
          </a:lstStyle>
          <a:p>
            <a:r>
              <a:rPr lang="fr-FR"/>
              <a:t>Modifiez le style du titre</a:t>
            </a:r>
            <a:endParaRPr lang="en-US"/>
          </a:p>
        </p:txBody>
      </p:sp>
    </p:spTree>
    <p:extLst>
      <p:ext uri="{BB962C8B-B14F-4D97-AF65-F5344CB8AC3E}">
        <p14:creationId xmlns:p14="http://schemas.microsoft.com/office/powerpoint/2010/main" val="3626976485"/>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1_Title Only Short Dark">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7D3C6BC6-663C-C133-76CE-9BAB02DAEDB3}"/>
              </a:ext>
            </a:extLst>
          </p:cNvPr>
          <p:cNvSpPr>
            <a:spLocks noGrp="1"/>
          </p:cNvSpPr>
          <p:nvPr>
            <p:ph type="pic" sz="quarter" idx="18" hasCustomPrompt="1"/>
          </p:nvPr>
        </p:nvSpPr>
        <p:spPr>
          <a:xfrm>
            <a:off x="7967663" y="1122907"/>
            <a:ext cx="4224338" cy="5735093"/>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bg1"/>
                </a:solidFill>
              </a:defRPr>
            </a:lvl1pPr>
          </a:lstStyle>
          <a:p>
            <a:r>
              <a:rPr lang="de-DE"/>
              <a:t>Insert Picture and send </a:t>
            </a:r>
            <a:r>
              <a:rPr lang="de-DE" err="1"/>
              <a:t>to</a:t>
            </a:r>
            <a:r>
              <a:rPr lang="de-DE"/>
              <a:t> back</a:t>
            </a:r>
          </a:p>
        </p:txBody>
      </p:sp>
      <p:sp>
        <p:nvSpPr>
          <p:cNvPr id="14" name="Text Placeholder 9">
            <a:extLst>
              <a:ext uri="{FF2B5EF4-FFF2-40B4-BE49-F238E27FC236}">
                <a16:creationId xmlns:a16="http://schemas.microsoft.com/office/drawing/2014/main" id="{98C3DB19-4889-48D4-AFFB-A1B288723D76}"/>
              </a:ext>
            </a:extLst>
          </p:cNvPr>
          <p:cNvSpPr>
            <a:spLocks noGrp="1"/>
          </p:cNvSpPr>
          <p:nvPr>
            <p:ph type="body" sz="quarter" idx="15" hasCustomPrompt="1"/>
          </p:nvPr>
        </p:nvSpPr>
        <p:spPr>
          <a:xfrm>
            <a:off x="414971" y="1125538"/>
            <a:ext cx="7337213" cy="246221"/>
          </a:xfrm>
          <a:prstGeom prst="rect">
            <a:avLst/>
          </a:prstGeom>
        </p:spPr>
        <p:txBody>
          <a:bodyPr wrap="square" lIns="0" rIns="72000">
            <a:spAutoFit/>
          </a:bodyPr>
          <a:lstStyle>
            <a:lvl1pPr>
              <a:defRPr sz="1600" b="0">
                <a:solidFill>
                  <a:schemeClr val="bg1"/>
                </a:solidFill>
                <a:latin typeface="Ubuntu Light" panose="020B0304030602030204" pitchFamily="34" charset="0"/>
              </a:defRPr>
            </a:lvl1pPr>
          </a:lstStyle>
          <a:p>
            <a:pPr lvl="0"/>
            <a:r>
              <a:rPr lang="en-US"/>
              <a:t>Click to edit Master text styles</a:t>
            </a:r>
          </a:p>
        </p:txBody>
      </p:sp>
      <p:sp>
        <p:nvSpPr>
          <p:cNvPr id="12" name="Text Placeholder 7">
            <a:extLst>
              <a:ext uri="{FF2B5EF4-FFF2-40B4-BE49-F238E27FC236}">
                <a16:creationId xmlns:a16="http://schemas.microsoft.com/office/drawing/2014/main" id="{F13880FA-A20C-4104-8D48-DC99C13D0B89}"/>
              </a:ext>
            </a:extLst>
          </p:cNvPr>
          <p:cNvSpPr>
            <a:spLocks noGrp="1"/>
          </p:cNvSpPr>
          <p:nvPr>
            <p:ph type="body" sz="quarter" idx="17"/>
          </p:nvPr>
        </p:nvSpPr>
        <p:spPr>
          <a:xfrm>
            <a:off x="414971" y="1628800"/>
            <a:ext cx="7337213" cy="4824388"/>
          </a:xfrm>
          <a:prstGeom prst="rect">
            <a:avLst/>
          </a:prstGeom>
        </p:spPr>
        <p:txBody>
          <a:bodyPr rIns="216000">
            <a:noAutofit/>
          </a:bodyPr>
          <a:lstStyle>
            <a:lvl1pPr>
              <a:defRPr sz="1400">
                <a:solidFill>
                  <a:schemeClr val="bg1"/>
                </a:solidFill>
              </a:defRPr>
            </a:lvl1pPr>
            <a:lvl2pPr>
              <a:buClrTx/>
              <a:defRPr sz="1400">
                <a:solidFill>
                  <a:schemeClr val="bg1"/>
                </a:solidFill>
              </a:defRPr>
            </a:lvl2pPr>
            <a:lvl3pPr>
              <a:buClrTx/>
              <a:defRPr sz="1400">
                <a:solidFill>
                  <a:schemeClr val="bg1"/>
                </a:solidFill>
              </a:defRPr>
            </a:lvl3pPr>
            <a:lvl4pPr>
              <a:buClrTx/>
              <a:defRPr sz="1200">
                <a:solidFill>
                  <a:schemeClr val="bg1"/>
                </a:solidFill>
              </a:defRPr>
            </a:lvl4pPr>
            <a:lvl5pPr>
              <a:buClrTx/>
              <a:defRPr sz="1200">
                <a:solidFill>
                  <a:schemeClr val="bg1"/>
                </a:solidFill>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3" name="Title 2">
            <a:extLst>
              <a:ext uri="{FF2B5EF4-FFF2-40B4-BE49-F238E27FC236}">
                <a16:creationId xmlns:a16="http://schemas.microsoft.com/office/drawing/2014/main" id="{FC5D9B30-9A2C-505E-36D0-05AF0DBAAC3C}"/>
              </a:ext>
            </a:extLst>
          </p:cNvPr>
          <p:cNvSpPr>
            <a:spLocks noGrp="1"/>
          </p:cNvSpPr>
          <p:nvPr>
            <p:ph type="title"/>
          </p:nvPr>
        </p:nvSpPr>
        <p:spPr>
          <a:xfrm>
            <a:off x="414971" y="260350"/>
            <a:ext cx="11008413" cy="792163"/>
          </a:xfrm>
          <a:prstGeom prst="rect">
            <a:avLst/>
          </a:prstGeom>
        </p:spPr>
        <p:txBody>
          <a:bodyPr/>
          <a:lstStyle>
            <a:lvl1pPr>
              <a:defRPr>
                <a:solidFill>
                  <a:schemeClr val="bg1"/>
                </a:solidFill>
              </a:defRPr>
            </a:lvl1pPr>
          </a:lstStyle>
          <a:p>
            <a:r>
              <a:rPr lang="fr-FR"/>
              <a:t>Modifiez le style du titre</a:t>
            </a:r>
            <a:endParaRPr lang="en-US"/>
          </a:p>
        </p:txBody>
      </p:sp>
    </p:spTree>
    <p:extLst>
      <p:ext uri="{BB962C8B-B14F-4D97-AF65-F5344CB8AC3E}">
        <p14:creationId xmlns:p14="http://schemas.microsoft.com/office/powerpoint/2010/main" val="3765864423"/>
      </p:ext>
    </p:extLst>
  </p:cSld>
  <p:clrMapOvr>
    <a:masterClrMapping/>
  </p:clrMapOvr>
  <p:extLst>
    <p:ext uri="{DCECCB84-F9BA-43D5-87BE-67443E8EF086}">
      <p15:sldGuideLst xmlns:p15="http://schemas.microsoft.com/office/powerpoint/2012/main">
        <p15:guide id="1" pos="5019">
          <p15:clr>
            <a:srgbClr val="FBAE40"/>
          </p15:clr>
        </p15:guide>
      </p15:sldGuideLst>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2_Title Only Short Dark">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D947A8D9-3FE6-9441-652F-400363E70669}"/>
              </a:ext>
            </a:extLst>
          </p:cNvPr>
          <p:cNvSpPr>
            <a:spLocks noGrp="1"/>
          </p:cNvSpPr>
          <p:nvPr>
            <p:ph type="pic" sz="quarter" idx="18" hasCustomPrompt="1"/>
          </p:nvPr>
        </p:nvSpPr>
        <p:spPr>
          <a:xfrm>
            <a:off x="6096001" y="1122907"/>
            <a:ext cx="6096000" cy="5735093"/>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6" name="Text Placeholder 9">
            <a:extLst>
              <a:ext uri="{FF2B5EF4-FFF2-40B4-BE49-F238E27FC236}">
                <a16:creationId xmlns:a16="http://schemas.microsoft.com/office/drawing/2014/main" id="{859F9A52-5C59-4371-8261-06DAE7261AF2}"/>
              </a:ext>
            </a:extLst>
          </p:cNvPr>
          <p:cNvSpPr>
            <a:spLocks noGrp="1"/>
          </p:cNvSpPr>
          <p:nvPr>
            <p:ph type="body" sz="quarter" idx="15" hasCustomPrompt="1"/>
          </p:nvPr>
        </p:nvSpPr>
        <p:spPr>
          <a:xfrm>
            <a:off x="414971" y="1125538"/>
            <a:ext cx="5545800" cy="246221"/>
          </a:xfrm>
          <a:prstGeom prst="rect">
            <a:avLst/>
          </a:prstGeom>
        </p:spPr>
        <p:txBody>
          <a:bodyPr wrap="square" lIns="0" rIns="72000">
            <a:spAutoFit/>
          </a:bodyPr>
          <a:lstStyle>
            <a:lvl1pPr>
              <a:defRPr sz="1600" b="0">
                <a:solidFill>
                  <a:schemeClr val="bg1"/>
                </a:solidFill>
                <a:latin typeface="Ubuntu Light" panose="020B0304030602030204" pitchFamily="34" charset="0"/>
              </a:defRPr>
            </a:lvl1pPr>
          </a:lstStyle>
          <a:p>
            <a:pPr lvl="0"/>
            <a:r>
              <a:rPr lang="en-US"/>
              <a:t>Click to edit Master text styles</a:t>
            </a:r>
          </a:p>
        </p:txBody>
      </p:sp>
      <p:sp>
        <p:nvSpPr>
          <p:cNvPr id="12" name="Text Placeholder 7">
            <a:extLst>
              <a:ext uri="{FF2B5EF4-FFF2-40B4-BE49-F238E27FC236}">
                <a16:creationId xmlns:a16="http://schemas.microsoft.com/office/drawing/2014/main" id="{33B64D18-C45E-440C-9C66-6F1DDAC0172E}"/>
              </a:ext>
            </a:extLst>
          </p:cNvPr>
          <p:cNvSpPr>
            <a:spLocks noGrp="1"/>
          </p:cNvSpPr>
          <p:nvPr>
            <p:ph type="body" sz="quarter" idx="17"/>
          </p:nvPr>
        </p:nvSpPr>
        <p:spPr>
          <a:xfrm>
            <a:off x="414971" y="1627200"/>
            <a:ext cx="5545137" cy="4825988"/>
          </a:xfrm>
          <a:prstGeom prst="rect">
            <a:avLst/>
          </a:prstGeom>
        </p:spPr>
        <p:txBody>
          <a:bodyPr vert="horz" lIns="0" tIns="0" rIns="216000" bIns="0" rtlCol="0">
            <a:noAutofit/>
          </a:bodyPr>
          <a:lstStyle>
            <a:lvl1pPr>
              <a:defRPr lang="en-US" sz="1400" smtClean="0">
                <a:solidFill>
                  <a:schemeClr val="bg1"/>
                </a:solidFill>
              </a:defRPr>
            </a:lvl1pPr>
            <a:lvl2pPr marL="180975" indent="-180975">
              <a:buClrTx/>
              <a:defRPr lang="en-US" sz="1400" kern="1200" dirty="0" smtClean="0">
                <a:solidFill>
                  <a:schemeClr val="bg1"/>
                </a:solidFill>
                <a:latin typeface="+mn-lt"/>
                <a:ea typeface="+mn-ea"/>
                <a:cs typeface="+mn-cs"/>
              </a:defRPr>
            </a:lvl2pPr>
            <a:lvl3pPr marL="360000" indent="-180000">
              <a:buClrTx/>
              <a:defRPr lang="en-US" sz="1400" kern="1200" dirty="0" smtClean="0">
                <a:solidFill>
                  <a:schemeClr val="bg1"/>
                </a:solidFill>
                <a:latin typeface="+mn-lt"/>
                <a:ea typeface="+mn-ea"/>
                <a:cs typeface="+mn-cs"/>
              </a:defRPr>
            </a:lvl3pPr>
            <a:lvl4pPr marL="539750" indent="-180000">
              <a:buClrTx/>
              <a:defRPr lang="en-US" sz="1200" kern="1200" dirty="0" smtClean="0">
                <a:solidFill>
                  <a:schemeClr val="bg1"/>
                </a:solidFill>
                <a:latin typeface="+mn-lt"/>
                <a:ea typeface="+mn-ea"/>
                <a:cs typeface="+mn-cs"/>
              </a:defRPr>
            </a:lvl4pPr>
            <a:lvl5pPr marL="719138" indent="-180975">
              <a:buClrTx/>
              <a:defRPr lang="en-US" sz="1200" kern="1200" dirty="0">
                <a:solidFill>
                  <a:schemeClr val="bg1"/>
                </a:solidFill>
                <a:latin typeface="+mn-lt"/>
                <a:ea typeface="+mn-ea"/>
                <a:cs typeface="+mn-cs"/>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3" name="Title 2">
            <a:extLst>
              <a:ext uri="{FF2B5EF4-FFF2-40B4-BE49-F238E27FC236}">
                <a16:creationId xmlns:a16="http://schemas.microsoft.com/office/drawing/2014/main" id="{D325044F-30C6-C6D9-84C0-2B925714F572}"/>
              </a:ext>
            </a:extLst>
          </p:cNvPr>
          <p:cNvSpPr>
            <a:spLocks noGrp="1"/>
          </p:cNvSpPr>
          <p:nvPr>
            <p:ph type="title"/>
          </p:nvPr>
        </p:nvSpPr>
        <p:spPr>
          <a:xfrm>
            <a:off x="414971" y="260350"/>
            <a:ext cx="11008413" cy="792163"/>
          </a:xfrm>
          <a:prstGeom prst="rect">
            <a:avLst/>
          </a:prstGeom>
        </p:spPr>
        <p:txBody>
          <a:bodyPr/>
          <a:lstStyle>
            <a:lvl1pPr>
              <a:defRPr>
                <a:solidFill>
                  <a:schemeClr val="bg1"/>
                </a:solidFill>
              </a:defRPr>
            </a:lvl1pPr>
          </a:lstStyle>
          <a:p>
            <a:r>
              <a:rPr lang="fr-FR"/>
              <a:t>Modifiez le style du titre</a:t>
            </a:r>
            <a:endParaRPr lang="en-US"/>
          </a:p>
        </p:txBody>
      </p:sp>
    </p:spTree>
    <p:extLst>
      <p:ext uri="{BB962C8B-B14F-4D97-AF65-F5344CB8AC3E}">
        <p14:creationId xmlns:p14="http://schemas.microsoft.com/office/powerpoint/2010/main" val="4247254695"/>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3_Title Only Short Dark">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A40C8F40-0AE5-4281-9868-B3C794BF6FD6}"/>
              </a:ext>
            </a:extLst>
          </p:cNvPr>
          <p:cNvSpPr>
            <a:spLocks noGrp="1"/>
          </p:cNvSpPr>
          <p:nvPr>
            <p:ph type="pic" sz="quarter" idx="19" hasCustomPrompt="1"/>
          </p:nvPr>
        </p:nvSpPr>
        <p:spPr>
          <a:xfrm>
            <a:off x="-1" y="0"/>
            <a:ext cx="4208053"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20" name="Text Placeholder 9">
            <a:extLst>
              <a:ext uri="{FF2B5EF4-FFF2-40B4-BE49-F238E27FC236}">
                <a16:creationId xmlns:a16="http://schemas.microsoft.com/office/drawing/2014/main" id="{DE5BD221-7593-42BD-A842-EFACB10DAB74}"/>
              </a:ext>
            </a:extLst>
          </p:cNvPr>
          <p:cNvSpPr>
            <a:spLocks noGrp="1"/>
          </p:cNvSpPr>
          <p:nvPr>
            <p:ph type="body" sz="quarter" idx="16" hasCustomPrompt="1"/>
          </p:nvPr>
        </p:nvSpPr>
        <p:spPr>
          <a:xfrm>
            <a:off x="4444744" y="1126800"/>
            <a:ext cx="6962544" cy="246221"/>
          </a:xfrm>
          <a:prstGeom prst="rect">
            <a:avLst/>
          </a:prstGeom>
        </p:spPr>
        <p:txBody>
          <a:bodyPr wrap="square" lIns="0" rIns="72000">
            <a:spAutoFit/>
          </a:bodyPr>
          <a:lstStyle>
            <a:lvl1pPr>
              <a:defRPr sz="1600" b="0">
                <a:solidFill>
                  <a:schemeClr val="bg1"/>
                </a:solidFill>
                <a:latin typeface="Ubuntu Light" panose="020B0304030602030204" pitchFamily="34" charset="0"/>
              </a:defRPr>
            </a:lvl1pPr>
          </a:lstStyle>
          <a:p>
            <a:pPr lvl="0"/>
            <a:r>
              <a:rPr lang="en-US"/>
              <a:t>Click to edit Master text styles</a:t>
            </a:r>
          </a:p>
        </p:txBody>
      </p:sp>
      <p:sp>
        <p:nvSpPr>
          <p:cNvPr id="19" name="Text Placeholder 8">
            <a:extLst>
              <a:ext uri="{FF2B5EF4-FFF2-40B4-BE49-F238E27FC236}">
                <a16:creationId xmlns:a16="http://schemas.microsoft.com/office/drawing/2014/main" id="{A6C5C35D-CE7D-48CD-A1B2-353FFA53AEE9}"/>
              </a:ext>
            </a:extLst>
          </p:cNvPr>
          <p:cNvSpPr>
            <a:spLocks noGrp="1"/>
          </p:cNvSpPr>
          <p:nvPr>
            <p:ph type="body" sz="quarter" idx="18"/>
          </p:nvPr>
        </p:nvSpPr>
        <p:spPr>
          <a:xfrm>
            <a:off x="4445407" y="1627200"/>
            <a:ext cx="6962544" cy="4825988"/>
          </a:xfrm>
          <a:prstGeom prst="rect">
            <a:avLst/>
          </a:prstGeom>
        </p:spPr>
        <p:txBody>
          <a:bodyPr vert="horz" lIns="0" tIns="0" rIns="0" bIns="0" rtlCol="0">
            <a:noAutofit/>
          </a:bodyPr>
          <a:lstStyle>
            <a:lvl1pPr>
              <a:defRPr lang="en-US" sz="1400" smtClean="0">
                <a:solidFill>
                  <a:schemeClr val="bg1"/>
                </a:solidFill>
              </a:defRPr>
            </a:lvl1pPr>
            <a:lvl2pPr marL="180975" indent="-180975">
              <a:buClrTx/>
              <a:defRPr lang="en-US" sz="1400" kern="1200" dirty="0" smtClean="0">
                <a:solidFill>
                  <a:schemeClr val="bg1"/>
                </a:solidFill>
                <a:latin typeface="+mn-lt"/>
                <a:ea typeface="+mn-ea"/>
                <a:cs typeface="+mn-cs"/>
              </a:defRPr>
            </a:lvl2pPr>
            <a:lvl3pPr marL="360000" indent="-180000">
              <a:buClrTx/>
              <a:defRPr lang="en-US" sz="1400" kern="1200" dirty="0" smtClean="0">
                <a:solidFill>
                  <a:schemeClr val="bg1"/>
                </a:solidFill>
                <a:latin typeface="+mn-lt"/>
                <a:ea typeface="+mn-ea"/>
                <a:cs typeface="+mn-cs"/>
              </a:defRPr>
            </a:lvl3pPr>
            <a:lvl4pPr marL="539750" indent="-180000">
              <a:buClrTx/>
              <a:defRPr lang="en-US" sz="1200" kern="1200" dirty="0" smtClean="0">
                <a:solidFill>
                  <a:schemeClr val="bg1"/>
                </a:solidFill>
                <a:latin typeface="+mn-lt"/>
                <a:ea typeface="+mn-ea"/>
                <a:cs typeface="+mn-cs"/>
              </a:defRPr>
            </a:lvl4pPr>
            <a:lvl5pPr marL="719138" indent="-180975">
              <a:buClrTx/>
              <a:defRPr lang="en-US" sz="1200" kern="1200" dirty="0">
                <a:solidFill>
                  <a:schemeClr val="bg1"/>
                </a:solidFill>
                <a:latin typeface="+mn-lt"/>
                <a:ea typeface="+mn-ea"/>
                <a:cs typeface="+mn-cs"/>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grpSp>
        <p:nvGrpSpPr>
          <p:cNvPr id="14" name="Groupe 1">
            <a:extLst>
              <a:ext uri="{FF2B5EF4-FFF2-40B4-BE49-F238E27FC236}">
                <a16:creationId xmlns:a16="http://schemas.microsoft.com/office/drawing/2014/main" id="{DFFA4EA6-56A9-4F86-ABC0-8D91183AD408}"/>
              </a:ext>
            </a:extLst>
          </p:cNvPr>
          <p:cNvGrpSpPr/>
          <p:nvPr userDrawn="1"/>
        </p:nvGrpSpPr>
        <p:grpSpPr>
          <a:xfrm>
            <a:off x="11501102" y="171573"/>
            <a:ext cx="419436" cy="388988"/>
            <a:chOff x="11501102" y="171573"/>
            <a:chExt cx="419436" cy="388988"/>
          </a:xfrm>
        </p:grpSpPr>
        <p:sp>
          <p:nvSpPr>
            <p:cNvPr id="22" name="Freeform 13">
              <a:extLst>
                <a:ext uri="{FF2B5EF4-FFF2-40B4-BE49-F238E27FC236}">
                  <a16:creationId xmlns:a16="http://schemas.microsoft.com/office/drawing/2014/main" id="{C156B522-A0C0-42B8-BB11-65082FE767FF}"/>
                </a:ext>
              </a:extLst>
            </p:cNvPr>
            <p:cNvSpPr>
              <a:spLocks/>
            </p:cNvSpPr>
            <p:nvPr/>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24" name="Freeform 14">
              <a:extLst>
                <a:ext uri="{FF2B5EF4-FFF2-40B4-BE49-F238E27FC236}">
                  <a16:creationId xmlns:a16="http://schemas.microsoft.com/office/drawing/2014/main" id="{43AD94EE-7857-4B4F-8194-A523D32A3519}"/>
                </a:ext>
              </a:extLst>
            </p:cNvPr>
            <p:cNvSpPr>
              <a:spLocks/>
            </p:cNvSpPr>
            <p:nvPr/>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
        <p:nvSpPr>
          <p:cNvPr id="2" name="Title 1">
            <a:extLst>
              <a:ext uri="{FF2B5EF4-FFF2-40B4-BE49-F238E27FC236}">
                <a16:creationId xmlns:a16="http://schemas.microsoft.com/office/drawing/2014/main" id="{63D8BFFB-83BD-8B73-4F5E-285DBB5281A2}"/>
              </a:ext>
            </a:extLst>
          </p:cNvPr>
          <p:cNvSpPr>
            <a:spLocks noGrp="1"/>
          </p:cNvSpPr>
          <p:nvPr>
            <p:ph type="title"/>
          </p:nvPr>
        </p:nvSpPr>
        <p:spPr>
          <a:xfrm>
            <a:off x="4444744" y="260350"/>
            <a:ext cx="6978640" cy="792163"/>
          </a:xfrm>
          <a:prstGeom prst="rect">
            <a:avLst/>
          </a:prstGeom>
        </p:spPr>
        <p:txBody>
          <a:bodyPr/>
          <a:lstStyle>
            <a:lvl1pPr>
              <a:defRPr>
                <a:solidFill>
                  <a:schemeClr val="bg1"/>
                </a:solidFill>
              </a:defRPr>
            </a:lvl1pPr>
          </a:lstStyle>
          <a:p>
            <a:r>
              <a:rPr lang="fr-FR"/>
              <a:t>Modifiez le style du titre</a:t>
            </a:r>
            <a:endParaRPr lang="en-US"/>
          </a:p>
        </p:txBody>
      </p:sp>
    </p:spTree>
    <p:extLst>
      <p:ext uri="{BB962C8B-B14F-4D97-AF65-F5344CB8AC3E}">
        <p14:creationId xmlns:p14="http://schemas.microsoft.com/office/powerpoint/2010/main" val="381815673"/>
      </p:ext>
    </p:extLst>
  </p:cSld>
  <p:clrMapOvr>
    <a:masterClrMapping/>
  </p:clrMapOvr>
  <p:extLst>
    <p:ext uri="{DCECCB84-F9BA-43D5-87BE-67443E8EF086}">
      <p15:sldGuideLst xmlns:p15="http://schemas.microsoft.com/office/powerpoint/2012/main">
        <p15:guide id="1" pos="5110">
          <p15:clr>
            <a:srgbClr val="FBAE40"/>
          </p15:clr>
        </p15:guide>
      </p15:sldGuideLst>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Title Subtitle Dark Blue">
    <p:spTree>
      <p:nvGrpSpPr>
        <p:cNvPr id="1" name=""/>
        <p:cNvGrpSpPr/>
        <p:nvPr/>
      </p:nvGrpSpPr>
      <p:grpSpPr>
        <a:xfrm>
          <a:off x="0" y="0"/>
          <a:ext cx="0" cy="0"/>
          <a:chOff x="0" y="0"/>
          <a:chExt cx="0" cy="0"/>
        </a:xfrm>
      </p:grpSpPr>
      <p:sp>
        <p:nvSpPr>
          <p:cNvPr id="12" name="Text Placeholder 9">
            <a:extLst>
              <a:ext uri="{FF2B5EF4-FFF2-40B4-BE49-F238E27FC236}">
                <a16:creationId xmlns:a16="http://schemas.microsoft.com/office/drawing/2014/main" id="{5166E472-7F03-4595-8219-0CA22510C30A}"/>
              </a:ext>
            </a:extLst>
          </p:cNvPr>
          <p:cNvSpPr>
            <a:spLocks noGrp="1"/>
          </p:cNvSpPr>
          <p:nvPr>
            <p:ph type="body" sz="quarter" idx="15" hasCustomPrompt="1"/>
          </p:nvPr>
        </p:nvSpPr>
        <p:spPr>
          <a:xfrm>
            <a:off x="414971" y="1125538"/>
            <a:ext cx="11369042" cy="246221"/>
          </a:xfrm>
          <a:prstGeom prst="rect">
            <a:avLst/>
          </a:prstGeom>
        </p:spPr>
        <p:txBody>
          <a:bodyPr lIns="0">
            <a:spAutoFit/>
          </a:bodyPr>
          <a:lstStyle>
            <a:lvl1pPr>
              <a:defRPr sz="1600" b="0">
                <a:solidFill>
                  <a:schemeClr val="bg1"/>
                </a:solidFill>
                <a:latin typeface="Ubuntu Light" panose="020B0304030602030204" pitchFamily="34" charset="0"/>
              </a:defRPr>
            </a:lvl1pPr>
          </a:lstStyle>
          <a:p>
            <a:pPr lvl="0"/>
            <a:r>
              <a:rPr lang="en-US"/>
              <a:t>Click to edit Master text styles</a:t>
            </a:r>
          </a:p>
        </p:txBody>
      </p:sp>
      <p:grpSp>
        <p:nvGrpSpPr>
          <p:cNvPr id="2" name="Group 37">
            <a:extLst>
              <a:ext uri="{FF2B5EF4-FFF2-40B4-BE49-F238E27FC236}">
                <a16:creationId xmlns:a16="http://schemas.microsoft.com/office/drawing/2014/main" id="{249954CA-1B4C-479D-8956-C152CD1D4255}"/>
              </a:ext>
            </a:extLst>
          </p:cNvPr>
          <p:cNvGrpSpPr/>
          <p:nvPr userDrawn="1"/>
        </p:nvGrpSpPr>
        <p:grpSpPr>
          <a:xfrm>
            <a:off x="11501102" y="171573"/>
            <a:ext cx="419436" cy="388087"/>
            <a:chOff x="5481638" y="2859088"/>
            <a:chExt cx="1231900" cy="1139825"/>
          </a:xfrm>
          <a:solidFill>
            <a:schemeClr val="bg1"/>
          </a:solidFill>
        </p:grpSpPr>
        <p:sp>
          <p:nvSpPr>
            <p:cNvPr id="4" name="Freeform 320">
              <a:extLst>
                <a:ext uri="{FF2B5EF4-FFF2-40B4-BE49-F238E27FC236}">
                  <a16:creationId xmlns:a16="http://schemas.microsoft.com/office/drawing/2014/main" id="{86845868-3C42-0B91-A56D-1739F1EE5238}"/>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5" name="Freeform 321">
              <a:extLst>
                <a:ext uri="{FF2B5EF4-FFF2-40B4-BE49-F238E27FC236}">
                  <a16:creationId xmlns:a16="http://schemas.microsoft.com/office/drawing/2014/main" id="{F5D1D048-6CFA-0DCF-5953-84431BE6754C}"/>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sp>
        <p:nvSpPr>
          <p:cNvPr id="3" name="Title 2">
            <a:extLst>
              <a:ext uri="{FF2B5EF4-FFF2-40B4-BE49-F238E27FC236}">
                <a16:creationId xmlns:a16="http://schemas.microsoft.com/office/drawing/2014/main" id="{EE7D5AB5-F4DB-ECDA-A390-D44890647604}"/>
              </a:ext>
            </a:extLst>
          </p:cNvPr>
          <p:cNvSpPr>
            <a:spLocks noGrp="1"/>
          </p:cNvSpPr>
          <p:nvPr>
            <p:ph type="title"/>
          </p:nvPr>
        </p:nvSpPr>
        <p:spPr>
          <a:xfrm>
            <a:off x="414971" y="260350"/>
            <a:ext cx="11008413" cy="792163"/>
          </a:xfrm>
          <a:prstGeom prst="rect">
            <a:avLst/>
          </a:prstGeom>
        </p:spPr>
        <p:txBody>
          <a:bodyPr/>
          <a:lstStyle>
            <a:lvl1pPr>
              <a:defRPr>
                <a:solidFill>
                  <a:schemeClr val="bg1"/>
                </a:solidFill>
              </a:defRPr>
            </a:lvl1pPr>
          </a:lstStyle>
          <a:p>
            <a:r>
              <a:rPr lang="fr-FR"/>
              <a:t>Modifiez le style du titre</a:t>
            </a:r>
            <a:endParaRPr lang="en-US"/>
          </a:p>
        </p:txBody>
      </p:sp>
    </p:spTree>
    <p:extLst>
      <p:ext uri="{BB962C8B-B14F-4D97-AF65-F5344CB8AC3E}">
        <p14:creationId xmlns:p14="http://schemas.microsoft.com/office/powerpoint/2010/main" val="3019048899"/>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Title Subtitle Blue">
    <p:spTree>
      <p:nvGrpSpPr>
        <p:cNvPr id="1" name=""/>
        <p:cNvGrpSpPr/>
        <p:nvPr/>
      </p:nvGrpSpPr>
      <p:grpSpPr>
        <a:xfrm>
          <a:off x="0" y="0"/>
          <a:ext cx="0" cy="0"/>
          <a:chOff x="0" y="0"/>
          <a:chExt cx="0" cy="0"/>
        </a:xfrm>
      </p:grpSpPr>
      <p:grpSp>
        <p:nvGrpSpPr>
          <p:cNvPr id="8" name="Group 37">
            <a:extLst>
              <a:ext uri="{FF2B5EF4-FFF2-40B4-BE49-F238E27FC236}">
                <a16:creationId xmlns:a16="http://schemas.microsoft.com/office/drawing/2014/main" id="{8045CCAE-BD2B-495D-9881-0F2682E7F5DC}"/>
              </a:ext>
            </a:extLst>
          </p:cNvPr>
          <p:cNvGrpSpPr/>
          <p:nvPr userDrawn="1"/>
        </p:nvGrpSpPr>
        <p:grpSpPr>
          <a:xfrm>
            <a:off x="11501102" y="171573"/>
            <a:ext cx="419436" cy="388087"/>
            <a:chOff x="5481638" y="2859088"/>
            <a:chExt cx="1231900" cy="1139825"/>
          </a:xfrm>
          <a:solidFill>
            <a:schemeClr val="bg1"/>
          </a:solidFill>
        </p:grpSpPr>
        <p:sp>
          <p:nvSpPr>
            <p:cNvPr id="9" name="Freeform 320">
              <a:extLst>
                <a:ext uri="{FF2B5EF4-FFF2-40B4-BE49-F238E27FC236}">
                  <a16:creationId xmlns:a16="http://schemas.microsoft.com/office/drawing/2014/main" id="{6A17AE04-922A-4540-99C5-F8D62C3B08E0}"/>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10" name="Freeform 321">
              <a:extLst>
                <a:ext uri="{FF2B5EF4-FFF2-40B4-BE49-F238E27FC236}">
                  <a16:creationId xmlns:a16="http://schemas.microsoft.com/office/drawing/2014/main" id="{DF832F2C-D3A7-4DE5-96EA-08ADD488B23C}"/>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sp>
        <p:nvSpPr>
          <p:cNvPr id="12" name="Text Placeholder 9">
            <a:extLst>
              <a:ext uri="{FF2B5EF4-FFF2-40B4-BE49-F238E27FC236}">
                <a16:creationId xmlns:a16="http://schemas.microsoft.com/office/drawing/2014/main" id="{5F942043-0ED4-4362-8DCB-F241572195DD}"/>
              </a:ext>
            </a:extLst>
          </p:cNvPr>
          <p:cNvSpPr>
            <a:spLocks noGrp="1"/>
          </p:cNvSpPr>
          <p:nvPr>
            <p:ph type="body" sz="quarter" idx="15" hasCustomPrompt="1"/>
          </p:nvPr>
        </p:nvSpPr>
        <p:spPr>
          <a:xfrm>
            <a:off x="414971" y="1125538"/>
            <a:ext cx="11369042" cy="246221"/>
          </a:xfrm>
          <a:prstGeom prst="rect">
            <a:avLst/>
          </a:prstGeom>
        </p:spPr>
        <p:txBody>
          <a:bodyPr lIns="0">
            <a:spAutoFit/>
          </a:bodyPr>
          <a:lstStyle>
            <a:lvl1pPr>
              <a:defRPr sz="1600" b="0">
                <a:solidFill>
                  <a:schemeClr val="bg1"/>
                </a:solidFill>
                <a:latin typeface="Ubuntu Light" panose="020B0304030602030204" pitchFamily="34" charset="0"/>
              </a:defRPr>
            </a:lvl1pPr>
          </a:lstStyle>
          <a:p>
            <a:pPr lvl="0"/>
            <a:r>
              <a:rPr lang="en-US"/>
              <a:t>Click to edit Master text styles</a:t>
            </a:r>
          </a:p>
        </p:txBody>
      </p:sp>
      <p:sp>
        <p:nvSpPr>
          <p:cNvPr id="2" name="Title 1">
            <a:extLst>
              <a:ext uri="{FF2B5EF4-FFF2-40B4-BE49-F238E27FC236}">
                <a16:creationId xmlns:a16="http://schemas.microsoft.com/office/drawing/2014/main" id="{8BF4754F-A565-D595-AC8C-9F0E9407F8F2}"/>
              </a:ext>
            </a:extLst>
          </p:cNvPr>
          <p:cNvSpPr>
            <a:spLocks noGrp="1"/>
          </p:cNvSpPr>
          <p:nvPr>
            <p:ph type="title"/>
          </p:nvPr>
        </p:nvSpPr>
        <p:spPr>
          <a:xfrm>
            <a:off x="414971" y="260350"/>
            <a:ext cx="11008413" cy="792163"/>
          </a:xfrm>
          <a:prstGeom prst="rect">
            <a:avLst/>
          </a:prstGeom>
        </p:spPr>
        <p:txBody>
          <a:bodyPr/>
          <a:lstStyle>
            <a:lvl1pPr>
              <a:defRPr>
                <a:solidFill>
                  <a:schemeClr val="bg1"/>
                </a:solidFill>
              </a:defRPr>
            </a:lvl1pPr>
          </a:lstStyle>
          <a:p>
            <a:r>
              <a:rPr lang="fr-FR"/>
              <a:t>Modifiez le style du titre</a:t>
            </a:r>
            <a:endParaRPr lang="en-US"/>
          </a:p>
        </p:txBody>
      </p:sp>
    </p:spTree>
    <p:extLst>
      <p:ext uri="{BB962C8B-B14F-4D97-AF65-F5344CB8AC3E}">
        <p14:creationId xmlns:p14="http://schemas.microsoft.com/office/powerpoint/2010/main" val="687430488"/>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userDrawn="1">
  <p:cSld name="2_Title Subtitle Dark Grey">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C77C5BD9-F05E-C98B-1729-2251E7216325}"/>
              </a:ext>
            </a:extLst>
          </p:cNvPr>
          <p:cNvGraphicFramePr>
            <a:graphicFrameLocks noChangeAspect="1"/>
          </p:cNvGraphicFramePr>
          <p:nvPr userDrawn="1">
            <p:custDataLst>
              <p:tags r:id="rId1"/>
            </p:custDataLst>
            <p:extLst>
              <p:ext uri="{D42A27DB-BD31-4B8C-83A1-F6EECF244321}">
                <p14:modId xmlns:p14="http://schemas.microsoft.com/office/powerpoint/2010/main" val="219094342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5" name="think-cell data - do not delete" hidden="1">
                        <a:extLst>
                          <a:ext uri="{FF2B5EF4-FFF2-40B4-BE49-F238E27FC236}">
                            <a16:creationId xmlns:a16="http://schemas.microsoft.com/office/drawing/2014/main" id="{C77C5BD9-F05E-C98B-1729-2251E721632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Date Placeholder 2">
            <a:extLst>
              <a:ext uri="{FF2B5EF4-FFF2-40B4-BE49-F238E27FC236}">
                <a16:creationId xmlns:a16="http://schemas.microsoft.com/office/drawing/2014/main" id="{793789B1-45FE-41D7-AB00-BF9FA7CBE232}"/>
              </a:ext>
            </a:extLst>
          </p:cNvPr>
          <p:cNvSpPr>
            <a:spLocks noGrp="1"/>
          </p:cNvSpPr>
          <p:nvPr>
            <p:ph type="dt" sz="half" idx="10"/>
          </p:nvPr>
        </p:nvSpPr>
        <p:spPr/>
        <p:txBody>
          <a:bodyPr/>
          <a:lstStyle>
            <a:lvl1pPr algn="r">
              <a:defRPr/>
            </a:lvl1pPr>
          </a:lstStyle>
          <a:p>
            <a:pPr>
              <a:spcBef>
                <a:spcPts val="1000"/>
              </a:spcBef>
              <a:buFont typeface="Arial" panose="020B0604020202020204" pitchFamily="34" charset="0"/>
              <a:buNone/>
            </a:pPr>
            <a:r>
              <a:rPr lang="en-US"/>
              <a:t>Confidential © Capgemini 2025. All rights reserved  </a:t>
            </a:r>
          </a:p>
        </p:txBody>
      </p:sp>
      <p:sp>
        <p:nvSpPr>
          <p:cNvPr id="6" name="Slide Number Placeholder 5">
            <a:extLst>
              <a:ext uri="{FF2B5EF4-FFF2-40B4-BE49-F238E27FC236}">
                <a16:creationId xmlns:a16="http://schemas.microsoft.com/office/drawing/2014/main" id="{A01F3CCC-A7A2-43F4-B41C-6E884F53F29B}"/>
              </a:ext>
            </a:extLst>
          </p:cNvPr>
          <p:cNvSpPr>
            <a:spLocks noGrp="1"/>
          </p:cNvSpPr>
          <p:nvPr>
            <p:ph type="sldNum" sz="quarter" idx="12"/>
          </p:nvPr>
        </p:nvSpPr>
        <p:spPr>
          <a:xfrm>
            <a:off x="6858000" y="5950601"/>
            <a:ext cx="2743200" cy="365125"/>
          </a:xfrm>
          <a:prstGeom prst="rect">
            <a:avLst/>
          </a:prstGeom>
        </p:spPr>
        <p:txBody>
          <a:bodyPr/>
          <a:lstStyle>
            <a:lvl1pPr algn="r">
              <a:defRPr/>
            </a:lvl1pPr>
          </a:lstStyle>
          <a:p>
            <a:fld id="{5D9A5160-6218-4E5A-B9E6-B93E3DAE377C}" type="slidenum">
              <a:rPr lang="en-US" smtClean="0"/>
              <a:pPr/>
              <a:t>‹#›</a:t>
            </a:fld>
            <a:endParaRPr lang="en-US"/>
          </a:p>
        </p:txBody>
      </p:sp>
      <p:sp>
        <p:nvSpPr>
          <p:cNvPr id="12" name="Text Placeholder 9">
            <a:extLst>
              <a:ext uri="{FF2B5EF4-FFF2-40B4-BE49-F238E27FC236}">
                <a16:creationId xmlns:a16="http://schemas.microsoft.com/office/drawing/2014/main" id="{C1949725-ACD2-44C4-85AF-10B39EC61473}"/>
              </a:ext>
            </a:extLst>
          </p:cNvPr>
          <p:cNvSpPr>
            <a:spLocks noGrp="1"/>
          </p:cNvSpPr>
          <p:nvPr>
            <p:ph type="body" sz="quarter" idx="15" hasCustomPrompt="1"/>
          </p:nvPr>
        </p:nvSpPr>
        <p:spPr>
          <a:xfrm>
            <a:off x="550200" y="1125538"/>
            <a:ext cx="11090938" cy="246221"/>
          </a:xfrm>
          <a:prstGeom prst="rect">
            <a:avLst/>
          </a:prstGeom>
        </p:spPr>
        <p:txBody>
          <a:bodyPr lIns="0">
            <a:spAutoFit/>
          </a:bodyPr>
          <a:lstStyle>
            <a:lvl1pPr>
              <a:defRPr sz="1600" b="0">
                <a:solidFill>
                  <a:schemeClr val="bg1"/>
                </a:solidFill>
                <a:latin typeface="+mn-lt"/>
              </a:defRPr>
            </a:lvl1pPr>
          </a:lstStyle>
          <a:p>
            <a:pPr lvl="0"/>
            <a:r>
              <a:rPr lang="en-US"/>
              <a:t>Click to edit Master text styles</a:t>
            </a:r>
          </a:p>
        </p:txBody>
      </p:sp>
      <p:sp>
        <p:nvSpPr>
          <p:cNvPr id="2" name="Title 1">
            <a:extLst>
              <a:ext uri="{FF2B5EF4-FFF2-40B4-BE49-F238E27FC236}">
                <a16:creationId xmlns:a16="http://schemas.microsoft.com/office/drawing/2014/main" id="{EFE9BD7F-B493-996F-ABD0-ABADD493C6B5}"/>
              </a:ext>
            </a:extLst>
          </p:cNvPr>
          <p:cNvSpPr>
            <a:spLocks noGrp="1"/>
          </p:cNvSpPr>
          <p:nvPr>
            <p:ph type="title"/>
          </p:nvPr>
        </p:nvSpPr>
        <p:spPr>
          <a:xfrm>
            <a:off x="414971" y="260350"/>
            <a:ext cx="11008413" cy="792163"/>
          </a:xfrm>
          <a:prstGeom prst="rect">
            <a:avLst/>
          </a:prstGeom>
        </p:spPr>
        <p:txBody>
          <a:bodyPr vert="horz"/>
          <a:lstStyle>
            <a:lvl1pPr>
              <a:defRPr>
                <a:solidFill>
                  <a:schemeClr val="bg1"/>
                </a:solidFill>
              </a:defRPr>
            </a:lvl1pPr>
          </a:lstStyle>
          <a:p>
            <a:r>
              <a:rPr lang="en-US"/>
              <a:t>Click to edit Master title style</a:t>
            </a:r>
          </a:p>
        </p:txBody>
      </p:sp>
      <p:sp>
        <p:nvSpPr>
          <p:cNvPr id="7" name="Footer Placeholder 3">
            <a:extLst>
              <a:ext uri="{FF2B5EF4-FFF2-40B4-BE49-F238E27FC236}">
                <a16:creationId xmlns:a16="http://schemas.microsoft.com/office/drawing/2014/main" id="{B163B204-EB81-8AF2-4C4A-AF7D64306BD1}"/>
              </a:ext>
            </a:extLst>
          </p:cNvPr>
          <p:cNvSpPr>
            <a:spLocks noGrp="1"/>
          </p:cNvSpPr>
          <p:nvPr>
            <p:ph type="ftr" sz="quarter" idx="16"/>
          </p:nvPr>
        </p:nvSpPr>
        <p:spPr>
          <a:xfrm>
            <a:off x="550863" y="6650661"/>
            <a:ext cx="4716524" cy="123111"/>
          </a:xfrm>
          <a:prstGeom prst="rect">
            <a:avLst/>
          </a:prstGeom>
        </p:spPr>
        <p:txBody>
          <a:bodyPr/>
          <a:lstStyle>
            <a:lvl1pPr>
              <a:defRPr/>
            </a:lvl1pPr>
          </a:lstStyle>
          <a:p>
            <a:pPr>
              <a:spcBef>
                <a:spcPts val="1000"/>
              </a:spcBef>
              <a:buFont typeface="Arial" panose="020B0604020202020204" pitchFamily="34" charset="0"/>
              <a:buNone/>
            </a:pPr>
            <a:r>
              <a:rPr lang="en-US"/>
              <a:t>Capgemini Angebot – Ambition 2030</a:t>
            </a:r>
          </a:p>
        </p:txBody>
      </p:sp>
    </p:spTree>
    <p:extLst>
      <p:ext uri="{BB962C8B-B14F-4D97-AF65-F5344CB8AC3E}">
        <p14:creationId xmlns:p14="http://schemas.microsoft.com/office/powerpoint/2010/main" val="1310191075"/>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1_Title Slide 1">
    <p:spTree>
      <p:nvGrpSpPr>
        <p:cNvPr id="1" name=""/>
        <p:cNvGrpSpPr/>
        <p:nvPr/>
      </p:nvGrpSpPr>
      <p:grpSpPr>
        <a:xfrm>
          <a:off x="0" y="0"/>
          <a:ext cx="0" cy="0"/>
          <a:chOff x="0" y="0"/>
          <a:chExt cx="0" cy="0"/>
        </a:xfrm>
      </p:grpSpPr>
      <p:sp>
        <p:nvSpPr>
          <p:cNvPr id="4" name="Subtitle">
            <a:extLst>
              <a:ext uri="{FF2B5EF4-FFF2-40B4-BE49-F238E27FC236}">
                <a16:creationId xmlns:a16="http://schemas.microsoft.com/office/drawing/2014/main" id="{70ACFCFC-1DDE-342C-6F6C-421985D8A34A}"/>
              </a:ext>
            </a:extLst>
          </p:cNvPr>
          <p:cNvSpPr>
            <a:spLocks noGrp="1"/>
          </p:cNvSpPr>
          <p:nvPr>
            <p:ph type="subTitle" idx="1"/>
          </p:nvPr>
        </p:nvSpPr>
        <p:spPr>
          <a:xfrm>
            <a:off x="407988" y="5460790"/>
            <a:ext cx="11090275" cy="246221"/>
          </a:xfrm>
          <a:prstGeom prst="rect">
            <a:avLst/>
          </a:prstGeom>
        </p:spPr>
        <p:txBody>
          <a:bodyPr wrap="square" lIns="18000" tIns="0" rIns="0" anchor="b" anchorCtr="0">
            <a:spAutoFit/>
          </a:bodyPr>
          <a:lstStyle>
            <a:lvl1pPr marL="0" indent="0" algn="l">
              <a:buNone/>
              <a:defRPr sz="1600">
                <a:solidFill>
                  <a:schemeClr val="bg1"/>
                </a:solidFill>
                <a:latin typeface="Ubuntu Light" panose="020B0304030602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15" name="Title">
            <a:extLst>
              <a:ext uri="{FF2B5EF4-FFF2-40B4-BE49-F238E27FC236}">
                <a16:creationId xmlns:a16="http://schemas.microsoft.com/office/drawing/2014/main" id="{BA5DDAC5-BAB8-79F8-0B48-89767D2C03B3}"/>
              </a:ext>
            </a:extLst>
          </p:cNvPr>
          <p:cNvSpPr>
            <a:spLocks noGrp="1"/>
          </p:cNvSpPr>
          <p:nvPr>
            <p:ph type="ctrTitle"/>
          </p:nvPr>
        </p:nvSpPr>
        <p:spPr>
          <a:xfrm>
            <a:off x="407988" y="4697327"/>
            <a:ext cx="11090276" cy="747897"/>
          </a:xfrm>
          <a:prstGeom prst="rect">
            <a:avLst/>
          </a:prstGeom>
        </p:spPr>
        <p:txBody>
          <a:bodyPr wrap="square" lIns="0" tIns="0" rIns="0" bIns="0" anchor="b" anchorCtr="0">
            <a:noAutofit/>
          </a:bodyPr>
          <a:lstStyle>
            <a:lvl1pPr algn="l">
              <a:lnSpc>
                <a:spcPct val="90000"/>
              </a:lnSpc>
              <a:tabLst>
                <a:tab pos="1258888" algn="l"/>
              </a:tabLst>
              <a:defRPr sz="5400" b="0" cap="none" baseline="0">
                <a:solidFill>
                  <a:schemeClr val="bg1"/>
                </a:solidFill>
                <a:latin typeface="+mj-lt"/>
              </a:defRPr>
            </a:lvl1pPr>
          </a:lstStyle>
          <a:p>
            <a:r>
              <a:rPr lang="en-US"/>
              <a:t>Click to edit Master title style</a:t>
            </a:r>
            <a:endParaRPr lang="en-GB"/>
          </a:p>
        </p:txBody>
      </p:sp>
      <p:grpSp>
        <p:nvGrpSpPr>
          <p:cNvPr id="3" name="Group 2">
            <a:extLst>
              <a:ext uri="{FF2B5EF4-FFF2-40B4-BE49-F238E27FC236}">
                <a16:creationId xmlns:a16="http://schemas.microsoft.com/office/drawing/2014/main" id="{337935B1-1E9A-902D-1107-E84E1CDCC3AB}"/>
              </a:ext>
            </a:extLst>
          </p:cNvPr>
          <p:cNvGrpSpPr>
            <a:grpSpLocks noChangeAspect="1"/>
          </p:cNvGrpSpPr>
          <p:nvPr userDrawn="1"/>
        </p:nvGrpSpPr>
        <p:grpSpPr>
          <a:xfrm>
            <a:off x="443568" y="6021288"/>
            <a:ext cx="1872000" cy="420870"/>
            <a:chOff x="5094083" y="5360390"/>
            <a:chExt cx="3039349" cy="683316"/>
          </a:xfrm>
        </p:grpSpPr>
        <p:sp>
          <p:nvSpPr>
            <p:cNvPr id="5" name="Freeform: Shape 4">
              <a:extLst>
                <a:ext uri="{FF2B5EF4-FFF2-40B4-BE49-F238E27FC236}">
                  <a16:creationId xmlns:a16="http://schemas.microsoft.com/office/drawing/2014/main" id="{9BAB5440-AAF9-D636-D963-1CF51D4EEE32}"/>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FFFFFF"/>
            </a:solidFill>
            <a:ln w="9525" cap="flat">
              <a:noFill/>
              <a:prstDash val="solid"/>
              <a:miter/>
            </a:ln>
          </p:spPr>
          <p:txBody>
            <a:bodyPr rtlCol="0" anchor="ctr"/>
            <a:lstStyle/>
            <a:p>
              <a:endParaRPr lang="en-US" sz="1800" b="0" i="0">
                <a:latin typeface="Ubuntu" panose="020B08040306020A0204" pitchFamily="34" charset="0"/>
              </a:endParaRPr>
            </a:p>
          </p:txBody>
        </p:sp>
        <p:sp>
          <p:nvSpPr>
            <p:cNvPr id="6" name="Freeform: Shape 5">
              <a:extLst>
                <a:ext uri="{FF2B5EF4-FFF2-40B4-BE49-F238E27FC236}">
                  <a16:creationId xmlns:a16="http://schemas.microsoft.com/office/drawing/2014/main" id="{89CD0850-5040-0CC6-F657-BF2242F63884}"/>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FFFFFF"/>
            </a:solidFill>
            <a:ln w="9525" cap="flat">
              <a:noFill/>
              <a:prstDash val="solid"/>
              <a:miter/>
            </a:ln>
          </p:spPr>
          <p:txBody>
            <a:bodyPr rtlCol="0" anchor="ctr"/>
            <a:lstStyle/>
            <a:p>
              <a:endParaRPr lang="en-US" sz="1800" b="0" i="0">
                <a:latin typeface="Ubuntu" panose="020B08040306020A0204" pitchFamily="34" charset="0"/>
              </a:endParaRPr>
            </a:p>
          </p:txBody>
        </p:sp>
        <p:sp>
          <p:nvSpPr>
            <p:cNvPr id="7" name="Freeform: Shape 6">
              <a:extLst>
                <a:ext uri="{FF2B5EF4-FFF2-40B4-BE49-F238E27FC236}">
                  <a16:creationId xmlns:a16="http://schemas.microsoft.com/office/drawing/2014/main" id="{408F4CC8-6692-0A4C-C931-B50A99D5E8D4}"/>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FFFFFF"/>
            </a:solidFill>
            <a:ln w="9525" cap="flat">
              <a:noFill/>
              <a:prstDash val="solid"/>
              <a:miter/>
            </a:ln>
          </p:spPr>
          <p:txBody>
            <a:bodyPr rtlCol="0" anchor="ctr"/>
            <a:lstStyle/>
            <a:p>
              <a:endParaRPr lang="en-US" sz="1800" b="0" i="0">
                <a:latin typeface="Ubuntu" panose="020B08040306020A0204" pitchFamily="34" charset="0"/>
              </a:endParaRPr>
            </a:p>
          </p:txBody>
        </p:sp>
        <p:sp>
          <p:nvSpPr>
            <p:cNvPr id="8" name="Freeform: Shape 7">
              <a:extLst>
                <a:ext uri="{FF2B5EF4-FFF2-40B4-BE49-F238E27FC236}">
                  <a16:creationId xmlns:a16="http://schemas.microsoft.com/office/drawing/2014/main" id="{9645E874-9471-204B-FEA4-29B6C3830313}"/>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solidFill>
              <a:srgbClr val="FFFFFF"/>
            </a:solidFill>
            <a:ln w="9525" cap="flat">
              <a:noFill/>
              <a:prstDash val="solid"/>
              <a:miter/>
            </a:ln>
          </p:spPr>
          <p:txBody>
            <a:bodyPr rtlCol="0" anchor="ctr"/>
            <a:lstStyle/>
            <a:p>
              <a:endParaRPr lang="en-US" sz="1800" b="0" i="0">
                <a:latin typeface="Ubuntu" panose="020B08040306020A0204" pitchFamily="34" charset="0"/>
              </a:endParaRPr>
            </a:p>
          </p:txBody>
        </p:sp>
        <p:sp>
          <p:nvSpPr>
            <p:cNvPr id="9" name="Freeform: Shape 8">
              <a:extLst>
                <a:ext uri="{FF2B5EF4-FFF2-40B4-BE49-F238E27FC236}">
                  <a16:creationId xmlns:a16="http://schemas.microsoft.com/office/drawing/2014/main" id="{8CD723AF-3402-E7B5-291B-2ABCD137B39E}"/>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solidFill>
              <a:srgbClr val="FFFFFF"/>
            </a:solidFill>
            <a:ln w="9525" cap="flat">
              <a:noFill/>
              <a:prstDash val="solid"/>
              <a:miter/>
            </a:ln>
          </p:spPr>
          <p:txBody>
            <a:bodyPr rtlCol="0" anchor="ctr"/>
            <a:lstStyle/>
            <a:p>
              <a:endParaRPr lang="en-US" sz="1800" b="0" i="0">
                <a:latin typeface="Ubuntu" panose="020B08040306020A0204" pitchFamily="34" charset="0"/>
              </a:endParaRPr>
            </a:p>
          </p:txBody>
        </p:sp>
      </p:grpSp>
    </p:spTree>
    <p:extLst>
      <p:ext uri="{BB962C8B-B14F-4D97-AF65-F5344CB8AC3E}">
        <p14:creationId xmlns:p14="http://schemas.microsoft.com/office/powerpoint/2010/main" val="3208051014"/>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Title Slide 1a">
    <p:spTree>
      <p:nvGrpSpPr>
        <p:cNvPr id="1" name=""/>
        <p:cNvGrpSpPr/>
        <p:nvPr/>
      </p:nvGrpSpPr>
      <p:grpSpPr>
        <a:xfrm>
          <a:off x="0" y="0"/>
          <a:ext cx="0" cy="0"/>
          <a:chOff x="0" y="0"/>
          <a:chExt cx="0" cy="0"/>
        </a:xfrm>
      </p:grpSpPr>
      <p:sp>
        <p:nvSpPr>
          <p:cNvPr id="2" name="Subtitle">
            <a:extLst>
              <a:ext uri="{FF2B5EF4-FFF2-40B4-BE49-F238E27FC236}">
                <a16:creationId xmlns:a16="http://schemas.microsoft.com/office/drawing/2014/main" id="{263427DF-DAE9-5C4C-6A1A-438ED4F52194}"/>
              </a:ext>
            </a:extLst>
          </p:cNvPr>
          <p:cNvSpPr>
            <a:spLocks noGrp="1"/>
          </p:cNvSpPr>
          <p:nvPr>
            <p:ph type="subTitle" idx="1"/>
          </p:nvPr>
        </p:nvSpPr>
        <p:spPr>
          <a:xfrm>
            <a:off x="407368" y="5457155"/>
            <a:ext cx="11090276" cy="246221"/>
          </a:xfrm>
          <a:prstGeom prst="rect">
            <a:avLst/>
          </a:prstGeom>
        </p:spPr>
        <p:txBody>
          <a:bodyPr wrap="square" lIns="18000" tIns="0" rIns="0" anchor="b" anchorCtr="0">
            <a:spAutoFit/>
          </a:bodyPr>
          <a:lstStyle>
            <a:lvl1pPr marL="0" indent="0" algn="l">
              <a:buNone/>
              <a:defRPr sz="1600">
                <a:solidFill>
                  <a:schemeClr val="bg1"/>
                </a:solidFill>
                <a:latin typeface="Ubuntu Light" panose="020B0304030602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3" name="Title">
            <a:extLst>
              <a:ext uri="{FF2B5EF4-FFF2-40B4-BE49-F238E27FC236}">
                <a16:creationId xmlns:a16="http://schemas.microsoft.com/office/drawing/2014/main" id="{4AAC7C66-F303-132A-295B-65A79300A34B}"/>
              </a:ext>
            </a:extLst>
          </p:cNvPr>
          <p:cNvSpPr>
            <a:spLocks noGrp="1"/>
          </p:cNvSpPr>
          <p:nvPr>
            <p:ph type="ctrTitle"/>
          </p:nvPr>
        </p:nvSpPr>
        <p:spPr>
          <a:xfrm>
            <a:off x="407368" y="4697327"/>
            <a:ext cx="11090276" cy="747897"/>
          </a:xfrm>
          <a:prstGeom prst="rect">
            <a:avLst/>
          </a:prstGeom>
        </p:spPr>
        <p:txBody>
          <a:bodyPr wrap="square" lIns="0" tIns="0" rIns="0" bIns="0" anchor="b" anchorCtr="0">
            <a:noAutofit/>
          </a:bodyPr>
          <a:lstStyle>
            <a:lvl1pPr algn="l">
              <a:lnSpc>
                <a:spcPct val="90000"/>
              </a:lnSpc>
              <a:tabLst>
                <a:tab pos="1258888" algn="l"/>
              </a:tabLst>
              <a:defRPr sz="5400" b="0" cap="none" baseline="0">
                <a:solidFill>
                  <a:schemeClr val="bg1"/>
                </a:solidFill>
                <a:latin typeface="+mj-lt"/>
              </a:defRPr>
            </a:lvl1pPr>
          </a:lstStyle>
          <a:p>
            <a:r>
              <a:rPr lang="en-US"/>
              <a:t>Click to edit Master title style</a:t>
            </a:r>
            <a:endParaRPr lang="en-GB"/>
          </a:p>
        </p:txBody>
      </p:sp>
      <p:grpSp>
        <p:nvGrpSpPr>
          <p:cNvPr id="11" name="Group 2">
            <a:extLst>
              <a:ext uri="{FF2B5EF4-FFF2-40B4-BE49-F238E27FC236}">
                <a16:creationId xmlns:a16="http://schemas.microsoft.com/office/drawing/2014/main" id="{6CECF1A1-AFBB-C9C3-8C4C-A333753514C3}"/>
              </a:ext>
            </a:extLst>
          </p:cNvPr>
          <p:cNvGrpSpPr>
            <a:grpSpLocks noChangeAspect="1"/>
          </p:cNvGrpSpPr>
          <p:nvPr userDrawn="1"/>
        </p:nvGrpSpPr>
        <p:grpSpPr>
          <a:xfrm>
            <a:off x="443568" y="6021288"/>
            <a:ext cx="1872000" cy="420870"/>
            <a:chOff x="5094083" y="5360390"/>
            <a:chExt cx="3039349" cy="683316"/>
          </a:xfrm>
        </p:grpSpPr>
        <p:sp>
          <p:nvSpPr>
            <p:cNvPr id="12" name="Freeform: Shape 4">
              <a:extLst>
                <a:ext uri="{FF2B5EF4-FFF2-40B4-BE49-F238E27FC236}">
                  <a16:creationId xmlns:a16="http://schemas.microsoft.com/office/drawing/2014/main" id="{6500998E-0CA2-4FA3-BF63-EC673ABF21BF}"/>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FFFFFF"/>
            </a:solidFill>
            <a:ln w="9525" cap="flat">
              <a:noFill/>
              <a:prstDash val="solid"/>
              <a:miter/>
            </a:ln>
          </p:spPr>
          <p:txBody>
            <a:bodyPr rtlCol="0" anchor="ctr"/>
            <a:lstStyle/>
            <a:p>
              <a:endParaRPr lang="en-US" sz="1800" b="0" i="0">
                <a:latin typeface="Ubuntu" panose="020B08040306020A0204" pitchFamily="34" charset="0"/>
              </a:endParaRPr>
            </a:p>
          </p:txBody>
        </p:sp>
        <p:sp>
          <p:nvSpPr>
            <p:cNvPr id="13" name="Freeform: Shape 5">
              <a:extLst>
                <a:ext uri="{FF2B5EF4-FFF2-40B4-BE49-F238E27FC236}">
                  <a16:creationId xmlns:a16="http://schemas.microsoft.com/office/drawing/2014/main" id="{F3E23DF4-7EAD-57AB-752A-EC8452CB6C51}"/>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FFFFFF"/>
            </a:solidFill>
            <a:ln w="9525" cap="flat">
              <a:noFill/>
              <a:prstDash val="solid"/>
              <a:miter/>
            </a:ln>
          </p:spPr>
          <p:txBody>
            <a:bodyPr rtlCol="0" anchor="ctr"/>
            <a:lstStyle/>
            <a:p>
              <a:endParaRPr lang="en-US" sz="1800" b="0" i="0">
                <a:latin typeface="Ubuntu" panose="020B08040306020A0204" pitchFamily="34" charset="0"/>
              </a:endParaRPr>
            </a:p>
          </p:txBody>
        </p:sp>
        <p:sp>
          <p:nvSpPr>
            <p:cNvPr id="14" name="Freeform: Shape 6">
              <a:extLst>
                <a:ext uri="{FF2B5EF4-FFF2-40B4-BE49-F238E27FC236}">
                  <a16:creationId xmlns:a16="http://schemas.microsoft.com/office/drawing/2014/main" id="{879BEAB9-ED4E-001A-5054-C9630CF436F9}"/>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FFFFFF"/>
            </a:solidFill>
            <a:ln w="9525" cap="flat">
              <a:noFill/>
              <a:prstDash val="solid"/>
              <a:miter/>
            </a:ln>
          </p:spPr>
          <p:txBody>
            <a:bodyPr rtlCol="0" anchor="ctr"/>
            <a:lstStyle/>
            <a:p>
              <a:endParaRPr lang="en-US" sz="1800" b="0" i="0">
                <a:latin typeface="Ubuntu" panose="020B08040306020A0204" pitchFamily="34" charset="0"/>
              </a:endParaRPr>
            </a:p>
          </p:txBody>
        </p:sp>
        <p:sp>
          <p:nvSpPr>
            <p:cNvPr id="15" name="Freeform: Shape 7">
              <a:extLst>
                <a:ext uri="{FF2B5EF4-FFF2-40B4-BE49-F238E27FC236}">
                  <a16:creationId xmlns:a16="http://schemas.microsoft.com/office/drawing/2014/main" id="{DC469B38-0BDD-091F-8A89-643F5C025E37}"/>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solidFill>
              <a:srgbClr val="FFFFFF"/>
            </a:solidFill>
            <a:ln w="9525" cap="flat">
              <a:noFill/>
              <a:prstDash val="solid"/>
              <a:miter/>
            </a:ln>
          </p:spPr>
          <p:txBody>
            <a:bodyPr rtlCol="0" anchor="ctr"/>
            <a:lstStyle/>
            <a:p>
              <a:endParaRPr lang="en-US" sz="1800" b="0" i="0">
                <a:latin typeface="Ubuntu" panose="020B08040306020A0204" pitchFamily="34" charset="0"/>
              </a:endParaRPr>
            </a:p>
          </p:txBody>
        </p:sp>
        <p:sp>
          <p:nvSpPr>
            <p:cNvPr id="16" name="Freeform: Shape 8">
              <a:extLst>
                <a:ext uri="{FF2B5EF4-FFF2-40B4-BE49-F238E27FC236}">
                  <a16:creationId xmlns:a16="http://schemas.microsoft.com/office/drawing/2014/main" id="{F04538F8-26C6-0B5E-9B13-7C72AEACEC0C}"/>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solidFill>
              <a:srgbClr val="FFFFFF"/>
            </a:solidFill>
            <a:ln w="9525" cap="flat">
              <a:noFill/>
              <a:prstDash val="solid"/>
              <a:miter/>
            </a:ln>
          </p:spPr>
          <p:txBody>
            <a:bodyPr rtlCol="0" anchor="ctr"/>
            <a:lstStyle/>
            <a:p>
              <a:endParaRPr lang="en-US" sz="1800" b="0" i="0">
                <a:latin typeface="Ubuntu" panose="020B08040306020A0204" pitchFamily="34" charset="0"/>
              </a:endParaRPr>
            </a:p>
          </p:txBody>
        </p:sp>
      </p:grpSp>
    </p:spTree>
    <p:extLst>
      <p:ext uri="{BB962C8B-B14F-4D97-AF65-F5344CB8AC3E}">
        <p14:creationId xmlns:p14="http://schemas.microsoft.com/office/powerpoint/2010/main" val="3712025431"/>
      </p:ext>
    </p:extLst>
  </p:cSld>
  <p:clrMapOvr>
    <a:masterClrMapping/>
  </p:clrMapOvr>
  <p:extLst>
    <p:ext uri="{DCECCB84-F9BA-43D5-87BE-67443E8EF086}">
      <p15:sldGuideLst xmlns:p15="http://schemas.microsoft.com/office/powerpoint/2012/main">
        <p15:guide id="2" pos="7423">
          <p15:clr>
            <a:srgbClr val="FBAE40"/>
          </p15:clr>
        </p15:guide>
      </p15:sldGuideLst>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3_Title Slide 2">
    <p:spTree>
      <p:nvGrpSpPr>
        <p:cNvPr id="1" name=""/>
        <p:cNvGrpSpPr/>
        <p:nvPr/>
      </p:nvGrpSpPr>
      <p:grpSpPr>
        <a:xfrm>
          <a:off x="0" y="0"/>
          <a:ext cx="0" cy="0"/>
          <a:chOff x="0" y="0"/>
          <a:chExt cx="0" cy="0"/>
        </a:xfrm>
      </p:grpSpPr>
      <p:sp>
        <p:nvSpPr>
          <p:cNvPr id="4" name="Subtitle">
            <a:extLst>
              <a:ext uri="{FF2B5EF4-FFF2-40B4-BE49-F238E27FC236}">
                <a16:creationId xmlns:a16="http://schemas.microsoft.com/office/drawing/2014/main" id="{A762397C-7EE3-E752-C3C7-E1EB83F8081E}"/>
              </a:ext>
            </a:extLst>
          </p:cNvPr>
          <p:cNvSpPr>
            <a:spLocks noGrp="1"/>
          </p:cNvSpPr>
          <p:nvPr>
            <p:ph type="subTitle" idx="1"/>
          </p:nvPr>
        </p:nvSpPr>
        <p:spPr>
          <a:xfrm>
            <a:off x="407370" y="3676570"/>
            <a:ext cx="5545138" cy="246221"/>
          </a:xfrm>
          <a:prstGeom prst="rect">
            <a:avLst/>
          </a:prstGeom>
        </p:spPr>
        <p:txBody>
          <a:bodyPr wrap="square" lIns="18000" tIns="0" rIns="0" anchor="b" anchorCtr="0">
            <a:spAutoFit/>
          </a:bodyPr>
          <a:lstStyle>
            <a:lvl1pPr marL="0" indent="0" algn="l">
              <a:buNone/>
              <a:defRPr sz="1600">
                <a:solidFill>
                  <a:schemeClr val="bg1"/>
                </a:solidFill>
                <a:latin typeface="Ubuntu Light" panose="020B0304030602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5" name="Title">
            <a:extLst>
              <a:ext uri="{FF2B5EF4-FFF2-40B4-BE49-F238E27FC236}">
                <a16:creationId xmlns:a16="http://schemas.microsoft.com/office/drawing/2014/main" id="{EA67FB30-5217-5F8D-B4ED-781E4E0C8973}"/>
              </a:ext>
            </a:extLst>
          </p:cNvPr>
          <p:cNvSpPr>
            <a:spLocks noGrp="1"/>
          </p:cNvSpPr>
          <p:nvPr>
            <p:ph type="ctrTitle"/>
          </p:nvPr>
        </p:nvSpPr>
        <p:spPr>
          <a:xfrm>
            <a:off x="407368" y="1343944"/>
            <a:ext cx="5545139" cy="2326627"/>
          </a:xfrm>
          <a:prstGeom prst="rect">
            <a:avLst/>
          </a:prstGeom>
        </p:spPr>
        <p:txBody>
          <a:bodyPr wrap="square" lIns="0" tIns="0" rIns="0" bIns="0" anchor="t" anchorCtr="0">
            <a:noAutofit/>
          </a:bodyPr>
          <a:lstStyle>
            <a:lvl1pPr algn="l">
              <a:lnSpc>
                <a:spcPct val="90000"/>
              </a:lnSpc>
              <a:tabLst>
                <a:tab pos="1258888" algn="l"/>
              </a:tabLst>
              <a:defRPr sz="5400" b="0" cap="none" baseline="0">
                <a:solidFill>
                  <a:schemeClr val="bg1"/>
                </a:solidFill>
                <a:latin typeface="+mj-lt"/>
              </a:defRPr>
            </a:lvl1pPr>
          </a:lstStyle>
          <a:p>
            <a:r>
              <a:rPr lang="en-US"/>
              <a:t>Click to edit Master title style</a:t>
            </a:r>
            <a:endParaRPr lang="en-GB"/>
          </a:p>
        </p:txBody>
      </p:sp>
      <p:sp>
        <p:nvSpPr>
          <p:cNvPr id="20" name="Text Placeholder 8">
            <a:extLst>
              <a:ext uri="{FF2B5EF4-FFF2-40B4-BE49-F238E27FC236}">
                <a16:creationId xmlns:a16="http://schemas.microsoft.com/office/drawing/2014/main" id="{04E8B402-A28C-9742-E11A-B00843CA0EDC}"/>
              </a:ext>
            </a:extLst>
          </p:cNvPr>
          <p:cNvSpPr>
            <a:spLocks noGrp="1"/>
          </p:cNvSpPr>
          <p:nvPr>
            <p:ph type="body" sz="quarter" idx="13" hasCustomPrompt="1"/>
          </p:nvPr>
        </p:nvSpPr>
        <p:spPr>
          <a:xfrm>
            <a:off x="407368" y="1051220"/>
            <a:ext cx="5545139" cy="215444"/>
          </a:xfrm>
        </p:spPr>
        <p:txBody>
          <a:bodyPr vert="horz" wrap="square" lIns="18000" tIns="0" rIns="0" bIns="0" rtlCol="0" anchor="t" anchorCtr="0">
            <a:spAutoFit/>
          </a:bodyPr>
          <a:lstStyle>
            <a:lvl1pPr>
              <a:defRPr lang="en-US" sz="1400" dirty="0">
                <a:solidFill>
                  <a:schemeClr val="bg1"/>
                </a:solidFill>
                <a:latin typeface="Ubuntu Light" panose="020B0304030602030204" pitchFamily="34" charset="0"/>
              </a:defRPr>
            </a:lvl1pPr>
          </a:lstStyle>
          <a:p>
            <a:pPr lvl="0"/>
            <a:r>
              <a:rPr lang="en-US"/>
              <a:t>Optional: Click to insert name</a:t>
            </a:r>
          </a:p>
        </p:txBody>
      </p:sp>
      <p:grpSp>
        <p:nvGrpSpPr>
          <p:cNvPr id="11" name="Group 2">
            <a:extLst>
              <a:ext uri="{FF2B5EF4-FFF2-40B4-BE49-F238E27FC236}">
                <a16:creationId xmlns:a16="http://schemas.microsoft.com/office/drawing/2014/main" id="{B242E001-D9F4-2560-DB75-071A41686F76}"/>
              </a:ext>
            </a:extLst>
          </p:cNvPr>
          <p:cNvGrpSpPr>
            <a:grpSpLocks noChangeAspect="1"/>
          </p:cNvGrpSpPr>
          <p:nvPr userDrawn="1"/>
        </p:nvGrpSpPr>
        <p:grpSpPr>
          <a:xfrm>
            <a:off x="443568" y="6021288"/>
            <a:ext cx="1872000" cy="420870"/>
            <a:chOff x="5094083" y="5360390"/>
            <a:chExt cx="3039349" cy="683316"/>
          </a:xfrm>
        </p:grpSpPr>
        <p:sp>
          <p:nvSpPr>
            <p:cNvPr id="12" name="Freeform: Shape 4">
              <a:extLst>
                <a:ext uri="{FF2B5EF4-FFF2-40B4-BE49-F238E27FC236}">
                  <a16:creationId xmlns:a16="http://schemas.microsoft.com/office/drawing/2014/main" id="{EA7AFA45-4D31-33E6-2A2F-BCAA05222BE0}"/>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FFFFFF"/>
            </a:solidFill>
            <a:ln w="9525" cap="flat">
              <a:noFill/>
              <a:prstDash val="solid"/>
              <a:miter/>
            </a:ln>
          </p:spPr>
          <p:txBody>
            <a:bodyPr rtlCol="0" anchor="ctr"/>
            <a:lstStyle/>
            <a:p>
              <a:endParaRPr lang="en-US" sz="1800" b="0" i="0">
                <a:latin typeface="Ubuntu" panose="020B08040306020A0204" pitchFamily="34" charset="0"/>
              </a:endParaRPr>
            </a:p>
          </p:txBody>
        </p:sp>
        <p:sp>
          <p:nvSpPr>
            <p:cNvPr id="13" name="Freeform: Shape 5">
              <a:extLst>
                <a:ext uri="{FF2B5EF4-FFF2-40B4-BE49-F238E27FC236}">
                  <a16:creationId xmlns:a16="http://schemas.microsoft.com/office/drawing/2014/main" id="{05CFBE72-0371-75B9-898F-07585635B52C}"/>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FFFFFF"/>
            </a:solidFill>
            <a:ln w="9525" cap="flat">
              <a:noFill/>
              <a:prstDash val="solid"/>
              <a:miter/>
            </a:ln>
          </p:spPr>
          <p:txBody>
            <a:bodyPr rtlCol="0" anchor="ctr"/>
            <a:lstStyle/>
            <a:p>
              <a:endParaRPr lang="en-US" sz="1800" b="0" i="0">
                <a:latin typeface="Ubuntu" panose="020B08040306020A0204" pitchFamily="34" charset="0"/>
              </a:endParaRPr>
            </a:p>
          </p:txBody>
        </p:sp>
        <p:sp>
          <p:nvSpPr>
            <p:cNvPr id="14" name="Freeform: Shape 6">
              <a:extLst>
                <a:ext uri="{FF2B5EF4-FFF2-40B4-BE49-F238E27FC236}">
                  <a16:creationId xmlns:a16="http://schemas.microsoft.com/office/drawing/2014/main" id="{2576038A-3386-9D73-0067-BFB5DEACF90C}"/>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FFFFFF"/>
            </a:solidFill>
            <a:ln w="9525" cap="flat">
              <a:noFill/>
              <a:prstDash val="solid"/>
              <a:miter/>
            </a:ln>
          </p:spPr>
          <p:txBody>
            <a:bodyPr rtlCol="0" anchor="ctr"/>
            <a:lstStyle/>
            <a:p>
              <a:endParaRPr lang="en-US" sz="1800" b="0" i="0">
                <a:latin typeface="Ubuntu" panose="020B08040306020A0204" pitchFamily="34" charset="0"/>
              </a:endParaRPr>
            </a:p>
          </p:txBody>
        </p:sp>
        <p:sp>
          <p:nvSpPr>
            <p:cNvPr id="15" name="Freeform: Shape 7">
              <a:extLst>
                <a:ext uri="{FF2B5EF4-FFF2-40B4-BE49-F238E27FC236}">
                  <a16:creationId xmlns:a16="http://schemas.microsoft.com/office/drawing/2014/main" id="{32E84BB6-5500-095D-2587-055D5965FCC3}"/>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solidFill>
              <a:srgbClr val="FFFFFF"/>
            </a:solidFill>
            <a:ln w="9525" cap="flat">
              <a:noFill/>
              <a:prstDash val="solid"/>
              <a:miter/>
            </a:ln>
          </p:spPr>
          <p:txBody>
            <a:bodyPr rtlCol="0" anchor="ctr"/>
            <a:lstStyle/>
            <a:p>
              <a:endParaRPr lang="en-US" sz="1800" b="0" i="0">
                <a:latin typeface="Ubuntu" panose="020B08040306020A0204" pitchFamily="34" charset="0"/>
              </a:endParaRPr>
            </a:p>
          </p:txBody>
        </p:sp>
        <p:sp>
          <p:nvSpPr>
            <p:cNvPr id="16" name="Freeform: Shape 8">
              <a:extLst>
                <a:ext uri="{FF2B5EF4-FFF2-40B4-BE49-F238E27FC236}">
                  <a16:creationId xmlns:a16="http://schemas.microsoft.com/office/drawing/2014/main" id="{D81C7108-8FFA-272C-E210-714B7C2FDCCB}"/>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solidFill>
              <a:srgbClr val="FFFFFF"/>
            </a:solidFill>
            <a:ln w="9525" cap="flat">
              <a:noFill/>
              <a:prstDash val="solid"/>
              <a:miter/>
            </a:ln>
          </p:spPr>
          <p:txBody>
            <a:bodyPr rtlCol="0" anchor="ctr"/>
            <a:lstStyle/>
            <a:p>
              <a:endParaRPr lang="en-US" sz="1800" b="0" i="0">
                <a:latin typeface="Ubuntu" panose="020B08040306020A0204" pitchFamily="34" charset="0"/>
              </a:endParaRPr>
            </a:p>
          </p:txBody>
        </p:sp>
      </p:grpSp>
    </p:spTree>
    <p:extLst>
      <p:ext uri="{BB962C8B-B14F-4D97-AF65-F5344CB8AC3E}">
        <p14:creationId xmlns:p14="http://schemas.microsoft.com/office/powerpoint/2010/main" val="1810855899"/>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Title Slide 2a">
    <p:spTree>
      <p:nvGrpSpPr>
        <p:cNvPr id="1" name=""/>
        <p:cNvGrpSpPr/>
        <p:nvPr/>
      </p:nvGrpSpPr>
      <p:grpSpPr>
        <a:xfrm>
          <a:off x="0" y="0"/>
          <a:ext cx="0" cy="0"/>
          <a:chOff x="0" y="0"/>
          <a:chExt cx="0" cy="0"/>
        </a:xfrm>
      </p:grpSpPr>
      <p:sp>
        <p:nvSpPr>
          <p:cNvPr id="4" name="Subtitle">
            <a:extLst>
              <a:ext uri="{FF2B5EF4-FFF2-40B4-BE49-F238E27FC236}">
                <a16:creationId xmlns:a16="http://schemas.microsoft.com/office/drawing/2014/main" id="{A762397C-7EE3-E752-C3C7-E1EB83F8081E}"/>
              </a:ext>
            </a:extLst>
          </p:cNvPr>
          <p:cNvSpPr>
            <a:spLocks noGrp="1"/>
          </p:cNvSpPr>
          <p:nvPr>
            <p:ph type="subTitle" idx="1"/>
          </p:nvPr>
        </p:nvSpPr>
        <p:spPr>
          <a:xfrm>
            <a:off x="407370" y="3676570"/>
            <a:ext cx="5545138" cy="246221"/>
          </a:xfrm>
          <a:prstGeom prst="rect">
            <a:avLst/>
          </a:prstGeom>
        </p:spPr>
        <p:txBody>
          <a:bodyPr wrap="square" lIns="18000" tIns="0" rIns="0" anchor="b" anchorCtr="0">
            <a:spAutoFit/>
          </a:bodyPr>
          <a:lstStyle>
            <a:lvl1pPr marL="0" indent="0" algn="l">
              <a:buNone/>
              <a:defRPr sz="1600">
                <a:solidFill>
                  <a:schemeClr val="bg1"/>
                </a:solidFill>
                <a:latin typeface="Ubuntu Light" panose="020B0304030602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5" name="Title">
            <a:extLst>
              <a:ext uri="{FF2B5EF4-FFF2-40B4-BE49-F238E27FC236}">
                <a16:creationId xmlns:a16="http://schemas.microsoft.com/office/drawing/2014/main" id="{EA67FB30-5217-5F8D-B4ED-781E4E0C8973}"/>
              </a:ext>
            </a:extLst>
          </p:cNvPr>
          <p:cNvSpPr>
            <a:spLocks noGrp="1"/>
          </p:cNvSpPr>
          <p:nvPr>
            <p:ph type="ctrTitle"/>
          </p:nvPr>
        </p:nvSpPr>
        <p:spPr>
          <a:xfrm>
            <a:off x="407368" y="1343944"/>
            <a:ext cx="5545139" cy="2326627"/>
          </a:xfrm>
          <a:prstGeom prst="rect">
            <a:avLst/>
          </a:prstGeom>
        </p:spPr>
        <p:txBody>
          <a:bodyPr wrap="square" lIns="0" tIns="0" rIns="0" bIns="0" anchor="t" anchorCtr="0">
            <a:noAutofit/>
          </a:bodyPr>
          <a:lstStyle>
            <a:lvl1pPr algn="l">
              <a:lnSpc>
                <a:spcPct val="90000"/>
              </a:lnSpc>
              <a:tabLst>
                <a:tab pos="1258888" algn="l"/>
              </a:tabLst>
              <a:defRPr sz="5400" b="0" cap="none" baseline="0">
                <a:solidFill>
                  <a:schemeClr val="bg1"/>
                </a:solidFill>
                <a:latin typeface="+mj-lt"/>
              </a:defRPr>
            </a:lvl1pPr>
          </a:lstStyle>
          <a:p>
            <a:r>
              <a:rPr lang="en-US"/>
              <a:t>Click to edit Master title style</a:t>
            </a:r>
            <a:endParaRPr lang="en-GB"/>
          </a:p>
        </p:txBody>
      </p:sp>
      <p:sp>
        <p:nvSpPr>
          <p:cNvPr id="20" name="Text Placeholder 8">
            <a:extLst>
              <a:ext uri="{FF2B5EF4-FFF2-40B4-BE49-F238E27FC236}">
                <a16:creationId xmlns:a16="http://schemas.microsoft.com/office/drawing/2014/main" id="{04E8B402-A28C-9742-E11A-B00843CA0EDC}"/>
              </a:ext>
            </a:extLst>
          </p:cNvPr>
          <p:cNvSpPr>
            <a:spLocks noGrp="1"/>
          </p:cNvSpPr>
          <p:nvPr>
            <p:ph type="body" sz="quarter" idx="13" hasCustomPrompt="1"/>
          </p:nvPr>
        </p:nvSpPr>
        <p:spPr>
          <a:xfrm>
            <a:off x="407368" y="1051220"/>
            <a:ext cx="5545139" cy="215444"/>
          </a:xfrm>
        </p:spPr>
        <p:txBody>
          <a:bodyPr vert="horz" wrap="square" lIns="18000" tIns="0" rIns="0" bIns="0" rtlCol="0" anchor="t" anchorCtr="0">
            <a:spAutoFit/>
          </a:bodyPr>
          <a:lstStyle>
            <a:lvl1pPr>
              <a:defRPr lang="en-US" sz="1400" dirty="0">
                <a:solidFill>
                  <a:schemeClr val="bg1"/>
                </a:solidFill>
                <a:latin typeface="Ubuntu Light" panose="020B0304030602030204" pitchFamily="34" charset="0"/>
              </a:defRPr>
            </a:lvl1pPr>
          </a:lstStyle>
          <a:p>
            <a:pPr lvl="0"/>
            <a:r>
              <a:rPr lang="en-US"/>
              <a:t>Optional: Click to insert name</a:t>
            </a:r>
          </a:p>
        </p:txBody>
      </p:sp>
      <p:grpSp>
        <p:nvGrpSpPr>
          <p:cNvPr id="11" name="Group 2">
            <a:extLst>
              <a:ext uri="{FF2B5EF4-FFF2-40B4-BE49-F238E27FC236}">
                <a16:creationId xmlns:a16="http://schemas.microsoft.com/office/drawing/2014/main" id="{B242E001-D9F4-2560-DB75-071A41686F76}"/>
              </a:ext>
            </a:extLst>
          </p:cNvPr>
          <p:cNvGrpSpPr>
            <a:grpSpLocks noChangeAspect="1"/>
          </p:cNvGrpSpPr>
          <p:nvPr userDrawn="1"/>
        </p:nvGrpSpPr>
        <p:grpSpPr>
          <a:xfrm>
            <a:off x="443568" y="6021289"/>
            <a:ext cx="1872000" cy="420868"/>
            <a:chOff x="5094083" y="5360393"/>
            <a:chExt cx="3039350" cy="683313"/>
          </a:xfrm>
        </p:grpSpPr>
        <p:sp>
          <p:nvSpPr>
            <p:cNvPr id="12" name="Freeform: Shape 4">
              <a:extLst>
                <a:ext uri="{FF2B5EF4-FFF2-40B4-BE49-F238E27FC236}">
                  <a16:creationId xmlns:a16="http://schemas.microsoft.com/office/drawing/2014/main" id="{EA7AFA45-4D31-33E6-2A2F-BCAA05222BE0}"/>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FFFFFF"/>
            </a:solidFill>
            <a:ln w="9525" cap="flat">
              <a:noFill/>
              <a:prstDash val="solid"/>
              <a:miter/>
            </a:ln>
          </p:spPr>
          <p:txBody>
            <a:bodyPr rtlCol="0" anchor="ctr"/>
            <a:lstStyle/>
            <a:p>
              <a:endParaRPr lang="en-US" sz="1800" b="0" i="0">
                <a:latin typeface="Ubuntu" panose="020B08040306020A0204" pitchFamily="34" charset="0"/>
              </a:endParaRPr>
            </a:p>
          </p:txBody>
        </p:sp>
        <p:sp>
          <p:nvSpPr>
            <p:cNvPr id="13" name="Freeform: Shape 5">
              <a:extLst>
                <a:ext uri="{FF2B5EF4-FFF2-40B4-BE49-F238E27FC236}">
                  <a16:creationId xmlns:a16="http://schemas.microsoft.com/office/drawing/2014/main" id="{05CFBE72-0371-75B9-898F-07585635B52C}"/>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FFFFFF"/>
            </a:solidFill>
            <a:ln w="9525" cap="flat">
              <a:noFill/>
              <a:prstDash val="solid"/>
              <a:miter/>
            </a:ln>
          </p:spPr>
          <p:txBody>
            <a:bodyPr rtlCol="0" anchor="ctr"/>
            <a:lstStyle/>
            <a:p>
              <a:endParaRPr lang="en-US" sz="1800" b="0" i="0">
                <a:latin typeface="Ubuntu" panose="020B08040306020A0204" pitchFamily="34" charset="0"/>
              </a:endParaRPr>
            </a:p>
          </p:txBody>
        </p:sp>
        <p:sp>
          <p:nvSpPr>
            <p:cNvPr id="14" name="Freeform: Shape 6">
              <a:extLst>
                <a:ext uri="{FF2B5EF4-FFF2-40B4-BE49-F238E27FC236}">
                  <a16:creationId xmlns:a16="http://schemas.microsoft.com/office/drawing/2014/main" id="{2576038A-3386-9D73-0067-BFB5DEACF90C}"/>
                </a:ext>
              </a:extLst>
            </p:cNvPr>
            <p:cNvSpPr/>
            <p:nvPr userDrawn="1"/>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FFFFFF"/>
            </a:solidFill>
            <a:ln w="9525" cap="flat">
              <a:noFill/>
              <a:prstDash val="solid"/>
              <a:miter/>
            </a:ln>
          </p:spPr>
          <p:txBody>
            <a:bodyPr rtlCol="0" anchor="ctr"/>
            <a:lstStyle/>
            <a:p>
              <a:endParaRPr lang="en-US" sz="1800" b="0" i="0">
                <a:latin typeface="Ubuntu" panose="020B08040306020A0204" pitchFamily="34" charset="0"/>
              </a:endParaRPr>
            </a:p>
          </p:txBody>
        </p:sp>
        <p:sp>
          <p:nvSpPr>
            <p:cNvPr id="15" name="Freeform: Shape 7">
              <a:extLst>
                <a:ext uri="{FF2B5EF4-FFF2-40B4-BE49-F238E27FC236}">
                  <a16:creationId xmlns:a16="http://schemas.microsoft.com/office/drawing/2014/main" id="{32E84BB6-5500-095D-2587-055D5965FCC3}"/>
                </a:ext>
              </a:extLst>
            </p:cNvPr>
            <p:cNvSpPr/>
            <p:nvPr userDrawn="1"/>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solidFill>
              <a:srgbClr val="FFFFFF"/>
            </a:solidFill>
            <a:ln w="9525" cap="flat">
              <a:noFill/>
              <a:prstDash val="solid"/>
              <a:miter/>
            </a:ln>
          </p:spPr>
          <p:txBody>
            <a:bodyPr rtlCol="0" anchor="ctr"/>
            <a:lstStyle/>
            <a:p>
              <a:endParaRPr lang="en-US" sz="1800" b="0" i="0">
                <a:latin typeface="Ubuntu" panose="020B08040306020A0204" pitchFamily="34" charset="0"/>
              </a:endParaRPr>
            </a:p>
          </p:txBody>
        </p:sp>
        <p:sp>
          <p:nvSpPr>
            <p:cNvPr id="16" name="Freeform: Shape 8">
              <a:extLst>
                <a:ext uri="{FF2B5EF4-FFF2-40B4-BE49-F238E27FC236}">
                  <a16:creationId xmlns:a16="http://schemas.microsoft.com/office/drawing/2014/main" id="{D81C7108-8FFA-272C-E210-714B7C2FDCCB}"/>
                </a:ext>
              </a:extLst>
            </p:cNvPr>
            <p:cNvSpPr/>
            <p:nvPr userDrawn="1"/>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solidFill>
              <a:srgbClr val="FFFFFF"/>
            </a:solidFill>
            <a:ln w="9525" cap="flat">
              <a:noFill/>
              <a:prstDash val="solid"/>
              <a:miter/>
            </a:ln>
          </p:spPr>
          <p:txBody>
            <a:bodyPr rtlCol="0" anchor="ctr"/>
            <a:lstStyle/>
            <a:p>
              <a:endParaRPr lang="en-US" sz="1800" b="0" i="0">
                <a:latin typeface="Ubuntu" panose="020B08040306020A0204" pitchFamily="34" charset="0"/>
              </a:endParaRPr>
            </a:p>
          </p:txBody>
        </p:sp>
      </p:grpSp>
    </p:spTree>
    <p:extLst>
      <p:ext uri="{BB962C8B-B14F-4D97-AF65-F5344CB8AC3E}">
        <p14:creationId xmlns:p14="http://schemas.microsoft.com/office/powerpoint/2010/main" val="627636613"/>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Titls slide 3a">
    <p:spTree>
      <p:nvGrpSpPr>
        <p:cNvPr id="1" name=""/>
        <p:cNvGrpSpPr/>
        <p:nvPr/>
      </p:nvGrpSpPr>
      <p:grpSpPr>
        <a:xfrm>
          <a:off x="0" y="0"/>
          <a:ext cx="0" cy="0"/>
          <a:chOff x="0" y="0"/>
          <a:chExt cx="0" cy="0"/>
        </a:xfrm>
      </p:grpSpPr>
      <p:sp>
        <p:nvSpPr>
          <p:cNvPr id="4" name="Text Placeholder 6">
            <a:extLst>
              <a:ext uri="{FF2B5EF4-FFF2-40B4-BE49-F238E27FC236}">
                <a16:creationId xmlns:a16="http://schemas.microsoft.com/office/drawing/2014/main" id="{6C58B55F-3EAC-C6DA-30E9-A9EAE34D711F}"/>
              </a:ext>
            </a:extLst>
          </p:cNvPr>
          <p:cNvSpPr>
            <a:spLocks noGrp="1"/>
          </p:cNvSpPr>
          <p:nvPr>
            <p:ph type="body" sz="quarter" idx="10" hasCustomPrompt="1"/>
          </p:nvPr>
        </p:nvSpPr>
        <p:spPr>
          <a:xfrm>
            <a:off x="427038" y="2320211"/>
            <a:ext cx="11356975" cy="2215991"/>
          </a:xfrm>
          <a:prstGeom prst="rect">
            <a:avLst/>
          </a:prstGeom>
        </p:spPr>
        <p:txBody>
          <a:bodyPr wrap="square" anchor="b" anchorCtr="0">
            <a:spAutoFit/>
          </a:bodyPr>
          <a:lstStyle>
            <a:lvl1pPr marL="0" indent="0" algn="l">
              <a:lnSpc>
                <a:spcPct val="90000"/>
              </a:lnSpc>
              <a:spcBef>
                <a:spcPts val="0"/>
              </a:spcBef>
              <a:spcAft>
                <a:spcPts val="0"/>
              </a:spcAft>
              <a:buFontTx/>
              <a:buNone/>
              <a:defRPr sz="8000" b="0" cap="none" baseline="0">
                <a:solidFill>
                  <a:schemeClr val="bg1"/>
                </a:solidFill>
                <a:latin typeface="+mj-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Click to </a:t>
            </a:r>
            <a:r>
              <a:rPr lang="fr-FR" err="1"/>
              <a:t>edit</a:t>
            </a:r>
            <a:r>
              <a:rPr lang="fr-FR"/>
              <a:t> master </a:t>
            </a:r>
            <a:r>
              <a:rPr lang="fr-FR" err="1"/>
              <a:t>title</a:t>
            </a:r>
            <a:r>
              <a:rPr lang="fr-FR"/>
              <a:t> Style</a:t>
            </a:r>
          </a:p>
        </p:txBody>
      </p:sp>
      <p:grpSp>
        <p:nvGrpSpPr>
          <p:cNvPr id="5" name="Group 2">
            <a:extLst>
              <a:ext uri="{FF2B5EF4-FFF2-40B4-BE49-F238E27FC236}">
                <a16:creationId xmlns:a16="http://schemas.microsoft.com/office/drawing/2014/main" id="{6C2E4BB5-C5E3-F6F8-4261-BF330F6E49AC}"/>
              </a:ext>
            </a:extLst>
          </p:cNvPr>
          <p:cNvGrpSpPr>
            <a:grpSpLocks noChangeAspect="1"/>
          </p:cNvGrpSpPr>
          <p:nvPr userDrawn="1"/>
        </p:nvGrpSpPr>
        <p:grpSpPr>
          <a:xfrm>
            <a:off x="443568" y="6021288"/>
            <a:ext cx="1872000" cy="420870"/>
            <a:chOff x="5094083" y="5360390"/>
            <a:chExt cx="3039349" cy="683316"/>
          </a:xfrm>
        </p:grpSpPr>
        <p:sp>
          <p:nvSpPr>
            <p:cNvPr id="7" name="Freeform: Shape 4">
              <a:extLst>
                <a:ext uri="{FF2B5EF4-FFF2-40B4-BE49-F238E27FC236}">
                  <a16:creationId xmlns:a16="http://schemas.microsoft.com/office/drawing/2014/main" id="{0F3FBF3D-73C2-AEF9-6A29-26E9974EB2B9}"/>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FFFFFF"/>
            </a:solidFill>
            <a:ln w="9525" cap="flat">
              <a:noFill/>
              <a:prstDash val="solid"/>
              <a:miter/>
            </a:ln>
          </p:spPr>
          <p:txBody>
            <a:bodyPr rtlCol="0" anchor="ctr"/>
            <a:lstStyle/>
            <a:p>
              <a:endParaRPr lang="en-US" sz="1800" b="0" i="0">
                <a:latin typeface="Ubuntu" panose="020B08040306020A0204" pitchFamily="34" charset="0"/>
              </a:endParaRPr>
            </a:p>
          </p:txBody>
        </p:sp>
        <p:sp>
          <p:nvSpPr>
            <p:cNvPr id="8" name="Freeform: Shape 5">
              <a:extLst>
                <a:ext uri="{FF2B5EF4-FFF2-40B4-BE49-F238E27FC236}">
                  <a16:creationId xmlns:a16="http://schemas.microsoft.com/office/drawing/2014/main" id="{16D7EF54-CF87-4A1F-B1F7-681296888423}"/>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FFFFFF"/>
            </a:solidFill>
            <a:ln w="9525" cap="flat">
              <a:noFill/>
              <a:prstDash val="solid"/>
              <a:miter/>
            </a:ln>
          </p:spPr>
          <p:txBody>
            <a:bodyPr rtlCol="0" anchor="ctr"/>
            <a:lstStyle/>
            <a:p>
              <a:endParaRPr lang="en-US" sz="1800" b="0" i="0">
                <a:latin typeface="Ubuntu" panose="020B08040306020A0204" pitchFamily="34" charset="0"/>
              </a:endParaRPr>
            </a:p>
          </p:txBody>
        </p:sp>
        <p:sp>
          <p:nvSpPr>
            <p:cNvPr id="9" name="Freeform: Shape 6">
              <a:extLst>
                <a:ext uri="{FF2B5EF4-FFF2-40B4-BE49-F238E27FC236}">
                  <a16:creationId xmlns:a16="http://schemas.microsoft.com/office/drawing/2014/main" id="{411034BC-7D78-A8D4-1F4A-8C4D8937B48B}"/>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FFFFFF"/>
            </a:solidFill>
            <a:ln w="9525" cap="flat">
              <a:noFill/>
              <a:prstDash val="solid"/>
              <a:miter/>
            </a:ln>
          </p:spPr>
          <p:txBody>
            <a:bodyPr rtlCol="0" anchor="ctr"/>
            <a:lstStyle/>
            <a:p>
              <a:endParaRPr lang="en-US" sz="1800" b="0" i="0">
                <a:latin typeface="Ubuntu" panose="020B08040306020A0204" pitchFamily="34" charset="0"/>
              </a:endParaRPr>
            </a:p>
          </p:txBody>
        </p:sp>
        <p:sp>
          <p:nvSpPr>
            <p:cNvPr id="10" name="Freeform: Shape 7">
              <a:extLst>
                <a:ext uri="{FF2B5EF4-FFF2-40B4-BE49-F238E27FC236}">
                  <a16:creationId xmlns:a16="http://schemas.microsoft.com/office/drawing/2014/main" id="{91A42476-4DC0-A3D4-0B82-C32497A96552}"/>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solidFill>
              <a:srgbClr val="FFFFFF"/>
            </a:solidFill>
            <a:ln w="9525" cap="flat">
              <a:noFill/>
              <a:prstDash val="solid"/>
              <a:miter/>
            </a:ln>
          </p:spPr>
          <p:txBody>
            <a:bodyPr rtlCol="0" anchor="ctr"/>
            <a:lstStyle/>
            <a:p>
              <a:endParaRPr lang="en-US" sz="1800" b="0" i="0">
                <a:latin typeface="Ubuntu" panose="020B08040306020A0204" pitchFamily="34" charset="0"/>
              </a:endParaRPr>
            </a:p>
          </p:txBody>
        </p:sp>
        <p:sp>
          <p:nvSpPr>
            <p:cNvPr id="15" name="Freeform: Shape 8">
              <a:extLst>
                <a:ext uri="{FF2B5EF4-FFF2-40B4-BE49-F238E27FC236}">
                  <a16:creationId xmlns:a16="http://schemas.microsoft.com/office/drawing/2014/main" id="{61A1CDED-A495-D2CB-B478-6B5C933C774A}"/>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solidFill>
              <a:srgbClr val="FFFFFF"/>
            </a:solidFill>
            <a:ln w="9525" cap="flat">
              <a:noFill/>
              <a:prstDash val="solid"/>
              <a:miter/>
            </a:ln>
          </p:spPr>
          <p:txBody>
            <a:bodyPr rtlCol="0" anchor="ctr"/>
            <a:lstStyle/>
            <a:p>
              <a:endParaRPr lang="en-US" sz="1800" b="0" i="0">
                <a:latin typeface="Ubuntu" panose="020B08040306020A0204" pitchFamily="34" charset="0"/>
              </a:endParaRPr>
            </a:p>
          </p:txBody>
        </p:sp>
      </p:grpSp>
    </p:spTree>
    <p:extLst>
      <p:ext uri="{BB962C8B-B14F-4D97-AF65-F5344CB8AC3E}">
        <p14:creationId xmlns:p14="http://schemas.microsoft.com/office/powerpoint/2010/main" val="473680876"/>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Title slide 3b">
    <p:spTree>
      <p:nvGrpSpPr>
        <p:cNvPr id="1" name=""/>
        <p:cNvGrpSpPr/>
        <p:nvPr/>
      </p:nvGrpSpPr>
      <p:grpSpPr>
        <a:xfrm>
          <a:off x="0" y="0"/>
          <a:ext cx="0" cy="0"/>
          <a:chOff x="0" y="0"/>
          <a:chExt cx="0" cy="0"/>
        </a:xfrm>
      </p:grpSpPr>
      <p:sp>
        <p:nvSpPr>
          <p:cNvPr id="4" name="Text Placeholder 6">
            <a:extLst>
              <a:ext uri="{FF2B5EF4-FFF2-40B4-BE49-F238E27FC236}">
                <a16:creationId xmlns:a16="http://schemas.microsoft.com/office/drawing/2014/main" id="{6C58B55F-3EAC-C6DA-30E9-A9EAE34D711F}"/>
              </a:ext>
            </a:extLst>
          </p:cNvPr>
          <p:cNvSpPr>
            <a:spLocks noGrp="1"/>
          </p:cNvSpPr>
          <p:nvPr>
            <p:ph type="body" sz="quarter" idx="10" hasCustomPrompt="1"/>
          </p:nvPr>
        </p:nvSpPr>
        <p:spPr>
          <a:xfrm>
            <a:off x="427038" y="2320211"/>
            <a:ext cx="11356975" cy="2215991"/>
          </a:xfrm>
          <a:prstGeom prst="rect">
            <a:avLst/>
          </a:prstGeom>
        </p:spPr>
        <p:txBody>
          <a:bodyPr wrap="square" anchor="ctr" anchorCtr="0">
            <a:spAutoFit/>
          </a:bodyPr>
          <a:lstStyle>
            <a:lvl1pPr marL="0" indent="0" algn="l">
              <a:lnSpc>
                <a:spcPct val="90000"/>
              </a:lnSpc>
              <a:spcBef>
                <a:spcPts val="0"/>
              </a:spcBef>
              <a:spcAft>
                <a:spcPts val="0"/>
              </a:spcAft>
              <a:buFontTx/>
              <a:buNone/>
              <a:defRPr sz="8000" b="0" cap="none" baseline="0">
                <a:solidFill>
                  <a:schemeClr val="bg1"/>
                </a:solidFill>
                <a:latin typeface="+mj-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Click to </a:t>
            </a:r>
            <a:r>
              <a:rPr lang="fr-FR" err="1"/>
              <a:t>edit</a:t>
            </a:r>
            <a:r>
              <a:rPr lang="fr-FR"/>
              <a:t> master </a:t>
            </a:r>
            <a:r>
              <a:rPr lang="fr-FR" err="1"/>
              <a:t>title</a:t>
            </a:r>
            <a:r>
              <a:rPr lang="fr-FR"/>
              <a:t> Style</a:t>
            </a:r>
          </a:p>
        </p:txBody>
      </p:sp>
      <p:grpSp>
        <p:nvGrpSpPr>
          <p:cNvPr id="2" name="Group 1">
            <a:extLst>
              <a:ext uri="{FF2B5EF4-FFF2-40B4-BE49-F238E27FC236}">
                <a16:creationId xmlns:a16="http://schemas.microsoft.com/office/drawing/2014/main" id="{D5EC1CE0-E890-6F27-EC37-CCBB63335D47}"/>
              </a:ext>
            </a:extLst>
          </p:cNvPr>
          <p:cNvGrpSpPr>
            <a:grpSpLocks noChangeAspect="1"/>
          </p:cNvGrpSpPr>
          <p:nvPr userDrawn="1"/>
        </p:nvGrpSpPr>
        <p:grpSpPr>
          <a:xfrm>
            <a:off x="443236" y="6021288"/>
            <a:ext cx="1872000" cy="420870"/>
            <a:chOff x="5095385" y="4090756"/>
            <a:chExt cx="3033729" cy="682053"/>
          </a:xfrm>
        </p:grpSpPr>
        <p:sp>
          <p:nvSpPr>
            <p:cNvPr id="6" name="Freeform: Shape 2">
              <a:extLst>
                <a:ext uri="{FF2B5EF4-FFF2-40B4-BE49-F238E27FC236}">
                  <a16:creationId xmlns:a16="http://schemas.microsoft.com/office/drawing/2014/main" id="{FC1EFD8E-6111-C0FE-F23B-7FCABA181AFF}"/>
                </a:ext>
              </a:extLst>
            </p:cNvPr>
            <p:cNvSpPr/>
            <p:nvPr/>
          </p:nvSpPr>
          <p:spPr>
            <a:xfrm>
              <a:off x="7769592" y="4296409"/>
              <a:ext cx="355081" cy="288503"/>
            </a:xfrm>
            <a:custGeom>
              <a:avLst/>
              <a:gdLst>
                <a:gd name="connsiteX0" fmla="*/ 304324 w 457200"/>
                <a:gd name="connsiteY0" fmla="*/ 261461 h 371475"/>
                <a:gd name="connsiteX1" fmla="*/ 456724 w 457200"/>
                <a:gd name="connsiteY1" fmla="*/ 110014 h 371475"/>
                <a:gd name="connsiteX2" fmla="*/ 344329 w 457200"/>
                <a:gd name="connsiteY2" fmla="*/ 7144 h 371475"/>
                <a:gd name="connsiteX3" fmla="*/ 125254 w 457200"/>
                <a:gd name="connsiteY3" fmla="*/ 241459 h 371475"/>
                <a:gd name="connsiteX4" fmla="*/ 7144 w 457200"/>
                <a:gd name="connsiteY4" fmla="*/ 348139 h 371475"/>
                <a:gd name="connsiteX5" fmla="*/ 96679 w 457200"/>
                <a:gd name="connsiteY5" fmla="*/ 372904 h 371475"/>
                <a:gd name="connsiteX6" fmla="*/ 306229 w 457200"/>
                <a:gd name="connsiteY6" fmla="*/ 304324 h 371475"/>
                <a:gd name="connsiteX7" fmla="*/ 200501 w 457200"/>
                <a:gd name="connsiteY7" fmla="*/ 210026 h 371475"/>
                <a:gd name="connsiteX8" fmla="*/ 304324 w 457200"/>
                <a:gd name="connsiteY8" fmla="*/ 26146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7200" h="371475">
                  <a:moveTo>
                    <a:pt x="304324" y="261461"/>
                  </a:moveTo>
                  <a:cubicBezTo>
                    <a:pt x="390049" y="261461"/>
                    <a:pt x="455771" y="191929"/>
                    <a:pt x="456724" y="110014"/>
                  </a:cubicBezTo>
                  <a:cubicBezTo>
                    <a:pt x="451009" y="73819"/>
                    <a:pt x="438626" y="7144"/>
                    <a:pt x="344329" y="7144"/>
                  </a:cubicBezTo>
                  <a:cubicBezTo>
                    <a:pt x="242411" y="7144"/>
                    <a:pt x="208121" y="150019"/>
                    <a:pt x="125254" y="241459"/>
                  </a:cubicBezTo>
                  <a:cubicBezTo>
                    <a:pt x="118586" y="293846"/>
                    <a:pt x="69056" y="340519"/>
                    <a:pt x="7144" y="348139"/>
                  </a:cubicBezTo>
                  <a:cubicBezTo>
                    <a:pt x="22384" y="364331"/>
                    <a:pt x="55721" y="372904"/>
                    <a:pt x="96679" y="372904"/>
                  </a:cubicBezTo>
                  <a:cubicBezTo>
                    <a:pt x="170021" y="372904"/>
                    <a:pt x="259556" y="350996"/>
                    <a:pt x="306229" y="304324"/>
                  </a:cubicBezTo>
                  <a:cubicBezTo>
                    <a:pt x="244316" y="305276"/>
                    <a:pt x="204311" y="265271"/>
                    <a:pt x="200501" y="210026"/>
                  </a:cubicBezTo>
                  <a:cubicBezTo>
                    <a:pt x="230029" y="247174"/>
                    <a:pt x="264319" y="261461"/>
                    <a:pt x="304324" y="261461"/>
                  </a:cubicBezTo>
                  <a:close/>
                </a:path>
              </a:pathLst>
            </a:custGeom>
            <a:solidFill>
              <a:srgbClr val="17ABDB"/>
            </a:solidFill>
            <a:ln w="9525" cap="flat">
              <a:noFill/>
              <a:prstDash val="solid"/>
              <a:miter/>
            </a:ln>
          </p:spPr>
          <p:txBody>
            <a:bodyPr rtlCol="0" anchor="ctr"/>
            <a:lstStyle/>
            <a:p>
              <a:endParaRPr lang="en-US" sz="1800" b="0" i="0">
                <a:latin typeface="Ubuntu" panose="020B08040306020A0204" pitchFamily="34" charset="0"/>
              </a:endParaRPr>
            </a:p>
          </p:txBody>
        </p:sp>
        <p:sp>
          <p:nvSpPr>
            <p:cNvPr id="11" name="Freeform: Shape 3">
              <a:extLst>
                <a:ext uri="{FF2B5EF4-FFF2-40B4-BE49-F238E27FC236}">
                  <a16:creationId xmlns:a16="http://schemas.microsoft.com/office/drawing/2014/main" id="{2E0336C3-FD2D-34F2-37FE-01F1463B9B1A}"/>
                </a:ext>
              </a:extLst>
            </p:cNvPr>
            <p:cNvSpPr/>
            <p:nvPr/>
          </p:nvSpPr>
          <p:spPr>
            <a:xfrm>
              <a:off x="5095385" y="4099634"/>
              <a:ext cx="2463378" cy="673175"/>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0072AF"/>
            </a:solidFill>
            <a:ln w="9525" cap="flat">
              <a:noFill/>
              <a:prstDash val="solid"/>
              <a:miter/>
            </a:ln>
          </p:spPr>
          <p:txBody>
            <a:bodyPr rtlCol="0" anchor="ctr"/>
            <a:lstStyle/>
            <a:p>
              <a:endParaRPr lang="en-US" sz="1800" b="0" i="0">
                <a:latin typeface="Ubuntu" panose="020B08040306020A0204" pitchFamily="34" charset="0"/>
              </a:endParaRPr>
            </a:p>
          </p:txBody>
        </p:sp>
        <p:sp>
          <p:nvSpPr>
            <p:cNvPr id="12" name="Freeform: Shape 4">
              <a:extLst>
                <a:ext uri="{FF2B5EF4-FFF2-40B4-BE49-F238E27FC236}">
                  <a16:creationId xmlns:a16="http://schemas.microsoft.com/office/drawing/2014/main" id="{BCC79B1A-4DEF-2D28-22B2-7BFA7646E1A5}"/>
                </a:ext>
              </a:extLst>
            </p:cNvPr>
            <p:cNvSpPr/>
            <p:nvPr/>
          </p:nvSpPr>
          <p:spPr>
            <a:xfrm>
              <a:off x="6951400" y="4132898"/>
              <a:ext cx="73975" cy="81373"/>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0072AF"/>
            </a:solidFill>
            <a:ln w="9525" cap="flat">
              <a:noFill/>
              <a:prstDash val="solid"/>
              <a:miter/>
            </a:ln>
          </p:spPr>
          <p:txBody>
            <a:bodyPr rtlCol="0" anchor="ctr"/>
            <a:lstStyle/>
            <a:p>
              <a:endParaRPr lang="en-US" sz="1800" b="0" i="0">
                <a:latin typeface="Ubuntu" panose="020B08040306020A0204" pitchFamily="34" charset="0"/>
              </a:endParaRPr>
            </a:p>
          </p:txBody>
        </p:sp>
        <p:sp>
          <p:nvSpPr>
            <p:cNvPr id="13" name="Freeform: Shape 14">
              <a:extLst>
                <a:ext uri="{FF2B5EF4-FFF2-40B4-BE49-F238E27FC236}">
                  <a16:creationId xmlns:a16="http://schemas.microsoft.com/office/drawing/2014/main" id="{95610CD6-85BD-3AFA-95C6-25178AB66F0D}"/>
                </a:ext>
              </a:extLst>
            </p:cNvPr>
            <p:cNvSpPr/>
            <p:nvPr/>
          </p:nvSpPr>
          <p:spPr>
            <a:xfrm>
              <a:off x="7433743" y="4146951"/>
              <a:ext cx="73975" cy="73975"/>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0072AF"/>
            </a:solidFill>
            <a:ln w="9525" cap="flat">
              <a:noFill/>
              <a:prstDash val="solid"/>
              <a:miter/>
            </a:ln>
          </p:spPr>
          <p:txBody>
            <a:bodyPr rtlCol="0" anchor="ctr"/>
            <a:lstStyle/>
            <a:p>
              <a:endParaRPr lang="en-US" sz="1800" b="0" i="0">
                <a:latin typeface="Ubuntu" panose="020B08040306020A0204" pitchFamily="34" charset="0"/>
              </a:endParaRPr>
            </a:p>
          </p:txBody>
        </p:sp>
        <p:sp>
          <p:nvSpPr>
            <p:cNvPr id="14" name="Freeform: Shape 20">
              <a:extLst>
                <a:ext uri="{FF2B5EF4-FFF2-40B4-BE49-F238E27FC236}">
                  <a16:creationId xmlns:a16="http://schemas.microsoft.com/office/drawing/2014/main" id="{DE7326A8-CE97-C71F-CFF8-B35813A22238}"/>
                </a:ext>
              </a:extLst>
            </p:cNvPr>
            <p:cNvSpPr/>
            <p:nvPr/>
          </p:nvSpPr>
          <p:spPr>
            <a:xfrm>
              <a:off x="7589095" y="4090756"/>
              <a:ext cx="540019" cy="451249"/>
            </a:xfrm>
            <a:custGeom>
              <a:avLst/>
              <a:gdLst>
                <a:gd name="connsiteX0" fmla="*/ 689134 w 695325"/>
                <a:gd name="connsiteY0" fmla="*/ 368141 h 581025"/>
                <a:gd name="connsiteX1" fmla="*/ 571024 w 695325"/>
                <a:gd name="connsiteY1" fmla="*/ 127159 h 581025"/>
                <a:gd name="connsiteX2" fmla="*/ 388144 w 695325"/>
                <a:gd name="connsiteY2" fmla="*/ 13811 h 581025"/>
                <a:gd name="connsiteX3" fmla="*/ 371951 w 695325"/>
                <a:gd name="connsiteY3" fmla="*/ 7144 h 581025"/>
                <a:gd name="connsiteX4" fmla="*/ 371951 w 695325"/>
                <a:gd name="connsiteY4" fmla="*/ 7144 h 581025"/>
                <a:gd name="connsiteX5" fmla="*/ 371951 w 695325"/>
                <a:gd name="connsiteY5" fmla="*/ 7144 h 581025"/>
                <a:gd name="connsiteX6" fmla="*/ 7144 w 695325"/>
                <a:gd name="connsiteY6" fmla="*/ 383381 h 581025"/>
                <a:gd name="connsiteX7" fmla="*/ 132874 w 695325"/>
                <a:gd name="connsiteY7" fmla="*/ 569119 h 581025"/>
                <a:gd name="connsiteX8" fmla="*/ 262414 w 695325"/>
                <a:gd name="connsiteY8" fmla="*/ 571976 h 581025"/>
                <a:gd name="connsiteX9" fmla="*/ 358616 w 695325"/>
                <a:gd name="connsiteY9" fmla="*/ 506254 h 581025"/>
                <a:gd name="connsiteX10" fmla="*/ 577692 w 695325"/>
                <a:gd name="connsiteY10" fmla="*/ 271939 h 581025"/>
                <a:gd name="connsiteX11" fmla="*/ 690086 w 695325"/>
                <a:gd name="connsiteY11" fmla="*/ 374809 h 581025"/>
                <a:gd name="connsiteX12" fmla="*/ 689134 w 695325"/>
                <a:gd name="connsiteY12" fmla="*/ 368141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95325" h="581025">
                  <a:moveTo>
                    <a:pt x="689134" y="368141"/>
                  </a:moveTo>
                  <a:cubicBezTo>
                    <a:pt x="687229" y="271939"/>
                    <a:pt x="641509" y="191929"/>
                    <a:pt x="571024" y="127159"/>
                  </a:cubicBezTo>
                  <a:cubicBezTo>
                    <a:pt x="517684" y="78581"/>
                    <a:pt x="453866" y="41434"/>
                    <a:pt x="388144" y="13811"/>
                  </a:cubicBezTo>
                  <a:cubicBezTo>
                    <a:pt x="382429" y="11906"/>
                    <a:pt x="377666" y="9049"/>
                    <a:pt x="371951" y="7144"/>
                  </a:cubicBezTo>
                  <a:lnTo>
                    <a:pt x="371951" y="7144"/>
                  </a:lnTo>
                  <a:cubicBezTo>
                    <a:pt x="371951" y="7144"/>
                    <a:pt x="371951" y="7144"/>
                    <a:pt x="371951" y="7144"/>
                  </a:cubicBezTo>
                  <a:cubicBezTo>
                    <a:pt x="290036" y="105251"/>
                    <a:pt x="7144" y="178594"/>
                    <a:pt x="7144" y="383381"/>
                  </a:cubicBezTo>
                  <a:cubicBezTo>
                    <a:pt x="7144" y="463391"/>
                    <a:pt x="57626" y="538639"/>
                    <a:pt x="132874" y="569119"/>
                  </a:cubicBezTo>
                  <a:cubicBezTo>
                    <a:pt x="175736" y="585311"/>
                    <a:pt x="219551" y="586264"/>
                    <a:pt x="262414" y="571976"/>
                  </a:cubicBezTo>
                  <a:cubicBezTo>
                    <a:pt x="300514" y="559594"/>
                    <a:pt x="332899" y="535781"/>
                    <a:pt x="358616" y="506254"/>
                  </a:cubicBezTo>
                  <a:cubicBezTo>
                    <a:pt x="441484" y="413861"/>
                    <a:pt x="475774" y="271939"/>
                    <a:pt x="577692" y="271939"/>
                  </a:cubicBezTo>
                  <a:cubicBezTo>
                    <a:pt x="671036" y="271939"/>
                    <a:pt x="683419" y="338614"/>
                    <a:pt x="690086" y="374809"/>
                  </a:cubicBezTo>
                  <a:cubicBezTo>
                    <a:pt x="689134" y="373856"/>
                    <a:pt x="689134" y="371951"/>
                    <a:pt x="689134" y="368141"/>
                  </a:cubicBezTo>
                  <a:close/>
                </a:path>
              </a:pathLst>
            </a:custGeom>
            <a:solidFill>
              <a:srgbClr val="0072AF"/>
            </a:solidFill>
            <a:ln w="9525" cap="flat">
              <a:noFill/>
              <a:prstDash val="solid"/>
              <a:miter/>
            </a:ln>
          </p:spPr>
          <p:txBody>
            <a:bodyPr rtlCol="0" anchor="ctr"/>
            <a:lstStyle/>
            <a:p>
              <a:endParaRPr lang="en-US" sz="1800" b="0" i="0">
                <a:latin typeface="Ubuntu" panose="020B08040306020A0204" pitchFamily="34" charset="0"/>
              </a:endParaRPr>
            </a:p>
          </p:txBody>
        </p:sp>
      </p:grpSp>
    </p:spTree>
    <p:extLst>
      <p:ext uri="{BB962C8B-B14F-4D97-AF65-F5344CB8AC3E}">
        <p14:creationId xmlns:p14="http://schemas.microsoft.com/office/powerpoint/2010/main" val="1697908667"/>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Titlse slide 3c">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79EA84EC-0E0C-41F6-8286-BC5A87DC6C7B}"/>
              </a:ext>
            </a:extLst>
          </p:cNvPr>
          <p:cNvSpPr>
            <a:spLocks noGrp="1"/>
          </p:cNvSpPr>
          <p:nvPr>
            <p:ph type="body" sz="quarter" idx="10" hasCustomPrompt="1"/>
          </p:nvPr>
        </p:nvSpPr>
        <p:spPr>
          <a:xfrm>
            <a:off x="427038" y="2320211"/>
            <a:ext cx="11356975" cy="2215991"/>
          </a:xfrm>
          <a:prstGeom prst="rect">
            <a:avLst/>
          </a:prstGeom>
        </p:spPr>
        <p:txBody>
          <a:bodyPr wrap="square" anchor="b" anchorCtr="0">
            <a:spAutoFit/>
          </a:bodyPr>
          <a:lstStyle>
            <a:lvl1pPr marL="0" indent="0" algn="l">
              <a:lnSpc>
                <a:spcPct val="90000"/>
              </a:lnSpc>
              <a:spcBef>
                <a:spcPts val="0"/>
              </a:spcBef>
              <a:spcAft>
                <a:spcPts val="0"/>
              </a:spcAft>
              <a:buFontTx/>
              <a:buNone/>
              <a:defRPr sz="8000" b="0" cap="none" baseline="0">
                <a:solidFill>
                  <a:schemeClr val="bg1"/>
                </a:solidFill>
                <a:latin typeface="+mj-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Click to </a:t>
            </a:r>
            <a:r>
              <a:rPr lang="fr-FR" err="1"/>
              <a:t>edit</a:t>
            </a:r>
            <a:r>
              <a:rPr lang="fr-FR"/>
              <a:t> master </a:t>
            </a:r>
            <a:r>
              <a:rPr lang="fr-FR" err="1"/>
              <a:t>title</a:t>
            </a:r>
            <a:r>
              <a:rPr lang="fr-FR"/>
              <a:t> Style</a:t>
            </a:r>
          </a:p>
        </p:txBody>
      </p:sp>
      <p:grpSp>
        <p:nvGrpSpPr>
          <p:cNvPr id="2" name="Group 2">
            <a:extLst>
              <a:ext uri="{FF2B5EF4-FFF2-40B4-BE49-F238E27FC236}">
                <a16:creationId xmlns:a16="http://schemas.microsoft.com/office/drawing/2014/main" id="{E112FC67-26E6-91F9-0FAE-294883269917}"/>
              </a:ext>
            </a:extLst>
          </p:cNvPr>
          <p:cNvGrpSpPr>
            <a:grpSpLocks noChangeAspect="1"/>
          </p:cNvGrpSpPr>
          <p:nvPr userDrawn="1"/>
        </p:nvGrpSpPr>
        <p:grpSpPr>
          <a:xfrm>
            <a:off x="443568" y="6021288"/>
            <a:ext cx="1872000" cy="420870"/>
            <a:chOff x="5094083" y="5360390"/>
            <a:chExt cx="3039349" cy="683316"/>
          </a:xfrm>
        </p:grpSpPr>
        <p:sp>
          <p:nvSpPr>
            <p:cNvPr id="3" name="Freeform: Shape 4">
              <a:extLst>
                <a:ext uri="{FF2B5EF4-FFF2-40B4-BE49-F238E27FC236}">
                  <a16:creationId xmlns:a16="http://schemas.microsoft.com/office/drawing/2014/main" id="{FC0E4D70-5998-8125-42E2-E0EE77A84AC4}"/>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FFFFFF"/>
            </a:solidFill>
            <a:ln w="9525" cap="flat">
              <a:noFill/>
              <a:prstDash val="solid"/>
              <a:miter/>
            </a:ln>
          </p:spPr>
          <p:txBody>
            <a:bodyPr rtlCol="0" anchor="ctr"/>
            <a:lstStyle/>
            <a:p>
              <a:endParaRPr lang="en-US" sz="1800" b="0" i="0">
                <a:latin typeface="Ubuntu" panose="020B08040306020A0204" pitchFamily="34" charset="0"/>
              </a:endParaRPr>
            </a:p>
          </p:txBody>
        </p:sp>
        <p:sp>
          <p:nvSpPr>
            <p:cNvPr id="11" name="Freeform: Shape 5">
              <a:extLst>
                <a:ext uri="{FF2B5EF4-FFF2-40B4-BE49-F238E27FC236}">
                  <a16:creationId xmlns:a16="http://schemas.microsoft.com/office/drawing/2014/main" id="{FBD6D893-3276-B285-3B03-8726CD1FFB2A}"/>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FFFFFF"/>
            </a:solidFill>
            <a:ln w="9525" cap="flat">
              <a:noFill/>
              <a:prstDash val="solid"/>
              <a:miter/>
            </a:ln>
          </p:spPr>
          <p:txBody>
            <a:bodyPr rtlCol="0" anchor="ctr"/>
            <a:lstStyle/>
            <a:p>
              <a:endParaRPr lang="en-US" sz="1800" b="0" i="0">
                <a:latin typeface="Ubuntu" panose="020B08040306020A0204" pitchFamily="34" charset="0"/>
              </a:endParaRPr>
            </a:p>
          </p:txBody>
        </p:sp>
        <p:sp>
          <p:nvSpPr>
            <p:cNvPr id="12" name="Freeform: Shape 6">
              <a:extLst>
                <a:ext uri="{FF2B5EF4-FFF2-40B4-BE49-F238E27FC236}">
                  <a16:creationId xmlns:a16="http://schemas.microsoft.com/office/drawing/2014/main" id="{6F9A7FDE-2DE1-AB6B-F371-23968DFB687D}"/>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FFFFFF"/>
            </a:solidFill>
            <a:ln w="9525" cap="flat">
              <a:noFill/>
              <a:prstDash val="solid"/>
              <a:miter/>
            </a:ln>
          </p:spPr>
          <p:txBody>
            <a:bodyPr rtlCol="0" anchor="ctr"/>
            <a:lstStyle/>
            <a:p>
              <a:endParaRPr lang="en-US" sz="1800" b="0" i="0">
                <a:latin typeface="Ubuntu" panose="020B08040306020A0204" pitchFamily="34" charset="0"/>
              </a:endParaRPr>
            </a:p>
          </p:txBody>
        </p:sp>
        <p:sp>
          <p:nvSpPr>
            <p:cNvPr id="13" name="Freeform: Shape 7">
              <a:extLst>
                <a:ext uri="{FF2B5EF4-FFF2-40B4-BE49-F238E27FC236}">
                  <a16:creationId xmlns:a16="http://schemas.microsoft.com/office/drawing/2014/main" id="{72366D37-668B-51CE-2CE6-C9DA736141BA}"/>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solidFill>
              <a:srgbClr val="FFFFFF"/>
            </a:solidFill>
            <a:ln w="9525" cap="flat">
              <a:noFill/>
              <a:prstDash val="solid"/>
              <a:miter/>
            </a:ln>
          </p:spPr>
          <p:txBody>
            <a:bodyPr rtlCol="0" anchor="ctr"/>
            <a:lstStyle/>
            <a:p>
              <a:endParaRPr lang="en-US" sz="1800" b="0" i="0">
                <a:latin typeface="Ubuntu" panose="020B08040306020A0204" pitchFamily="34" charset="0"/>
              </a:endParaRPr>
            </a:p>
          </p:txBody>
        </p:sp>
        <p:sp>
          <p:nvSpPr>
            <p:cNvPr id="14" name="Freeform: Shape 8">
              <a:extLst>
                <a:ext uri="{FF2B5EF4-FFF2-40B4-BE49-F238E27FC236}">
                  <a16:creationId xmlns:a16="http://schemas.microsoft.com/office/drawing/2014/main" id="{9CF35CA0-09E8-81C3-4DA7-F503D6BAE3A3}"/>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solidFill>
              <a:srgbClr val="FFFFFF"/>
            </a:solidFill>
            <a:ln w="9525" cap="flat">
              <a:noFill/>
              <a:prstDash val="solid"/>
              <a:miter/>
            </a:ln>
          </p:spPr>
          <p:txBody>
            <a:bodyPr rtlCol="0" anchor="ctr"/>
            <a:lstStyle/>
            <a:p>
              <a:endParaRPr lang="en-US" sz="1800" b="0" i="0">
                <a:latin typeface="Ubuntu" panose="020B08040306020A0204" pitchFamily="34" charset="0"/>
              </a:endParaRPr>
            </a:p>
          </p:txBody>
        </p:sp>
      </p:grpSp>
      <p:pic>
        <p:nvPicPr>
          <p:cNvPr id="4" name="Picture 16">
            <a:extLst>
              <a:ext uri="{FF2B5EF4-FFF2-40B4-BE49-F238E27FC236}">
                <a16:creationId xmlns:a16="http://schemas.microsoft.com/office/drawing/2014/main" id="{415561A2-AF17-AE8E-8E0A-9B607FD1FAB2}"/>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5159896" y="1107202"/>
            <a:ext cx="8281358" cy="6858000"/>
          </a:xfrm>
          <a:prstGeom prst="rect">
            <a:avLst/>
          </a:prstGeom>
        </p:spPr>
      </p:pic>
    </p:spTree>
    <p:extLst>
      <p:ext uri="{BB962C8B-B14F-4D97-AF65-F5344CB8AC3E}">
        <p14:creationId xmlns:p14="http://schemas.microsoft.com/office/powerpoint/2010/main" val="3932500995"/>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1_Title Slide 6">
    <p:spTree>
      <p:nvGrpSpPr>
        <p:cNvPr id="1" name=""/>
        <p:cNvGrpSpPr/>
        <p:nvPr/>
      </p:nvGrpSpPr>
      <p:grpSpPr>
        <a:xfrm>
          <a:off x="0" y="0"/>
          <a:ext cx="0" cy="0"/>
          <a:chOff x="0" y="0"/>
          <a:chExt cx="0" cy="0"/>
        </a:xfrm>
      </p:grpSpPr>
      <p:sp>
        <p:nvSpPr>
          <p:cNvPr id="33" name="Picture Placeholder 18">
            <a:extLst>
              <a:ext uri="{FF2B5EF4-FFF2-40B4-BE49-F238E27FC236}">
                <a16:creationId xmlns:a16="http://schemas.microsoft.com/office/drawing/2014/main" id="{3A966515-C64B-E7BB-1198-D99D16DE65B4}"/>
              </a:ext>
            </a:extLst>
          </p:cNvPr>
          <p:cNvSpPr>
            <a:spLocks noGrp="1"/>
          </p:cNvSpPr>
          <p:nvPr>
            <p:ph type="pic" sz="quarter" idx="10" hasCustomPrompt="1"/>
          </p:nvPr>
        </p:nvSpPr>
        <p:spPr>
          <a:xfrm>
            <a:off x="5159896" y="1916832"/>
            <a:ext cx="7032104" cy="4941168"/>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2">
              <a:lumMod val="90000"/>
            </a:schemeClr>
          </a:solidFill>
        </p:spPr>
        <p:txBody>
          <a:bodyPr wrap="square">
            <a:noAutofit/>
          </a:bodyPr>
          <a:lstStyle>
            <a:lvl1pPr>
              <a:defRPr b="0" i="0">
                <a:solidFill>
                  <a:schemeClr val="tx1">
                    <a:lumMod val="50000"/>
                    <a:lumOff val="50000"/>
                  </a:schemeClr>
                </a:solidFill>
                <a:latin typeface="Ubuntu" panose="020B08040306020A0204" pitchFamily="34" charset="0"/>
              </a:defRPr>
            </a:lvl1pPr>
          </a:lstStyle>
          <a:p>
            <a:r>
              <a:rPr lang="de-DE"/>
              <a:t>Insert Picture and send </a:t>
            </a:r>
            <a:r>
              <a:rPr lang="de-DE" err="1"/>
              <a:t>to</a:t>
            </a:r>
            <a:r>
              <a:rPr lang="de-DE"/>
              <a:t> back</a:t>
            </a:r>
          </a:p>
        </p:txBody>
      </p:sp>
      <p:sp>
        <p:nvSpPr>
          <p:cNvPr id="19" name="Text Placeholder 8">
            <a:extLst>
              <a:ext uri="{FF2B5EF4-FFF2-40B4-BE49-F238E27FC236}">
                <a16:creationId xmlns:a16="http://schemas.microsoft.com/office/drawing/2014/main" id="{DE3C410B-B58E-46DB-B5F0-7F515E223DD9}"/>
              </a:ext>
            </a:extLst>
          </p:cNvPr>
          <p:cNvSpPr>
            <a:spLocks noGrp="1"/>
          </p:cNvSpPr>
          <p:nvPr>
            <p:ph type="body" sz="quarter" idx="12" hasCustomPrompt="1"/>
          </p:nvPr>
        </p:nvSpPr>
        <p:spPr>
          <a:xfrm>
            <a:off x="407368" y="3341212"/>
            <a:ext cx="4609034" cy="215444"/>
          </a:xfrm>
        </p:spPr>
        <p:txBody>
          <a:bodyPr vert="horz" wrap="square" lIns="18000" tIns="0" rIns="0" bIns="0" rtlCol="0" anchor="t" anchorCtr="0">
            <a:spAutoFit/>
          </a:bodyPr>
          <a:lstStyle>
            <a:lvl1pPr>
              <a:defRPr lang="en-US" sz="1400" dirty="0">
                <a:solidFill>
                  <a:schemeClr val="bg1"/>
                </a:solidFill>
                <a:latin typeface="Ubuntu Light" panose="020B0304030602030204" pitchFamily="34" charset="0"/>
              </a:defRPr>
            </a:lvl1pPr>
          </a:lstStyle>
          <a:p>
            <a:pPr lvl="0"/>
            <a:r>
              <a:rPr lang="en-US"/>
              <a:t>Optional: Click to insert name</a:t>
            </a:r>
          </a:p>
        </p:txBody>
      </p:sp>
      <p:sp>
        <p:nvSpPr>
          <p:cNvPr id="6" name="Subtitle">
            <a:extLst>
              <a:ext uri="{FF2B5EF4-FFF2-40B4-BE49-F238E27FC236}">
                <a16:creationId xmlns:a16="http://schemas.microsoft.com/office/drawing/2014/main" id="{A6C182ED-7FBB-D436-05D8-96E184F17BD0}"/>
              </a:ext>
            </a:extLst>
          </p:cNvPr>
          <p:cNvSpPr>
            <a:spLocks noGrp="1"/>
          </p:cNvSpPr>
          <p:nvPr>
            <p:ph type="subTitle" idx="1"/>
          </p:nvPr>
        </p:nvSpPr>
        <p:spPr>
          <a:xfrm>
            <a:off x="407368" y="2924944"/>
            <a:ext cx="4609034" cy="246221"/>
          </a:xfrm>
          <a:prstGeom prst="rect">
            <a:avLst/>
          </a:prstGeom>
        </p:spPr>
        <p:txBody>
          <a:bodyPr wrap="square" lIns="18000" tIns="0" rIns="0" anchor="t" anchorCtr="0">
            <a:spAutoFit/>
          </a:bodyPr>
          <a:lstStyle>
            <a:lvl1pPr marL="0" indent="0" algn="l">
              <a:buNone/>
              <a:defRPr sz="1600">
                <a:solidFill>
                  <a:schemeClr val="bg1"/>
                </a:solidFill>
                <a:latin typeface="Ubuntu Light" panose="020B0304030602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7" name="Title">
            <a:extLst>
              <a:ext uri="{FF2B5EF4-FFF2-40B4-BE49-F238E27FC236}">
                <a16:creationId xmlns:a16="http://schemas.microsoft.com/office/drawing/2014/main" id="{46ABBE1C-3373-50D9-4152-CA1AC4A5E7F0}"/>
              </a:ext>
            </a:extLst>
          </p:cNvPr>
          <p:cNvSpPr>
            <a:spLocks noGrp="1"/>
          </p:cNvSpPr>
          <p:nvPr>
            <p:ph type="ctrTitle" hasCustomPrompt="1"/>
          </p:nvPr>
        </p:nvSpPr>
        <p:spPr>
          <a:xfrm>
            <a:off x="407368" y="1052513"/>
            <a:ext cx="4609034" cy="1495794"/>
          </a:xfrm>
          <a:prstGeom prst="rect">
            <a:avLst/>
          </a:prstGeom>
        </p:spPr>
        <p:txBody>
          <a:bodyPr wrap="square" lIns="0" tIns="0" rIns="0" bIns="0" anchor="b" anchorCtr="0">
            <a:spAutoFit/>
          </a:bodyPr>
          <a:lstStyle>
            <a:lvl1pPr algn="l">
              <a:lnSpc>
                <a:spcPct val="90000"/>
              </a:lnSpc>
              <a:tabLst>
                <a:tab pos="1258888" algn="l"/>
              </a:tabLst>
              <a:defRPr sz="5400" b="0" cap="none" baseline="0">
                <a:solidFill>
                  <a:schemeClr val="bg1"/>
                </a:solidFill>
                <a:latin typeface="+mj-lt"/>
              </a:defRPr>
            </a:lvl1pPr>
          </a:lstStyle>
          <a:p>
            <a:r>
              <a:rPr lang="fr-FR"/>
              <a:t>Modifiez le style du titre</a:t>
            </a:r>
            <a:endParaRPr lang="en-GB"/>
          </a:p>
        </p:txBody>
      </p:sp>
      <p:grpSp>
        <p:nvGrpSpPr>
          <p:cNvPr id="2" name="Group 2">
            <a:extLst>
              <a:ext uri="{FF2B5EF4-FFF2-40B4-BE49-F238E27FC236}">
                <a16:creationId xmlns:a16="http://schemas.microsoft.com/office/drawing/2014/main" id="{F51496C4-1393-EC1A-FE90-568BF22C8C7B}"/>
              </a:ext>
            </a:extLst>
          </p:cNvPr>
          <p:cNvGrpSpPr>
            <a:grpSpLocks noChangeAspect="1"/>
          </p:cNvGrpSpPr>
          <p:nvPr userDrawn="1"/>
        </p:nvGrpSpPr>
        <p:grpSpPr>
          <a:xfrm>
            <a:off x="443568" y="6021288"/>
            <a:ext cx="1872000" cy="420870"/>
            <a:chOff x="5094083" y="5360390"/>
            <a:chExt cx="3039349" cy="683316"/>
          </a:xfrm>
        </p:grpSpPr>
        <p:sp>
          <p:nvSpPr>
            <p:cNvPr id="3" name="Freeform: Shape 4">
              <a:extLst>
                <a:ext uri="{FF2B5EF4-FFF2-40B4-BE49-F238E27FC236}">
                  <a16:creationId xmlns:a16="http://schemas.microsoft.com/office/drawing/2014/main" id="{0937F72A-96AE-F5EC-755D-D45529304F35}"/>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FFFFFF"/>
            </a:solidFill>
            <a:ln w="9525" cap="flat">
              <a:noFill/>
              <a:prstDash val="solid"/>
              <a:miter/>
            </a:ln>
          </p:spPr>
          <p:txBody>
            <a:bodyPr rtlCol="0" anchor="ctr"/>
            <a:lstStyle/>
            <a:p>
              <a:endParaRPr lang="en-US" sz="1800" b="0" i="0">
                <a:latin typeface="Ubuntu" panose="020B08040306020A0204" pitchFamily="34" charset="0"/>
              </a:endParaRPr>
            </a:p>
          </p:txBody>
        </p:sp>
        <p:sp>
          <p:nvSpPr>
            <p:cNvPr id="4" name="Freeform: Shape 5">
              <a:extLst>
                <a:ext uri="{FF2B5EF4-FFF2-40B4-BE49-F238E27FC236}">
                  <a16:creationId xmlns:a16="http://schemas.microsoft.com/office/drawing/2014/main" id="{96B9DAFA-5CFE-3E91-78D3-742C4B9A849A}"/>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FFFFFF"/>
            </a:solidFill>
            <a:ln w="9525" cap="flat">
              <a:noFill/>
              <a:prstDash val="solid"/>
              <a:miter/>
            </a:ln>
          </p:spPr>
          <p:txBody>
            <a:bodyPr rtlCol="0" anchor="ctr"/>
            <a:lstStyle/>
            <a:p>
              <a:endParaRPr lang="en-US" sz="1800" b="0" i="0">
                <a:latin typeface="Ubuntu" panose="020B08040306020A0204" pitchFamily="34" charset="0"/>
              </a:endParaRPr>
            </a:p>
          </p:txBody>
        </p:sp>
        <p:sp>
          <p:nvSpPr>
            <p:cNvPr id="5" name="Freeform: Shape 6">
              <a:extLst>
                <a:ext uri="{FF2B5EF4-FFF2-40B4-BE49-F238E27FC236}">
                  <a16:creationId xmlns:a16="http://schemas.microsoft.com/office/drawing/2014/main" id="{CB9EFD82-551E-D525-DCB6-363C1A232636}"/>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FFFFFF"/>
            </a:solidFill>
            <a:ln w="9525" cap="flat">
              <a:noFill/>
              <a:prstDash val="solid"/>
              <a:miter/>
            </a:ln>
          </p:spPr>
          <p:txBody>
            <a:bodyPr rtlCol="0" anchor="ctr"/>
            <a:lstStyle/>
            <a:p>
              <a:endParaRPr lang="en-US" sz="1800" b="0" i="0">
                <a:latin typeface="Ubuntu" panose="020B08040306020A0204" pitchFamily="34" charset="0"/>
              </a:endParaRPr>
            </a:p>
          </p:txBody>
        </p:sp>
        <p:sp>
          <p:nvSpPr>
            <p:cNvPr id="14" name="Freeform: Shape 7">
              <a:extLst>
                <a:ext uri="{FF2B5EF4-FFF2-40B4-BE49-F238E27FC236}">
                  <a16:creationId xmlns:a16="http://schemas.microsoft.com/office/drawing/2014/main" id="{F9FEB3BD-8FE6-4A58-DFA9-1F350C2DE2F2}"/>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solidFill>
              <a:srgbClr val="FFFFFF"/>
            </a:solidFill>
            <a:ln w="9525" cap="flat">
              <a:noFill/>
              <a:prstDash val="solid"/>
              <a:miter/>
            </a:ln>
          </p:spPr>
          <p:txBody>
            <a:bodyPr rtlCol="0" anchor="ctr"/>
            <a:lstStyle/>
            <a:p>
              <a:endParaRPr lang="en-US" sz="1800" b="0" i="0">
                <a:latin typeface="Ubuntu" panose="020B08040306020A0204" pitchFamily="34" charset="0"/>
              </a:endParaRPr>
            </a:p>
          </p:txBody>
        </p:sp>
        <p:sp>
          <p:nvSpPr>
            <p:cNvPr id="15" name="Freeform: Shape 8">
              <a:extLst>
                <a:ext uri="{FF2B5EF4-FFF2-40B4-BE49-F238E27FC236}">
                  <a16:creationId xmlns:a16="http://schemas.microsoft.com/office/drawing/2014/main" id="{D59F2406-4DC9-3FBA-F0C2-60E886FCA30E}"/>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solidFill>
              <a:srgbClr val="FFFFFF"/>
            </a:solidFill>
            <a:ln w="9525" cap="flat">
              <a:noFill/>
              <a:prstDash val="solid"/>
              <a:miter/>
            </a:ln>
          </p:spPr>
          <p:txBody>
            <a:bodyPr rtlCol="0" anchor="ctr"/>
            <a:lstStyle/>
            <a:p>
              <a:endParaRPr lang="en-US" sz="1800" b="0" i="0">
                <a:latin typeface="Ubuntu" panose="020B08040306020A0204" pitchFamily="34" charset="0"/>
              </a:endParaRPr>
            </a:p>
          </p:txBody>
        </p:sp>
      </p:grpSp>
    </p:spTree>
    <p:extLst>
      <p:ext uri="{BB962C8B-B14F-4D97-AF65-F5344CB8AC3E}">
        <p14:creationId xmlns:p14="http://schemas.microsoft.com/office/powerpoint/2010/main" val="836621700"/>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1_Title Only Dark Grey">
    <p:spTree>
      <p:nvGrpSpPr>
        <p:cNvPr id="1" name=""/>
        <p:cNvGrpSpPr/>
        <p:nvPr/>
      </p:nvGrpSpPr>
      <p:grpSpPr>
        <a:xfrm>
          <a:off x="0" y="0"/>
          <a:ext cx="0" cy="0"/>
          <a:chOff x="0" y="0"/>
          <a:chExt cx="0" cy="0"/>
        </a:xfrm>
      </p:grpSpPr>
      <p:pic>
        <p:nvPicPr>
          <p:cNvPr id="5" name="Image 4">
            <a:extLst>
              <a:ext uri="{FF2B5EF4-FFF2-40B4-BE49-F238E27FC236}">
                <a16:creationId xmlns:a16="http://schemas.microsoft.com/office/drawing/2014/main" id="{1E48450D-3826-10DB-2D66-CCC09D137DBF}"/>
              </a:ext>
            </a:extLst>
          </p:cNvPr>
          <p:cNvPicPr>
            <a:picLocks noChangeAspect="1"/>
          </p:cNvPicPr>
          <p:nvPr userDrawn="1"/>
        </p:nvPicPr>
        <p:blipFill rotWithShape="1">
          <a:blip r:embed="rId3" cstate="email">
            <a:extLst>
              <a:ext uri="{28A0092B-C50C-407E-A947-70E740481C1C}">
                <a14:useLocalDpi xmlns:a14="http://schemas.microsoft.com/office/drawing/2010/main"/>
              </a:ext>
            </a:extLst>
          </a:blip>
          <a:srcRect/>
          <a:stretch/>
        </p:blipFill>
        <p:spPr>
          <a:xfrm>
            <a:off x="0" y="0"/>
            <a:ext cx="12192000" cy="6858000"/>
          </a:xfrm>
          <a:prstGeom prst="rect">
            <a:avLst/>
          </a:prstGeom>
          <a:ln>
            <a:solidFill>
              <a:schemeClr val="bg1"/>
            </a:solidFill>
          </a:ln>
        </p:spPr>
      </p:pic>
      <p:grpSp>
        <p:nvGrpSpPr>
          <p:cNvPr id="3" name="Groupe 1">
            <a:extLst>
              <a:ext uri="{FF2B5EF4-FFF2-40B4-BE49-F238E27FC236}">
                <a16:creationId xmlns:a16="http://schemas.microsoft.com/office/drawing/2014/main" id="{ED78FD6D-1A01-74C4-CB54-A32F1E93007F}"/>
              </a:ext>
            </a:extLst>
          </p:cNvPr>
          <p:cNvGrpSpPr/>
          <p:nvPr userDrawn="1"/>
        </p:nvGrpSpPr>
        <p:grpSpPr>
          <a:xfrm>
            <a:off x="11501102" y="171573"/>
            <a:ext cx="419436" cy="388988"/>
            <a:chOff x="11501102" y="171573"/>
            <a:chExt cx="419436" cy="388988"/>
          </a:xfrm>
        </p:grpSpPr>
        <p:sp>
          <p:nvSpPr>
            <p:cNvPr id="4" name="Freeform 13">
              <a:extLst>
                <a:ext uri="{FF2B5EF4-FFF2-40B4-BE49-F238E27FC236}">
                  <a16:creationId xmlns:a16="http://schemas.microsoft.com/office/drawing/2014/main" id="{79689AB1-9583-6907-0838-D1F23B1AD317}"/>
                </a:ext>
              </a:extLst>
            </p:cNvPr>
            <p:cNvSpPr>
              <a:spLocks/>
            </p:cNvSpPr>
            <p:nvPr/>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6" name="Freeform 14">
              <a:extLst>
                <a:ext uri="{FF2B5EF4-FFF2-40B4-BE49-F238E27FC236}">
                  <a16:creationId xmlns:a16="http://schemas.microsoft.com/office/drawing/2014/main" id="{06B08E90-10CF-C266-60D0-19FBCDA84948}"/>
                </a:ext>
              </a:extLst>
            </p:cNvPr>
            <p:cNvSpPr>
              <a:spLocks/>
            </p:cNvSpPr>
            <p:nvPr/>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
        <p:nvSpPr>
          <p:cNvPr id="8" name="Title 7">
            <a:extLst>
              <a:ext uri="{FF2B5EF4-FFF2-40B4-BE49-F238E27FC236}">
                <a16:creationId xmlns:a16="http://schemas.microsoft.com/office/drawing/2014/main" id="{3D157E69-E97C-337D-DB61-4F890B2FEBB4}"/>
              </a:ext>
            </a:extLst>
          </p:cNvPr>
          <p:cNvSpPr>
            <a:spLocks noGrp="1"/>
          </p:cNvSpPr>
          <p:nvPr>
            <p:ph type="title"/>
          </p:nvPr>
        </p:nvSpPr>
        <p:spPr>
          <a:xfrm>
            <a:off x="414971" y="260350"/>
            <a:ext cx="11008413" cy="792163"/>
          </a:xfrm>
          <a:prstGeom prst="rect">
            <a:avLst/>
          </a:prstGeom>
        </p:spPr>
        <p:txBody>
          <a:bodyPr anchor="t"/>
          <a:lstStyle>
            <a:lvl1pPr>
              <a:defRPr>
                <a:solidFill>
                  <a:schemeClr val="bg1"/>
                </a:solidFill>
              </a:defRPr>
            </a:lvl1pPr>
          </a:lstStyle>
          <a:p>
            <a:r>
              <a:rPr lang="en-US"/>
              <a:t>Click to edit Master title style</a:t>
            </a:r>
            <a:endParaRPr lang="en-GB"/>
          </a:p>
        </p:txBody>
      </p:sp>
      <p:sp>
        <p:nvSpPr>
          <p:cNvPr id="18" name="Date Placeholder 2">
            <a:extLst>
              <a:ext uri="{FF2B5EF4-FFF2-40B4-BE49-F238E27FC236}">
                <a16:creationId xmlns:a16="http://schemas.microsoft.com/office/drawing/2014/main" id="{D69D4491-8A93-5C8D-71F5-B296B4A876F8}"/>
              </a:ext>
            </a:extLst>
          </p:cNvPr>
          <p:cNvSpPr txBox="1">
            <a:spLocks/>
          </p:cNvSpPr>
          <p:nvPr userDrawn="1"/>
        </p:nvSpPr>
        <p:spPr>
          <a:xfrm>
            <a:off x="9192344" y="6650661"/>
            <a:ext cx="2119242" cy="123111"/>
          </a:xfrm>
          <a:prstGeom prst="rect">
            <a:avLst/>
          </a:prstGeom>
        </p:spPr>
        <p:txBody>
          <a:bodyPr wrap="none" lIns="0" tIns="0" rIns="0" bIns="0" anchor="ctr" anchorCtr="0">
            <a:noAutofit/>
          </a:bodyPr>
          <a:lstStyle>
            <a:defPPr>
              <a:defRPr lang="en-US"/>
            </a:defPPr>
            <a:lvl1pPr marL="0" algn="r" defTabSz="914400" rtl="0" eaLnBrk="1" latinLnBrk="0" hangingPunct="1">
              <a:defRPr lang="de-DE" sz="800" kern="1200">
                <a:solidFill>
                  <a:schemeClr val="bg1">
                    <a:lumMod val="6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kumimoji="0" lang="en-US" sz="600" b="0" i="0" u="none" strike="noStrike" kern="1200" cap="none" spc="0" normalizeH="0" baseline="0" noProof="0">
                <a:ln>
                  <a:noFill/>
                </a:ln>
                <a:solidFill>
                  <a:srgbClr val="FFFFFF">
                    <a:lumMod val="65000"/>
                  </a:srgbClr>
                </a:solidFill>
                <a:effectLst/>
                <a:uLnTx/>
                <a:uFillTx/>
                <a:latin typeface="Ubuntu"/>
                <a:ea typeface="+mn-ea"/>
                <a:cs typeface="+mn-cs"/>
              </a:rPr>
              <a:t>© Capgemini Invent 2025. All rights reserved.</a:t>
            </a:r>
          </a:p>
        </p:txBody>
      </p:sp>
      <p:sp>
        <p:nvSpPr>
          <p:cNvPr id="19" name="Slide Number Placeholder 5">
            <a:extLst>
              <a:ext uri="{FF2B5EF4-FFF2-40B4-BE49-F238E27FC236}">
                <a16:creationId xmlns:a16="http://schemas.microsoft.com/office/drawing/2014/main" id="{C7D36E9D-4A3F-A906-EA3D-C9D25AD0F168}"/>
              </a:ext>
            </a:extLst>
          </p:cNvPr>
          <p:cNvSpPr txBox="1">
            <a:spLocks/>
          </p:cNvSpPr>
          <p:nvPr userDrawn="1"/>
        </p:nvSpPr>
        <p:spPr>
          <a:xfrm>
            <a:off x="11407951" y="6666049"/>
            <a:ext cx="232665" cy="92333"/>
          </a:xfrm>
          <a:prstGeom prst="rect">
            <a:avLst/>
          </a:prstGeom>
        </p:spPr>
        <p:txBody>
          <a:bodyPr wrap="square" lIns="0" tIns="0" rIns="0" bIns="0" anchor="ctr" anchorCtr="0">
            <a:spAutoFit/>
          </a:bodyPr>
          <a:lstStyle>
            <a:defPPr>
              <a:defRPr lang="en-US"/>
            </a:defPPr>
            <a:lvl1pPr marL="0" algn="r" defTabSz="914400" rtl="0" eaLnBrk="1" latinLnBrk="0" hangingPunct="1">
              <a:defRPr lang="de-DE" sz="800" kern="1200">
                <a:solidFill>
                  <a:schemeClr val="bg1">
                    <a:lumMod val="65000"/>
                  </a:schemeClr>
                </a:solidFill>
                <a:latin typeface="+mn-lt"/>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5D9A5160-6218-4E5A-B9E6-B93E3DAE377C}" type="slidenum">
              <a:rPr kumimoji="0" lang="en-US" sz="600" b="0" i="0" u="none" strike="noStrike" kern="1200" cap="none" spc="0" normalizeH="0" baseline="0" noProof="0" smtClean="0">
                <a:ln>
                  <a:noFill/>
                </a:ln>
                <a:solidFill>
                  <a:srgbClr val="FFFFFF">
                    <a:lumMod val="65000"/>
                  </a:srgbClr>
                </a:solidFill>
                <a:effectLst/>
                <a:uLnTx/>
                <a:uFillTx/>
                <a:latin typeface="Ubuntu"/>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600" b="0" i="0" u="none" strike="noStrike" kern="1200" cap="none" spc="0" normalizeH="0" baseline="0" noProof="0">
              <a:ln>
                <a:noFill/>
              </a:ln>
              <a:solidFill>
                <a:srgbClr val="FFFFFF">
                  <a:lumMod val="65000"/>
                </a:srgbClr>
              </a:solidFill>
              <a:effectLst/>
              <a:uLnTx/>
              <a:uFillTx/>
              <a:latin typeface="Ubuntu"/>
              <a:ea typeface="+mn-ea"/>
              <a:cs typeface="Arial" panose="020B0604020202020204" pitchFamily="34" charset="0"/>
            </a:endParaRPr>
          </a:p>
        </p:txBody>
      </p:sp>
      <p:sp>
        <p:nvSpPr>
          <p:cNvPr id="21" name="TextBox 20">
            <a:extLst>
              <a:ext uri="{FF2B5EF4-FFF2-40B4-BE49-F238E27FC236}">
                <a16:creationId xmlns:a16="http://schemas.microsoft.com/office/drawing/2014/main" id="{CFAFE6B4-58F2-E148-0FA5-09C8A857B527}"/>
              </a:ext>
            </a:extLst>
          </p:cNvPr>
          <p:cNvSpPr txBox="1"/>
          <p:nvPr userDrawn="1">
            <p:custDataLst>
              <p:tags r:id="rId1"/>
            </p:custDataLst>
          </p:nvPr>
        </p:nvSpPr>
        <p:spPr>
          <a:xfrm>
            <a:off x="8887583" y="6666049"/>
            <a:ext cx="812722" cy="92333"/>
          </a:xfrm>
          <a:prstGeom prst="rect">
            <a:avLst/>
          </a:prstGeom>
          <a:noFill/>
        </p:spPr>
        <p:txBody>
          <a:bodyPr vert="horz" wrap="none" lIns="0" tIns="0" rIns="0" bIns="0" rtlCol="0" anchor="ctr" anchorCtr="0">
            <a:spAutoFit/>
          </a:bodyPr>
          <a:lstStyle/>
          <a:p>
            <a:pPr algn="r">
              <a:spcBef>
                <a:spcPts val="1000"/>
              </a:spcBef>
            </a:pPr>
            <a:r>
              <a:rPr lang="en-GB" sz="600" b="1">
                <a:solidFill>
                  <a:srgbClr val="FFFFFF">
                    <a:lumMod val="65000"/>
                  </a:srgbClr>
                </a:solidFill>
                <a:cs typeface="Times New Roman" pitchFamily="18" charset="0"/>
              </a:rPr>
              <a:t>Company Confidential</a:t>
            </a:r>
            <a:endParaRPr lang="en-GB" sz="600" b="1">
              <a:solidFill>
                <a:srgbClr val="FFFFFF">
                  <a:lumMod val="65000"/>
                </a:srgbClr>
              </a:solidFill>
              <a:ea typeface="Times New Roman" pitchFamily="18" charset="0"/>
              <a:cs typeface="Times New Roman" pitchFamily="18" charset="0"/>
            </a:endParaRPr>
          </a:p>
        </p:txBody>
      </p:sp>
      <p:sp>
        <p:nvSpPr>
          <p:cNvPr id="2" name="Rectangle 27">
            <a:extLst>
              <a:ext uri="{FF2B5EF4-FFF2-40B4-BE49-F238E27FC236}">
                <a16:creationId xmlns:a16="http://schemas.microsoft.com/office/drawing/2014/main" id="{0A12A2A7-01C9-09AD-00E4-EE516AEE8F3E}"/>
              </a:ext>
            </a:extLst>
          </p:cNvPr>
          <p:cNvSpPr/>
          <p:nvPr userDrawn="1"/>
        </p:nvSpPr>
        <p:spPr>
          <a:xfrm>
            <a:off x="406833" y="6517871"/>
            <a:ext cx="3410847" cy="219456"/>
          </a:xfrm>
          <a:prstGeom prst="rect">
            <a:avLst/>
          </a:prstGeom>
        </p:spPr>
        <p:txBody>
          <a:bodyPr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0" cap="none" spc="0" normalizeH="0" baseline="0" noProof="0">
                <a:ln>
                  <a:noFill/>
                </a:ln>
                <a:solidFill>
                  <a:srgbClr val="FFFFFF">
                    <a:lumMod val="65000"/>
                  </a:srgbClr>
                </a:solidFill>
                <a:effectLst/>
                <a:uLnTx/>
                <a:uFillTx/>
                <a:latin typeface="Ubuntu"/>
                <a:ea typeface="+mn-ea"/>
                <a:cs typeface="Arial" panose="020B0604020202020204" pitchFamily="34" charset="0"/>
              </a:rPr>
              <a:t>IT Cost Optimization</a:t>
            </a:r>
          </a:p>
        </p:txBody>
      </p:sp>
    </p:spTree>
    <p:extLst>
      <p:ext uri="{BB962C8B-B14F-4D97-AF65-F5344CB8AC3E}">
        <p14:creationId xmlns:p14="http://schemas.microsoft.com/office/powerpoint/2010/main" val="149404863"/>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Title Subtitle Dark gradient">
    <p:spTree>
      <p:nvGrpSpPr>
        <p:cNvPr id="1" name=""/>
        <p:cNvGrpSpPr/>
        <p:nvPr/>
      </p:nvGrpSpPr>
      <p:grpSpPr>
        <a:xfrm>
          <a:off x="0" y="0"/>
          <a:ext cx="0" cy="0"/>
          <a:chOff x="0" y="0"/>
          <a:chExt cx="0" cy="0"/>
        </a:xfrm>
      </p:grpSpPr>
      <p:sp>
        <p:nvSpPr>
          <p:cNvPr id="12" name="Text Placeholder 9">
            <a:extLst>
              <a:ext uri="{FF2B5EF4-FFF2-40B4-BE49-F238E27FC236}">
                <a16:creationId xmlns:a16="http://schemas.microsoft.com/office/drawing/2014/main" id="{5166E472-7F03-4595-8219-0CA22510C30A}"/>
              </a:ext>
            </a:extLst>
          </p:cNvPr>
          <p:cNvSpPr>
            <a:spLocks noGrp="1"/>
          </p:cNvSpPr>
          <p:nvPr>
            <p:ph type="body" sz="quarter" idx="15" hasCustomPrompt="1"/>
          </p:nvPr>
        </p:nvSpPr>
        <p:spPr>
          <a:xfrm>
            <a:off x="414971" y="1125538"/>
            <a:ext cx="11369042" cy="246221"/>
          </a:xfrm>
          <a:prstGeom prst="rect">
            <a:avLst/>
          </a:prstGeom>
        </p:spPr>
        <p:txBody>
          <a:bodyPr lIns="0">
            <a:spAutoFit/>
          </a:bodyPr>
          <a:lstStyle>
            <a:lvl1pPr>
              <a:defRPr sz="1600" b="0">
                <a:solidFill>
                  <a:schemeClr val="bg1"/>
                </a:solidFill>
                <a:latin typeface="Ubuntu Light" panose="020B0304030602030204" pitchFamily="34" charset="0"/>
              </a:defRPr>
            </a:lvl1pPr>
          </a:lstStyle>
          <a:p>
            <a:pPr lvl="0"/>
            <a:r>
              <a:rPr lang="en-US"/>
              <a:t>Click to edit Master text styles</a:t>
            </a:r>
          </a:p>
        </p:txBody>
      </p:sp>
      <p:grpSp>
        <p:nvGrpSpPr>
          <p:cNvPr id="2" name="Group 37">
            <a:extLst>
              <a:ext uri="{FF2B5EF4-FFF2-40B4-BE49-F238E27FC236}">
                <a16:creationId xmlns:a16="http://schemas.microsoft.com/office/drawing/2014/main" id="{249954CA-1B4C-479D-8956-C152CD1D4255}"/>
              </a:ext>
            </a:extLst>
          </p:cNvPr>
          <p:cNvGrpSpPr/>
          <p:nvPr userDrawn="1"/>
        </p:nvGrpSpPr>
        <p:grpSpPr>
          <a:xfrm>
            <a:off x="11501102" y="171573"/>
            <a:ext cx="419436" cy="388087"/>
            <a:chOff x="5481638" y="2859088"/>
            <a:chExt cx="1231900" cy="1139825"/>
          </a:xfrm>
          <a:solidFill>
            <a:schemeClr val="bg1"/>
          </a:solidFill>
        </p:grpSpPr>
        <p:sp>
          <p:nvSpPr>
            <p:cNvPr id="4" name="Freeform 320">
              <a:extLst>
                <a:ext uri="{FF2B5EF4-FFF2-40B4-BE49-F238E27FC236}">
                  <a16:creationId xmlns:a16="http://schemas.microsoft.com/office/drawing/2014/main" id="{86845868-3C42-0B91-A56D-1739F1EE5238}"/>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b="0" i="0">
                <a:latin typeface="Ubuntu" panose="020B08040306020A0204" pitchFamily="34" charset="0"/>
              </a:endParaRPr>
            </a:p>
          </p:txBody>
        </p:sp>
        <p:sp>
          <p:nvSpPr>
            <p:cNvPr id="5" name="Freeform 321">
              <a:extLst>
                <a:ext uri="{FF2B5EF4-FFF2-40B4-BE49-F238E27FC236}">
                  <a16:creationId xmlns:a16="http://schemas.microsoft.com/office/drawing/2014/main" id="{F5D1D048-6CFA-0DCF-5953-84431BE6754C}"/>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b="0" i="0">
                <a:latin typeface="Ubuntu" panose="020B08040306020A0204" pitchFamily="34" charset="0"/>
              </a:endParaRPr>
            </a:p>
          </p:txBody>
        </p:sp>
      </p:grpSp>
      <p:sp>
        <p:nvSpPr>
          <p:cNvPr id="3" name="Title 2">
            <a:extLst>
              <a:ext uri="{FF2B5EF4-FFF2-40B4-BE49-F238E27FC236}">
                <a16:creationId xmlns:a16="http://schemas.microsoft.com/office/drawing/2014/main" id="{EE7D5AB5-F4DB-ECDA-A390-D44890647604}"/>
              </a:ext>
            </a:extLst>
          </p:cNvPr>
          <p:cNvSpPr>
            <a:spLocks noGrp="1"/>
          </p:cNvSpPr>
          <p:nvPr>
            <p:ph type="title"/>
          </p:nvPr>
        </p:nvSpPr>
        <p:spPr>
          <a:xfrm>
            <a:off x="414971" y="260350"/>
            <a:ext cx="11008413" cy="792163"/>
          </a:xfrm>
          <a:prstGeom prst="rect">
            <a:avLst/>
          </a:prstGeom>
        </p:spPr>
        <p:txBody>
          <a:bodyPr/>
          <a:lstStyle>
            <a:lvl1pPr>
              <a:defRPr>
                <a:solidFill>
                  <a:schemeClr val="bg1"/>
                </a:solidFill>
              </a:defRPr>
            </a:lvl1pPr>
          </a:lstStyle>
          <a:p>
            <a:r>
              <a:rPr lang="en-US"/>
              <a:t>Click to edit Master title style</a:t>
            </a:r>
          </a:p>
        </p:txBody>
      </p:sp>
    </p:spTree>
    <p:extLst>
      <p:ext uri="{BB962C8B-B14F-4D97-AF65-F5344CB8AC3E}">
        <p14:creationId xmlns:p14="http://schemas.microsoft.com/office/powerpoint/2010/main" val="1821020329"/>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Title Subtitle Capgemini Blue">
    <p:spTree>
      <p:nvGrpSpPr>
        <p:cNvPr id="1" name=""/>
        <p:cNvGrpSpPr/>
        <p:nvPr/>
      </p:nvGrpSpPr>
      <p:grpSpPr>
        <a:xfrm>
          <a:off x="0" y="0"/>
          <a:ext cx="0" cy="0"/>
          <a:chOff x="0" y="0"/>
          <a:chExt cx="0" cy="0"/>
        </a:xfrm>
      </p:grpSpPr>
      <p:grpSp>
        <p:nvGrpSpPr>
          <p:cNvPr id="8" name="Group 37">
            <a:extLst>
              <a:ext uri="{FF2B5EF4-FFF2-40B4-BE49-F238E27FC236}">
                <a16:creationId xmlns:a16="http://schemas.microsoft.com/office/drawing/2014/main" id="{8045CCAE-BD2B-495D-9881-0F2682E7F5DC}"/>
              </a:ext>
            </a:extLst>
          </p:cNvPr>
          <p:cNvGrpSpPr/>
          <p:nvPr userDrawn="1"/>
        </p:nvGrpSpPr>
        <p:grpSpPr>
          <a:xfrm>
            <a:off x="11501102" y="171573"/>
            <a:ext cx="419436" cy="388087"/>
            <a:chOff x="5481638" y="2859088"/>
            <a:chExt cx="1231900" cy="1139825"/>
          </a:xfrm>
          <a:solidFill>
            <a:schemeClr val="bg1"/>
          </a:solidFill>
        </p:grpSpPr>
        <p:sp>
          <p:nvSpPr>
            <p:cNvPr id="9" name="Freeform 320">
              <a:extLst>
                <a:ext uri="{FF2B5EF4-FFF2-40B4-BE49-F238E27FC236}">
                  <a16:creationId xmlns:a16="http://schemas.microsoft.com/office/drawing/2014/main" id="{6A17AE04-922A-4540-99C5-F8D62C3B08E0}"/>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b="0" i="0">
                <a:latin typeface="Ubuntu" panose="020B08040306020A0204" pitchFamily="34" charset="0"/>
              </a:endParaRPr>
            </a:p>
          </p:txBody>
        </p:sp>
        <p:sp>
          <p:nvSpPr>
            <p:cNvPr id="10" name="Freeform 321">
              <a:extLst>
                <a:ext uri="{FF2B5EF4-FFF2-40B4-BE49-F238E27FC236}">
                  <a16:creationId xmlns:a16="http://schemas.microsoft.com/office/drawing/2014/main" id="{DF832F2C-D3A7-4DE5-96EA-08ADD488B23C}"/>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b="0" i="0">
                <a:latin typeface="Ubuntu" panose="020B08040306020A0204" pitchFamily="34" charset="0"/>
              </a:endParaRPr>
            </a:p>
          </p:txBody>
        </p:sp>
      </p:grpSp>
      <p:sp>
        <p:nvSpPr>
          <p:cNvPr id="12" name="Text Placeholder 9">
            <a:extLst>
              <a:ext uri="{FF2B5EF4-FFF2-40B4-BE49-F238E27FC236}">
                <a16:creationId xmlns:a16="http://schemas.microsoft.com/office/drawing/2014/main" id="{5F942043-0ED4-4362-8DCB-F241572195DD}"/>
              </a:ext>
            </a:extLst>
          </p:cNvPr>
          <p:cNvSpPr>
            <a:spLocks noGrp="1"/>
          </p:cNvSpPr>
          <p:nvPr>
            <p:ph type="body" sz="quarter" idx="15" hasCustomPrompt="1"/>
          </p:nvPr>
        </p:nvSpPr>
        <p:spPr>
          <a:xfrm>
            <a:off x="414971" y="1125538"/>
            <a:ext cx="11369042" cy="246221"/>
          </a:xfrm>
          <a:prstGeom prst="rect">
            <a:avLst/>
          </a:prstGeom>
        </p:spPr>
        <p:txBody>
          <a:bodyPr lIns="0">
            <a:spAutoFit/>
          </a:bodyPr>
          <a:lstStyle>
            <a:lvl1pPr>
              <a:defRPr sz="1600" b="0">
                <a:solidFill>
                  <a:schemeClr val="bg1"/>
                </a:solidFill>
                <a:latin typeface="Ubuntu Light" panose="020B0304030602030204" pitchFamily="34" charset="0"/>
              </a:defRPr>
            </a:lvl1pPr>
          </a:lstStyle>
          <a:p>
            <a:pPr lvl="0"/>
            <a:r>
              <a:rPr lang="en-US"/>
              <a:t>Click to edit Master text styles</a:t>
            </a:r>
          </a:p>
        </p:txBody>
      </p:sp>
      <p:sp>
        <p:nvSpPr>
          <p:cNvPr id="2" name="Title 1">
            <a:extLst>
              <a:ext uri="{FF2B5EF4-FFF2-40B4-BE49-F238E27FC236}">
                <a16:creationId xmlns:a16="http://schemas.microsoft.com/office/drawing/2014/main" id="{8BF4754F-A565-D595-AC8C-9F0E9407F8F2}"/>
              </a:ext>
            </a:extLst>
          </p:cNvPr>
          <p:cNvSpPr>
            <a:spLocks noGrp="1"/>
          </p:cNvSpPr>
          <p:nvPr>
            <p:ph type="title"/>
          </p:nvPr>
        </p:nvSpPr>
        <p:spPr>
          <a:xfrm>
            <a:off x="414971" y="260350"/>
            <a:ext cx="11008413" cy="792163"/>
          </a:xfrm>
          <a:prstGeom prst="rect">
            <a:avLst/>
          </a:prstGeom>
        </p:spPr>
        <p:txBody>
          <a:bodyPr/>
          <a:lstStyle>
            <a:lvl1pPr>
              <a:defRPr>
                <a:solidFill>
                  <a:schemeClr val="bg1"/>
                </a:solidFill>
              </a:defRPr>
            </a:lvl1pPr>
          </a:lstStyle>
          <a:p>
            <a:r>
              <a:rPr lang="en-US"/>
              <a:t>Click to edit Master title style</a:t>
            </a:r>
          </a:p>
        </p:txBody>
      </p:sp>
    </p:spTree>
    <p:extLst>
      <p:ext uri="{BB962C8B-B14F-4D97-AF65-F5344CB8AC3E}">
        <p14:creationId xmlns:p14="http://schemas.microsoft.com/office/powerpoint/2010/main" val="3882323004"/>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1_Section break Full Picture">
    <p:spTree>
      <p:nvGrpSpPr>
        <p:cNvPr id="1" name=""/>
        <p:cNvGrpSpPr/>
        <p:nvPr/>
      </p:nvGrpSpPr>
      <p:grpSpPr>
        <a:xfrm>
          <a:off x="0" y="0"/>
          <a:ext cx="0" cy="0"/>
          <a:chOff x="0" y="0"/>
          <a:chExt cx="0" cy="0"/>
        </a:xfrm>
      </p:grpSpPr>
      <p:pic>
        <p:nvPicPr>
          <p:cNvPr id="5" name="Picture 4" descr="A group of people sitting around a table&#10;&#10;Description automatically generated">
            <a:extLst>
              <a:ext uri="{FF2B5EF4-FFF2-40B4-BE49-F238E27FC236}">
                <a16:creationId xmlns:a16="http://schemas.microsoft.com/office/drawing/2014/main" id="{343FF74C-9B26-7961-B6EB-DF7308DEA314}"/>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2" name="Title">
            <a:extLst>
              <a:ext uri="{FF2B5EF4-FFF2-40B4-BE49-F238E27FC236}">
                <a16:creationId xmlns:a16="http://schemas.microsoft.com/office/drawing/2014/main" id="{F7412FBE-22A2-10A4-80F8-94BD980CE061}"/>
              </a:ext>
            </a:extLst>
          </p:cNvPr>
          <p:cNvSpPr>
            <a:spLocks noGrp="1"/>
          </p:cNvSpPr>
          <p:nvPr>
            <p:ph type="ctrTitle"/>
          </p:nvPr>
        </p:nvSpPr>
        <p:spPr>
          <a:xfrm>
            <a:off x="1" y="2708920"/>
            <a:ext cx="7968207" cy="2949857"/>
          </a:xfrm>
          <a:prstGeom prst="rect">
            <a:avLst/>
          </a:prstGeom>
          <a:solidFill>
            <a:schemeClr val="bg2"/>
          </a:solidFill>
        </p:spPr>
        <p:txBody>
          <a:bodyPr wrap="square" lIns="396000" tIns="360000" rIns="504000" bIns="1080000" anchor="t" anchorCtr="0">
            <a:spAutoFit/>
          </a:bodyPr>
          <a:lstStyle>
            <a:lvl1pPr algn="l">
              <a:lnSpc>
                <a:spcPct val="90000"/>
              </a:lnSpc>
              <a:tabLst>
                <a:tab pos="1258888" algn="l"/>
              </a:tabLst>
              <a:defRPr sz="5400" b="0" cap="none" baseline="0">
                <a:solidFill>
                  <a:schemeClr val="tx1"/>
                </a:solidFill>
                <a:latin typeface="+mj-lt"/>
              </a:defRPr>
            </a:lvl1pPr>
          </a:lstStyle>
          <a:p>
            <a:r>
              <a:rPr lang="en-US"/>
              <a:t>Click to edit Master title style</a:t>
            </a:r>
            <a:endParaRPr lang="en-GB"/>
          </a:p>
        </p:txBody>
      </p:sp>
      <p:sp>
        <p:nvSpPr>
          <p:cNvPr id="3" name="Subtitle">
            <a:extLst>
              <a:ext uri="{FF2B5EF4-FFF2-40B4-BE49-F238E27FC236}">
                <a16:creationId xmlns:a16="http://schemas.microsoft.com/office/drawing/2014/main" id="{B3FCD38E-1F71-EA8E-7048-F655798886D1}"/>
              </a:ext>
            </a:extLst>
          </p:cNvPr>
          <p:cNvSpPr>
            <a:spLocks noGrp="1"/>
          </p:cNvSpPr>
          <p:nvPr>
            <p:ph type="subTitle" idx="1" hasCustomPrompt="1"/>
          </p:nvPr>
        </p:nvSpPr>
        <p:spPr>
          <a:xfrm>
            <a:off x="407368" y="4725144"/>
            <a:ext cx="7273330" cy="276999"/>
          </a:xfrm>
          <a:prstGeom prst="rect">
            <a:avLst/>
          </a:prstGeom>
        </p:spPr>
        <p:txBody>
          <a:bodyPr wrap="square" lIns="18000" tIns="0" rIns="0" anchor="t" anchorCtr="0">
            <a:spAutoFit/>
          </a:bodyPr>
          <a:lstStyle>
            <a:lvl1pPr marL="0" indent="0" algn="l">
              <a:buNone/>
              <a:defRPr sz="1800">
                <a:solidFill>
                  <a:schemeClr val="tx1"/>
                </a:solidFill>
                <a:latin typeface="Ubuntu Light" panose="020B0304030602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text style</a:t>
            </a:r>
            <a:endParaRPr lang="en-GB"/>
          </a:p>
        </p:txBody>
      </p:sp>
      <p:grpSp>
        <p:nvGrpSpPr>
          <p:cNvPr id="21" name="Group 37">
            <a:extLst>
              <a:ext uri="{FF2B5EF4-FFF2-40B4-BE49-F238E27FC236}">
                <a16:creationId xmlns:a16="http://schemas.microsoft.com/office/drawing/2014/main" id="{70AF8709-37D6-0A10-BB52-3A6AD3C9130F}"/>
              </a:ext>
            </a:extLst>
          </p:cNvPr>
          <p:cNvGrpSpPr/>
          <p:nvPr userDrawn="1"/>
        </p:nvGrpSpPr>
        <p:grpSpPr>
          <a:xfrm>
            <a:off x="11561915" y="208589"/>
            <a:ext cx="419436" cy="388087"/>
            <a:chOff x="5481638" y="2859088"/>
            <a:chExt cx="1231900" cy="1139825"/>
          </a:xfrm>
          <a:solidFill>
            <a:schemeClr val="bg1"/>
          </a:solidFill>
        </p:grpSpPr>
        <p:sp>
          <p:nvSpPr>
            <p:cNvPr id="22" name="Freeform 320">
              <a:extLst>
                <a:ext uri="{FF2B5EF4-FFF2-40B4-BE49-F238E27FC236}">
                  <a16:creationId xmlns:a16="http://schemas.microsoft.com/office/drawing/2014/main" id="{6FE86372-2CBD-A710-4F51-C817B31BC59C}"/>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b="0" i="0">
                <a:latin typeface="Ubuntu" panose="020B08040306020A0204" pitchFamily="34" charset="0"/>
              </a:endParaRPr>
            </a:p>
          </p:txBody>
        </p:sp>
        <p:sp>
          <p:nvSpPr>
            <p:cNvPr id="23" name="Freeform 321">
              <a:extLst>
                <a:ext uri="{FF2B5EF4-FFF2-40B4-BE49-F238E27FC236}">
                  <a16:creationId xmlns:a16="http://schemas.microsoft.com/office/drawing/2014/main" id="{5B013704-7B89-C3B1-CDEF-7195DB1928F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b="0" i="0">
                <a:latin typeface="Ubuntu" panose="020B08040306020A0204" pitchFamily="34" charset="0"/>
              </a:endParaRPr>
            </a:p>
          </p:txBody>
        </p:sp>
      </p:grpSp>
    </p:spTree>
    <p:extLst>
      <p:ext uri="{BB962C8B-B14F-4D97-AF65-F5344CB8AC3E}">
        <p14:creationId xmlns:p14="http://schemas.microsoft.com/office/powerpoint/2010/main" val="2600923517"/>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userDrawn="1">
  <p:cSld name="Tablemat Master">
    <p:spTree>
      <p:nvGrpSpPr>
        <p:cNvPr id="1" name=""/>
        <p:cNvGrpSpPr/>
        <p:nvPr/>
      </p:nvGrpSpPr>
      <p:grpSpPr>
        <a:xfrm>
          <a:off x="0" y="0"/>
          <a:ext cx="0" cy="0"/>
          <a:chOff x="0" y="0"/>
          <a:chExt cx="0" cy="0"/>
        </a:xfrm>
      </p:grpSpPr>
      <p:pic>
        <p:nvPicPr>
          <p:cNvPr id="2" name="Image 4">
            <a:extLst>
              <a:ext uri="{FF2B5EF4-FFF2-40B4-BE49-F238E27FC236}">
                <a16:creationId xmlns:a16="http://schemas.microsoft.com/office/drawing/2014/main" id="{1CB2F8CF-93BD-A7FC-8ACB-BE6EA012D06D}"/>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0" y="0"/>
            <a:ext cx="12192000" cy="6858000"/>
          </a:xfrm>
          <a:prstGeom prst="rect">
            <a:avLst/>
          </a:prstGeom>
          <a:ln>
            <a:solidFill>
              <a:schemeClr val="bg1"/>
            </a:solidFill>
          </a:ln>
        </p:spPr>
      </p:pic>
      <p:sp>
        <p:nvSpPr>
          <p:cNvPr id="12" name="Rectangle 11">
            <a:extLst>
              <a:ext uri="{FF2B5EF4-FFF2-40B4-BE49-F238E27FC236}">
                <a16:creationId xmlns:a16="http://schemas.microsoft.com/office/drawing/2014/main" id="{59CFD0EC-F2D2-FD5C-FAE5-A42060FC686F}"/>
              </a:ext>
            </a:extLst>
          </p:cNvPr>
          <p:cNvSpPr/>
          <p:nvPr userDrawn="1"/>
        </p:nvSpPr>
        <p:spPr>
          <a:xfrm>
            <a:off x="8613933" y="3549791"/>
            <a:ext cx="3323046" cy="3142783"/>
          </a:xfrm>
          <a:prstGeom prst="rect">
            <a:avLst/>
          </a:prstGeom>
          <a:noFill/>
          <a:ln w="12700" cap="flat" cmpd="sng" algn="ctr">
            <a:noFill/>
            <a:prstDash val="solid"/>
            <a:miter lim="800000"/>
          </a:ln>
          <a:effectLst/>
        </p:spPr>
        <p:txBody>
          <a:bodyPr lIns="128571" tIns="128571" rIns="128571" bIns="128571"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sz="857" spc="43">
              <a:solidFill>
                <a:schemeClr val="bg1"/>
              </a:solidFill>
              <a:latin typeface="Ubuntu" panose="020B0504030602030204" pitchFamily="34" charset="0"/>
            </a:endParaRPr>
          </a:p>
        </p:txBody>
      </p:sp>
      <p:sp>
        <p:nvSpPr>
          <p:cNvPr id="16" name="Text Placeholder 15">
            <a:extLst>
              <a:ext uri="{FF2B5EF4-FFF2-40B4-BE49-F238E27FC236}">
                <a16:creationId xmlns:a16="http://schemas.microsoft.com/office/drawing/2014/main" id="{5F2D3217-4A33-93D3-3ACF-7CD03B99DEF7}"/>
              </a:ext>
            </a:extLst>
          </p:cNvPr>
          <p:cNvSpPr>
            <a:spLocks noGrp="1"/>
          </p:cNvSpPr>
          <p:nvPr>
            <p:ph type="body" sz="quarter" idx="10" hasCustomPrompt="1"/>
          </p:nvPr>
        </p:nvSpPr>
        <p:spPr>
          <a:xfrm>
            <a:off x="255023" y="66951"/>
            <a:ext cx="7918252" cy="504055"/>
          </a:xfrm>
          <a:prstGeom prst="rect">
            <a:avLst/>
          </a:prstGeom>
        </p:spPr>
        <p:txBody>
          <a:bodyPr/>
          <a:lstStyle>
            <a:lvl1pPr marL="0" indent="0">
              <a:buNone/>
              <a:defRPr sz="2286" cap="all" baseline="0">
                <a:solidFill>
                  <a:schemeClr val="bg1"/>
                </a:solidFill>
              </a:defRPr>
            </a:lvl1pPr>
          </a:lstStyle>
          <a:p>
            <a:pPr lvl="0"/>
            <a:r>
              <a:rPr lang="en-GB"/>
              <a:t>Insert title here</a:t>
            </a:r>
            <a:endParaRPr lang="en-US"/>
          </a:p>
        </p:txBody>
      </p:sp>
      <p:cxnSp>
        <p:nvCxnSpPr>
          <p:cNvPr id="3" name="Straight Connector 2">
            <a:extLst>
              <a:ext uri="{FF2B5EF4-FFF2-40B4-BE49-F238E27FC236}">
                <a16:creationId xmlns:a16="http://schemas.microsoft.com/office/drawing/2014/main" id="{B3DADD3E-4FF4-BC0E-4BBD-BE37198AAE2C}"/>
              </a:ext>
            </a:extLst>
          </p:cNvPr>
          <p:cNvCxnSpPr/>
          <p:nvPr userDrawn="1"/>
        </p:nvCxnSpPr>
        <p:spPr>
          <a:xfrm>
            <a:off x="0" y="665127"/>
            <a:ext cx="12192000"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890996A2-B3BC-CD2C-D466-5B97998E14BE}"/>
              </a:ext>
            </a:extLst>
          </p:cNvPr>
          <p:cNvCxnSpPr>
            <a:cxnSpLocks/>
          </p:cNvCxnSpPr>
          <p:nvPr userDrawn="1"/>
        </p:nvCxnSpPr>
        <p:spPr>
          <a:xfrm flipV="1">
            <a:off x="6111979" y="665127"/>
            <a:ext cx="0" cy="6192873"/>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9DB4EE1C-8F65-9A22-3BEB-436C0651FD9F}"/>
              </a:ext>
            </a:extLst>
          </p:cNvPr>
          <p:cNvCxnSpPr/>
          <p:nvPr userDrawn="1"/>
        </p:nvCxnSpPr>
        <p:spPr>
          <a:xfrm>
            <a:off x="0" y="3760565"/>
            <a:ext cx="12192000"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15" name="Content Placeholder 14">
            <a:extLst>
              <a:ext uri="{FF2B5EF4-FFF2-40B4-BE49-F238E27FC236}">
                <a16:creationId xmlns:a16="http://schemas.microsoft.com/office/drawing/2014/main" id="{9D2BAF96-6020-2257-8104-994C61267BA5}"/>
              </a:ext>
            </a:extLst>
          </p:cNvPr>
          <p:cNvSpPr>
            <a:spLocks noGrp="1"/>
          </p:cNvSpPr>
          <p:nvPr>
            <p:ph sz="quarter" idx="17"/>
          </p:nvPr>
        </p:nvSpPr>
        <p:spPr>
          <a:xfrm>
            <a:off x="6366631" y="788910"/>
            <a:ext cx="5665107" cy="2877081"/>
          </a:xfrm>
        </p:spPr>
        <p:txBody>
          <a:bodyPr>
            <a:normAutofit/>
          </a:bodyPr>
          <a:lstStyle>
            <a:lvl1pPr marL="125869" indent="-125869">
              <a:defRPr sz="857" b="0">
                <a:solidFill>
                  <a:schemeClr val="bg2"/>
                </a:solidFill>
                <a:latin typeface="Ubuntu" panose="020B0504030602030204" pitchFamily="34" charset="0"/>
              </a:defRPr>
            </a:lvl1pPr>
            <a:lvl2pPr marL="257407" indent="-131538">
              <a:defRPr sz="786" b="0">
                <a:solidFill>
                  <a:schemeClr val="bg2"/>
                </a:solidFill>
                <a:latin typeface="Ubuntu" panose="020B0504030602030204" pitchFamily="34" charset="0"/>
              </a:defRPr>
            </a:lvl2pPr>
            <a:lvl3pPr marL="383276" indent="-125869">
              <a:defRPr sz="714" b="0">
                <a:solidFill>
                  <a:schemeClr val="bg2"/>
                </a:solidFill>
                <a:latin typeface="Ubuntu" panose="020B0504030602030204" pitchFamily="34" charset="0"/>
              </a:defRPr>
            </a:lvl3pPr>
            <a:lvl4pPr marL="1371627" indent="0">
              <a:buNone/>
              <a:defRPr sz="714" b="0">
                <a:solidFill>
                  <a:schemeClr val="bg2"/>
                </a:solidFill>
                <a:latin typeface="Ubuntu" panose="020B0504030602030204" pitchFamily="34" charset="0"/>
              </a:defRPr>
            </a:lvl4pPr>
            <a:lvl5pPr>
              <a:defRPr sz="714" b="0">
                <a:solidFill>
                  <a:schemeClr val="bg2"/>
                </a:solidFill>
                <a:latin typeface="Ubuntu" panose="020B0504030602030204" pitchFamily="34" charset="0"/>
              </a:defRPr>
            </a:lvl5pPr>
          </a:lstStyle>
          <a:p>
            <a:pPr lvl="0"/>
            <a:r>
              <a:rPr lang="en-US"/>
              <a:t>Click to edit Master text styles</a:t>
            </a:r>
          </a:p>
          <a:p>
            <a:pPr lvl="1"/>
            <a:r>
              <a:rPr lang="en-US"/>
              <a:t>Second level</a:t>
            </a:r>
          </a:p>
          <a:p>
            <a:pPr lvl="2"/>
            <a:r>
              <a:rPr lang="en-US"/>
              <a:t>Third level</a:t>
            </a:r>
          </a:p>
        </p:txBody>
      </p:sp>
      <p:sp>
        <p:nvSpPr>
          <p:cNvPr id="17" name="Content Placeholder 14">
            <a:extLst>
              <a:ext uri="{FF2B5EF4-FFF2-40B4-BE49-F238E27FC236}">
                <a16:creationId xmlns:a16="http://schemas.microsoft.com/office/drawing/2014/main" id="{72CEA732-6011-8426-2D67-EAFD5F36BE99}"/>
              </a:ext>
            </a:extLst>
          </p:cNvPr>
          <p:cNvSpPr>
            <a:spLocks noGrp="1"/>
          </p:cNvSpPr>
          <p:nvPr>
            <p:ph sz="quarter" idx="18"/>
          </p:nvPr>
        </p:nvSpPr>
        <p:spPr>
          <a:xfrm>
            <a:off x="255021" y="788910"/>
            <a:ext cx="5665107" cy="2877081"/>
          </a:xfrm>
        </p:spPr>
        <p:txBody>
          <a:bodyPr>
            <a:normAutofit/>
          </a:bodyPr>
          <a:lstStyle>
            <a:lvl1pPr marL="125869" indent="-125869">
              <a:defRPr sz="857" b="0">
                <a:solidFill>
                  <a:schemeClr val="bg2"/>
                </a:solidFill>
                <a:latin typeface="Ubuntu" panose="020B0504030602030204" pitchFamily="34" charset="0"/>
              </a:defRPr>
            </a:lvl1pPr>
            <a:lvl2pPr marL="257407" indent="-131538">
              <a:defRPr sz="786" b="0">
                <a:solidFill>
                  <a:schemeClr val="bg2"/>
                </a:solidFill>
                <a:latin typeface="Ubuntu" panose="020B0504030602030204" pitchFamily="34" charset="0"/>
              </a:defRPr>
            </a:lvl2pPr>
            <a:lvl3pPr marL="383276" indent="-125869">
              <a:defRPr sz="714" b="0">
                <a:solidFill>
                  <a:schemeClr val="bg2"/>
                </a:solidFill>
                <a:latin typeface="Ubuntu" panose="020B0504030602030204" pitchFamily="34" charset="0"/>
              </a:defRPr>
            </a:lvl3pPr>
            <a:lvl4pPr marL="1371627" indent="0">
              <a:buNone/>
              <a:defRPr sz="714" b="0">
                <a:solidFill>
                  <a:schemeClr val="bg2"/>
                </a:solidFill>
                <a:latin typeface="Ubuntu" panose="020B0504030602030204" pitchFamily="34" charset="0"/>
              </a:defRPr>
            </a:lvl4pPr>
            <a:lvl5pPr>
              <a:defRPr sz="714" b="0">
                <a:solidFill>
                  <a:schemeClr val="bg2"/>
                </a:solidFill>
                <a:latin typeface="Ubuntu" panose="020B0504030602030204" pitchFamily="34" charset="0"/>
              </a:defRPr>
            </a:lvl5pPr>
          </a:lstStyle>
          <a:p>
            <a:pPr lvl="0"/>
            <a:r>
              <a:rPr lang="en-US"/>
              <a:t>Click to edit Master text styles</a:t>
            </a:r>
          </a:p>
          <a:p>
            <a:pPr lvl="1"/>
            <a:r>
              <a:rPr lang="en-US"/>
              <a:t>Second level</a:t>
            </a:r>
          </a:p>
          <a:p>
            <a:pPr lvl="2"/>
            <a:r>
              <a:rPr lang="en-US"/>
              <a:t>Third level</a:t>
            </a:r>
          </a:p>
        </p:txBody>
      </p:sp>
      <p:sp>
        <p:nvSpPr>
          <p:cNvPr id="18" name="Content Placeholder 14">
            <a:extLst>
              <a:ext uri="{FF2B5EF4-FFF2-40B4-BE49-F238E27FC236}">
                <a16:creationId xmlns:a16="http://schemas.microsoft.com/office/drawing/2014/main" id="{A5AF868D-61F6-33A2-49DB-41DEE28F2BFD}"/>
              </a:ext>
            </a:extLst>
          </p:cNvPr>
          <p:cNvSpPr>
            <a:spLocks noGrp="1"/>
          </p:cNvSpPr>
          <p:nvPr>
            <p:ph sz="quarter" idx="19"/>
          </p:nvPr>
        </p:nvSpPr>
        <p:spPr>
          <a:xfrm>
            <a:off x="255021" y="3855140"/>
            <a:ext cx="5665107" cy="2877081"/>
          </a:xfrm>
        </p:spPr>
        <p:txBody>
          <a:bodyPr>
            <a:normAutofit/>
          </a:bodyPr>
          <a:lstStyle>
            <a:lvl1pPr marL="125869" indent="-125869">
              <a:defRPr sz="857" b="0">
                <a:solidFill>
                  <a:schemeClr val="bg2"/>
                </a:solidFill>
                <a:latin typeface="Ubuntu" panose="020B0504030602030204" pitchFamily="34" charset="0"/>
              </a:defRPr>
            </a:lvl1pPr>
            <a:lvl2pPr marL="257407" indent="-131538">
              <a:defRPr sz="786" b="0">
                <a:solidFill>
                  <a:schemeClr val="bg2"/>
                </a:solidFill>
                <a:latin typeface="Ubuntu" panose="020B0504030602030204" pitchFamily="34" charset="0"/>
              </a:defRPr>
            </a:lvl2pPr>
            <a:lvl3pPr marL="383276" indent="-125869">
              <a:defRPr sz="714" b="0">
                <a:solidFill>
                  <a:schemeClr val="bg2"/>
                </a:solidFill>
                <a:latin typeface="Ubuntu" panose="020B0504030602030204" pitchFamily="34" charset="0"/>
              </a:defRPr>
            </a:lvl3pPr>
            <a:lvl4pPr marL="1371627" indent="0">
              <a:buNone/>
              <a:defRPr sz="714" b="0">
                <a:solidFill>
                  <a:schemeClr val="bg2"/>
                </a:solidFill>
                <a:latin typeface="Ubuntu" panose="020B0504030602030204" pitchFamily="34" charset="0"/>
              </a:defRPr>
            </a:lvl4pPr>
            <a:lvl5pPr>
              <a:defRPr sz="714" b="0">
                <a:solidFill>
                  <a:schemeClr val="bg2"/>
                </a:solidFill>
                <a:latin typeface="Ubuntu" panose="020B0504030602030204" pitchFamily="34" charset="0"/>
              </a:defRPr>
            </a:lvl5pPr>
          </a:lstStyle>
          <a:p>
            <a:pPr lvl="0"/>
            <a:r>
              <a:rPr lang="en-US"/>
              <a:t>Click to edit Master text styles</a:t>
            </a:r>
          </a:p>
          <a:p>
            <a:pPr lvl="1"/>
            <a:r>
              <a:rPr lang="en-US"/>
              <a:t>Second level</a:t>
            </a:r>
          </a:p>
          <a:p>
            <a:pPr lvl="2"/>
            <a:r>
              <a:rPr lang="en-US"/>
              <a:t>Third level</a:t>
            </a:r>
          </a:p>
        </p:txBody>
      </p:sp>
      <p:sp>
        <p:nvSpPr>
          <p:cNvPr id="19" name="Content Placeholder 14">
            <a:extLst>
              <a:ext uri="{FF2B5EF4-FFF2-40B4-BE49-F238E27FC236}">
                <a16:creationId xmlns:a16="http://schemas.microsoft.com/office/drawing/2014/main" id="{51DA3BCB-4592-0B87-38F0-C0A5E0319C71}"/>
              </a:ext>
            </a:extLst>
          </p:cNvPr>
          <p:cNvSpPr>
            <a:spLocks noGrp="1"/>
          </p:cNvSpPr>
          <p:nvPr>
            <p:ph sz="quarter" idx="20"/>
          </p:nvPr>
        </p:nvSpPr>
        <p:spPr>
          <a:xfrm>
            <a:off x="6366631" y="3855140"/>
            <a:ext cx="5665107" cy="2877081"/>
          </a:xfrm>
        </p:spPr>
        <p:txBody>
          <a:bodyPr>
            <a:normAutofit/>
          </a:bodyPr>
          <a:lstStyle>
            <a:lvl1pPr marL="125869" indent="-125869">
              <a:defRPr sz="857" b="0">
                <a:solidFill>
                  <a:schemeClr val="bg2"/>
                </a:solidFill>
                <a:latin typeface="Ubuntu" panose="020B0504030602030204" pitchFamily="34" charset="0"/>
              </a:defRPr>
            </a:lvl1pPr>
            <a:lvl2pPr marL="257407" indent="-131538">
              <a:defRPr sz="786" b="0">
                <a:solidFill>
                  <a:schemeClr val="bg2"/>
                </a:solidFill>
                <a:latin typeface="Ubuntu" panose="020B0504030602030204" pitchFamily="34" charset="0"/>
              </a:defRPr>
            </a:lvl2pPr>
            <a:lvl3pPr marL="383276" indent="-125869">
              <a:defRPr sz="714" b="0">
                <a:solidFill>
                  <a:schemeClr val="bg2"/>
                </a:solidFill>
                <a:latin typeface="Ubuntu" panose="020B0504030602030204" pitchFamily="34" charset="0"/>
              </a:defRPr>
            </a:lvl3pPr>
            <a:lvl4pPr marL="1371627" indent="0">
              <a:buNone/>
              <a:defRPr sz="714" b="0">
                <a:solidFill>
                  <a:schemeClr val="bg2"/>
                </a:solidFill>
                <a:latin typeface="Ubuntu" panose="020B0504030602030204" pitchFamily="34" charset="0"/>
              </a:defRPr>
            </a:lvl4pPr>
            <a:lvl5pPr>
              <a:defRPr sz="714" b="0">
                <a:solidFill>
                  <a:schemeClr val="bg2"/>
                </a:solidFill>
                <a:latin typeface="Ubuntu" panose="020B0504030602030204" pitchFamily="34" charset="0"/>
              </a:defRPr>
            </a:lvl5pPr>
          </a:lstStyle>
          <a:p>
            <a:pPr lvl="0"/>
            <a:r>
              <a:rPr lang="en-US"/>
              <a:t>Click to edit Master text styles</a:t>
            </a:r>
          </a:p>
          <a:p>
            <a:pPr lvl="1"/>
            <a:r>
              <a:rPr lang="en-US"/>
              <a:t>Second level</a:t>
            </a:r>
          </a:p>
          <a:p>
            <a:pPr lvl="2"/>
            <a:r>
              <a:rPr lang="en-US"/>
              <a:t>Third level</a:t>
            </a:r>
          </a:p>
        </p:txBody>
      </p:sp>
      <p:grpSp>
        <p:nvGrpSpPr>
          <p:cNvPr id="6" name="Groupe 1">
            <a:extLst>
              <a:ext uri="{FF2B5EF4-FFF2-40B4-BE49-F238E27FC236}">
                <a16:creationId xmlns:a16="http://schemas.microsoft.com/office/drawing/2014/main" id="{F279E06A-BE7D-FE07-9A39-127A29CFEA9D}"/>
              </a:ext>
            </a:extLst>
          </p:cNvPr>
          <p:cNvGrpSpPr/>
          <p:nvPr userDrawn="1"/>
        </p:nvGrpSpPr>
        <p:grpSpPr>
          <a:xfrm>
            <a:off x="11501102" y="171573"/>
            <a:ext cx="419436" cy="388988"/>
            <a:chOff x="11501102" y="171573"/>
            <a:chExt cx="419436" cy="388988"/>
          </a:xfrm>
        </p:grpSpPr>
        <p:sp>
          <p:nvSpPr>
            <p:cNvPr id="7" name="Freeform 13">
              <a:extLst>
                <a:ext uri="{FF2B5EF4-FFF2-40B4-BE49-F238E27FC236}">
                  <a16:creationId xmlns:a16="http://schemas.microsoft.com/office/drawing/2014/main" id="{BFA4CE7D-0759-AC6D-1FFE-187EEA8D80BE}"/>
                </a:ext>
              </a:extLst>
            </p:cNvPr>
            <p:cNvSpPr>
              <a:spLocks/>
            </p:cNvSpPr>
            <p:nvPr/>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8" name="Freeform 14">
              <a:extLst>
                <a:ext uri="{FF2B5EF4-FFF2-40B4-BE49-F238E27FC236}">
                  <a16:creationId xmlns:a16="http://schemas.microsoft.com/office/drawing/2014/main" id="{6BDF60F5-C47D-CB9E-6219-B9A595A187ED}"/>
                </a:ext>
              </a:extLst>
            </p:cNvPr>
            <p:cNvSpPr>
              <a:spLocks/>
            </p:cNvSpPr>
            <p:nvPr/>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Tree>
    <p:extLst>
      <p:ext uri="{BB962C8B-B14F-4D97-AF65-F5344CB8AC3E}">
        <p14:creationId xmlns:p14="http://schemas.microsoft.com/office/powerpoint/2010/main" val="2966422204"/>
      </p:ext>
    </p:extLst>
  </p:cSld>
  <p:clrMapOvr>
    <a:overrideClrMapping bg1="lt1" tx1="dk1" bg2="lt2" tx2="dk2" accent1="accent1" accent2="accent2" accent3="accent3" accent4="accent4" accent5="accent5" accent6="accent6" hlink="hlink" folHlink="folHlink"/>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userDrawn="1">
  <p:cSld name="4_Titre seul">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Diapositive think-cell" r:id="rId3" imgW="270" imgH="270" progId="TCLayout.ActiveDocument.1">
                  <p:embed/>
                </p:oleObj>
              </mc:Choice>
              <mc:Fallback>
                <p:oleObj name="Diapositive think-cell"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Espace réservé du texte 9">
            <a:extLst>
              <a:ext uri="{FF2B5EF4-FFF2-40B4-BE49-F238E27FC236}">
                <a16:creationId xmlns:a16="http://schemas.microsoft.com/office/drawing/2014/main" id="{0850DA69-657E-41C3-B340-B16C354CA1D0}"/>
              </a:ext>
            </a:extLst>
          </p:cNvPr>
          <p:cNvSpPr>
            <a:spLocks noGrp="1"/>
          </p:cNvSpPr>
          <p:nvPr>
            <p:ph type="body" sz="quarter" idx="10"/>
          </p:nvPr>
        </p:nvSpPr>
        <p:spPr>
          <a:xfrm>
            <a:off x="404813" y="1447800"/>
            <a:ext cx="11406187" cy="4951413"/>
          </a:xfrm>
        </p:spPr>
        <p:txBody>
          <a:bodyPr/>
          <a:lstStyle>
            <a:lvl1pPr>
              <a:defRPr>
                <a:solidFill>
                  <a:schemeClr val="bg1"/>
                </a:solidFill>
              </a:defRPr>
            </a:lvl1pPr>
            <a:lvl2pPr>
              <a:defRPr>
                <a:solidFill>
                  <a:schemeClr val="bg1"/>
                </a:solidFill>
              </a:defRPr>
            </a:lvl2pPr>
            <a:lvl3pPr>
              <a:defRPr>
                <a:solidFill>
                  <a:schemeClr val="bg1"/>
                </a:solidFill>
              </a:defRPr>
            </a:lvl3pPr>
            <a:lvl4pPr>
              <a:buClr>
                <a:schemeClr val="accent5"/>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5E6BB52B-0C5D-4023-89D5-282E9A520223}"/>
              </a:ext>
            </a:extLst>
          </p:cNvPr>
          <p:cNvSpPr>
            <a:spLocks noGrp="1"/>
          </p:cNvSpPr>
          <p:nvPr>
            <p:ph type="title"/>
          </p:nvPr>
        </p:nvSpPr>
        <p:spPr>
          <a:xfrm>
            <a:off x="414971" y="260350"/>
            <a:ext cx="11008413" cy="792163"/>
          </a:xfrm>
          <a:prstGeom prst="rect">
            <a:avLst/>
          </a:prstGeom>
        </p:spPr>
        <p:txBody>
          <a:bodyPr/>
          <a:lstStyle>
            <a:lvl1pPr>
              <a:defRPr>
                <a:solidFill>
                  <a:schemeClr val="bg1"/>
                </a:solidFill>
              </a:defRPr>
            </a:lvl1pPr>
          </a:lstStyle>
          <a:p>
            <a:r>
              <a:rPr lang="en-US"/>
              <a:t>Click to edit Master title style</a:t>
            </a:r>
            <a:endParaRPr lang="de-DE"/>
          </a:p>
        </p:txBody>
      </p:sp>
    </p:spTree>
    <p:extLst>
      <p:ext uri="{BB962C8B-B14F-4D97-AF65-F5344CB8AC3E}">
        <p14:creationId xmlns:p14="http://schemas.microsoft.com/office/powerpoint/2010/main" val="3744283606"/>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userDrawn="1">
  <p:cSld name="1 Title Subtitle Blue Dark sparkles">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E6782998-0D5C-4481-804E-01CC04A0CB70}"/>
              </a:ext>
            </a:extLst>
          </p:cNvPr>
          <p:cNvGraphicFramePr>
            <a:graphicFrameLocks noChangeAspect="1"/>
          </p:cNvGraphicFramePr>
          <p:nvPr userDrawn="1">
            <p:custDataLst>
              <p:tags r:id="rId1"/>
            </p:custDataLst>
            <p:extLst>
              <p:ext uri="{D42A27DB-BD31-4B8C-83A1-F6EECF244321}">
                <p14:modId xmlns:p14="http://schemas.microsoft.com/office/powerpoint/2010/main" val="287765908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5" name="Object 4" hidden="1">
                        <a:extLst>
                          <a:ext uri="{FF2B5EF4-FFF2-40B4-BE49-F238E27FC236}">
                            <a16:creationId xmlns:a16="http://schemas.microsoft.com/office/drawing/2014/main" id="{E6782998-0D5C-4481-804E-01CC04A0CB70}"/>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D46270D4-B766-4552-A129-1D6DB4E666AD}"/>
              </a:ext>
            </a:extLst>
          </p:cNvPr>
          <p:cNvSpPr/>
          <p:nvPr userDrawn="1">
            <p:custDataLst>
              <p:tags r:id="rId2"/>
            </p:custDataLst>
          </p:nvPr>
        </p:nvSpPr>
        <p:spPr>
          <a:xfrm>
            <a:off x="0" y="0"/>
            <a:ext cx="158750" cy="158750"/>
          </a:xfrm>
          <a:prstGeom prst="rect">
            <a:avLst/>
          </a:prstGeom>
          <a:solidFill>
            <a:schemeClr val="bg1"/>
          </a:solidFill>
          <a:ln w="9525">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eaLnBrk="1">
              <a:lnSpc>
                <a:spcPct val="100000"/>
              </a:lnSpc>
              <a:spcBef>
                <a:spcPct val="0"/>
              </a:spcBef>
              <a:spcAft>
                <a:spcPct val="0"/>
              </a:spcAft>
            </a:pPr>
            <a:endParaRPr lang="en-US" sz="2800" b="0" i="0" baseline="0">
              <a:solidFill>
                <a:schemeClr val="tx1"/>
              </a:solidFill>
              <a:latin typeface="Ubuntu" panose="020B0504030602030204" pitchFamily="34" charset="0"/>
              <a:ea typeface="+mj-ea"/>
              <a:cs typeface="+mj-cs"/>
              <a:sym typeface="Ubuntu" panose="020B0504030602030204" pitchFamily="34" charset="0"/>
            </a:endParaRPr>
          </a:p>
        </p:txBody>
      </p:sp>
      <p:sp>
        <p:nvSpPr>
          <p:cNvPr id="3" name="Date Placeholder 2">
            <a:extLst>
              <a:ext uri="{FF2B5EF4-FFF2-40B4-BE49-F238E27FC236}">
                <a16:creationId xmlns:a16="http://schemas.microsoft.com/office/drawing/2014/main" id="{793789B1-45FE-41D7-AB00-BF9FA7CBE232}"/>
              </a:ext>
            </a:extLst>
          </p:cNvPr>
          <p:cNvSpPr>
            <a:spLocks noGrp="1"/>
          </p:cNvSpPr>
          <p:nvPr>
            <p:ph type="dt" sz="half" idx="10"/>
          </p:nvPr>
        </p:nvSpPr>
        <p:spPr>
          <a:xfrm>
            <a:off x="8110330" y="6650661"/>
            <a:ext cx="3201256" cy="123111"/>
          </a:xfrm>
        </p:spPr>
        <p:txBody>
          <a:bodyPr/>
          <a:lstStyle>
            <a:lvl1pPr algn="r">
              <a:defRPr/>
            </a:lvl1pPr>
          </a:lstStyle>
          <a:p>
            <a:pPr>
              <a:spcBef>
                <a:spcPts val="1000"/>
              </a:spcBef>
            </a:pPr>
            <a:endParaRPr lang="en-US"/>
          </a:p>
        </p:txBody>
      </p:sp>
      <p:sp>
        <p:nvSpPr>
          <p:cNvPr id="6" name="Slide Number Placeholder 5">
            <a:extLst>
              <a:ext uri="{FF2B5EF4-FFF2-40B4-BE49-F238E27FC236}">
                <a16:creationId xmlns:a16="http://schemas.microsoft.com/office/drawing/2014/main" id="{A01F3CCC-A7A2-43F4-B41C-6E884F53F29B}"/>
              </a:ext>
            </a:extLst>
          </p:cNvPr>
          <p:cNvSpPr>
            <a:spLocks noGrp="1"/>
          </p:cNvSpPr>
          <p:nvPr>
            <p:ph type="sldNum" sz="quarter" idx="12"/>
          </p:nvPr>
        </p:nvSpPr>
        <p:spPr/>
        <p:txBody>
          <a:bodyPr/>
          <a:lstStyle>
            <a:lvl1pPr algn="r">
              <a:defRPr/>
            </a:lvl1pPr>
          </a:lstStyle>
          <a:p>
            <a:fld id="{5D9A5160-6218-4E5A-B9E6-B93E3DAE377C}" type="slidenum">
              <a:rPr lang="en-US" smtClean="0"/>
              <a:pPr/>
              <a:t>‹#›</a:t>
            </a:fld>
            <a:endParaRPr lang="en-US"/>
          </a:p>
        </p:txBody>
      </p:sp>
      <p:sp>
        <p:nvSpPr>
          <p:cNvPr id="11" name="Title Placeholder 4">
            <a:extLst>
              <a:ext uri="{FF2B5EF4-FFF2-40B4-BE49-F238E27FC236}">
                <a16:creationId xmlns:a16="http://schemas.microsoft.com/office/drawing/2014/main" id="{22B02C6E-B79A-48BC-B858-7F908FA7A942}"/>
              </a:ext>
            </a:extLst>
          </p:cNvPr>
          <p:cNvSpPr>
            <a:spLocks noGrp="1"/>
          </p:cNvSpPr>
          <p:nvPr>
            <p:ph type="title"/>
          </p:nvPr>
        </p:nvSpPr>
        <p:spPr>
          <a:xfrm>
            <a:off x="550863" y="6907"/>
            <a:ext cx="10873877" cy="1127300"/>
          </a:xfrm>
          <a:prstGeom prst="rect">
            <a:avLst/>
          </a:prstGeom>
        </p:spPr>
        <p:txBody>
          <a:bodyPr vert="horz" lIns="0" tIns="180000" rIns="0" bIns="0" rtlCol="0" anchor="t" anchorCtr="0">
            <a:noAutofit/>
          </a:bodyPr>
          <a:lstStyle>
            <a:lvl1pPr>
              <a:defRPr>
                <a:solidFill>
                  <a:schemeClr val="bg1"/>
                </a:solidFill>
              </a:defRPr>
            </a:lvl1pPr>
          </a:lstStyle>
          <a:p>
            <a:r>
              <a:rPr lang="en-US"/>
              <a:t>Click to edit Master title style</a:t>
            </a:r>
            <a:endParaRPr lang="de-DE"/>
          </a:p>
        </p:txBody>
      </p:sp>
      <p:sp>
        <p:nvSpPr>
          <p:cNvPr id="12" name="Text Placeholder 9">
            <a:extLst>
              <a:ext uri="{FF2B5EF4-FFF2-40B4-BE49-F238E27FC236}">
                <a16:creationId xmlns:a16="http://schemas.microsoft.com/office/drawing/2014/main" id="{5166E472-7F03-4595-8219-0CA22510C30A}"/>
              </a:ext>
            </a:extLst>
          </p:cNvPr>
          <p:cNvSpPr>
            <a:spLocks noGrp="1"/>
          </p:cNvSpPr>
          <p:nvPr>
            <p:ph type="body" sz="quarter" idx="15" hasCustomPrompt="1"/>
          </p:nvPr>
        </p:nvSpPr>
        <p:spPr>
          <a:xfrm>
            <a:off x="550200" y="1125538"/>
            <a:ext cx="11090938" cy="246221"/>
          </a:xfrm>
        </p:spPr>
        <p:txBody>
          <a:bodyPr lIns="0">
            <a:spAutoFit/>
          </a:bodyPr>
          <a:lstStyle>
            <a:lvl1pPr>
              <a:defRPr sz="1600" b="1">
                <a:solidFill>
                  <a:schemeClr val="bg1"/>
                </a:solidFill>
                <a:latin typeface="+mn-lt"/>
              </a:defRPr>
            </a:lvl1pPr>
          </a:lstStyle>
          <a:p>
            <a:pPr lvl="0"/>
            <a:r>
              <a:rPr lang="en-US"/>
              <a:t>Click to edit Master text styles</a:t>
            </a:r>
          </a:p>
        </p:txBody>
      </p:sp>
      <p:sp>
        <p:nvSpPr>
          <p:cNvPr id="2" name="Retângulo 43">
            <a:extLst>
              <a:ext uri="{FF2B5EF4-FFF2-40B4-BE49-F238E27FC236}">
                <a16:creationId xmlns:a16="http://schemas.microsoft.com/office/drawing/2014/main" id="{30950C68-3301-7979-4BCA-FE0694F46349}"/>
              </a:ext>
            </a:extLst>
          </p:cNvPr>
          <p:cNvSpPr/>
          <p:nvPr userDrawn="1"/>
        </p:nvSpPr>
        <p:spPr>
          <a:xfrm>
            <a:off x="11744128" y="6517658"/>
            <a:ext cx="229263" cy="215444"/>
          </a:xfrm>
          <a:prstGeom prst="rect">
            <a:avLst/>
          </a:prstGeom>
        </p:spPr>
        <p:txBody>
          <a:bodyPr wrap="square" lIns="0" rIns="0">
            <a:spAutoFit/>
          </a:bodyPr>
          <a:lstStyle/>
          <a:p>
            <a:pPr algn="r"/>
            <a:fld id="{0502E5A9-B53C-401E-A0E0-4A359BB0A9E5}" type="slidenum">
              <a:rPr lang="en-US" sz="800" smtClean="0">
                <a:solidFill>
                  <a:srgbClr val="A6A6A6"/>
                </a:solidFill>
                <a:latin typeface="Ubuntu" panose="020B0504030602030204" pitchFamily="34" charset="0"/>
                <a:cs typeface="Arial" panose="020B0604020202020204" pitchFamily="34" charset="0"/>
              </a:rPr>
              <a:pPr algn="r"/>
              <a:t>‹#›</a:t>
            </a:fld>
            <a:endParaRPr lang="en-US" sz="800">
              <a:solidFill>
                <a:srgbClr val="A6A6A6"/>
              </a:solidFill>
              <a:latin typeface="Ubuntu" panose="020B0504030602030204" pitchFamily="34" charset="0"/>
              <a:cs typeface="Arial" panose="020B0604020202020204" pitchFamily="34" charset="0"/>
            </a:endParaRPr>
          </a:p>
        </p:txBody>
      </p:sp>
      <p:sp>
        <p:nvSpPr>
          <p:cNvPr id="7" name="Rectangle 27">
            <a:extLst>
              <a:ext uri="{FF2B5EF4-FFF2-40B4-BE49-F238E27FC236}">
                <a16:creationId xmlns:a16="http://schemas.microsoft.com/office/drawing/2014/main" id="{A9A79282-A49F-3079-06E9-DD48E034046C}"/>
              </a:ext>
            </a:extLst>
          </p:cNvPr>
          <p:cNvSpPr/>
          <p:nvPr userDrawn="1"/>
        </p:nvSpPr>
        <p:spPr>
          <a:xfrm>
            <a:off x="7227070" y="6517871"/>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a:solidFill>
                  <a:srgbClr val="A6A6A6"/>
                </a:solidFill>
                <a:latin typeface="Ubuntu" panose="020B0504030602030204" pitchFamily="34" charset="0"/>
                <a:cs typeface="Arial" panose="020B0604020202020204" pitchFamily="34" charset="0"/>
              </a:rPr>
              <a:t>Company</a:t>
            </a:r>
            <a:r>
              <a:rPr lang="en-GB" sz="700" baseline="0">
                <a:solidFill>
                  <a:srgbClr val="A6A6A6"/>
                </a:solidFill>
                <a:latin typeface="Ubuntu" panose="020B0504030602030204" pitchFamily="34" charset="0"/>
                <a:cs typeface="Arial" panose="020B0604020202020204" pitchFamily="34" charset="0"/>
              </a:rPr>
              <a:t> </a:t>
            </a:r>
            <a:r>
              <a:rPr lang="en-GB" sz="700">
                <a:solidFill>
                  <a:srgbClr val="A6A6A6"/>
                </a:solidFill>
                <a:latin typeface="Ubuntu" panose="020B0504030602030204" pitchFamily="34" charset="0"/>
                <a:cs typeface="Arial" panose="020B0604020202020204" pitchFamily="34" charset="0"/>
              </a:rPr>
              <a:t>Confidential © Capgemini 2026. All rights reserved  |</a:t>
            </a:r>
          </a:p>
        </p:txBody>
      </p:sp>
    </p:spTree>
    <p:extLst>
      <p:ext uri="{BB962C8B-B14F-4D97-AF65-F5344CB8AC3E}">
        <p14:creationId xmlns:p14="http://schemas.microsoft.com/office/powerpoint/2010/main" val="305198273"/>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userDrawn="1">
  <p:cSld name="Dark blue-Grey">
    <p:spTree>
      <p:nvGrpSpPr>
        <p:cNvPr id="1" name=""/>
        <p:cNvGrpSpPr/>
        <p:nvPr/>
      </p:nvGrpSpPr>
      <p:grpSpPr>
        <a:xfrm>
          <a:off x="0" y="0"/>
          <a:ext cx="0" cy="0"/>
          <a:chOff x="0" y="0"/>
          <a:chExt cx="0" cy="0"/>
        </a:xfrm>
      </p:grpSpPr>
      <p:sp>
        <p:nvSpPr>
          <p:cNvPr id="11" name="Title Placeholder 1">
            <a:extLst>
              <a:ext uri="{FF2B5EF4-FFF2-40B4-BE49-F238E27FC236}">
                <a16:creationId xmlns:a16="http://schemas.microsoft.com/office/drawing/2014/main" id="{552BBB0A-405D-419D-8BD5-EC8D9F84B795}"/>
              </a:ext>
            </a:extLst>
          </p:cNvPr>
          <p:cNvSpPr>
            <a:spLocks noGrp="1"/>
          </p:cNvSpPr>
          <p:nvPr>
            <p:ph type="title" hasCustomPrompt="1"/>
          </p:nvPr>
        </p:nvSpPr>
        <p:spPr>
          <a:xfrm>
            <a:off x="263525" y="279698"/>
            <a:ext cx="10305982" cy="548640"/>
          </a:xfrm>
          <a:prstGeom prst="rect">
            <a:avLst/>
          </a:prstGeom>
        </p:spPr>
        <p:txBody>
          <a:bodyPr vert="horz" lIns="0" tIns="0" rIns="0" bIns="0" rtlCol="0" anchor="t">
            <a:normAutofit/>
          </a:bodyPr>
          <a:lstStyle>
            <a:lvl1pPr algn="l" defTabSz="914400" rtl="0" eaLnBrk="1" latinLnBrk="0" hangingPunct="1">
              <a:lnSpc>
                <a:spcPct val="100000"/>
              </a:lnSpc>
              <a:spcBef>
                <a:spcPct val="0"/>
              </a:spcBef>
              <a:buNone/>
              <a:defRPr lang="pt-PT" sz="2400" kern="1200" dirty="0">
                <a:solidFill>
                  <a:schemeClr val="accent1"/>
                </a:solidFill>
                <a:latin typeface="Verdana" panose="020B0604030504040204" pitchFamily="34" charset="0"/>
                <a:ea typeface="Verdana" panose="020B0604030504040204" pitchFamily="34" charset="0"/>
                <a:cs typeface="Verdana" panose="020B0604030504040204" pitchFamily="34" charset="0"/>
              </a:defRPr>
            </a:lvl1pPr>
          </a:lstStyle>
          <a:p>
            <a:pPr lvl="0">
              <a:lnSpc>
                <a:spcPts val="3000"/>
              </a:lnSpc>
            </a:pPr>
            <a:r>
              <a:rPr lang="en-US"/>
              <a:t>Click to add title</a:t>
            </a:r>
            <a:endParaRPr lang="pt-PT"/>
          </a:p>
        </p:txBody>
      </p:sp>
    </p:spTree>
    <p:extLst>
      <p:ext uri="{BB962C8B-B14F-4D97-AF65-F5344CB8AC3E}">
        <p14:creationId xmlns:p14="http://schemas.microsoft.com/office/powerpoint/2010/main" val="4140577904"/>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userDrawn="1">
  <p:cSld name="1_Titre seul">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Diapositive think-cell" r:id="rId3" imgW="270" imgH="270" progId="TCLayout.ActiveDocument.1">
                  <p:embed/>
                </p:oleObj>
              </mc:Choice>
              <mc:Fallback>
                <p:oleObj name="Diapositive think-cell"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Espace réservé du texte 9">
            <a:extLst>
              <a:ext uri="{FF2B5EF4-FFF2-40B4-BE49-F238E27FC236}">
                <a16:creationId xmlns:a16="http://schemas.microsoft.com/office/drawing/2014/main" id="{0850DA69-657E-41C3-B340-B16C354CA1D0}"/>
              </a:ext>
            </a:extLst>
          </p:cNvPr>
          <p:cNvSpPr>
            <a:spLocks noGrp="1"/>
          </p:cNvSpPr>
          <p:nvPr>
            <p:ph type="body" sz="quarter" idx="10"/>
          </p:nvPr>
        </p:nvSpPr>
        <p:spPr>
          <a:xfrm>
            <a:off x="404813" y="1447800"/>
            <a:ext cx="11406187" cy="4951413"/>
          </a:xfrm>
        </p:spPr>
        <p:txBody>
          <a:bodyPr/>
          <a:lstStyle>
            <a:lvl1pPr>
              <a:defRPr>
                <a:solidFill>
                  <a:schemeClr val="bg1"/>
                </a:solidFill>
              </a:defRPr>
            </a:lvl1pPr>
            <a:lvl2pPr>
              <a:defRPr>
                <a:solidFill>
                  <a:schemeClr val="bg1"/>
                </a:solidFill>
              </a:defRPr>
            </a:lvl2pPr>
            <a:lvl3pPr>
              <a:defRPr>
                <a:solidFill>
                  <a:schemeClr val="bg1"/>
                </a:solidFill>
              </a:defRPr>
            </a:lvl3pPr>
            <a:lvl4pPr>
              <a:buClr>
                <a:schemeClr val="accent5"/>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5E6BB52B-0C5D-4023-89D5-282E9A520223}"/>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de-DE"/>
          </a:p>
        </p:txBody>
      </p:sp>
    </p:spTree>
    <p:extLst>
      <p:ext uri="{BB962C8B-B14F-4D97-AF65-F5344CB8AC3E}">
        <p14:creationId xmlns:p14="http://schemas.microsoft.com/office/powerpoint/2010/main" val="3018422971"/>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p:cSld name="Title and Content">
    <p:bg>
      <p:bgPr>
        <a:solidFill>
          <a:schemeClr val="accent4"/>
        </a:solidFill>
        <a:effectLst/>
      </p:bgPr>
    </p:bg>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006B5C2B-B0BF-4136-9EC7-0E7F54D1D264}"/>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en-GB"/>
          </a:p>
        </p:txBody>
      </p:sp>
      <p:sp>
        <p:nvSpPr>
          <p:cNvPr id="4" name="Text Placeholder 3"/>
          <p:cNvSpPr>
            <a:spLocks noGrp="1"/>
          </p:cNvSpPr>
          <p:nvPr>
            <p:ph type="body" sz="quarter" idx="10"/>
          </p:nvPr>
        </p:nvSpPr>
        <p:spPr>
          <a:xfrm>
            <a:off x="404812" y="1447201"/>
            <a:ext cx="11379201" cy="5022612"/>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759249445"/>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userDrawn="1">
  <p:cSld name="Title and Content dark grey">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4B959B47-5443-2F9F-8D30-8C69475AFBD4}"/>
              </a:ext>
            </a:extLst>
          </p:cNvPr>
          <p:cNvSpPr>
            <a:spLocks noGrp="1"/>
          </p:cNvSpPr>
          <p:nvPr>
            <p:ph type="title"/>
          </p:nvPr>
        </p:nvSpPr>
        <p:spPr>
          <a:xfrm>
            <a:off x="404813" y="388188"/>
            <a:ext cx="10947772" cy="716711"/>
          </a:xfrm>
        </p:spPr>
        <p:txBody>
          <a:bodyPr/>
          <a:lstStyle>
            <a:lvl1pPr>
              <a:defRPr>
                <a:solidFill>
                  <a:schemeClr val="bg2"/>
                </a:solidFill>
              </a:defRPr>
            </a:lvl1pPr>
          </a:lstStyle>
          <a:p>
            <a:r>
              <a:rPr lang="en-US"/>
              <a:t>Click to edit Master title style</a:t>
            </a:r>
            <a:endParaRPr lang="de-DE"/>
          </a:p>
        </p:txBody>
      </p:sp>
    </p:spTree>
    <p:extLst>
      <p:ext uri="{BB962C8B-B14F-4D97-AF65-F5344CB8AC3E}">
        <p14:creationId xmlns:p14="http://schemas.microsoft.com/office/powerpoint/2010/main" val="1152139145"/>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type="blank">
  <p:cSld name="Totally 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56820185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98.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D24234B-3070-41FF-AA0E-EA4AC1C96174}" type="datetimeFigureOut">
              <a:rPr lang="en-US" smtClean="0"/>
              <a:t>4/23/2026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BA073DF-B806-4CCC-A9B0-887CA7C474A1}" type="slidenum">
              <a:rPr lang="en-US" smtClean="0"/>
              <a:t>‹#›</a:t>
            </a:fld>
            <a:endParaRPr lang="en-US"/>
          </a:p>
        </p:txBody>
      </p:sp>
    </p:spTree>
    <p:extLst>
      <p:ext uri="{BB962C8B-B14F-4D97-AF65-F5344CB8AC3E}">
        <p14:creationId xmlns:p14="http://schemas.microsoft.com/office/powerpoint/2010/main" val="2412240493"/>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Title Slide 2">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5F0D51B9-A61A-4FDC-9E0F-E2A63E0E942C}"/>
              </a:ext>
            </a:extLst>
          </p:cNvPr>
          <p:cNvSpPr>
            <a:spLocks noGrp="1"/>
          </p:cNvSpPr>
          <p:nvPr>
            <p:ph type="pic" sz="quarter" idx="10" hasCustomPrompt="1"/>
          </p:nvPr>
        </p:nvSpPr>
        <p:spPr>
          <a:xfrm>
            <a:off x="5303838" y="0"/>
            <a:ext cx="6888162" cy="6858000"/>
          </a:xfrm>
          <a:solidFill>
            <a:schemeClr val="bg2">
              <a:lumMod val="90000"/>
            </a:schemeClr>
          </a:solidFill>
        </p:spPr>
        <p:txBody>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93129"/>
            <a:ext cx="11386134" cy="2215991"/>
          </a:xfrm>
        </p:spPr>
        <p:txBody>
          <a:bodyPr wrap="square" lIns="36000" rIns="36000" bIns="0" anchor="b" anchorCtr="0">
            <a:spAutoFit/>
          </a:bodyPr>
          <a:lstStyle>
            <a:lvl1pPr algn="l">
              <a:lnSpc>
                <a:spcPct val="90000"/>
              </a:lnSpc>
              <a:defRPr sz="8000" b="1" baseline="0">
                <a:solidFill>
                  <a:schemeClr val="bg1"/>
                </a:solidFill>
                <a:latin typeface="Ubuntu" panose="020B0504030602030204" pitchFamily="34" charset="0"/>
              </a:defRPr>
            </a:lvl1pPr>
          </a:lstStyle>
          <a:p>
            <a:r>
              <a:rPr lang="en-US"/>
              <a:t>Click to edit Master title style</a:t>
            </a:r>
            <a:endParaRPr lang="en-GB"/>
          </a:p>
        </p:txBody>
      </p:sp>
      <p:pic>
        <p:nvPicPr>
          <p:cNvPr id="9" name="Image 8">
            <a:extLst>
              <a:ext uri="{FF2B5EF4-FFF2-40B4-BE49-F238E27FC236}">
                <a16:creationId xmlns:a16="http://schemas.microsoft.com/office/drawing/2014/main" id="{501B836C-608B-4CFC-BA8A-FAE25C58580B}"/>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4996" y="94849"/>
            <a:ext cx="5040000" cy="1241373"/>
          </a:xfrm>
          <a:prstGeom prst="rect">
            <a:avLst/>
          </a:prstGeom>
        </p:spPr>
      </p:pic>
    </p:spTree>
    <p:extLst>
      <p:ext uri="{BB962C8B-B14F-4D97-AF65-F5344CB8AC3E}">
        <p14:creationId xmlns:p14="http://schemas.microsoft.com/office/powerpoint/2010/main" val="3964141023"/>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Titre et contenu">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04812" y="1447201"/>
            <a:ext cx="11379201" cy="502261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itle 10">
            <a:extLst>
              <a:ext uri="{FF2B5EF4-FFF2-40B4-BE49-F238E27FC236}">
                <a16:creationId xmlns:a16="http://schemas.microsoft.com/office/drawing/2014/main" id="{006B5C2B-B0BF-4136-9EC7-0E7F54D1D264}"/>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3407175433"/>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Title, subtitle and content ">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04812" y="1899138"/>
            <a:ext cx="11379201" cy="457067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Espace réservé du texte 4"/>
          <p:cNvSpPr>
            <a:spLocks noGrp="1"/>
          </p:cNvSpPr>
          <p:nvPr>
            <p:ph type="body" sz="quarter" idx="11" hasCustomPrompt="1"/>
          </p:nvPr>
        </p:nvSpPr>
        <p:spPr>
          <a:xfrm>
            <a:off x="404813" y="1327150"/>
            <a:ext cx="11379200" cy="457688"/>
          </a:xfrm>
          <a:prstGeom prst="rect">
            <a:avLst/>
          </a:prstGeom>
        </p:spPr>
        <p:txBody>
          <a:bodyPr/>
          <a:lstStyle>
            <a:lvl1pPr>
              <a:defRPr>
                <a:solidFill>
                  <a:schemeClr val="accent2"/>
                </a:solidFill>
              </a:defRPr>
            </a:lvl1pPr>
          </a:lstStyle>
          <a:p>
            <a:pPr lvl="0"/>
            <a:r>
              <a:rPr lang="en-US"/>
              <a:t>Click to edit Master subtitle styles</a:t>
            </a:r>
          </a:p>
        </p:txBody>
      </p:sp>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2270607645"/>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5" name="Espace réservé du texte 4"/>
          <p:cNvSpPr>
            <a:spLocks noGrp="1"/>
          </p:cNvSpPr>
          <p:nvPr>
            <p:ph type="body" sz="quarter" idx="11" hasCustomPrompt="1"/>
          </p:nvPr>
        </p:nvSpPr>
        <p:spPr>
          <a:xfrm>
            <a:off x="404813" y="1327150"/>
            <a:ext cx="11379200" cy="457688"/>
          </a:xfrm>
          <a:prstGeom prst="rect">
            <a:avLst/>
          </a:prstGeom>
        </p:spPr>
        <p:txBody>
          <a:bodyPr/>
          <a:lstStyle>
            <a:lvl1pPr>
              <a:defRPr>
                <a:solidFill>
                  <a:schemeClr val="accent2"/>
                </a:solidFill>
              </a:defRPr>
            </a:lvl1pPr>
          </a:lstStyle>
          <a:p>
            <a:pPr lvl="0"/>
            <a:r>
              <a:rPr lang="en-US"/>
              <a:t>Click to edit Master subtitle styles</a:t>
            </a:r>
          </a:p>
        </p:txBody>
      </p:sp>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2213475281"/>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Section Break dark">
    <p:spTree>
      <p:nvGrpSpPr>
        <p:cNvPr id="1" name=""/>
        <p:cNvGrpSpPr/>
        <p:nvPr/>
      </p:nvGrpSpPr>
      <p:grpSpPr>
        <a:xfrm>
          <a:off x="0" y="0"/>
          <a:ext cx="0" cy="0"/>
          <a:chOff x="0" y="0"/>
          <a:chExt cx="0" cy="0"/>
        </a:xfrm>
      </p:grpSpPr>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3772800"/>
            <a:ext cx="11329987" cy="307777"/>
          </a:xfrm>
        </p:spPr>
        <p:txBody>
          <a:bodyPr lIns="0" tIns="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64961"/>
            <a:ext cx="11329987" cy="1477328"/>
          </a:xfrm>
        </p:spPr>
        <p:txBody>
          <a:bodyPr lIns="0" bIns="0" anchor="b" anchorCtr="0">
            <a:spAutoFit/>
          </a:bodyPr>
          <a:lstStyle>
            <a:lvl1pPr algn="l">
              <a:lnSpc>
                <a:spcPct val="80000"/>
              </a:lnSpc>
              <a:defRPr sz="6000" baseline="0">
                <a:solidFill>
                  <a:schemeClr val="bg1"/>
                </a:solidFill>
              </a:defRPr>
            </a:lvl1pPr>
          </a:lstStyle>
          <a:p>
            <a:r>
              <a:rPr lang="en-US"/>
              <a:t>Click to edit Master title style</a:t>
            </a:r>
            <a:endParaRPr lang="en-GB"/>
          </a:p>
        </p:txBody>
      </p:sp>
      <p:sp>
        <p:nvSpPr>
          <p:cNvPr id="9" name="Text Placeholder 8">
            <a:extLst>
              <a:ext uri="{FF2B5EF4-FFF2-40B4-BE49-F238E27FC236}">
                <a16:creationId xmlns:a16="http://schemas.microsoft.com/office/drawing/2014/main" id="{E744C52A-2030-4EFF-B1D2-B60B2B279897}"/>
              </a:ext>
            </a:extLst>
          </p:cNvPr>
          <p:cNvSpPr>
            <a:spLocks noGrp="1"/>
          </p:cNvSpPr>
          <p:nvPr>
            <p:ph type="body" sz="quarter" idx="10" hasCustomPrompt="1"/>
          </p:nvPr>
        </p:nvSpPr>
        <p:spPr>
          <a:xfrm>
            <a:off x="404813" y="1825079"/>
            <a:ext cx="4611067" cy="307777"/>
          </a:xfrm>
        </p:spPr>
        <p:txBody>
          <a:bodyPr wrap="square" anchor="b">
            <a:spAutoFit/>
          </a:bodyPr>
          <a:lstStyle>
            <a:lvl1pPr>
              <a:defRPr>
                <a:solidFill>
                  <a:schemeClr val="accent2"/>
                </a:solidFill>
                <a:latin typeface="Ubuntu" panose="020B0504030602030204" pitchFamily="34" charset="0"/>
              </a:defRPr>
            </a:lvl1pPr>
            <a:lvl2pPr marL="88900" indent="0">
              <a:buNone/>
              <a:defRPr/>
            </a:lvl2pPr>
          </a:lstStyle>
          <a:p>
            <a:pPr lvl="0"/>
            <a:r>
              <a:rPr lang="fr-FR"/>
              <a:t>INSERT A LABEL/ALBEIT</a:t>
            </a:r>
          </a:p>
        </p:txBody>
      </p:sp>
    </p:spTree>
    <p:extLst>
      <p:ext uri="{BB962C8B-B14F-4D97-AF65-F5344CB8AC3E}">
        <p14:creationId xmlns:p14="http://schemas.microsoft.com/office/powerpoint/2010/main" val="3656441253"/>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Case Study">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D9E9555-51E5-49DB-B5C3-3A95D5E64BB1}"/>
              </a:ext>
            </a:extLst>
          </p:cNvPr>
          <p:cNvSpPr/>
          <p:nvPr userDrawn="1"/>
        </p:nvSpPr>
        <p:spPr>
          <a:xfrm>
            <a:off x="11352584" y="7887"/>
            <a:ext cx="767408" cy="6905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BE"/>
          </a:p>
        </p:txBody>
      </p:sp>
      <p:sp>
        <p:nvSpPr>
          <p:cNvPr id="12" name="object 6">
            <a:extLst>
              <a:ext uri="{FF2B5EF4-FFF2-40B4-BE49-F238E27FC236}">
                <a16:creationId xmlns:a16="http://schemas.microsoft.com/office/drawing/2014/main" id="{87A3FAF1-541C-4323-B75B-778271904F02}"/>
              </a:ext>
            </a:extLst>
          </p:cNvPr>
          <p:cNvSpPr txBox="1">
            <a:spLocks/>
          </p:cNvSpPr>
          <p:nvPr userDrawn="1"/>
        </p:nvSpPr>
        <p:spPr>
          <a:xfrm>
            <a:off x="380999" y="690510"/>
            <a:ext cx="4332403" cy="376720"/>
          </a:xfrm>
          <a:prstGeom prst="rect">
            <a:avLst/>
          </a:prstGeom>
        </p:spPr>
        <p:txBody>
          <a:bodyPr vert="horz" wrap="square" lIns="0" tIns="7317" rIns="0" bIns="0" rtlCol="0">
            <a:noAutofit/>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3000" b="0" i="0" u="none" strike="noStrike" kern="1200" cap="none" spc="0" normalizeH="0" baseline="0" noProof="0" dirty="0">
                <a:ln>
                  <a:noFill/>
                </a:ln>
                <a:solidFill>
                  <a:schemeClr val="accent1"/>
                </a:solidFill>
                <a:effectLst/>
                <a:uLnTx/>
                <a:uFillTx/>
                <a:latin typeface="+mj-lt"/>
                <a:ea typeface="+mj-ea"/>
                <a:cs typeface="+mj-cs"/>
              </a:defRPr>
            </a:lvl1pPr>
          </a:lstStyle>
          <a:p>
            <a:pPr marL="7317" marR="3081" indent="-385">
              <a:lnSpc>
                <a:spcPct val="100000"/>
              </a:lnSpc>
              <a:tabLst>
                <a:tab pos="1495353" algn="l"/>
                <a:tab pos="2068771" algn="l"/>
                <a:tab pos="2319472" algn="l"/>
                <a:tab pos="3472084" algn="l"/>
              </a:tabLst>
              <a:defRPr/>
            </a:pPr>
            <a:r>
              <a:rPr lang="en-GB" sz="2400" b="1">
                <a:solidFill>
                  <a:srgbClr val="0070AD"/>
                </a:solidFill>
                <a:latin typeface="+mj-lt"/>
                <a:cs typeface="Arial" panose="020B0604020202020204" pitchFamily="34" charset="0"/>
              </a:rPr>
              <a:t>CASE STUDY</a:t>
            </a:r>
          </a:p>
        </p:txBody>
      </p:sp>
      <p:sp>
        <p:nvSpPr>
          <p:cNvPr id="13" name="object 6">
            <a:extLst>
              <a:ext uri="{FF2B5EF4-FFF2-40B4-BE49-F238E27FC236}">
                <a16:creationId xmlns:a16="http://schemas.microsoft.com/office/drawing/2014/main" id="{5A4822C0-9244-459C-B2CC-01FCC94AF7EB}"/>
              </a:ext>
            </a:extLst>
          </p:cNvPr>
          <p:cNvSpPr txBox="1">
            <a:spLocks/>
          </p:cNvSpPr>
          <p:nvPr userDrawn="1"/>
        </p:nvSpPr>
        <p:spPr>
          <a:xfrm>
            <a:off x="357983" y="2094802"/>
            <a:ext cx="4332403" cy="331067"/>
          </a:xfrm>
          <a:prstGeom prst="rect">
            <a:avLst/>
          </a:prstGeom>
        </p:spPr>
        <p:txBody>
          <a:bodyPr vert="horz" wrap="square" lIns="0" tIns="7317" rIns="0" bIns="0" rtlCol="0">
            <a:noAutofit/>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3000" b="0" i="0" u="none" strike="noStrike" kern="1200" cap="none" spc="0" normalizeH="0" baseline="0" noProof="0" dirty="0">
                <a:ln>
                  <a:noFill/>
                </a:ln>
                <a:solidFill>
                  <a:schemeClr val="accent1"/>
                </a:solidFill>
                <a:effectLst/>
                <a:uLnTx/>
                <a:uFillTx/>
                <a:latin typeface="+mj-lt"/>
                <a:ea typeface="+mj-ea"/>
                <a:cs typeface="+mj-cs"/>
              </a:defRPr>
            </a:lvl1pPr>
          </a:lstStyle>
          <a:p>
            <a:pPr marL="0" marR="3081" indent="-385" algn="l" defTabSz="914400" rtl="0" eaLnBrk="1" latinLnBrk="0" hangingPunct="1">
              <a:lnSpc>
                <a:spcPct val="150000"/>
              </a:lnSpc>
              <a:spcAft>
                <a:spcPts val="400"/>
              </a:spcAft>
              <a:buClr>
                <a:srgbClr val="0070AD"/>
              </a:buClr>
              <a:buSzPts val="1000"/>
              <a:tabLst>
                <a:tab pos="1495353" algn="l"/>
                <a:tab pos="2068771" algn="l"/>
                <a:tab pos="2319472" algn="l"/>
                <a:tab pos="3472084" algn="l"/>
              </a:tabLst>
              <a:defRPr/>
            </a:pPr>
            <a:r>
              <a:rPr lang="en-GB" sz="1600" b="1" kern="1200">
                <a:solidFill>
                  <a:prstClr val="black">
                    <a:lumMod val="95000"/>
                    <a:lumOff val="5000"/>
                  </a:prstClr>
                </a:solidFill>
                <a:latin typeface="+mj-lt"/>
                <a:ea typeface="Verdana" panose="020B0604030504040204" pitchFamily="34" charset="0"/>
                <a:cs typeface="Arial" panose="020B0604020202020204" pitchFamily="34" charset="0"/>
              </a:rPr>
              <a:t>Context &amp; objectives</a:t>
            </a:r>
          </a:p>
        </p:txBody>
      </p:sp>
      <p:sp>
        <p:nvSpPr>
          <p:cNvPr id="14" name="object 6">
            <a:extLst>
              <a:ext uri="{FF2B5EF4-FFF2-40B4-BE49-F238E27FC236}">
                <a16:creationId xmlns:a16="http://schemas.microsoft.com/office/drawing/2014/main" id="{6C9B6733-1660-444E-86F2-FA82ECD1936E}"/>
              </a:ext>
            </a:extLst>
          </p:cNvPr>
          <p:cNvSpPr txBox="1">
            <a:spLocks/>
          </p:cNvSpPr>
          <p:nvPr userDrawn="1"/>
        </p:nvSpPr>
        <p:spPr>
          <a:xfrm>
            <a:off x="357983" y="3393094"/>
            <a:ext cx="4332403" cy="331067"/>
          </a:xfrm>
          <a:prstGeom prst="rect">
            <a:avLst/>
          </a:prstGeom>
        </p:spPr>
        <p:txBody>
          <a:bodyPr vert="horz" wrap="square" lIns="0" tIns="7317" rIns="0" bIns="0" rtlCol="0">
            <a:noAutofit/>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3000" b="0" i="0" u="none" strike="noStrike" kern="1200" cap="none" spc="0" normalizeH="0" baseline="0" noProof="0" dirty="0">
                <a:ln>
                  <a:noFill/>
                </a:ln>
                <a:solidFill>
                  <a:schemeClr val="accent1"/>
                </a:solidFill>
                <a:effectLst/>
                <a:uLnTx/>
                <a:uFillTx/>
                <a:latin typeface="+mj-lt"/>
                <a:ea typeface="+mj-ea"/>
                <a:cs typeface="+mj-cs"/>
              </a:defRPr>
            </a:lvl1pPr>
          </a:lstStyle>
          <a:p>
            <a:pPr marL="0" marR="3081" indent="-385" algn="l" defTabSz="914400" rtl="0" eaLnBrk="1" latinLnBrk="0" hangingPunct="1">
              <a:lnSpc>
                <a:spcPct val="150000"/>
              </a:lnSpc>
              <a:spcAft>
                <a:spcPts val="400"/>
              </a:spcAft>
              <a:buClr>
                <a:srgbClr val="0070AD"/>
              </a:buClr>
              <a:buSzPts val="1000"/>
              <a:tabLst>
                <a:tab pos="1495353" algn="l"/>
                <a:tab pos="2068771" algn="l"/>
                <a:tab pos="2319472" algn="l"/>
                <a:tab pos="3472084" algn="l"/>
              </a:tabLst>
              <a:defRPr/>
            </a:pPr>
            <a:r>
              <a:rPr lang="en-GB" sz="1600" b="1" kern="1200">
                <a:solidFill>
                  <a:prstClr val="black">
                    <a:lumMod val="95000"/>
                    <a:lumOff val="5000"/>
                  </a:prstClr>
                </a:solidFill>
                <a:latin typeface="+mj-lt"/>
                <a:ea typeface="Verdana" panose="020B0604030504040204" pitchFamily="34" charset="0"/>
                <a:cs typeface="Arial" panose="020B0604020202020204" pitchFamily="34" charset="0"/>
              </a:rPr>
              <a:t>Approach &amp; solution</a:t>
            </a:r>
          </a:p>
        </p:txBody>
      </p:sp>
      <p:sp>
        <p:nvSpPr>
          <p:cNvPr id="15" name="object 6">
            <a:extLst>
              <a:ext uri="{FF2B5EF4-FFF2-40B4-BE49-F238E27FC236}">
                <a16:creationId xmlns:a16="http://schemas.microsoft.com/office/drawing/2014/main" id="{68CDDB94-4778-4253-A244-7A943760E60C}"/>
              </a:ext>
            </a:extLst>
          </p:cNvPr>
          <p:cNvSpPr txBox="1">
            <a:spLocks/>
          </p:cNvSpPr>
          <p:nvPr userDrawn="1"/>
        </p:nvSpPr>
        <p:spPr>
          <a:xfrm>
            <a:off x="357983" y="5062720"/>
            <a:ext cx="4332403" cy="331067"/>
          </a:xfrm>
          <a:prstGeom prst="rect">
            <a:avLst/>
          </a:prstGeom>
        </p:spPr>
        <p:txBody>
          <a:bodyPr vert="horz" wrap="square" lIns="0" tIns="7317" rIns="0" bIns="0" rtlCol="0">
            <a:noAutofit/>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3000" b="0" i="0" u="none" strike="noStrike" kern="1200" cap="none" spc="0" normalizeH="0" baseline="0" noProof="0" dirty="0">
                <a:ln>
                  <a:noFill/>
                </a:ln>
                <a:solidFill>
                  <a:schemeClr val="accent1"/>
                </a:solidFill>
                <a:effectLst/>
                <a:uLnTx/>
                <a:uFillTx/>
                <a:latin typeface="+mj-lt"/>
                <a:ea typeface="+mj-ea"/>
                <a:cs typeface="+mj-cs"/>
              </a:defRPr>
            </a:lvl1pPr>
          </a:lstStyle>
          <a:p>
            <a:pPr marL="0" marR="3081" indent="-385" algn="l" defTabSz="914400" rtl="0" eaLnBrk="1" latinLnBrk="0" hangingPunct="1">
              <a:lnSpc>
                <a:spcPct val="150000"/>
              </a:lnSpc>
              <a:spcAft>
                <a:spcPts val="400"/>
              </a:spcAft>
              <a:buClr>
                <a:srgbClr val="0070AD"/>
              </a:buClr>
              <a:buSzPts val="1000"/>
              <a:tabLst>
                <a:tab pos="1495353" algn="l"/>
                <a:tab pos="2068771" algn="l"/>
                <a:tab pos="2319472" algn="l"/>
                <a:tab pos="3472084" algn="l"/>
              </a:tabLst>
              <a:defRPr/>
            </a:pPr>
            <a:r>
              <a:rPr lang="en-GB" sz="1600" b="1" kern="1200">
                <a:solidFill>
                  <a:prstClr val="black">
                    <a:lumMod val="95000"/>
                    <a:lumOff val="5000"/>
                  </a:prstClr>
                </a:solidFill>
                <a:latin typeface="+mj-lt"/>
                <a:ea typeface="Verdana" panose="020B0604030504040204" pitchFamily="34" charset="0"/>
                <a:cs typeface="Arial" panose="020B0604020202020204" pitchFamily="34" charset="0"/>
              </a:rPr>
              <a:t>Results &amp; added-value</a:t>
            </a:r>
          </a:p>
        </p:txBody>
      </p:sp>
      <p:sp>
        <p:nvSpPr>
          <p:cNvPr id="17" name="Text Placeholder 30">
            <a:extLst>
              <a:ext uri="{FF2B5EF4-FFF2-40B4-BE49-F238E27FC236}">
                <a16:creationId xmlns:a16="http://schemas.microsoft.com/office/drawing/2014/main" id="{2FF4745F-2D79-4A11-BE27-78C523C5455A}"/>
              </a:ext>
            </a:extLst>
          </p:cNvPr>
          <p:cNvSpPr>
            <a:spLocks noGrp="1"/>
          </p:cNvSpPr>
          <p:nvPr>
            <p:ph type="body" sz="quarter" idx="24" hasCustomPrompt="1"/>
          </p:nvPr>
        </p:nvSpPr>
        <p:spPr>
          <a:xfrm>
            <a:off x="380998" y="2475802"/>
            <a:ext cx="6651106" cy="878759"/>
          </a:xfrm>
        </p:spPr>
        <p:txBody>
          <a:bodyPr>
            <a:noAutofit/>
          </a:bodyPr>
          <a:lstStyle>
            <a:lvl1pPr>
              <a:lnSpc>
                <a:spcPct val="100000"/>
              </a:lnSpc>
              <a:spcBef>
                <a:spcPts val="0"/>
              </a:spcBef>
              <a:spcAft>
                <a:spcPts val="0"/>
              </a:spcAft>
              <a:defRPr sz="1000">
                <a:latin typeface="+mn-lt"/>
                <a:cs typeface="Arial" panose="020B0604020202020204" pitchFamily="34" charset="0"/>
              </a:defRPr>
            </a:lvl1pPr>
          </a:lstStyle>
          <a:p>
            <a:pPr lvl="0"/>
            <a:r>
              <a:rPr lang="en-US"/>
              <a:t>Please describe the client’s context, problems and objectives for the project</a:t>
            </a:r>
          </a:p>
          <a:p>
            <a:pPr lvl="0"/>
            <a:endParaRPr lang="fr-BE"/>
          </a:p>
        </p:txBody>
      </p:sp>
      <p:sp>
        <p:nvSpPr>
          <p:cNvPr id="21" name="Text Placeholder 30">
            <a:extLst>
              <a:ext uri="{FF2B5EF4-FFF2-40B4-BE49-F238E27FC236}">
                <a16:creationId xmlns:a16="http://schemas.microsoft.com/office/drawing/2014/main" id="{5F4C2577-9870-480F-9856-D079C78DA928}"/>
              </a:ext>
            </a:extLst>
          </p:cNvPr>
          <p:cNvSpPr>
            <a:spLocks noGrp="1"/>
          </p:cNvSpPr>
          <p:nvPr>
            <p:ph type="body" sz="quarter" idx="25" hasCustomPrompt="1"/>
          </p:nvPr>
        </p:nvSpPr>
        <p:spPr>
          <a:xfrm>
            <a:off x="380998" y="3799555"/>
            <a:ext cx="7299178" cy="1239442"/>
          </a:xfrm>
        </p:spPr>
        <p:txBody>
          <a:bodyPr>
            <a:noAutofit/>
          </a:bodyPr>
          <a:lstStyle>
            <a:lvl1pPr>
              <a:lnSpc>
                <a:spcPct val="100000"/>
              </a:lnSpc>
              <a:spcBef>
                <a:spcPts val="0"/>
              </a:spcBef>
              <a:spcAft>
                <a:spcPts val="0"/>
              </a:spcAft>
              <a:defRPr sz="1000">
                <a:latin typeface="+mn-lt"/>
                <a:cs typeface="Arial" panose="020B0604020202020204" pitchFamily="34" charset="0"/>
              </a:defRPr>
            </a:lvl1pPr>
          </a:lstStyle>
          <a:p>
            <a:pPr lvl="0"/>
            <a:r>
              <a:rPr lang="en-US"/>
              <a:t>Please describe our services provided as part of this project, including specific value adding engineering solutions if any</a:t>
            </a:r>
          </a:p>
          <a:p>
            <a:pPr lvl="0"/>
            <a:endParaRPr lang="en-US"/>
          </a:p>
          <a:p>
            <a:pPr lvl="0"/>
            <a:endParaRPr lang="fr-BE"/>
          </a:p>
        </p:txBody>
      </p:sp>
      <p:sp>
        <p:nvSpPr>
          <p:cNvPr id="22" name="Text Placeholder 30">
            <a:extLst>
              <a:ext uri="{FF2B5EF4-FFF2-40B4-BE49-F238E27FC236}">
                <a16:creationId xmlns:a16="http://schemas.microsoft.com/office/drawing/2014/main" id="{CE50991C-2125-4B9D-8D92-F48C27600F34}"/>
              </a:ext>
            </a:extLst>
          </p:cNvPr>
          <p:cNvSpPr>
            <a:spLocks noGrp="1"/>
          </p:cNvSpPr>
          <p:nvPr>
            <p:ph type="body" sz="quarter" idx="26" hasCustomPrompt="1"/>
          </p:nvPr>
        </p:nvSpPr>
        <p:spPr>
          <a:xfrm>
            <a:off x="380998" y="5429918"/>
            <a:ext cx="8379298" cy="1085182"/>
          </a:xfrm>
        </p:spPr>
        <p:txBody>
          <a:bodyPr>
            <a:noAutofit/>
          </a:bodyPr>
          <a:lstStyle>
            <a:lvl1pPr>
              <a:lnSpc>
                <a:spcPct val="100000"/>
              </a:lnSpc>
              <a:spcBef>
                <a:spcPts val="0"/>
              </a:spcBef>
              <a:spcAft>
                <a:spcPts val="0"/>
              </a:spcAft>
              <a:defRPr sz="1000">
                <a:latin typeface="+mn-lt"/>
                <a:cs typeface="Arial" panose="020B0604020202020204" pitchFamily="34" charset="0"/>
              </a:defRPr>
            </a:lvl1pPr>
          </a:lstStyle>
          <a:p>
            <a:pPr lvl="0"/>
            <a:r>
              <a:rPr lang="en-US"/>
              <a:t>Please describe the results of the project from a client perspective</a:t>
            </a:r>
          </a:p>
          <a:p>
            <a:pPr lvl="0"/>
            <a:r>
              <a:rPr lang="en-US"/>
              <a:t>Highlight 1 or 2 catchy figures measuring the benefits of our project for the client</a:t>
            </a:r>
          </a:p>
          <a:p>
            <a:pPr lvl="0"/>
            <a:r>
              <a:rPr lang="en-US"/>
              <a:t>Example : “reduced cost of X%” -  “increased revenue of Y%” etc.</a:t>
            </a:r>
          </a:p>
          <a:p>
            <a:pPr lvl="0"/>
            <a:endParaRPr lang="en-US"/>
          </a:p>
          <a:p>
            <a:pPr lvl="0"/>
            <a:endParaRPr lang="fr-BE"/>
          </a:p>
        </p:txBody>
      </p:sp>
      <p:sp>
        <p:nvSpPr>
          <p:cNvPr id="3" name="Text Placeholder 2">
            <a:extLst>
              <a:ext uri="{FF2B5EF4-FFF2-40B4-BE49-F238E27FC236}">
                <a16:creationId xmlns:a16="http://schemas.microsoft.com/office/drawing/2014/main" id="{86B22922-119A-4C84-824B-1EFD528DD951}"/>
              </a:ext>
            </a:extLst>
          </p:cNvPr>
          <p:cNvSpPr>
            <a:spLocks noGrp="1"/>
          </p:cNvSpPr>
          <p:nvPr>
            <p:ph type="body" sz="quarter" idx="27" hasCustomPrompt="1"/>
          </p:nvPr>
        </p:nvSpPr>
        <p:spPr>
          <a:xfrm>
            <a:off x="381000" y="1600200"/>
            <a:ext cx="6075040" cy="381000"/>
          </a:xfrm>
        </p:spPr>
        <p:txBody>
          <a:bodyPr>
            <a:noAutofit/>
          </a:bodyPr>
          <a:lstStyle>
            <a:lvl1pPr>
              <a:defRPr sz="1600">
                <a:solidFill>
                  <a:schemeClr val="accent1"/>
                </a:solidFill>
                <a:latin typeface="+mj-lt"/>
                <a:cs typeface="Arial" panose="020B0604020202020204" pitchFamily="34" charset="0"/>
              </a:defRPr>
            </a:lvl1pPr>
          </a:lstStyle>
          <a:p>
            <a:pPr lvl="0"/>
            <a:r>
              <a:rPr lang="en-US"/>
              <a:t>Project pitch in 1 sentence</a:t>
            </a:r>
            <a:endParaRPr lang="fr-BE"/>
          </a:p>
        </p:txBody>
      </p:sp>
      <p:sp>
        <p:nvSpPr>
          <p:cNvPr id="18" name="Picture Placeholder 9">
            <a:extLst>
              <a:ext uri="{FF2B5EF4-FFF2-40B4-BE49-F238E27FC236}">
                <a16:creationId xmlns:a16="http://schemas.microsoft.com/office/drawing/2014/main" id="{1BD919CE-1E38-4859-9CF0-820630AFF240}"/>
              </a:ext>
            </a:extLst>
          </p:cNvPr>
          <p:cNvSpPr>
            <a:spLocks noGrp="1"/>
          </p:cNvSpPr>
          <p:nvPr>
            <p:ph type="pic" sz="quarter" idx="16"/>
          </p:nvPr>
        </p:nvSpPr>
        <p:spPr>
          <a:xfrm>
            <a:off x="6744072" y="-1"/>
            <a:ext cx="5447927" cy="5889523"/>
          </a:xfrm>
          <a:custGeom>
            <a:avLst/>
            <a:gdLst>
              <a:gd name="connsiteX0" fmla="*/ 3065543 w 6442178"/>
              <a:gd name="connsiteY0" fmla="*/ 0 h 6428990"/>
              <a:gd name="connsiteX1" fmla="*/ 5733466 w 6442178"/>
              <a:gd name="connsiteY1" fmla="*/ 0 h 6428990"/>
              <a:gd name="connsiteX2" fmla="*/ 6442178 w 6442178"/>
              <a:gd name="connsiteY2" fmla="*/ 909106 h 6428990"/>
              <a:gd name="connsiteX3" fmla="*/ 6442178 w 6442178"/>
              <a:gd name="connsiteY3" fmla="*/ 5015423 h 6428990"/>
              <a:gd name="connsiteX4" fmla="*/ 6392488 w 6442178"/>
              <a:gd name="connsiteY4" fmla="*/ 4957916 h 6428990"/>
              <a:gd name="connsiteX5" fmla="*/ 5413089 w 6442178"/>
              <a:gd name="connsiteY5" fmla="*/ 3701586 h 6428990"/>
              <a:gd name="connsiteX6" fmla="*/ 5413089 w 6442178"/>
              <a:gd name="connsiteY6" fmla="*/ 5078784 h 6428990"/>
              <a:gd name="connsiteX7" fmla="*/ 5389126 w 6442178"/>
              <a:gd name="connsiteY7" fmla="*/ 5316500 h 6428990"/>
              <a:gd name="connsiteX8" fmla="*/ 5379860 w 6442178"/>
              <a:gd name="connsiteY8" fmla="*/ 5352536 h 6428990"/>
              <a:gd name="connsiteX9" fmla="*/ 5376692 w 6442178"/>
              <a:gd name="connsiteY9" fmla="*/ 5394406 h 6428990"/>
              <a:gd name="connsiteX10" fmla="*/ 4931308 w 6442178"/>
              <a:gd name="connsiteY10" fmla="*/ 6179665 h 6428990"/>
              <a:gd name="connsiteX11" fmla="*/ 4931308 w 6442178"/>
              <a:gd name="connsiteY11" fmla="*/ 6179664 h 6428990"/>
              <a:gd name="connsiteX12" fmla="*/ 3275854 w 6442178"/>
              <a:gd name="connsiteY12" fmla="*/ 5974608 h 6428990"/>
              <a:gd name="connsiteX13" fmla="*/ 249328 w 6442178"/>
              <a:gd name="connsiteY13" fmla="*/ 2092309 h 6428990"/>
              <a:gd name="connsiteX14" fmla="*/ 454382 w 6442178"/>
              <a:gd name="connsiteY14" fmla="*/ 436857 h 6428990"/>
              <a:gd name="connsiteX15" fmla="*/ 454381 w 6442178"/>
              <a:gd name="connsiteY15" fmla="*/ 436857 h 6428990"/>
              <a:gd name="connsiteX16" fmla="*/ 2109835 w 6442178"/>
              <a:gd name="connsiteY16" fmla="*/ 641913 h 6428990"/>
              <a:gd name="connsiteX17" fmla="*/ 3054034 w 6442178"/>
              <a:gd name="connsiteY17" fmla="*/ 1853090 h 6428990"/>
              <a:gd name="connsiteX18" fmla="*/ 3054034 w 6442178"/>
              <a:gd name="connsiteY18" fmla="*/ 156171 h 6428990"/>
              <a:gd name="connsiteX19" fmla="*/ 3059392 w 6442178"/>
              <a:gd name="connsiteY19" fmla="*/ 43013 h 64289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6442178" h="6428990">
                <a:moveTo>
                  <a:pt x="3065543" y="0"/>
                </a:moveTo>
                <a:lnTo>
                  <a:pt x="5733466" y="0"/>
                </a:lnTo>
                <a:lnTo>
                  <a:pt x="6442178" y="909106"/>
                </a:lnTo>
                <a:lnTo>
                  <a:pt x="6442178" y="5015423"/>
                </a:lnTo>
                <a:lnTo>
                  <a:pt x="6392488" y="4957916"/>
                </a:lnTo>
                <a:lnTo>
                  <a:pt x="5413089" y="3701586"/>
                </a:lnTo>
                <a:lnTo>
                  <a:pt x="5413089" y="5078784"/>
                </a:lnTo>
                <a:cubicBezTo>
                  <a:pt x="5413089" y="5160213"/>
                  <a:pt x="5404838" y="5239716"/>
                  <a:pt x="5389126" y="5316500"/>
                </a:cubicBezTo>
                <a:lnTo>
                  <a:pt x="5379860" y="5352536"/>
                </a:lnTo>
                <a:lnTo>
                  <a:pt x="5376692" y="5394406"/>
                </a:lnTo>
                <a:cubicBezTo>
                  <a:pt x="5339584" y="5693984"/>
                  <a:pt x="5188190" y="5979406"/>
                  <a:pt x="4931308" y="6179665"/>
                </a:cubicBezTo>
                <a:lnTo>
                  <a:pt x="4931308" y="6179664"/>
                </a:lnTo>
                <a:cubicBezTo>
                  <a:pt x="4417543" y="6580180"/>
                  <a:pt x="3676372" y="6488373"/>
                  <a:pt x="3275854" y="5974608"/>
                </a:cubicBezTo>
                <a:lnTo>
                  <a:pt x="249328" y="2092309"/>
                </a:lnTo>
                <a:cubicBezTo>
                  <a:pt x="-151189" y="1578544"/>
                  <a:pt x="-59383" y="837373"/>
                  <a:pt x="454382" y="436857"/>
                </a:cubicBezTo>
                <a:lnTo>
                  <a:pt x="454381" y="436857"/>
                </a:lnTo>
                <a:cubicBezTo>
                  <a:pt x="968147" y="36341"/>
                  <a:pt x="1709318" y="128147"/>
                  <a:pt x="2109835" y="641913"/>
                </a:cubicBezTo>
                <a:lnTo>
                  <a:pt x="3054034" y="1853090"/>
                </a:lnTo>
                <a:lnTo>
                  <a:pt x="3054034" y="156171"/>
                </a:lnTo>
                <a:cubicBezTo>
                  <a:pt x="3054034" y="118001"/>
                  <a:pt x="3055847" y="80254"/>
                  <a:pt x="3059392" y="43013"/>
                </a:cubicBezTo>
                <a:close/>
              </a:path>
            </a:pathLst>
          </a:custGeom>
          <a:solidFill>
            <a:schemeClr val="bg1">
              <a:lumMod val="95000"/>
            </a:schemeClr>
          </a:solidFill>
        </p:spPr>
        <p:txBody>
          <a:bodyPr wrap="square" anchor="ctr">
            <a:noAutofit/>
          </a:bodyPr>
          <a:lstStyle>
            <a:lvl1pPr algn="ctr">
              <a:defRPr sz="1200">
                <a:latin typeface="Ubuntu" panose="020B0504030602030204" pitchFamily="34" charset="0"/>
              </a:defRPr>
            </a:lvl1pPr>
          </a:lstStyle>
          <a:p>
            <a:endParaRPr lang="en-US"/>
          </a:p>
        </p:txBody>
      </p:sp>
      <p:sp>
        <p:nvSpPr>
          <p:cNvPr id="8" name="Text Placeholder 7">
            <a:extLst>
              <a:ext uri="{FF2B5EF4-FFF2-40B4-BE49-F238E27FC236}">
                <a16:creationId xmlns:a16="http://schemas.microsoft.com/office/drawing/2014/main" id="{5E053565-E0E2-43B4-9DA2-D5D413284960}"/>
              </a:ext>
            </a:extLst>
          </p:cNvPr>
          <p:cNvSpPr>
            <a:spLocks noGrp="1"/>
          </p:cNvSpPr>
          <p:nvPr>
            <p:ph type="body" sz="quarter" idx="28" hasCustomPrompt="1"/>
          </p:nvPr>
        </p:nvSpPr>
        <p:spPr>
          <a:xfrm>
            <a:off x="380998" y="1176502"/>
            <a:ext cx="6075040" cy="413778"/>
          </a:xfrm>
        </p:spPr>
        <p:txBody>
          <a:bodyPr>
            <a:noAutofit/>
          </a:bodyPr>
          <a:lstStyle>
            <a:lvl1pPr>
              <a:defRPr sz="1600" b="1">
                <a:solidFill>
                  <a:schemeClr val="accent1"/>
                </a:solidFill>
              </a:defRPr>
            </a:lvl1pPr>
          </a:lstStyle>
          <a:p>
            <a:pPr lvl="0"/>
            <a:r>
              <a:rPr lang="en-US"/>
              <a:t>CLIENT NAME / LOGO </a:t>
            </a:r>
            <a:endParaRPr lang="fr-BE"/>
          </a:p>
        </p:txBody>
      </p:sp>
    </p:spTree>
    <p:extLst>
      <p:ext uri="{BB962C8B-B14F-4D97-AF65-F5344CB8AC3E}">
        <p14:creationId xmlns:p14="http://schemas.microsoft.com/office/powerpoint/2010/main" val="531102811"/>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Full picture white Pik">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1EB2D5A7-8ABD-41FC-934A-8D0E9E07B98D}"/>
              </a:ext>
            </a:extLst>
          </p:cNvPr>
          <p:cNvSpPr>
            <a:spLocks noGrp="1"/>
          </p:cNvSpPr>
          <p:nvPr>
            <p:ph type="pic" sz="quarter" idx="13" hasCustomPrompt="1"/>
          </p:nvPr>
        </p:nvSpPr>
        <p:spPr>
          <a:xfrm>
            <a:off x="0" y="0"/>
            <a:ext cx="12192000" cy="6858000"/>
          </a:xfrm>
          <a:custGeom>
            <a:avLst/>
            <a:gdLst>
              <a:gd name="connsiteX0" fmla="*/ 11904137 w 12192000"/>
              <a:gd name="connsiteY0" fmla="*/ 374761 h 6858000"/>
              <a:gd name="connsiteX1" fmla="*/ 11851113 w 12192000"/>
              <a:gd name="connsiteY1" fmla="*/ 409256 h 6858000"/>
              <a:gd name="connsiteX2" fmla="*/ 11813853 w 12192000"/>
              <a:gd name="connsiteY2" fmla="*/ 476806 h 6858000"/>
              <a:gd name="connsiteX3" fmla="*/ 11772294 w 12192000"/>
              <a:gd name="connsiteY3" fmla="*/ 537171 h 6858000"/>
              <a:gd name="connsiteX4" fmla="*/ 11703507 w 12192000"/>
              <a:gd name="connsiteY4" fmla="*/ 580289 h 6858000"/>
              <a:gd name="connsiteX5" fmla="*/ 11747932 w 12192000"/>
              <a:gd name="connsiteY5" fmla="*/ 591787 h 6858000"/>
              <a:gd name="connsiteX6" fmla="*/ 11796656 w 12192000"/>
              <a:gd name="connsiteY6" fmla="*/ 587475 h 6858000"/>
              <a:gd name="connsiteX7" fmla="*/ 11879774 w 12192000"/>
              <a:gd name="connsiteY7" fmla="*/ 551544 h 6858000"/>
              <a:gd name="connsiteX8" fmla="*/ 11816719 w 12192000"/>
              <a:gd name="connsiteY8" fmla="*/ 494054 h 6858000"/>
              <a:gd name="connsiteX9" fmla="*/ 11904137 w 12192000"/>
              <a:gd name="connsiteY9" fmla="*/ 521361 h 6858000"/>
              <a:gd name="connsiteX10" fmla="*/ 11965759 w 12192000"/>
              <a:gd name="connsiteY10" fmla="*/ 460997 h 6858000"/>
              <a:gd name="connsiteX11" fmla="*/ 11964326 w 12192000"/>
              <a:gd name="connsiteY11" fmla="*/ 404944 h 6858000"/>
              <a:gd name="connsiteX12" fmla="*/ 11904137 w 12192000"/>
              <a:gd name="connsiteY12" fmla="*/ 374761 h 6858000"/>
              <a:gd name="connsiteX13" fmla="*/ 11779497 w 12192000"/>
              <a:gd name="connsiteY13" fmla="*/ 210928 h 6858000"/>
              <a:gd name="connsiteX14" fmla="*/ 11559747 w 12192000"/>
              <a:gd name="connsiteY14" fmla="*/ 439472 h 6858000"/>
              <a:gd name="connsiteX15" fmla="*/ 11635870 w 12192000"/>
              <a:gd name="connsiteY15" fmla="*/ 550150 h 6858000"/>
              <a:gd name="connsiteX16" fmla="*/ 11720610 w 12192000"/>
              <a:gd name="connsiteY16" fmla="*/ 545838 h 6858000"/>
              <a:gd name="connsiteX17" fmla="*/ 11780933 w 12192000"/>
              <a:gd name="connsiteY17" fmla="*/ 489780 h 6858000"/>
              <a:gd name="connsiteX18" fmla="*/ 11826894 w 12192000"/>
              <a:gd name="connsiteY18" fmla="*/ 413599 h 6858000"/>
              <a:gd name="connsiteX19" fmla="*/ 11888654 w 12192000"/>
              <a:gd name="connsiteY19" fmla="*/ 361853 h 6858000"/>
              <a:gd name="connsiteX20" fmla="*/ 11963340 w 12192000"/>
              <a:gd name="connsiteY20" fmla="*/ 380539 h 6858000"/>
              <a:gd name="connsiteX21" fmla="*/ 11900144 w 12192000"/>
              <a:gd name="connsiteY21" fmla="*/ 284235 h 6858000"/>
              <a:gd name="connsiteX22" fmla="*/ 11789551 w 12192000"/>
              <a:gd name="connsiteY22" fmla="*/ 215240 h 6858000"/>
              <a:gd name="connsiteX23" fmla="*/ 11779497 w 12192000"/>
              <a:gd name="connsiteY23" fmla="*/ 210928 h 6858000"/>
              <a:gd name="connsiteX24" fmla="*/ 0 w 12192000"/>
              <a:gd name="connsiteY24" fmla="*/ 0 h 6858000"/>
              <a:gd name="connsiteX25" fmla="*/ 12192000 w 12192000"/>
              <a:gd name="connsiteY25" fmla="*/ 0 h 6858000"/>
              <a:gd name="connsiteX26" fmla="*/ 12192000 w 12192000"/>
              <a:gd name="connsiteY26" fmla="*/ 6858000 h 6858000"/>
              <a:gd name="connsiteX27" fmla="*/ 0 w 12192000"/>
              <a:gd name="connsiteY2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2192000" h="6858000">
                <a:moveTo>
                  <a:pt x="11904137" y="374761"/>
                </a:moveTo>
                <a:cubicBezTo>
                  <a:pt x="11881208" y="376199"/>
                  <a:pt x="11864011" y="390571"/>
                  <a:pt x="11851113" y="409256"/>
                </a:cubicBezTo>
                <a:cubicBezTo>
                  <a:pt x="11835349" y="429377"/>
                  <a:pt x="11825318" y="453810"/>
                  <a:pt x="11813853" y="476806"/>
                </a:cubicBezTo>
                <a:cubicBezTo>
                  <a:pt x="11802389" y="498365"/>
                  <a:pt x="11789491" y="518487"/>
                  <a:pt x="11772294" y="537171"/>
                </a:cubicBezTo>
                <a:cubicBezTo>
                  <a:pt x="11753664" y="557293"/>
                  <a:pt x="11730735" y="573103"/>
                  <a:pt x="11703507" y="580289"/>
                </a:cubicBezTo>
                <a:cubicBezTo>
                  <a:pt x="11716405" y="588912"/>
                  <a:pt x="11733601" y="591787"/>
                  <a:pt x="11747932" y="591787"/>
                </a:cubicBezTo>
                <a:cubicBezTo>
                  <a:pt x="11763696" y="593224"/>
                  <a:pt x="11780893" y="590350"/>
                  <a:pt x="11796656" y="587475"/>
                </a:cubicBezTo>
                <a:cubicBezTo>
                  <a:pt x="11826751" y="583163"/>
                  <a:pt x="11858278" y="573103"/>
                  <a:pt x="11879774" y="551544"/>
                </a:cubicBezTo>
                <a:cubicBezTo>
                  <a:pt x="11845381" y="551544"/>
                  <a:pt x="11818153" y="528548"/>
                  <a:pt x="11816719" y="494054"/>
                </a:cubicBezTo>
                <a:cubicBezTo>
                  <a:pt x="11838216" y="519924"/>
                  <a:pt x="11871176" y="529985"/>
                  <a:pt x="11904137" y="521361"/>
                </a:cubicBezTo>
                <a:cubicBezTo>
                  <a:pt x="11932798" y="512738"/>
                  <a:pt x="11957160" y="489742"/>
                  <a:pt x="11965759" y="460997"/>
                </a:cubicBezTo>
                <a:cubicBezTo>
                  <a:pt x="11971491" y="442312"/>
                  <a:pt x="11972924" y="423628"/>
                  <a:pt x="11964326" y="404944"/>
                </a:cubicBezTo>
                <a:cubicBezTo>
                  <a:pt x="11952861" y="383385"/>
                  <a:pt x="11928499" y="373324"/>
                  <a:pt x="11904137" y="374761"/>
                </a:cubicBezTo>
                <a:close/>
                <a:moveTo>
                  <a:pt x="11779497" y="210928"/>
                </a:moveTo>
                <a:cubicBezTo>
                  <a:pt x="11730664" y="271298"/>
                  <a:pt x="11559747" y="314420"/>
                  <a:pt x="11559747" y="439472"/>
                </a:cubicBezTo>
                <a:cubicBezTo>
                  <a:pt x="11559747" y="486906"/>
                  <a:pt x="11589909" y="532902"/>
                  <a:pt x="11635870" y="550150"/>
                </a:cubicBezTo>
                <a:cubicBezTo>
                  <a:pt x="11663159" y="560212"/>
                  <a:pt x="11693320" y="558775"/>
                  <a:pt x="11720610" y="545838"/>
                </a:cubicBezTo>
                <a:cubicBezTo>
                  <a:pt x="11746463" y="534339"/>
                  <a:pt x="11765134" y="514216"/>
                  <a:pt x="11780933" y="489780"/>
                </a:cubicBezTo>
                <a:cubicBezTo>
                  <a:pt x="11798168" y="465345"/>
                  <a:pt x="11811095" y="439472"/>
                  <a:pt x="11826894" y="413599"/>
                </a:cubicBezTo>
                <a:cubicBezTo>
                  <a:pt x="11841257" y="390601"/>
                  <a:pt x="11861365" y="367603"/>
                  <a:pt x="11888654" y="361853"/>
                </a:cubicBezTo>
                <a:cubicBezTo>
                  <a:pt x="11914507" y="354666"/>
                  <a:pt x="11944668" y="361853"/>
                  <a:pt x="11963340" y="380539"/>
                </a:cubicBezTo>
                <a:cubicBezTo>
                  <a:pt x="11951850" y="343167"/>
                  <a:pt x="11930306" y="311545"/>
                  <a:pt x="11900144" y="284235"/>
                </a:cubicBezTo>
                <a:cubicBezTo>
                  <a:pt x="11867110" y="254050"/>
                  <a:pt x="11829767" y="232489"/>
                  <a:pt x="11789551" y="215240"/>
                </a:cubicBezTo>
                <a:cubicBezTo>
                  <a:pt x="11786678" y="213803"/>
                  <a:pt x="11782369" y="212365"/>
                  <a:pt x="11779497" y="210928"/>
                </a:cubicBezTo>
                <a:close/>
                <a:moveTo>
                  <a:pt x="0" y="0"/>
                </a:moveTo>
                <a:lnTo>
                  <a:pt x="12192000" y="0"/>
                </a:lnTo>
                <a:lnTo>
                  <a:pt x="12192000" y="6858000"/>
                </a:lnTo>
                <a:lnTo>
                  <a:pt x="0" y="6858000"/>
                </a:lnTo>
                <a:close/>
              </a:path>
            </a:pathLst>
          </a:custGeom>
          <a:solidFill>
            <a:schemeClr val="accent4"/>
          </a:solidFill>
        </p:spPr>
        <p:txBody>
          <a:bodyPr wrap="square">
            <a:noAutofit/>
          </a:bodyPr>
          <a:lstStyle>
            <a:lvl1pPr>
              <a:defRPr>
                <a:solidFill>
                  <a:schemeClr val="bg2">
                    <a:lumMod val="50000"/>
                  </a:schemeClr>
                </a:solidFill>
              </a:defRPr>
            </a:lvl1pPr>
          </a:lstStyle>
          <a:p>
            <a:r>
              <a:rPr lang="de-DE"/>
              <a:t>Insert Picture and send </a:t>
            </a:r>
            <a:r>
              <a:rPr lang="de-DE" err="1"/>
              <a:t>to</a:t>
            </a:r>
            <a:r>
              <a:rPr lang="de-DE"/>
              <a:t> back</a:t>
            </a:r>
          </a:p>
        </p:txBody>
      </p:sp>
      <p:grpSp>
        <p:nvGrpSpPr>
          <p:cNvPr id="5" name="Group 37">
            <a:extLst>
              <a:ext uri="{FF2B5EF4-FFF2-40B4-BE49-F238E27FC236}">
                <a16:creationId xmlns:a16="http://schemas.microsoft.com/office/drawing/2014/main" id="{175605CD-31A1-4F5E-8CC8-FA82332DB3A0}"/>
              </a:ext>
            </a:extLst>
          </p:cNvPr>
          <p:cNvGrpSpPr/>
          <p:nvPr userDrawn="1"/>
        </p:nvGrpSpPr>
        <p:grpSpPr>
          <a:xfrm>
            <a:off x="11562864" y="207688"/>
            <a:ext cx="418487" cy="387209"/>
            <a:chOff x="5481638" y="2859088"/>
            <a:chExt cx="1231900" cy="1139825"/>
          </a:xfrm>
          <a:solidFill>
            <a:schemeClr val="bg1"/>
          </a:solidFill>
        </p:grpSpPr>
        <p:sp>
          <p:nvSpPr>
            <p:cNvPr id="6" name="Freeform 320">
              <a:extLst>
                <a:ext uri="{FF2B5EF4-FFF2-40B4-BE49-F238E27FC236}">
                  <a16:creationId xmlns:a16="http://schemas.microsoft.com/office/drawing/2014/main" id="{AE5DD593-FDBD-4A70-83DE-64E2F0ED00BB}"/>
                </a:ext>
              </a:extLst>
            </p:cNvPr>
            <p:cNvSpPr>
              <a:spLocks/>
            </p:cNvSpPr>
            <p:nvPr userDrawn="1"/>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 name="Freeform 321">
              <a:extLst>
                <a:ext uri="{FF2B5EF4-FFF2-40B4-BE49-F238E27FC236}">
                  <a16:creationId xmlns:a16="http://schemas.microsoft.com/office/drawing/2014/main" id="{5E1F1E46-28BC-4B11-9A4D-30E587571815}"/>
                </a:ext>
              </a:extLst>
            </p:cNvPr>
            <p:cNvSpPr>
              <a:spLocks/>
            </p:cNvSpPr>
            <p:nvPr userDrawn="1"/>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3702782841"/>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p:cSld name="Final Slide 1">
    <p:spTree>
      <p:nvGrpSpPr>
        <p:cNvPr id="1" name=""/>
        <p:cNvGrpSpPr/>
        <p:nvPr/>
      </p:nvGrpSpPr>
      <p:grpSpPr>
        <a:xfrm>
          <a:off x="0" y="0"/>
          <a:ext cx="0" cy="0"/>
          <a:chOff x="0" y="0"/>
          <a:chExt cx="0" cy="0"/>
        </a:xfrm>
      </p:grpSpPr>
      <p:pic>
        <p:nvPicPr>
          <p:cNvPr id="17" name="Picture 2" descr="D:\My Work\Template\Icons\Social Media\LinkedIN.png">
            <a:hlinkClick r:id="rId2"/>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810097" y="4968013"/>
            <a:ext cx="333195" cy="333195"/>
          </a:xfrm>
          <a:prstGeom prst="rect">
            <a:avLst/>
          </a:prstGeom>
          <a:noFill/>
        </p:spPr>
      </p:pic>
      <p:pic>
        <p:nvPicPr>
          <p:cNvPr id="18" name="Picture 4" descr="D:\My Work\Template\Icons\Social Media\SlideShare.png">
            <a:hlinkClick r:id="rId4"/>
          </p:cNvPr>
          <p:cNvPicPr>
            <a:picLocks noChangeAspect="1" noChangeArrowheads="1"/>
          </p:cNvPicPr>
          <p:nvPr/>
        </p:nvPicPr>
        <p:blipFill>
          <a:blip r:embed="rId5" cstate="screen">
            <a:extLst>
              <a:ext uri="{28A0092B-C50C-407E-A947-70E740481C1C}">
                <a14:useLocalDpi xmlns:a14="http://schemas.microsoft.com/office/drawing/2010/main"/>
              </a:ext>
            </a:extLst>
          </a:blip>
          <a:srcRect/>
          <a:stretch>
            <a:fillRect/>
          </a:stretch>
        </p:blipFill>
        <p:spPr bwMode="auto">
          <a:xfrm>
            <a:off x="1193474" y="4968013"/>
            <a:ext cx="333195" cy="333195"/>
          </a:xfrm>
          <a:prstGeom prst="rect">
            <a:avLst/>
          </a:prstGeom>
          <a:noFill/>
        </p:spPr>
      </p:pic>
      <p:pic>
        <p:nvPicPr>
          <p:cNvPr id="19" name="Picture 5" descr="D:\My Work\Template\Icons\Social Media\Twitter.png">
            <a:hlinkClick r:id="rId6"/>
          </p:cNvPr>
          <p:cNvPicPr>
            <a:picLocks noChangeAspect="1" noChangeArrowheads="1"/>
          </p:cNvPicPr>
          <p:nvPr/>
        </p:nvPicPr>
        <p:blipFill>
          <a:blip r:embed="rId7" cstate="screen">
            <a:extLst>
              <a:ext uri="{28A0092B-C50C-407E-A947-70E740481C1C}">
                <a14:useLocalDpi xmlns:a14="http://schemas.microsoft.com/office/drawing/2010/main"/>
              </a:ext>
            </a:extLst>
          </a:blip>
          <a:srcRect/>
          <a:stretch>
            <a:fillRect/>
          </a:stretch>
        </p:blipFill>
        <p:spPr bwMode="auto">
          <a:xfrm>
            <a:off x="1576851" y="4968013"/>
            <a:ext cx="333195" cy="333195"/>
          </a:xfrm>
          <a:prstGeom prst="rect">
            <a:avLst/>
          </a:prstGeom>
          <a:noFill/>
        </p:spPr>
      </p:pic>
      <p:pic>
        <p:nvPicPr>
          <p:cNvPr id="20" name="Picture 6" descr="D:\My Work\Template\Icons\Social Media\YouTube.png">
            <a:hlinkClick r:id="rId8"/>
          </p:cNvPr>
          <p:cNvPicPr>
            <a:picLocks noChangeAspect="1" noChangeArrowheads="1"/>
          </p:cNvPicPr>
          <p:nvPr/>
        </p:nvPicPr>
        <p:blipFill>
          <a:blip r:embed="rId9" cstate="screen">
            <a:extLst>
              <a:ext uri="{28A0092B-C50C-407E-A947-70E740481C1C}">
                <a14:useLocalDpi xmlns:a14="http://schemas.microsoft.com/office/drawing/2010/main"/>
              </a:ext>
            </a:extLst>
          </a:blip>
          <a:srcRect/>
          <a:stretch>
            <a:fillRect/>
          </a:stretch>
        </p:blipFill>
        <p:spPr bwMode="auto">
          <a:xfrm>
            <a:off x="1960227" y="4968013"/>
            <a:ext cx="333195" cy="333195"/>
          </a:xfrm>
          <a:prstGeom prst="rect">
            <a:avLst/>
          </a:prstGeom>
          <a:noFill/>
        </p:spPr>
      </p:pic>
      <p:pic>
        <p:nvPicPr>
          <p:cNvPr id="21" name="Picture 7" descr="D:\My Work\Template\Icons\Social Media\Facebook.png">
            <a:hlinkClick r:id="rId10"/>
          </p:cNvPr>
          <p:cNvPicPr>
            <a:picLocks noChangeAspect="1" noChangeArrowheads="1"/>
          </p:cNvPicPr>
          <p:nvPr/>
        </p:nvPicPr>
        <p:blipFill>
          <a:blip r:embed="rId11" cstate="screen">
            <a:extLst>
              <a:ext uri="{28A0092B-C50C-407E-A947-70E740481C1C}">
                <a14:useLocalDpi xmlns:a14="http://schemas.microsoft.com/office/drawing/2010/main"/>
              </a:ext>
            </a:extLst>
          </a:blip>
          <a:srcRect/>
          <a:stretch>
            <a:fillRect/>
          </a:stretch>
        </p:blipFill>
        <p:spPr bwMode="auto">
          <a:xfrm>
            <a:off x="426720" y="4968013"/>
            <a:ext cx="333195" cy="333195"/>
          </a:xfrm>
          <a:prstGeom prst="rect">
            <a:avLst/>
          </a:prstGeom>
          <a:noFill/>
        </p:spPr>
      </p:pic>
      <p:sp>
        <p:nvSpPr>
          <p:cNvPr id="23" name="Rectangle 22"/>
          <p:cNvSpPr/>
          <p:nvPr/>
        </p:nvSpPr>
        <p:spPr>
          <a:xfrm>
            <a:off x="426720" y="5810190"/>
            <a:ext cx="3293016" cy="400110"/>
          </a:xfrm>
          <a:prstGeom prst="rect">
            <a:avLst/>
          </a:prstGeom>
        </p:spPr>
        <p:txBody>
          <a:bodyPr wrap="square" lIns="0" tIns="0" rIns="0" bIns="0" anchor="b" anchorCtr="0">
            <a:spAutoFit/>
          </a:bodyPr>
          <a:lstStyle/>
          <a:p>
            <a:pPr>
              <a:spcAft>
                <a:spcPts val="600"/>
              </a:spcAft>
            </a:pPr>
            <a:r>
              <a:rPr lang="en-US" sz="700" noProof="0">
                <a:solidFill>
                  <a:schemeClr val="bg1"/>
                </a:solidFill>
                <a:latin typeface="Ubuntu" panose="020B0504030602030204" pitchFamily="34" charset="0"/>
                <a:cs typeface="Arial"/>
              </a:rPr>
              <a:t>This presentation contains information that may be privileged or confidential and is the property of the Capgemini Group.</a:t>
            </a:r>
          </a:p>
          <a:p>
            <a:pPr>
              <a:spcAft>
                <a:spcPts val="600"/>
              </a:spcAft>
            </a:pPr>
            <a:r>
              <a:rPr lang="en-US" sz="700" noProof="0">
                <a:solidFill>
                  <a:schemeClr val="bg1"/>
                </a:solidFill>
                <a:latin typeface="Ubuntu" panose="020B0504030602030204" pitchFamily="34" charset="0"/>
                <a:cs typeface="Arial"/>
              </a:rPr>
              <a:t>Copyright © 2025 Capgemini. All rights reserved.</a:t>
            </a:r>
          </a:p>
        </p:txBody>
      </p:sp>
      <p:pic>
        <p:nvPicPr>
          <p:cNvPr id="28" name="Image 27">
            <a:extLst>
              <a:ext uri="{FF2B5EF4-FFF2-40B4-BE49-F238E27FC236}">
                <a16:creationId xmlns:a16="http://schemas.microsoft.com/office/drawing/2014/main" id="{CFD4BD67-7A96-4F02-AD8B-7157189FD651}"/>
              </a:ext>
            </a:extLst>
          </p:cNvPr>
          <p:cNvPicPr>
            <a:picLocks noChangeAspect="1"/>
          </p:cNvPicPr>
          <p:nvPr userDrawn="1"/>
        </p:nvPicPr>
        <p:blipFill>
          <a:blip r:embed="rId12" cstate="screen">
            <a:extLst>
              <a:ext uri="{28A0092B-C50C-407E-A947-70E740481C1C}">
                <a14:useLocalDpi xmlns:a14="http://schemas.microsoft.com/office/drawing/2010/main"/>
              </a:ext>
            </a:extLst>
          </a:blip>
          <a:stretch>
            <a:fillRect/>
          </a:stretch>
        </p:blipFill>
        <p:spPr>
          <a:xfrm rot="1808368" flipV="1">
            <a:off x="3661091" y="-1184328"/>
            <a:ext cx="10604299" cy="7497656"/>
          </a:xfrm>
          <a:prstGeom prst="rect">
            <a:avLst/>
          </a:prstGeom>
        </p:spPr>
      </p:pic>
      <p:sp>
        <p:nvSpPr>
          <p:cNvPr id="14" name="Rectangle 13"/>
          <p:cNvSpPr/>
          <p:nvPr/>
        </p:nvSpPr>
        <p:spPr>
          <a:xfrm>
            <a:off x="6189663" y="2940700"/>
            <a:ext cx="5018905" cy="228799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just"/>
            <a:r>
              <a:rPr lang="en-GB" sz="900" kern="1200">
                <a:solidFill>
                  <a:schemeClr val="lt1"/>
                </a:solidFill>
                <a:effectLst/>
                <a:latin typeface="+mn-lt"/>
                <a:ea typeface="+mn-ea"/>
                <a:cs typeface="+mn-cs"/>
              </a:rPr>
              <a:t>Capgemini Engineering combines, under one brand, a unique set of strengths from across the Capgemini Group: the world leading engineering and R&amp;D services of Altran – acquired by Capgemini in 2020 - and Capgemini’s digital manufacturing expertise. With broad industry knowledge and cutting-edge technologies in digital and software, Capgemini Engineering supports the convergence of the physical and digital worlds. Combined with the capabilities of the rest of the Group, it helps clients to accelerate their journey towards Intelligent Industry. Capgemini Engineering has more than 60,000 engineer and scientist team members in over 30 countries across sectors including aeronautics, Railway, railways, communications, energy, life sciences, semiconductors, software &amp; internet, space &amp; defence, and consumer products.</a:t>
            </a:r>
            <a:endParaRPr lang="en-US" sz="900" kern="1200">
              <a:solidFill>
                <a:schemeClr val="lt1"/>
              </a:solidFill>
              <a:effectLst/>
              <a:latin typeface="+mn-lt"/>
              <a:ea typeface="+mn-ea"/>
              <a:cs typeface="+mn-cs"/>
            </a:endParaRPr>
          </a:p>
          <a:p>
            <a:pPr algn="just"/>
            <a:r>
              <a:rPr lang="en-GB" sz="900" i="1" kern="1200">
                <a:solidFill>
                  <a:schemeClr val="lt1"/>
                </a:solidFill>
                <a:effectLst/>
                <a:latin typeface="+mn-lt"/>
                <a:ea typeface="+mn-ea"/>
                <a:cs typeface="+mn-cs"/>
              </a:rPr>
              <a:t> </a:t>
            </a:r>
            <a:endParaRPr lang="en-US" sz="900" kern="1200">
              <a:solidFill>
                <a:schemeClr val="lt1"/>
              </a:solidFill>
              <a:effectLst/>
              <a:latin typeface="+mn-lt"/>
              <a:ea typeface="+mn-ea"/>
              <a:cs typeface="+mn-cs"/>
            </a:endParaRPr>
          </a:p>
          <a:p>
            <a:pPr algn="just"/>
            <a:r>
              <a:rPr lang="en-GB" sz="900" kern="1200">
                <a:solidFill>
                  <a:schemeClr val="lt1"/>
                </a:solidFill>
                <a:effectLst/>
                <a:latin typeface="+mn-lt"/>
                <a:ea typeface="+mn-ea"/>
                <a:cs typeface="+mn-cs"/>
              </a:rPr>
              <a:t>Capgemini Engineering is an integral part of the Capgemini Group, a global leader in partnering with companies to transform and manage their business by harnessing the power of technology. The Group is guided every day by its purpose of unleashing human energy through technology for an inclusive and sustainable future. It is a responsible and diverse organization of 340,000 team members in nearly 50 countries. With its strong 50-year heritage and deep industry expertise, Capgemini is trusted by its clients to address the entire breadth of their business needs, from strategy and design to operations, </a:t>
            </a:r>
            <a:r>
              <a:rPr lang="en-GB" sz="900" kern="1200" err="1">
                <a:solidFill>
                  <a:schemeClr val="lt1"/>
                </a:solidFill>
                <a:effectLst/>
                <a:latin typeface="+mn-lt"/>
                <a:ea typeface="+mn-ea"/>
                <a:cs typeface="+mn-cs"/>
              </a:rPr>
              <a:t>fueled</a:t>
            </a:r>
            <a:r>
              <a:rPr lang="en-GB" sz="900" kern="1200">
                <a:solidFill>
                  <a:schemeClr val="lt1"/>
                </a:solidFill>
                <a:effectLst/>
                <a:latin typeface="+mn-lt"/>
                <a:ea typeface="+mn-ea"/>
                <a:cs typeface="+mn-cs"/>
              </a:rPr>
              <a:t> by the fast evolving and innovative world of cloud, data, AI, connectivity, software, digital engineering and platforms. The Group reported in 2024 global revenues of €22.1 billion.</a:t>
            </a:r>
            <a:endParaRPr lang="en-US" sz="900" kern="1200">
              <a:solidFill>
                <a:schemeClr val="lt1"/>
              </a:solidFill>
              <a:effectLst/>
              <a:latin typeface="+mn-lt"/>
              <a:ea typeface="+mn-ea"/>
              <a:cs typeface="+mn-cs"/>
            </a:endParaRPr>
          </a:p>
        </p:txBody>
      </p:sp>
      <p:sp>
        <p:nvSpPr>
          <p:cNvPr id="15" name="Rectangle 14"/>
          <p:cNvSpPr/>
          <p:nvPr/>
        </p:nvSpPr>
        <p:spPr>
          <a:xfrm>
            <a:off x="6189662" y="2561436"/>
            <a:ext cx="3434729" cy="22865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a:solidFill>
                  <a:schemeClr val="bg1"/>
                </a:solidFill>
                <a:latin typeface="Ubuntu" panose="020B0504030602030204" pitchFamily="34" charset="0"/>
              </a:rPr>
              <a:t>About Capgemini Engineering</a:t>
            </a:r>
          </a:p>
        </p:txBody>
      </p:sp>
      <p:sp>
        <p:nvSpPr>
          <p:cNvPr id="16" name="Rectangle 15"/>
          <p:cNvSpPr/>
          <p:nvPr/>
        </p:nvSpPr>
        <p:spPr>
          <a:xfrm>
            <a:off x="6189663" y="5789250"/>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GB" sz="900">
                <a:solidFill>
                  <a:schemeClr val="bg1"/>
                </a:solidFill>
                <a:effectLst/>
                <a:latin typeface="Ubuntu" panose="020B0504030602030204" pitchFamily="34" charset="0"/>
              </a:rPr>
              <a:t>Get the Future You Want </a:t>
            </a:r>
            <a:r>
              <a:rPr lang="en-US" sz="900">
                <a:solidFill>
                  <a:schemeClr val="bg1"/>
                </a:solidFill>
                <a:effectLst/>
                <a:latin typeface="Ubuntu" panose="020B0504030602030204" pitchFamily="34" charset="0"/>
              </a:rPr>
              <a:t>|</a:t>
            </a:r>
            <a:r>
              <a:rPr lang="en-GB" sz="900">
                <a:solidFill>
                  <a:schemeClr val="bg1"/>
                </a:solidFill>
                <a:effectLst/>
                <a:latin typeface="Ubuntu" panose="020B0504030602030204" pitchFamily="34" charset="0"/>
              </a:rPr>
              <a:t> </a:t>
            </a:r>
            <a:r>
              <a:rPr lang="en-US" sz="1050">
                <a:solidFill>
                  <a:schemeClr val="accent2"/>
                </a:solidFill>
                <a:latin typeface="Ubuntu" panose="020B0504030602030204" pitchFamily="34" charset="0"/>
              </a:rPr>
              <a:t>www.capgemini.com/capgemini-engineering</a:t>
            </a:r>
          </a:p>
        </p:txBody>
      </p:sp>
      <p:pic>
        <p:nvPicPr>
          <p:cNvPr id="22" name="Image 21">
            <a:extLst>
              <a:ext uri="{FF2B5EF4-FFF2-40B4-BE49-F238E27FC236}">
                <a16:creationId xmlns:a16="http://schemas.microsoft.com/office/drawing/2014/main" id="{E9CD4BEE-AC1B-4828-9AD6-0878E178A2BD}"/>
              </a:ext>
            </a:extLst>
          </p:cNvPr>
          <p:cNvPicPr>
            <a:picLocks noChangeAspect="1"/>
          </p:cNvPicPr>
          <p:nvPr userDrawn="1"/>
        </p:nvPicPr>
        <p:blipFill>
          <a:blip r:embed="rId13" cstate="screen">
            <a:extLst>
              <a:ext uri="{28A0092B-C50C-407E-A947-70E740481C1C}">
                <a14:useLocalDpi xmlns:a14="http://schemas.microsoft.com/office/drawing/2010/main"/>
              </a:ext>
            </a:extLst>
          </a:blip>
          <a:stretch>
            <a:fillRect/>
          </a:stretch>
        </p:blipFill>
        <p:spPr>
          <a:xfrm>
            <a:off x="0" y="616265"/>
            <a:ext cx="5040000" cy="1241373"/>
          </a:xfrm>
          <a:prstGeom prst="rect">
            <a:avLst/>
          </a:prstGeom>
        </p:spPr>
      </p:pic>
    </p:spTree>
    <p:extLst>
      <p:ext uri="{BB962C8B-B14F-4D97-AF65-F5344CB8AC3E}">
        <p14:creationId xmlns:p14="http://schemas.microsoft.com/office/powerpoint/2010/main" val="609627101"/>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userDrawn="1">
  <p:cSld name="2_Titre">
    <p:spTree>
      <p:nvGrpSpPr>
        <p:cNvPr id="1" name=""/>
        <p:cNvGrpSpPr/>
        <p:nvPr/>
      </p:nvGrpSpPr>
      <p:grpSpPr>
        <a:xfrm>
          <a:off x="0" y="0"/>
          <a:ext cx="0" cy="0"/>
          <a:chOff x="0" y="0"/>
          <a:chExt cx="0" cy="0"/>
        </a:xfrm>
      </p:grpSpPr>
      <p:graphicFrame>
        <p:nvGraphicFramePr>
          <p:cNvPr id="4" name="Object 4" hidden="1">
            <a:extLst>
              <a:ext uri="{FF2B5EF4-FFF2-40B4-BE49-F238E27FC236}">
                <a16:creationId xmlns:a16="http://schemas.microsoft.com/office/drawing/2014/main" id="{6E12696D-7535-46BC-93AD-124826F50242}"/>
              </a:ext>
            </a:extLst>
          </p:cNvPr>
          <p:cNvGraphicFramePr>
            <a:graphicFrameLocks noChangeAspect="1"/>
          </p:cNvGraphicFramePr>
          <p:nvPr>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360" imgH="360" progId="TCLayout.ActiveDocument.1">
                  <p:embed/>
                </p:oleObj>
              </mc:Choice>
              <mc:Fallback>
                <p:oleObj name="think-cell Slide" r:id="rId3" imgW="360" imgH="360" progId="TCLayout.ActiveDocument.1">
                  <p:embed/>
                  <p:pic>
                    <p:nvPicPr>
                      <p:cNvPr id="4" name="Object 4" hidden="1">
                        <a:extLst>
                          <a:ext uri="{FF2B5EF4-FFF2-40B4-BE49-F238E27FC236}">
                            <a16:creationId xmlns:a16="http://schemas.microsoft.com/office/drawing/2014/main" id="{6E12696D-7535-46BC-93AD-124826F5024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 name="Title 2"/>
          <p:cNvSpPr>
            <a:spLocks noGrp="1"/>
          </p:cNvSpPr>
          <p:nvPr>
            <p:ph type="title"/>
          </p:nvPr>
        </p:nvSpPr>
        <p:spPr>
          <a:xfrm>
            <a:off x="176213" y="223088"/>
            <a:ext cx="10947772" cy="716711"/>
          </a:xfrm>
        </p:spPr>
        <p:txBody>
          <a:bodyPr anchor="t"/>
          <a:lstStyle>
            <a:lvl1pPr algn="l">
              <a:defRPr sz="2400">
                <a:solidFill>
                  <a:schemeClr val="bg1"/>
                </a:solidFill>
              </a:defRPr>
            </a:lvl1pPr>
          </a:lstStyle>
          <a:p>
            <a:r>
              <a:rPr lang="fr-FR"/>
              <a:t>Modifiez le style du titre</a:t>
            </a:r>
            <a:endParaRPr lang="de-DE"/>
          </a:p>
        </p:txBody>
      </p:sp>
    </p:spTree>
    <p:extLst>
      <p:ext uri="{BB962C8B-B14F-4D97-AF65-F5344CB8AC3E}">
        <p14:creationId xmlns:p14="http://schemas.microsoft.com/office/powerpoint/2010/main" val="2373519804"/>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userDrawn="1">
  <p:cSld name="Blank Dark Grey">
    <p:spTree>
      <p:nvGrpSpPr>
        <p:cNvPr id="1" name=""/>
        <p:cNvGrpSpPr/>
        <p:nvPr/>
      </p:nvGrpSpPr>
      <p:grpSpPr>
        <a:xfrm>
          <a:off x="0" y="0"/>
          <a:ext cx="0" cy="0"/>
          <a:chOff x="0" y="0"/>
          <a:chExt cx="0" cy="0"/>
        </a:xfrm>
      </p:grpSpPr>
    </p:spTree>
    <p:extLst>
      <p:ext uri="{BB962C8B-B14F-4D97-AF65-F5344CB8AC3E}">
        <p14:creationId xmlns:p14="http://schemas.microsoft.com/office/powerpoint/2010/main" val="37292693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9.xml><?xml version="1.0" encoding="utf-8"?>
<p:sldLayout xmlns:a="http://schemas.openxmlformats.org/drawingml/2006/main" xmlns:r="http://schemas.openxmlformats.org/officeDocument/2006/relationships" xmlns:p="http://schemas.openxmlformats.org/presentationml/2006/main" userDrawn="1">
  <p:cSld name="1_Titre seul">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Espace réservé du texte 9">
            <a:extLst>
              <a:ext uri="{FF2B5EF4-FFF2-40B4-BE49-F238E27FC236}">
                <a16:creationId xmlns:a16="http://schemas.microsoft.com/office/drawing/2014/main" id="{0850DA69-657E-41C3-B340-B16C354CA1D0}"/>
              </a:ext>
            </a:extLst>
          </p:cNvPr>
          <p:cNvSpPr>
            <a:spLocks noGrp="1"/>
          </p:cNvSpPr>
          <p:nvPr>
            <p:ph type="body" sz="quarter" idx="10"/>
          </p:nvPr>
        </p:nvSpPr>
        <p:spPr>
          <a:xfrm>
            <a:off x="404813" y="1447800"/>
            <a:ext cx="11406187" cy="4951413"/>
          </a:xfrm>
        </p:spPr>
        <p:txBody>
          <a:bodyPr/>
          <a:lstStyle>
            <a:lvl1pPr>
              <a:defRPr>
                <a:solidFill>
                  <a:schemeClr val="bg1"/>
                </a:solidFill>
              </a:defRPr>
            </a:lvl1pPr>
            <a:lvl2pPr>
              <a:defRPr>
                <a:solidFill>
                  <a:schemeClr val="bg1"/>
                </a:solidFill>
              </a:defRPr>
            </a:lvl2pPr>
            <a:lvl3pPr>
              <a:defRPr>
                <a:solidFill>
                  <a:schemeClr val="bg1"/>
                </a:solidFill>
              </a:defRPr>
            </a:lvl3pPr>
            <a:lvl4pPr>
              <a:buClr>
                <a:schemeClr val="accent5"/>
              </a:buClr>
              <a:defRPr>
                <a:solidFill>
                  <a:schemeClr val="bg1"/>
                </a:solidFill>
              </a:defRPr>
            </a:lvl4pPr>
            <a:lvl5pPr>
              <a:buClr>
                <a:schemeClr val="bg1"/>
              </a:buClr>
              <a:defRPr>
                <a:solidFill>
                  <a:schemeClr val="bg1"/>
                </a:solidFill>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3" name="Title 2">
            <a:extLst>
              <a:ext uri="{FF2B5EF4-FFF2-40B4-BE49-F238E27FC236}">
                <a16:creationId xmlns:a16="http://schemas.microsoft.com/office/drawing/2014/main" id="{5E6BB52B-0C5D-4023-89D5-282E9A520223}"/>
              </a:ext>
            </a:extLst>
          </p:cNvPr>
          <p:cNvSpPr>
            <a:spLocks noGrp="1"/>
          </p:cNvSpPr>
          <p:nvPr>
            <p:ph type="title"/>
          </p:nvPr>
        </p:nvSpPr>
        <p:spPr/>
        <p:txBody>
          <a:bodyPr/>
          <a:lstStyle>
            <a:lvl1pPr>
              <a:defRPr>
                <a:solidFill>
                  <a:schemeClr val="bg1"/>
                </a:solidFill>
              </a:defRPr>
            </a:lvl1pPr>
          </a:lstStyle>
          <a:p>
            <a:r>
              <a:rPr lang="fr-FR"/>
              <a:t>Modifiez le style du titre</a:t>
            </a:r>
            <a:endParaRPr lang="de-DE"/>
          </a:p>
        </p:txBody>
      </p:sp>
    </p:spTree>
    <p:extLst>
      <p:ext uri="{BB962C8B-B14F-4D97-AF65-F5344CB8AC3E}">
        <p14:creationId xmlns:p14="http://schemas.microsoft.com/office/powerpoint/2010/main" val="1939117400"/>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p:cSld name="Title and Content dark grey">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E6BB52B-0C5D-4023-89D5-282E9A520223}"/>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de-DE"/>
          </a:p>
        </p:txBody>
      </p:sp>
      <p:sp>
        <p:nvSpPr>
          <p:cNvPr id="10" name="Espace réservé du texte 9">
            <a:extLst>
              <a:ext uri="{FF2B5EF4-FFF2-40B4-BE49-F238E27FC236}">
                <a16:creationId xmlns:a16="http://schemas.microsoft.com/office/drawing/2014/main" id="{0850DA69-657E-41C3-B340-B16C354CA1D0}"/>
              </a:ext>
            </a:extLst>
          </p:cNvPr>
          <p:cNvSpPr>
            <a:spLocks noGrp="1"/>
          </p:cNvSpPr>
          <p:nvPr>
            <p:ph type="body" sz="quarter" idx="10"/>
          </p:nvPr>
        </p:nvSpPr>
        <p:spPr>
          <a:xfrm>
            <a:off x="404815" y="1447801"/>
            <a:ext cx="11406187" cy="4951413"/>
          </a:xfrm>
        </p:spPr>
        <p:txBody>
          <a:bodyPr/>
          <a:lstStyle>
            <a:lvl1pPr>
              <a:defRPr>
                <a:solidFill>
                  <a:schemeClr val="bg1"/>
                </a:solidFill>
              </a:defRPr>
            </a:lvl1pPr>
            <a:lvl2pPr>
              <a:defRPr>
                <a:solidFill>
                  <a:schemeClr val="bg1"/>
                </a:solidFill>
              </a:defRPr>
            </a:lvl2pPr>
            <a:lvl3pPr>
              <a:defRPr>
                <a:solidFill>
                  <a:schemeClr val="bg1"/>
                </a:solidFill>
              </a:defRPr>
            </a:lvl3pPr>
            <a:lvl4pPr>
              <a:buClr>
                <a:schemeClr val="accent5"/>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031850965"/>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9479B92-F918-E509-1E0F-AA81E2BC54E7}"/>
              </a:ext>
            </a:extLst>
          </p:cNvPr>
          <p:cNvSpPr/>
          <p:nvPr userDrawn="1"/>
        </p:nvSpPr>
        <p:spPr>
          <a:xfrm>
            <a:off x="0" y="0"/>
            <a:ext cx="12192000" cy="6858000"/>
          </a:xfrm>
          <a:prstGeom prst="rect">
            <a:avLst/>
          </a:prstGeom>
          <a:solidFill>
            <a:srgbClr val="2729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a:ln>
                <a:noFill/>
              </a:ln>
              <a:solidFill>
                <a:srgbClr val="FFFFFF"/>
              </a:solidFill>
              <a:effectLst/>
              <a:uLnTx/>
              <a:uFillTx/>
              <a:latin typeface="Ubuntu"/>
              <a:ea typeface="+mn-ea"/>
              <a:cs typeface="+mn-cs"/>
            </a:endParaRPr>
          </a:p>
        </p:txBody>
      </p:sp>
      <p:sp>
        <p:nvSpPr>
          <p:cNvPr id="11" name="Title 10">
            <a:extLst>
              <a:ext uri="{FF2B5EF4-FFF2-40B4-BE49-F238E27FC236}">
                <a16:creationId xmlns:a16="http://schemas.microsoft.com/office/drawing/2014/main" id="{006B5C2B-B0BF-4136-9EC7-0E7F54D1D264}"/>
              </a:ext>
            </a:extLst>
          </p:cNvPr>
          <p:cNvSpPr>
            <a:spLocks noGrp="1"/>
          </p:cNvSpPr>
          <p:nvPr>
            <p:ph type="title"/>
          </p:nvPr>
        </p:nvSpPr>
        <p:spPr/>
        <p:txBody>
          <a:bodyPr anchor="t"/>
          <a:lstStyle/>
          <a:p>
            <a:r>
              <a:rPr lang="en-US"/>
              <a:t>Click to edit Master title style</a:t>
            </a:r>
            <a:endParaRPr lang="en-GB"/>
          </a:p>
        </p:txBody>
      </p:sp>
      <p:sp>
        <p:nvSpPr>
          <p:cNvPr id="6" name="Retângulo 43">
            <a:extLst>
              <a:ext uri="{FF2B5EF4-FFF2-40B4-BE49-F238E27FC236}">
                <a16:creationId xmlns:a16="http://schemas.microsoft.com/office/drawing/2014/main" id="{E406DE79-8966-B0B4-4465-0ABD3E681DCC}"/>
              </a:ext>
            </a:extLst>
          </p:cNvPr>
          <p:cNvSpPr/>
          <p:nvPr userDrawn="1"/>
        </p:nvSpPr>
        <p:spPr>
          <a:xfrm>
            <a:off x="11744128" y="6517658"/>
            <a:ext cx="229263" cy="215444"/>
          </a:xfrm>
          <a:prstGeom prst="rect">
            <a:avLst/>
          </a:prstGeom>
        </p:spPr>
        <p:txBody>
          <a:bodyPr wrap="square" lIns="0" rIns="0">
            <a:spAutoFit/>
          </a:bodyPr>
          <a:lstStyle/>
          <a:p>
            <a:pPr algn="r"/>
            <a:fld id="{0502E5A9-B53C-401E-A0E0-4A359BB0A9E5}" type="slidenum">
              <a:rPr lang="en-US" sz="800" smtClean="0">
                <a:solidFill>
                  <a:srgbClr val="A6A6A6"/>
                </a:solidFill>
                <a:latin typeface="Ubuntu" panose="020B0504030602030204" pitchFamily="34" charset="0"/>
                <a:cs typeface="Arial" panose="020B0604020202020204" pitchFamily="34" charset="0"/>
              </a:rPr>
              <a:pPr algn="r"/>
              <a:t>‹#›</a:t>
            </a:fld>
            <a:endParaRPr lang="en-US" sz="800">
              <a:solidFill>
                <a:srgbClr val="A6A6A6"/>
              </a:solidFill>
              <a:latin typeface="Ubuntu" panose="020B0504030602030204" pitchFamily="34" charset="0"/>
              <a:cs typeface="Arial" panose="020B0604020202020204" pitchFamily="34" charset="0"/>
            </a:endParaRPr>
          </a:p>
        </p:txBody>
      </p:sp>
      <p:sp>
        <p:nvSpPr>
          <p:cNvPr id="7" name="Rectangle 27">
            <a:extLst>
              <a:ext uri="{FF2B5EF4-FFF2-40B4-BE49-F238E27FC236}">
                <a16:creationId xmlns:a16="http://schemas.microsoft.com/office/drawing/2014/main" id="{8386D0D6-1C66-1C51-A929-B9279C3FD24D}"/>
              </a:ext>
            </a:extLst>
          </p:cNvPr>
          <p:cNvSpPr/>
          <p:nvPr userDrawn="1"/>
        </p:nvSpPr>
        <p:spPr>
          <a:xfrm>
            <a:off x="7227070" y="6517871"/>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a:solidFill>
                  <a:srgbClr val="A6A6A6"/>
                </a:solidFill>
                <a:latin typeface="Ubuntu" panose="020B0504030602030204" pitchFamily="34" charset="0"/>
                <a:cs typeface="Arial" panose="020B0604020202020204" pitchFamily="34" charset="0"/>
              </a:rPr>
              <a:t>Company Confidential © Capgemini 2023. All rights reserved  |</a:t>
            </a:r>
          </a:p>
        </p:txBody>
      </p:sp>
      <p:sp>
        <p:nvSpPr>
          <p:cNvPr id="8" name="Rectangle 27">
            <a:extLst>
              <a:ext uri="{FF2B5EF4-FFF2-40B4-BE49-F238E27FC236}">
                <a16:creationId xmlns:a16="http://schemas.microsoft.com/office/drawing/2014/main" id="{088D9984-07C1-5AF1-BD2B-32D1F6BA03A5}"/>
              </a:ext>
            </a:extLst>
          </p:cNvPr>
          <p:cNvSpPr/>
          <p:nvPr userDrawn="1"/>
        </p:nvSpPr>
        <p:spPr>
          <a:xfrm>
            <a:off x="404813" y="6517871"/>
            <a:ext cx="3410847" cy="219456"/>
          </a:xfrm>
          <a:prstGeom prst="rect">
            <a:avLst/>
          </a:prstGeom>
        </p:spPr>
        <p:txBody>
          <a:bodyPr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700" kern="0">
                <a:solidFill>
                  <a:srgbClr val="A6A6A6"/>
                </a:solidFill>
                <a:latin typeface="Ubuntu" panose="020B0504030602030204" pitchFamily="34" charset="0"/>
                <a:cs typeface="Arial" panose="020B0604020202020204" pitchFamily="34" charset="0"/>
              </a:rPr>
              <a:t>Digital Twins for Railway  |  Offer Overview  |  March 2023</a:t>
            </a:r>
          </a:p>
        </p:txBody>
      </p:sp>
      <p:grpSp>
        <p:nvGrpSpPr>
          <p:cNvPr id="9" name="Groupe 1">
            <a:extLst>
              <a:ext uri="{FF2B5EF4-FFF2-40B4-BE49-F238E27FC236}">
                <a16:creationId xmlns:a16="http://schemas.microsoft.com/office/drawing/2014/main" id="{F6BBA9EC-6443-F051-8050-92DC4A91110F}"/>
              </a:ext>
              <a:ext uri="{C183D7F6-B498-43B3-948B-1728B52AA6E4}">
                <adec:decorative xmlns:adec="http://schemas.microsoft.com/office/drawing/2017/decorative" val="1"/>
              </a:ext>
            </a:extLst>
          </p:cNvPr>
          <p:cNvGrpSpPr>
            <a:grpSpLocks noChangeAspect="1"/>
          </p:cNvGrpSpPr>
          <p:nvPr userDrawn="1"/>
        </p:nvGrpSpPr>
        <p:grpSpPr>
          <a:xfrm>
            <a:off x="11562163" y="205059"/>
            <a:ext cx="419436" cy="388988"/>
            <a:chOff x="11501102" y="171573"/>
            <a:chExt cx="419436" cy="388988"/>
          </a:xfrm>
        </p:grpSpPr>
        <p:sp>
          <p:nvSpPr>
            <p:cNvPr id="10" name="Freeform 13">
              <a:extLst>
                <a:ext uri="{FF2B5EF4-FFF2-40B4-BE49-F238E27FC236}">
                  <a16:creationId xmlns:a16="http://schemas.microsoft.com/office/drawing/2014/main" id="{F6D92E5F-08EE-28A2-E814-5E7736FC6D51}"/>
                </a:ext>
              </a:extLst>
            </p:cNvPr>
            <p:cNvSpPr>
              <a:spLocks/>
            </p:cNvSpPr>
            <p:nvPr/>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12" name="Freeform 14">
              <a:extLst>
                <a:ext uri="{FF2B5EF4-FFF2-40B4-BE49-F238E27FC236}">
                  <a16:creationId xmlns:a16="http://schemas.microsoft.com/office/drawing/2014/main" id="{751019B3-0AE5-0B71-C925-8B1C5CF06D44}"/>
                </a:ext>
              </a:extLst>
            </p:cNvPr>
            <p:cNvSpPr>
              <a:spLocks/>
            </p:cNvSpPr>
            <p:nvPr/>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Tree>
    <p:extLst>
      <p:ext uri="{BB962C8B-B14F-4D97-AF65-F5344CB8AC3E}">
        <p14:creationId xmlns:p14="http://schemas.microsoft.com/office/powerpoint/2010/main" val="126647392"/>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userDrawn="1">
  <p:cSld name="Title Only dark grey">
    <p:spTree>
      <p:nvGrpSpPr>
        <p:cNvPr id="1" name=""/>
        <p:cNvGrpSpPr/>
        <p:nvPr/>
      </p:nvGrpSpPr>
      <p:grpSpPr>
        <a:xfrm>
          <a:off x="0" y="0"/>
          <a:ext cx="0" cy="0"/>
          <a:chOff x="0" y="0"/>
          <a:chExt cx="0" cy="0"/>
        </a:xfrm>
      </p:grpSpPr>
      <p:graphicFrame>
        <p:nvGraphicFramePr>
          <p:cNvPr id="5" name="Object 4"/>
          <p:cNvGraphicFramePr>
            <a:graphicFrameLocks noChangeAspect="1"/>
          </p:cNvGraphicFramePr>
          <p:nvPr userDrawn="1">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Title Placeholder">
            <a:extLst>
              <a:ext uri="{FF2B5EF4-FFF2-40B4-BE49-F238E27FC236}">
                <a16:creationId xmlns:a16="http://schemas.microsoft.com/office/drawing/2014/main" id="{57F0C9DF-D1FA-45A1-91F6-147FDC3E7341}"/>
              </a:ext>
            </a:extLst>
          </p:cNvPr>
          <p:cNvSpPr>
            <a:spLocks noGrp="1"/>
          </p:cNvSpPr>
          <p:nvPr>
            <p:ph type="title" hasCustomPrompt="1"/>
          </p:nvPr>
        </p:nvSpPr>
        <p:spPr>
          <a:xfrm>
            <a:off x="406400" y="388188"/>
            <a:ext cx="10944597" cy="716711"/>
          </a:xfrm>
          <a:prstGeom prst="rect">
            <a:avLst/>
          </a:prstGeom>
        </p:spPr>
        <p:txBody>
          <a:bodyPr/>
          <a:lstStyle>
            <a:lvl1pPr>
              <a:defRPr>
                <a:solidFill>
                  <a:schemeClr val="bg1"/>
                </a:solidFill>
              </a:defRPr>
            </a:lvl1pPr>
          </a:lstStyle>
          <a:p>
            <a:r>
              <a:rPr lang="fr-FR"/>
              <a:t>CLICK TO INSERT TITLE</a:t>
            </a:r>
            <a:endParaRPr lang="de-DE"/>
          </a:p>
        </p:txBody>
      </p:sp>
    </p:spTree>
    <p:extLst>
      <p:ext uri="{BB962C8B-B14F-4D97-AF65-F5344CB8AC3E}">
        <p14:creationId xmlns:p14="http://schemas.microsoft.com/office/powerpoint/2010/main" val="1050899218"/>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Title Slide 6c">
    <p:spTree>
      <p:nvGrpSpPr>
        <p:cNvPr id="1" name=""/>
        <p:cNvGrpSpPr/>
        <p:nvPr/>
      </p:nvGrpSpPr>
      <p:grpSpPr>
        <a:xfrm>
          <a:off x="0" y="0"/>
          <a:ext cx="0" cy="0"/>
          <a:chOff x="0" y="0"/>
          <a:chExt cx="0" cy="0"/>
        </a:xfrm>
      </p:grpSpPr>
      <p:sp>
        <p:nvSpPr>
          <p:cNvPr id="33" name="Picture Placeholder 18">
            <a:extLst>
              <a:ext uri="{FF2B5EF4-FFF2-40B4-BE49-F238E27FC236}">
                <a16:creationId xmlns:a16="http://schemas.microsoft.com/office/drawing/2014/main" id="{3A966515-C64B-E7BB-1198-D99D16DE65B4}"/>
              </a:ext>
            </a:extLst>
          </p:cNvPr>
          <p:cNvSpPr>
            <a:spLocks noGrp="1"/>
          </p:cNvSpPr>
          <p:nvPr>
            <p:ph type="pic" sz="quarter" idx="10" hasCustomPrompt="1"/>
          </p:nvPr>
        </p:nvSpPr>
        <p:spPr>
          <a:xfrm>
            <a:off x="1343474" y="2"/>
            <a:ext cx="10877103" cy="2931887"/>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8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9" name="Text Placeholder 8">
            <a:extLst>
              <a:ext uri="{FF2B5EF4-FFF2-40B4-BE49-F238E27FC236}">
                <a16:creationId xmlns:a16="http://schemas.microsoft.com/office/drawing/2014/main" id="{DE3C410B-B58E-46DB-B5F0-7F515E223DD9}"/>
              </a:ext>
            </a:extLst>
          </p:cNvPr>
          <p:cNvSpPr>
            <a:spLocks noGrp="1"/>
          </p:cNvSpPr>
          <p:nvPr>
            <p:ph type="body" sz="quarter" idx="12" hasCustomPrompt="1"/>
          </p:nvPr>
        </p:nvSpPr>
        <p:spPr>
          <a:xfrm>
            <a:off x="1343474" y="5498478"/>
            <a:ext cx="10440540" cy="215444"/>
          </a:xfrm>
        </p:spPr>
        <p:txBody>
          <a:bodyPr vert="horz" wrap="square" lIns="18000" tIns="0" rIns="0" bIns="0" rtlCol="0" anchor="t" anchorCtr="0">
            <a:spAutoFit/>
          </a:bodyPr>
          <a:lstStyle>
            <a:lvl1pPr>
              <a:defRPr lang="en-US" sz="1400" dirty="0">
                <a:solidFill>
                  <a:schemeClr val="bg1"/>
                </a:solidFill>
                <a:latin typeface="Ubuntu Light" panose="020B0304030602030204" pitchFamily="34" charset="0"/>
              </a:defRPr>
            </a:lvl1pPr>
          </a:lstStyle>
          <a:p>
            <a:pPr lvl="0"/>
            <a:r>
              <a:rPr lang="en-US"/>
              <a:t>Optional: Click to insert name</a:t>
            </a:r>
          </a:p>
        </p:txBody>
      </p:sp>
      <p:sp>
        <p:nvSpPr>
          <p:cNvPr id="6" name="Subtitle">
            <a:extLst>
              <a:ext uri="{FF2B5EF4-FFF2-40B4-BE49-F238E27FC236}">
                <a16:creationId xmlns:a16="http://schemas.microsoft.com/office/drawing/2014/main" id="{A6C182ED-7FBB-D436-05D8-96E184F17BD0}"/>
              </a:ext>
            </a:extLst>
          </p:cNvPr>
          <p:cNvSpPr>
            <a:spLocks noGrp="1"/>
          </p:cNvSpPr>
          <p:nvPr>
            <p:ph type="subTitle" idx="1"/>
          </p:nvPr>
        </p:nvSpPr>
        <p:spPr>
          <a:xfrm>
            <a:off x="1343474" y="5082210"/>
            <a:ext cx="10440540" cy="246221"/>
          </a:xfrm>
          <a:prstGeom prst="rect">
            <a:avLst/>
          </a:prstGeom>
        </p:spPr>
        <p:txBody>
          <a:bodyPr wrap="square" lIns="18000" tIns="0" rIns="0" anchor="t" anchorCtr="0">
            <a:spAutoFit/>
          </a:bodyPr>
          <a:lstStyle>
            <a:lvl1pPr marL="0" indent="0" algn="l">
              <a:buNone/>
              <a:defRPr sz="1600">
                <a:solidFill>
                  <a:schemeClr val="bg1"/>
                </a:solidFill>
                <a:latin typeface="Ubuntu Light" panose="020B0304030602030204" pitchFamily="34" charset="0"/>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fr-FR"/>
              <a:t>Modifiez le style des sous-titres du masque</a:t>
            </a:r>
            <a:endParaRPr lang="en-GB"/>
          </a:p>
        </p:txBody>
      </p:sp>
      <p:sp>
        <p:nvSpPr>
          <p:cNvPr id="7" name="Title">
            <a:extLst>
              <a:ext uri="{FF2B5EF4-FFF2-40B4-BE49-F238E27FC236}">
                <a16:creationId xmlns:a16="http://schemas.microsoft.com/office/drawing/2014/main" id="{46ABBE1C-3373-50D9-4152-CA1AC4A5E7F0}"/>
              </a:ext>
            </a:extLst>
          </p:cNvPr>
          <p:cNvSpPr>
            <a:spLocks noGrp="1"/>
          </p:cNvSpPr>
          <p:nvPr>
            <p:ph type="ctrTitle"/>
          </p:nvPr>
        </p:nvSpPr>
        <p:spPr>
          <a:xfrm>
            <a:off x="1343474" y="3429000"/>
            <a:ext cx="10440540" cy="1580003"/>
          </a:xfrm>
        </p:spPr>
        <p:txBody>
          <a:bodyPr wrap="square" lIns="0" tIns="0" rIns="0" bIns="0" anchor="b" anchorCtr="0">
            <a:noAutofit/>
          </a:bodyPr>
          <a:lstStyle>
            <a:lvl1pPr algn="l">
              <a:lnSpc>
                <a:spcPct val="90000"/>
              </a:lnSpc>
              <a:tabLst>
                <a:tab pos="1258857" algn="l"/>
              </a:tabLst>
              <a:defRPr sz="5400" b="0" cap="none" baseline="0">
                <a:solidFill>
                  <a:schemeClr val="bg1"/>
                </a:solidFill>
                <a:latin typeface="+mj-lt"/>
              </a:defRPr>
            </a:lvl1pPr>
          </a:lstStyle>
          <a:p>
            <a:r>
              <a:rPr lang="fr-FR"/>
              <a:t>Modifiez le style du titre</a:t>
            </a:r>
            <a:endParaRPr lang="en-GB"/>
          </a:p>
        </p:txBody>
      </p:sp>
      <p:grpSp>
        <p:nvGrpSpPr>
          <p:cNvPr id="2" name="Group 1">
            <a:extLst>
              <a:ext uri="{FF2B5EF4-FFF2-40B4-BE49-F238E27FC236}">
                <a16:creationId xmlns:a16="http://schemas.microsoft.com/office/drawing/2014/main" id="{5BADF6D1-2F13-6260-E447-43EB8C639D96}"/>
              </a:ext>
            </a:extLst>
          </p:cNvPr>
          <p:cNvGrpSpPr/>
          <p:nvPr userDrawn="1"/>
        </p:nvGrpSpPr>
        <p:grpSpPr>
          <a:xfrm>
            <a:off x="1343473" y="5924342"/>
            <a:ext cx="2716732" cy="517817"/>
            <a:chOff x="443568" y="5924341"/>
            <a:chExt cx="2716732" cy="517817"/>
          </a:xfrm>
        </p:grpSpPr>
        <p:grpSp>
          <p:nvGrpSpPr>
            <p:cNvPr id="3" name="Group 2">
              <a:extLst>
                <a:ext uri="{FF2B5EF4-FFF2-40B4-BE49-F238E27FC236}">
                  <a16:creationId xmlns:a16="http://schemas.microsoft.com/office/drawing/2014/main" id="{EFC4C92D-7410-DBED-95CA-D6089569E85E}"/>
                </a:ext>
              </a:extLst>
            </p:cNvPr>
            <p:cNvGrpSpPr>
              <a:grpSpLocks noChangeAspect="1"/>
            </p:cNvGrpSpPr>
            <p:nvPr userDrawn="1"/>
          </p:nvGrpSpPr>
          <p:grpSpPr>
            <a:xfrm>
              <a:off x="443568" y="6021288"/>
              <a:ext cx="1872000" cy="420870"/>
              <a:chOff x="5094083" y="5360390"/>
              <a:chExt cx="3039349" cy="683316"/>
            </a:xfrm>
          </p:grpSpPr>
          <p:sp>
            <p:nvSpPr>
              <p:cNvPr id="15" name="Freeform: Shape 4">
                <a:extLst>
                  <a:ext uri="{FF2B5EF4-FFF2-40B4-BE49-F238E27FC236}">
                    <a16:creationId xmlns:a16="http://schemas.microsoft.com/office/drawing/2014/main" id="{E82F7F84-BBA2-17CF-D972-2EB4280A99E3}"/>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FFFFFF"/>
              </a:solidFill>
              <a:ln w="9525" cap="flat">
                <a:noFill/>
                <a:prstDash val="solid"/>
                <a:miter/>
              </a:ln>
            </p:spPr>
            <p:txBody>
              <a:bodyPr rtlCol="0" anchor="ctr"/>
              <a:lstStyle/>
              <a:p>
                <a:endParaRPr lang="en-US" sz="1800"/>
              </a:p>
            </p:txBody>
          </p:sp>
          <p:sp>
            <p:nvSpPr>
              <p:cNvPr id="16" name="Freeform: Shape 5">
                <a:extLst>
                  <a:ext uri="{FF2B5EF4-FFF2-40B4-BE49-F238E27FC236}">
                    <a16:creationId xmlns:a16="http://schemas.microsoft.com/office/drawing/2014/main" id="{3527B889-0935-E3BA-9E70-6F1478E42723}"/>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FFFFFF"/>
              </a:solidFill>
              <a:ln w="9525" cap="flat">
                <a:noFill/>
                <a:prstDash val="solid"/>
                <a:miter/>
              </a:ln>
            </p:spPr>
            <p:txBody>
              <a:bodyPr rtlCol="0" anchor="ctr"/>
              <a:lstStyle/>
              <a:p>
                <a:endParaRPr lang="en-US" sz="1800"/>
              </a:p>
            </p:txBody>
          </p:sp>
          <p:sp>
            <p:nvSpPr>
              <p:cNvPr id="17" name="Freeform: Shape 6">
                <a:extLst>
                  <a:ext uri="{FF2B5EF4-FFF2-40B4-BE49-F238E27FC236}">
                    <a16:creationId xmlns:a16="http://schemas.microsoft.com/office/drawing/2014/main" id="{EA9084D2-02BD-CA83-D577-A506D6A01E8F}"/>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FFFFFF"/>
              </a:solidFill>
              <a:ln w="9525" cap="flat">
                <a:noFill/>
                <a:prstDash val="solid"/>
                <a:miter/>
              </a:ln>
            </p:spPr>
            <p:txBody>
              <a:bodyPr rtlCol="0" anchor="ctr"/>
              <a:lstStyle/>
              <a:p>
                <a:endParaRPr lang="en-US" sz="1800"/>
              </a:p>
            </p:txBody>
          </p:sp>
          <p:sp>
            <p:nvSpPr>
              <p:cNvPr id="18" name="Freeform: Shape 7">
                <a:extLst>
                  <a:ext uri="{FF2B5EF4-FFF2-40B4-BE49-F238E27FC236}">
                    <a16:creationId xmlns:a16="http://schemas.microsoft.com/office/drawing/2014/main" id="{CD951AC2-58EE-3EF2-A50A-19B280C92191}"/>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solidFill>
                <a:srgbClr val="FFFFFF"/>
              </a:solidFill>
              <a:ln w="9525" cap="flat">
                <a:noFill/>
                <a:prstDash val="solid"/>
                <a:miter/>
              </a:ln>
            </p:spPr>
            <p:txBody>
              <a:bodyPr rtlCol="0" anchor="ctr"/>
              <a:lstStyle/>
              <a:p>
                <a:endParaRPr lang="en-US" sz="1800"/>
              </a:p>
            </p:txBody>
          </p:sp>
          <p:sp>
            <p:nvSpPr>
              <p:cNvPr id="20" name="Freeform: Shape 8">
                <a:extLst>
                  <a:ext uri="{FF2B5EF4-FFF2-40B4-BE49-F238E27FC236}">
                    <a16:creationId xmlns:a16="http://schemas.microsoft.com/office/drawing/2014/main" id="{D8E6579E-187B-5A3D-87D4-2C0DACEE6F8D}"/>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solidFill>
                <a:srgbClr val="FFFFFF"/>
              </a:solidFill>
              <a:ln w="9525" cap="flat">
                <a:noFill/>
                <a:prstDash val="solid"/>
                <a:miter/>
              </a:ln>
            </p:spPr>
            <p:txBody>
              <a:bodyPr rtlCol="0" anchor="ctr"/>
              <a:lstStyle/>
              <a:p>
                <a:endParaRPr lang="en-US" sz="1800"/>
              </a:p>
            </p:txBody>
          </p:sp>
        </p:grpSp>
        <p:grpSp>
          <p:nvGrpSpPr>
            <p:cNvPr id="4" name="Group 3">
              <a:extLst>
                <a:ext uri="{FF2B5EF4-FFF2-40B4-BE49-F238E27FC236}">
                  <a16:creationId xmlns:a16="http://schemas.microsoft.com/office/drawing/2014/main" id="{9360E833-D3F1-C8A7-4F41-979F2FF70C01}"/>
                </a:ext>
              </a:extLst>
            </p:cNvPr>
            <p:cNvGrpSpPr/>
            <p:nvPr userDrawn="1"/>
          </p:nvGrpSpPr>
          <p:grpSpPr>
            <a:xfrm>
              <a:off x="2511782" y="5924341"/>
              <a:ext cx="648518" cy="489664"/>
              <a:chOff x="2999656" y="524377"/>
              <a:chExt cx="782861" cy="576064"/>
            </a:xfrm>
          </p:grpSpPr>
          <p:cxnSp>
            <p:nvCxnSpPr>
              <p:cNvPr id="5" name="Straight Connector 4">
                <a:extLst>
                  <a:ext uri="{FF2B5EF4-FFF2-40B4-BE49-F238E27FC236}">
                    <a16:creationId xmlns:a16="http://schemas.microsoft.com/office/drawing/2014/main" id="{F0CF598C-BB03-7919-EAAB-4933D9E62934}"/>
                  </a:ext>
                </a:extLst>
              </p:cNvPr>
              <p:cNvCxnSpPr>
                <a:cxnSpLocks/>
              </p:cNvCxnSpPr>
              <p:nvPr userDrawn="1"/>
            </p:nvCxnSpPr>
            <p:spPr>
              <a:xfrm flipV="1">
                <a:off x="2999656" y="524377"/>
                <a:ext cx="0" cy="576064"/>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14" name="Picture 13">
                <a:extLst>
                  <a:ext uri="{FF2B5EF4-FFF2-40B4-BE49-F238E27FC236}">
                    <a16:creationId xmlns:a16="http://schemas.microsoft.com/office/drawing/2014/main" id="{7D7E632A-42A9-FDB2-5683-506E43D0AAE8}"/>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r="63818"/>
              <a:stretch/>
            </p:blipFill>
            <p:spPr>
              <a:xfrm>
                <a:off x="3278337" y="636551"/>
                <a:ext cx="504180" cy="351716"/>
              </a:xfrm>
              <a:prstGeom prst="rect">
                <a:avLst/>
              </a:prstGeom>
              <a:noFill/>
              <a:ln>
                <a:noFill/>
              </a:ln>
            </p:spPr>
          </p:pic>
        </p:grpSp>
      </p:grpSp>
    </p:spTree>
    <p:extLst>
      <p:ext uri="{BB962C8B-B14F-4D97-AF65-F5344CB8AC3E}">
        <p14:creationId xmlns:p14="http://schemas.microsoft.com/office/powerpoint/2010/main" val="1642966491"/>
      </p:ext>
    </p:extLst>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userDrawn="1">
  <p:cSld name="Agenda Dark and Picture">
    <p:spTree>
      <p:nvGrpSpPr>
        <p:cNvPr id="1" name=""/>
        <p:cNvGrpSpPr/>
        <p:nvPr/>
      </p:nvGrpSpPr>
      <p:grpSpPr>
        <a:xfrm>
          <a:off x="0" y="0"/>
          <a:ext cx="0" cy="0"/>
          <a:chOff x="0" y="0"/>
          <a:chExt cx="0" cy="0"/>
        </a:xfrm>
      </p:grpSpPr>
      <p:sp>
        <p:nvSpPr>
          <p:cNvPr id="3" name="Picture Placeholder 18">
            <a:extLst>
              <a:ext uri="{FF2B5EF4-FFF2-40B4-BE49-F238E27FC236}">
                <a16:creationId xmlns:a16="http://schemas.microsoft.com/office/drawing/2014/main" id="{D3B1FE99-E8D3-C5FE-4E44-4E4EF67B45DA}"/>
              </a:ext>
            </a:extLst>
          </p:cNvPr>
          <p:cNvSpPr>
            <a:spLocks noGrp="1"/>
          </p:cNvSpPr>
          <p:nvPr>
            <p:ph type="pic" sz="quarter" idx="10" hasCustomPrompt="1"/>
          </p:nvPr>
        </p:nvSpPr>
        <p:spPr>
          <a:xfrm>
            <a:off x="6096001" y="908721"/>
            <a:ext cx="6096000" cy="594928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2" name="Title">
            <a:extLst>
              <a:ext uri="{FF2B5EF4-FFF2-40B4-BE49-F238E27FC236}">
                <a16:creationId xmlns:a16="http://schemas.microsoft.com/office/drawing/2014/main" id="{1B342561-1DD2-4DA7-BA2A-C8E3856FE9BB}"/>
              </a:ext>
            </a:extLst>
          </p:cNvPr>
          <p:cNvSpPr>
            <a:spLocks noGrp="1"/>
          </p:cNvSpPr>
          <p:nvPr>
            <p:ph type="title" hasCustomPrompt="1"/>
          </p:nvPr>
        </p:nvSpPr>
        <p:spPr>
          <a:xfrm>
            <a:off x="407989" y="692697"/>
            <a:ext cx="4751907" cy="720179"/>
          </a:xfrm>
        </p:spPr>
        <p:txBody>
          <a:bodyPr vert="horz" lIns="0" tIns="0" rIns="0" bIns="0" rtlCol="0" anchor="b">
            <a:noAutofit/>
          </a:bodyPr>
          <a:lstStyle>
            <a:lvl1pPr>
              <a:lnSpc>
                <a:spcPct val="80000"/>
              </a:lnSpc>
              <a:defRPr lang="en-GB" sz="3600" baseline="0">
                <a:solidFill>
                  <a:schemeClr val="bg1"/>
                </a:solidFill>
              </a:defRPr>
            </a:lvl1pPr>
          </a:lstStyle>
          <a:p>
            <a:pPr lvl="0"/>
            <a:r>
              <a:rPr lang="en-US"/>
              <a:t>Click to edit Agenda</a:t>
            </a:r>
            <a:endParaRPr lang="en-GB"/>
          </a:p>
        </p:txBody>
      </p:sp>
      <p:sp>
        <p:nvSpPr>
          <p:cNvPr id="10" name="Text Placeholder 9">
            <a:extLst>
              <a:ext uri="{FF2B5EF4-FFF2-40B4-BE49-F238E27FC236}">
                <a16:creationId xmlns:a16="http://schemas.microsoft.com/office/drawing/2014/main" id="{FC6DF15B-7249-491B-BFB7-9A33784178CD}"/>
              </a:ext>
            </a:extLst>
          </p:cNvPr>
          <p:cNvSpPr>
            <a:spLocks noGrp="1"/>
          </p:cNvSpPr>
          <p:nvPr>
            <p:ph type="body" sz="quarter" idx="12"/>
          </p:nvPr>
        </p:nvSpPr>
        <p:spPr>
          <a:xfrm>
            <a:off x="407989" y="1916833"/>
            <a:ext cx="5471988" cy="4536356"/>
          </a:xfrm>
          <a:prstGeom prst="rect">
            <a:avLst/>
          </a:prstGeom>
        </p:spPr>
        <p:txBody>
          <a:bodyPr>
            <a:noAutofit/>
          </a:bodyPr>
          <a:lstStyle>
            <a:lvl1pPr>
              <a:spcBef>
                <a:spcPts val="1200"/>
              </a:spcBef>
              <a:defRPr sz="1800">
                <a:solidFill>
                  <a:schemeClr val="bg1"/>
                </a:solidFill>
              </a:defRPr>
            </a:lvl1pPr>
            <a:lvl2pPr>
              <a:buClr>
                <a:schemeClr val="bg1"/>
              </a:buClr>
              <a:defRPr sz="1600">
                <a:solidFill>
                  <a:schemeClr val="bg1"/>
                </a:solidFill>
              </a:defRPr>
            </a:lvl2pPr>
            <a:lvl3pPr>
              <a:buClr>
                <a:schemeClr val="bg1"/>
              </a:buClr>
              <a:defRPr sz="1600">
                <a:solidFill>
                  <a:schemeClr val="bg1"/>
                </a:solidFill>
              </a:defRPr>
            </a:lvl3pPr>
            <a:lvl4pPr>
              <a:buClr>
                <a:schemeClr val="bg1"/>
              </a:buClr>
              <a:defRPr sz="1400">
                <a:solidFill>
                  <a:schemeClr val="bg1"/>
                </a:solidFill>
              </a:defRPr>
            </a:lvl4pPr>
            <a:lvl5pPr>
              <a:buClr>
                <a:schemeClr val="bg1"/>
              </a:buClr>
              <a:defRPr sz="1400">
                <a:solidFill>
                  <a:schemeClr val="bg1"/>
                </a:solidFill>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Tree>
    <p:extLst>
      <p:ext uri="{BB962C8B-B14F-4D97-AF65-F5344CB8AC3E}">
        <p14:creationId xmlns:p14="http://schemas.microsoft.com/office/powerpoint/2010/main" val="1291312695"/>
      </p:ext>
    </p:extLst>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A8CE45-A6FC-9CE9-F8CD-BA044CFE9412}"/>
              </a:ext>
            </a:extLst>
          </p:cNvPr>
          <p:cNvSpPr>
            <a:spLocks noGrp="1"/>
          </p:cNvSpPr>
          <p:nvPr>
            <p:ph type="title"/>
          </p:nvPr>
        </p:nvSpPr>
        <p:spPr/>
        <p:txBody>
          <a:bodyPr/>
          <a:lstStyle/>
          <a:p>
            <a:r>
              <a:rPr lang="fr-FR"/>
              <a:t>Modifiez le style du titre</a:t>
            </a:r>
            <a:endParaRPr lang="en-US"/>
          </a:p>
        </p:txBody>
      </p:sp>
    </p:spTree>
    <p:extLst>
      <p:ext uri="{BB962C8B-B14F-4D97-AF65-F5344CB8AC3E}">
        <p14:creationId xmlns:p14="http://schemas.microsoft.com/office/powerpoint/2010/main" val="988378972"/>
      </p:ext>
    </p:extLst>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userDrawn="1">
  <p:cSld name="1_Title Subtitle Content Grey">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667AB06E-CA55-4893-BAFA-61FF4CCDFBD1}"/>
              </a:ext>
            </a:extLst>
          </p:cNvPr>
          <p:cNvSpPr>
            <a:spLocks noGrp="1"/>
          </p:cNvSpPr>
          <p:nvPr>
            <p:ph type="body" sz="quarter" idx="15"/>
          </p:nvPr>
        </p:nvSpPr>
        <p:spPr>
          <a:xfrm>
            <a:off x="414971" y="1125539"/>
            <a:ext cx="11369043" cy="246221"/>
          </a:xfrm>
          <a:prstGeom prst="rect">
            <a:avLst/>
          </a:prstGeom>
        </p:spPr>
        <p:txBody>
          <a:bodyPr>
            <a:spAutoFit/>
          </a:bodyPr>
          <a:lstStyle>
            <a:lvl1pPr>
              <a:defRPr sz="1600" b="0">
                <a:solidFill>
                  <a:schemeClr val="bg1"/>
                </a:solidFill>
                <a:latin typeface="Ubuntu Light" panose="020B0304030602030204" pitchFamily="34" charset="0"/>
              </a:defRPr>
            </a:lvl1pPr>
          </a:lstStyle>
          <a:p>
            <a:pPr lvl="0"/>
            <a:r>
              <a:rPr lang="fr-FR"/>
              <a:t>Cliquez pour modifier les styles du texte du masque</a:t>
            </a:r>
          </a:p>
        </p:txBody>
      </p:sp>
      <p:sp>
        <p:nvSpPr>
          <p:cNvPr id="9" name="Text Placeholder 8">
            <a:extLst>
              <a:ext uri="{FF2B5EF4-FFF2-40B4-BE49-F238E27FC236}">
                <a16:creationId xmlns:a16="http://schemas.microsoft.com/office/drawing/2014/main" id="{C8D4D202-FD32-49BA-88CC-B39D2339504A}"/>
              </a:ext>
            </a:extLst>
          </p:cNvPr>
          <p:cNvSpPr>
            <a:spLocks noGrp="1"/>
          </p:cNvSpPr>
          <p:nvPr>
            <p:ph type="body" sz="quarter" idx="17"/>
          </p:nvPr>
        </p:nvSpPr>
        <p:spPr>
          <a:xfrm>
            <a:off x="414971" y="1624108"/>
            <a:ext cx="11369043" cy="4829080"/>
          </a:xfrm>
          <a:prstGeom prst="rect">
            <a:avLst/>
          </a:prstGeom>
        </p:spPr>
        <p:txBody>
          <a:bodyPr>
            <a:no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de-DE"/>
          </a:p>
        </p:txBody>
      </p:sp>
      <p:sp>
        <p:nvSpPr>
          <p:cNvPr id="2" name="Title 1">
            <a:extLst>
              <a:ext uri="{FF2B5EF4-FFF2-40B4-BE49-F238E27FC236}">
                <a16:creationId xmlns:a16="http://schemas.microsoft.com/office/drawing/2014/main" id="{92564CED-1C28-DF10-1067-5941504A95A0}"/>
              </a:ext>
            </a:extLst>
          </p:cNvPr>
          <p:cNvSpPr>
            <a:spLocks noGrp="1"/>
          </p:cNvSpPr>
          <p:nvPr>
            <p:ph type="title"/>
          </p:nvPr>
        </p:nvSpPr>
        <p:spPr/>
        <p:txBody>
          <a:bodyPr/>
          <a:lstStyle>
            <a:lvl1pPr>
              <a:defRPr>
                <a:solidFill>
                  <a:schemeClr val="bg1"/>
                </a:solidFill>
              </a:defRPr>
            </a:lvl1pPr>
          </a:lstStyle>
          <a:p>
            <a:r>
              <a:rPr lang="fr-FR"/>
              <a:t>Modifiez le style du titre</a:t>
            </a:r>
            <a:endParaRPr lang="en-US"/>
          </a:p>
        </p:txBody>
      </p:sp>
    </p:spTree>
    <p:extLst>
      <p:ext uri="{BB962C8B-B14F-4D97-AF65-F5344CB8AC3E}">
        <p14:creationId xmlns:p14="http://schemas.microsoft.com/office/powerpoint/2010/main" val="40332225"/>
      </p:ext>
    </p:extLst>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defTabSz="1219140">
              <a:defRPr/>
            </a:pPr>
            <a:fld id="{B68C9275-DA1F-4907-A941-76080AC4B8B8}" type="datetimeFigureOut">
              <a:rPr lang="en-GB" sz="1200" smtClean="0">
                <a:solidFill>
                  <a:prstClr val="black">
                    <a:tint val="75000"/>
                  </a:prstClr>
                </a:solidFill>
                <a:latin typeface="Calibri"/>
              </a:rPr>
              <a:pPr defTabSz="1219140">
                <a:defRPr/>
              </a:pPr>
              <a:t>23/04/2026</a:t>
            </a:fld>
            <a:endParaRPr lang="en-GB" sz="1200">
              <a:solidFill>
                <a:prstClr val="black">
                  <a:tint val="75000"/>
                </a:prstClr>
              </a:solidFill>
              <a:latin typeface="Calibri"/>
            </a:endParaRPr>
          </a:p>
        </p:txBody>
      </p:sp>
      <p:sp>
        <p:nvSpPr>
          <p:cNvPr id="3" name="Footer Placeholder 2"/>
          <p:cNvSpPr>
            <a:spLocks noGrp="1"/>
          </p:cNvSpPr>
          <p:nvPr>
            <p:ph type="ftr" sz="quarter" idx="11"/>
          </p:nvPr>
        </p:nvSpPr>
        <p:spPr/>
        <p:txBody>
          <a:bodyPr/>
          <a:lstStyle/>
          <a:p>
            <a:pPr algn="ctr" defTabSz="1219140">
              <a:defRPr/>
            </a:pPr>
            <a:endParaRPr lang="en-GB" sz="1200">
              <a:solidFill>
                <a:prstClr val="black">
                  <a:tint val="75000"/>
                </a:prstClr>
              </a:solidFill>
              <a:latin typeface="Calibri"/>
            </a:endParaRPr>
          </a:p>
        </p:txBody>
      </p:sp>
      <p:sp>
        <p:nvSpPr>
          <p:cNvPr id="4" name="Slide Number Placeholder 3"/>
          <p:cNvSpPr>
            <a:spLocks noGrp="1"/>
          </p:cNvSpPr>
          <p:nvPr>
            <p:ph type="sldNum" sz="quarter" idx="12"/>
          </p:nvPr>
        </p:nvSpPr>
        <p:spPr/>
        <p:txBody>
          <a:bodyPr/>
          <a:lstStyle/>
          <a:p>
            <a:pPr algn="r" defTabSz="1219140">
              <a:defRPr/>
            </a:pPr>
            <a:fld id="{58745760-7DDD-4C46-86CC-576F4B976DC9}" type="slidenum">
              <a:rPr lang="en-GB" sz="1200" smtClean="0">
                <a:solidFill>
                  <a:prstClr val="black">
                    <a:tint val="75000"/>
                  </a:prstClr>
                </a:solidFill>
                <a:latin typeface="Calibri"/>
              </a:rPr>
              <a:pPr algn="r" defTabSz="1219140">
                <a:defRPr/>
              </a:pPr>
              <a:t>‹#›</a:t>
            </a:fld>
            <a:endParaRPr lang="en-GB" sz="1200">
              <a:solidFill>
                <a:prstClr val="black">
                  <a:tint val="75000"/>
                </a:prstClr>
              </a:solidFill>
              <a:latin typeface="Calibri"/>
            </a:endParaRPr>
          </a:p>
        </p:txBody>
      </p:sp>
    </p:spTree>
    <p:extLst>
      <p:ext uri="{BB962C8B-B14F-4D97-AF65-F5344CB8AC3E}">
        <p14:creationId xmlns:p14="http://schemas.microsoft.com/office/powerpoint/2010/main" val="2820797733"/>
      </p:ext>
    </p:extLst>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C3E9D8-71E8-9D90-16AF-0C95E8C00FC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3EDC1B0-4497-FB48-A4BB-0590E7A45BEC}"/>
              </a:ext>
            </a:extLst>
          </p:cNvPr>
          <p:cNvSpPr>
            <a:spLocks noGrp="1"/>
          </p:cNvSpPr>
          <p:nvPr>
            <p:ph type="subTitle" idx="1"/>
          </p:nvPr>
        </p:nvSpPr>
        <p:spPr>
          <a:xfrm>
            <a:off x="1524000" y="3602037"/>
            <a:ext cx="9144000" cy="1655763"/>
          </a:xfrm>
        </p:spPr>
        <p:txBody>
          <a:bodyPr/>
          <a:lstStyle>
            <a:lvl1pPr marL="0" indent="0" algn="ctr">
              <a:buNone/>
              <a:defRPr sz="2400"/>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5A92571-BC40-472D-330F-A70524081964}"/>
              </a:ext>
            </a:extLst>
          </p:cNvPr>
          <p:cNvSpPr>
            <a:spLocks noGrp="1"/>
          </p:cNvSpPr>
          <p:nvPr>
            <p:ph type="dt" sz="half" idx="10"/>
          </p:nvPr>
        </p:nvSpPr>
        <p:spPr/>
        <p:txBody>
          <a:bodyPr/>
          <a:lstStyle/>
          <a:p>
            <a:fld id="{781F6D1E-EE3E-4DFE-B6C7-69C3F7CA346F}" type="datetimeFigureOut">
              <a:rPr lang="en-US" smtClean="0"/>
              <a:t>4/23/2026</a:t>
            </a:fld>
            <a:endParaRPr lang="en-US"/>
          </a:p>
        </p:txBody>
      </p:sp>
      <p:sp>
        <p:nvSpPr>
          <p:cNvPr id="5" name="Footer Placeholder 4">
            <a:extLst>
              <a:ext uri="{FF2B5EF4-FFF2-40B4-BE49-F238E27FC236}">
                <a16:creationId xmlns:a16="http://schemas.microsoft.com/office/drawing/2014/main" id="{1EC993D0-D623-D79C-48F0-5E8CD8834D7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37E6A2E-2B6C-542E-26A3-D4171593BC03}"/>
              </a:ext>
            </a:extLst>
          </p:cNvPr>
          <p:cNvSpPr>
            <a:spLocks noGrp="1"/>
          </p:cNvSpPr>
          <p:nvPr>
            <p:ph type="sldNum" sz="quarter" idx="12"/>
          </p:nvPr>
        </p:nvSpPr>
        <p:spPr/>
        <p:txBody>
          <a:bodyPr/>
          <a:lstStyle/>
          <a:p>
            <a:fld id="{024B4BF3-39C7-462F-BD22-DEC2FCBF38BF}" type="slidenum">
              <a:rPr lang="en-US" smtClean="0"/>
              <a:t>‹#›</a:t>
            </a:fld>
            <a:endParaRPr lang="en-US"/>
          </a:p>
        </p:txBody>
      </p:sp>
    </p:spTree>
    <p:extLst>
      <p:ext uri="{BB962C8B-B14F-4D97-AF65-F5344CB8AC3E}">
        <p14:creationId xmlns:p14="http://schemas.microsoft.com/office/powerpoint/2010/main" val="808082976"/>
      </p:ext>
    </p:extLst>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p:cSld name="Title, sub title with content">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bwMode="black">
          <a:xfrm>
            <a:off x="441960" y="1001854"/>
            <a:ext cx="10822941" cy="369332"/>
          </a:xfrm>
          <a:prstGeom prst="rect">
            <a:avLst/>
          </a:prstGeom>
        </p:spPr>
        <p:txBody>
          <a:bodyPr wrap="square" anchor="t">
            <a:noAutofit/>
          </a:bodyPr>
          <a:lstStyle>
            <a:lvl1pPr marL="0" indent="0" algn="l">
              <a:lnSpc>
                <a:spcPct val="100000"/>
              </a:lnSpc>
              <a:buNone/>
              <a:defRPr sz="2400" b="0" i="0">
                <a:solidFill>
                  <a:srgbClr val="000000"/>
                </a:solidFill>
                <a:latin typeface="HP Simplified" pitchFamily="34" charset="0"/>
                <a:cs typeface="HP Simplified" pitchFamily="34" charset="0"/>
              </a:defRPr>
            </a:lvl1pPr>
            <a:lvl2pPr marL="609570" indent="0" algn="ctr">
              <a:buNone/>
              <a:defRPr>
                <a:solidFill>
                  <a:schemeClr val="tx1">
                    <a:tint val="75000"/>
                  </a:schemeClr>
                </a:solidFill>
              </a:defRPr>
            </a:lvl2pPr>
            <a:lvl3pPr marL="1219140" indent="0" algn="ctr">
              <a:buNone/>
              <a:defRPr>
                <a:solidFill>
                  <a:schemeClr val="tx1">
                    <a:tint val="75000"/>
                  </a:schemeClr>
                </a:solidFill>
              </a:defRPr>
            </a:lvl3pPr>
            <a:lvl4pPr marL="1828709" indent="0" algn="ctr">
              <a:buNone/>
              <a:defRPr>
                <a:solidFill>
                  <a:schemeClr val="tx1">
                    <a:tint val="75000"/>
                  </a:schemeClr>
                </a:solidFill>
              </a:defRPr>
            </a:lvl4pPr>
            <a:lvl5pPr marL="2438278" indent="0" algn="ctr">
              <a:buNone/>
              <a:defRPr>
                <a:solidFill>
                  <a:schemeClr val="tx1">
                    <a:tint val="75000"/>
                  </a:schemeClr>
                </a:solidFill>
              </a:defRPr>
            </a:lvl5pPr>
            <a:lvl6pPr marL="3047848" indent="0" algn="ctr">
              <a:buNone/>
              <a:defRPr>
                <a:solidFill>
                  <a:schemeClr val="tx1">
                    <a:tint val="75000"/>
                  </a:schemeClr>
                </a:solidFill>
              </a:defRPr>
            </a:lvl6pPr>
            <a:lvl7pPr marL="3657418" indent="0" algn="ctr">
              <a:buNone/>
              <a:defRPr>
                <a:solidFill>
                  <a:schemeClr val="tx1">
                    <a:tint val="75000"/>
                  </a:schemeClr>
                </a:solidFill>
              </a:defRPr>
            </a:lvl7pPr>
            <a:lvl8pPr marL="4266987" indent="0" algn="ctr">
              <a:buNone/>
              <a:defRPr>
                <a:solidFill>
                  <a:schemeClr val="tx1">
                    <a:tint val="75000"/>
                  </a:schemeClr>
                </a:solidFill>
              </a:defRPr>
            </a:lvl8pPr>
            <a:lvl9pPr marL="4876557" indent="0" algn="ctr">
              <a:buNone/>
              <a:defRPr>
                <a:solidFill>
                  <a:schemeClr val="tx1">
                    <a:tint val="75000"/>
                  </a:schemeClr>
                </a:solidFill>
              </a:defRPr>
            </a:lvl9pPr>
          </a:lstStyle>
          <a:p>
            <a:r>
              <a:rPr lang="en-US" noProof="0"/>
              <a:t>Click to edit master subtitle style</a:t>
            </a:r>
          </a:p>
        </p:txBody>
      </p:sp>
      <p:sp>
        <p:nvSpPr>
          <p:cNvPr id="7" name="Title 6"/>
          <p:cNvSpPr>
            <a:spLocks noGrp="1"/>
          </p:cNvSpPr>
          <p:nvPr>
            <p:ph type="title" hasCustomPrompt="1"/>
          </p:nvPr>
        </p:nvSpPr>
        <p:spPr bwMode="black">
          <a:xfrm>
            <a:off x="441960" y="313419"/>
            <a:ext cx="10822941" cy="574516"/>
          </a:xfrm>
        </p:spPr>
        <p:txBody>
          <a:bodyPr wrap="square">
            <a:noAutofit/>
          </a:bodyPr>
          <a:lstStyle>
            <a:lvl1pPr>
              <a:defRPr b="1" i="0">
                <a:solidFill>
                  <a:srgbClr val="000000"/>
                </a:solidFill>
                <a:latin typeface="HP Simplified" pitchFamily="34" charset="0"/>
                <a:cs typeface="HP Simplified" pitchFamily="34" charset="0"/>
              </a:defRPr>
            </a:lvl1pPr>
          </a:lstStyle>
          <a:p>
            <a:r>
              <a:rPr lang="en-US" noProof="0"/>
              <a:t>Click to edit master title style</a:t>
            </a:r>
          </a:p>
        </p:txBody>
      </p:sp>
      <p:sp>
        <p:nvSpPr>
          <p:cNvPr id="6" name="Content Placeholder 5"/>
          <p:cNvSpPr>
            <a:spLocks noGrp="1"/>
          </p:cNvSpPr>
          <p:nvPr>
            <p:ph sz="quarter" idx="10"/>
          </p:nvPr>
        </p:nvSpPr>
        <p:spPr>
          <a:xfrm>
            <a:off x="438912" y="1584963"/>
            <a:ext cx="10826496" cy="4305300"/>
          </a:xfrm>
        </p:spPr>
        <p:txBody>
          <a:bodyPr wrap="square">
            <a:noAutofit/>
          </a:bodyPr>
          <a:lstStyle>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52797893"/>
      </p:ext>
    </p:extLst>
  </p:cSld>
  <p:clrMapOvr>
    <a:masterClrMapping/>
  </p:clrMapOvr>
  <p:hf hdr="0" ftr="0" dt="0"/>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1_Titre seul">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Espace réservé du texte 9">
            <a:extLst>
              <a:ext uri="{FF2B5EF4-FFF2-40B4-BE49-F238E27FC236}">
                <a16:creationId xmlns:a16="http://schemas.microsoft.com/office/drawing/2014/main" id="{0850DA69-657E-41C3-B340-B16C354CA1D0}"/>
              </a:ext>
            </a:extLst>
          </p:cNvPr>
          <p:cNvSpPr>
            <a:spLocks noGrp="1"/>
          </p:cNvSpPr>
          <p:nvPr>
            <p:ph type="body" sz="quarter" idx="10"/>
          </p:nvPr>
        </p:nvSpPr>
        <p:spPr>
          <a:xfrm>
            <a:off x="404813" y="1447800"/>
            <a:ext cx="11406187" cy="4951413"/>
          </a:xfrm>
        </p:spPr>
        <p:txBody>
          <a:bodyPr/>
          <a:lstStyle>
            <a:lvl1pPr>
              <a:defRPr>
                <a:solidFill>
                  <a:schemeClr val="bg1"/>
                </a:solidFill>
              </a:defRPr>
            </a:lvl1pPr>
            <a:lvl2pPr>
              <a:defRPr>
                <a:solidFill>
                  <a:schemeClr val="bg1"/>
                </a:solidFill>
              </a:defRPr>
            </a:lvl2pPr>
            <a:lvl3pPr>
              <a:defRPr>
                <a:solidFill>
                  <a:schemeClr val="bg1"/>
                </a:solidFill>
              </a:defRPr>
            </a:lvl3pPr>
            <a:lvl4pPr>
              <a:buClr>
                <a:schemeClr val="accent5"/>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5E6BB52B-0C5D-4023-89D5-282E9A520223}"/>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de-DE"/>
          </a:p>
        </p:txBody>
      </p:sp>
    </p:spTree>
    <p:extLst>
      <p:ext uri="{BB962C8B-B14F-4D97-AF65-F5344CB8AC3E}">
        <p14:creationId xmlns:p14="http://schemas.microsoft.com/office/powerpoint/2010/main" val="690807620"/>
      </p:ext>
    </p:extLst>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p:cSld name="Final Slide 1">
    <p:spTree>
      <p:nvGrpSpPr>
        <p:cNvPr id="1" name=""/>
        <p:cNvGrpSpPr/>
        <p:nvPr/>
      </p:nvGrpSpPr>
      <p:grpSpPr>
        <a:xfrm>
          <a:off x="0" y="0"/>
          <a:ext cx="0" cy="0"/>
          <a:chOff x="0" y="0"/>
          <a:chExt cx="0" cy="0"/>
        </a:xfrm>
      </p:grpSpPr>
      <p:pic>
        <p:nvPicPr>
          <p:cNvPr id="17" name="Picture 2" descr="D:\My Work\Template\Icons\Social Media\LinkedIN.png">
            <a:hlinkClick r:id="rId2"/>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810097" y="4968013"/>
            <a:ext cx="333195" cy="333195"/>
          </a:xfrm>
          <a:prstGeom prst="rect">
            <a:avLst/>
          </a:prstGeom>
          <a:noFill/>
        </p:spPr>
      </p:pic>
      <p:pic>
        <p:nvPicPr>
          <p:cNvPr id="18" name="Picture 4" descr="D:\My Work\Template\Icons\Social Media\SlideShare.png">
            <a:hlinkClick r:id="rId4"/>
          </p:cNvPr>
          <p:cNvPicPr>
            <a:picLocks noChangeAspect="1" noChangeArrowheads="1"/>
          </p:cNvPicPr>
          <p:nvPr/>
        </p:nvPicPr>
        <p:blipFill>
          <a:blip r:embed="rId5" cstate="screen">
            <a:extLst>
              <a:ext uri="{28A0092B-C50C-407E-A947-70E740481C1C}">
                <a14:useLocalDpi xmlns:a14="http://schemas.microsoft.com/office/drawing/2010/main"/>
              </a:ext>
            </a:extLst>
          </a:blip>
          <a:srcRect/>
          <a:stretch>
            <a:fillRect/>
          </a:stretch>
        </p:blipFill>
        <p:spPr bwMode="auto">
          <a:xfrm>
            <a:off x="1193474" y="4968013"/>
            <a:ext cx="333195" cy="333195"/>
          </a:xfrm>
          <a:prstGeom prst="rect">
            <a:avLst/>
          </a:prstGeom>
          <a:noFill/>
        </p:spPr>
      </p:pic>
      <p:pic>
        <p:nvPicPr>
          <p:cNvPr id="19" name="Picture 5" descr="D:\My Work\Template\Icons\Social Media\Twitter.png">
            <a:hlinkClick r:id="rId6"/>
          </p:cNvPr>
          <p:cNvPicPr>
            <a:picLocks noChangeAspect="1" noChangeArrowheads="1"/>
          </p:cNvPicPr>
          <p:nvPr/>
        </p:nvPicPr>
        <p:blipFill>
          <a:blip r:embed="rId7" cstate="screen">
            <a:extLst>
              <a:ext uri="{28A0092B-C50C-407E-A947-70E740481C1C}">
                <a14:useLocalDpi xmlns:a14="http://schemas.microsoft.com/office/drawing/2010/main"/>
              </a:ext>
            </a:extLst>
          </a:blip>
          <a:srcRect/>
          <a:stretch>
            <a:fillRect/>
          </a:stretch>
        </p:blipFill>
        <p:spPr bwMode="auto">
          <a:xfrm>
            <a:off x="1576851" y="4968013"/>
            <a:ext cx="333195" cy="333195"/>
          </a:xfrm>
          <a:prstGeom prst="rect">
            <a:avLst/>
          </a:prstGeom>
          <a:noFill/>
        </p:spPr>
      </p:pic>
      <p:pic>
        <p:nvPicPr>
          <p:cNvPr id="20" name="Picture 6" descr="D:\My Work\Template\Icons\Social Media\YouTube.png">
            <a:hlinkClick r:id="rId8"/>
          </p:cNvPr>
          <p:cNvPicPr>
            <a:picLocks noChangeAspect="1" noChangeArrowheads="1"/>
          </p:cNvPicPr>
          <p:nvPr/>
        </p:nvPicPr>
        <p:blipFill>
          <a:blip r:embed="rId9" cstate="screen">
            <a:extLst>
              <a:ext uri="{28A0092B-C50C-407E-A947-70E740481C1C}">
                <a14:useLocalDpi xmlns:a14="http://schemas.microsoft.com/office/drawing/2010/main"/>
              </a:ext>
            </a:extLst>
          </a:blip>
          <a:srcRect/>
          <a:stretch>
            <a:fillRect/>
          </a:stretch>
        </p:blipFill>
        <p:spPr bwMode="auto">
          <a:xfrm>
            <a:off x="1960227" y="4968013"/>
            <a:ext cx="333195" cy="333195"/>
          </a:xfrm>
          <a:prstGeom prst="rect">
            <a:avLst/>
          </a:prstGeom>
          <a:noFill/>
        </p:spPr>
      </p:pic>
      <p:pic>
        <p:nvPicPr>
          <p:cNvPr id="21" name="Picture 7" descr="D:\My Work\Template\Icons\Social Media\Facebook.png">
            <a:hlinkClick r:id="rId10"/>
          </p:cNvPr>
          <p:cNvPicPr>
            <a:picLocks noChangeAspect="1" noChangeArrowheads="1"/>
          </p:cNvPicPr>
          <p:nvPr/>
        </p:nvPicPr>
        <p:blipFill>
          <a:blip r:embed="rId11" cstate="screen">
            <a:extLst>
              <a:ext uri="{28A0092B-C50C-407E-A947-70E740481C1C}">
                <a14:useLocalDpi xmlns:a14="http://schemas.microsoft.com/office/drawing/2010/main"/>
              </a:ext>
            </a:extLst>
          </a:blip>
          <a:srcRect/>
          <a:stretch>
            <a:fillRect/>
          </a:stretch>
        </p:blipFill>
        <p:spPr bwMode="auto">
          <a:xfrm>
            <a:off x="426720" y="4968013"/>
            <a:ext cx="333195" cy="333195"/>
          </a:xfrm>
          <a:prstGeom prst="rect">
            <a:avLst/>
          </a:prstGeom>
          <a:noFill/>
        </p:spPr>
      </p:pic>
      <p:sp>
        <p:nvSpPr>
          <p:cNvPr id="23" name="Rectangle 22"/>
          <p:cNvSpPr/>
          <p:nvPr/>
        </p:nvSpPr>
        <p:spPr>
          <a:xfrm>
            <a:off x="426720" y="5810190"/>
            <a:ext cx="3293016" cy="400110"/>
          </a:xfrm>
          <a:prstGeom prst="rect">
            <a:avLst/>
          </a:prstGeom>
        </p:spPr>
        <p:txBody>
          <a:bodyPr wrap="square" lIns="0" tIns="0" rIns="0" bIns="0" anchor="b" anchorCtr="0">
            <a:spAutoFit/>
          </a:bodyPr>
          <a:lstStyle/>
          <a:p>
            <a:pPr>
              <a:spcAft>
                <a:spcPts val="600"/>
              </a:spcAft>
            </a:pPr>
            <a:r>
              <a:rPr lang="en-US" sz="700">
                <a:solidFill>
                  <a:srgbClr val="FFFFFF"/>
                </a:solidFill>
                <a:cs typeface="Arial"/>
              </a:rPr>
              <a:t>This presentation contains information that may be privileged or confidential and is the property of the Capgemini Group.</a:t>
            </a:r>
          </a:p>
          <a:p>
            <a:pPr>
              <a:spcAft>
                <a:spcPts val="600"/>
              </a:spcAft>
            </a:pPr>
            <a:r>
              <a:rPr lang="en-US" sz="700">
                <a:solidFill>
                  <a:srgbClr val="FFFFFF"/>
                </a:solidFill>
                <a:cs typeface="Arial"/>
              </a:rPr>
              <a:t>Copyright © 2021 Capgemini. All rights reserved.</a:t>
            </a:r>
          </a:p>
        </p:txBody>
      </p:sp>
      <p:pic>
        <p:nvPicPr>
          <p:cNvPr id="28" name="Image 27">
            <a:extLst>
              <a:ext uri="{FF2B5EF4-FFF2-40B4-BE49-F238E27FC236}">
                <a16:creationId xmlns:a16="http://schemas.microsoft.com/office/drawing/2014/main" id="{CFD4BD67-7A96-4F02-AD8B-7157189FD651}"/>
              </a:ext>
            </a:extLst>
          </p:cNvPr>
          <p:cNvPicPr>
            <a:picLocks noChangeAspect="1"/>
          </p:cNvPicPr>
          <p:nvPr userDrawn="1"/>
        </p:nvPicPr>
        <p:blipFill>
          <a:blip r:embed="rId12" cstate="screen">
            <a:extLst>
              <a:ext uri="{28A0092B-C50C-407E-A947-70E740481C1C}">
                <a14:useLocalDpi xmlns:a14="http://schemas.microsoft.com/office/drawing/2010/main"/>
              </a:ext>
            </a:extLst>
          </a:blip>
          <a:stretch>
            <a:fillRect/>
          </a:stretch>
        </p:blipFill>
        <p:spPr>
          <a:xfrm rot="1808368" flipV="1">
            <a:off x="3661091" y="-1184328"/>
            <a:ext cx="10604299" cy="7497656"/>
          </a:xfrm>
          <a:prstGeom prst="rect">
            <a:avLst/>
          </a:prstGeom>
        </p:spPr>
      </p:pic>
      <p:sp>
        <p:nvSpPr>
          <p:cNvPr id="14" name="Rectangle 13"/>
          <p:cNvSpPr/>
          <p:nvPr/>
        </p:nvSpPr>
        <p:spPr>
          <a:xfrm>
            <a:off x="6536185" y="3318394"/>
            <a:ext cx="4638213" cy="149363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just"/>
            <a:r>
              <a:rPr lang="en-GB" sz="900">
                <a:solidFill>
                  <a:srgbClr val="FFFFFF"/>
                </a:solidFill>
              </a:rPr>
              <a:t>Capgemini is a global leader in partnering with companies to transform and manage their business by harnessing the power of technology. The Group is guided everyday by its purpose of unleashing human energy through technology for an inclusive and sustainable future. It is a responsible and diverse organization of 270,000 team members in nearly 50 countries. With its strong 50 year heritage and deep industry expertise, Capgemini is trusted by its clients to address the entire breadth of their business needs, from strategy and design to operations, fuelled by the fast evolving and innovative world of cloud, data, AI, connectivity, software, digital engineering and platforms. The Group reported in 2020 global revenues of €16 billion.</a:t>
            </a:r>
            <a:endParaRPr lang="en-US" sz="900">
              <a:solidFill>
                <a:srgbClr val="FFFFFF"/>
              </a:solidFill>
            </a:endParaRPr>
          </a:p>
        </p:txBody>
      </p:sp>
      <p:sp>
        <p:nvSpPr>
          <p:cNvPr id="15" name="Rectangle 14"/>
          <p:cNvSpPr/>
          <p:nvPr/>
        </p:nvSpPr>
        <p:spPr>
          <a:xfrm>
            <a:off x="6536184" y="2939130"/>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a:solidFill>
                  <a:srgbClr val="FFFFFF"/>
                </a:solidFill>
              </a:rPr>
              <a:t>About Capgemini</a:t>
            </a:r>
          </a:p>
        </p:txBody>
      </p:sp>
      <p:sp>
        <p:nvSpPr>
          <p:cNvPr id="16" name="Rectangle 15"/>
          <p:cNvSpPr/>
          <p:nvPr/>
        </p:nvSpPr>
        <p:spPr>
          <a:xfrm>
            <a:off x="6536184" y="4893914"/>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nSpc>
                <a:spcPts val="1200"/>
              </a:lnSpc>
              <a:defRPr/>
            </a:pPr>
            <a:r>
              <a:rPr lang="en-GB" sz="900">
                <a:solidFill>
                  <a:srgbClr val="FFFFFF"/>
                </a:solidFill>
              </a:rPr>
              <a:t>Get the Future You Want </a:t>
            </a:r>
            <a:r>
              <a:rPr lang="en-US" sz="900">
                <a:solidFill>
                  <a:srgbClr val="FFFFFF"/>
                </a:solidFill>
              </a:rPr>
              <a:t>|</a:t>
            </a:r>
            <a:r>
              <a:rPr lang="en-GB" sz="900">
                <a:solidFill>
                  <a:srgbClr val="FFFFFF"/>
                </a:solidFill>
              </a:rPr>
              <a:t> </a:t>
            </a:r>
            <a:r>
              <a:rPr lang="en-US" sz="1050">
                <a:solidFill>
                  <a:srgbClr val="12ABDB"/>
                </a:solidFill>
              </a:rPr>
              <a:t>www.capgemini.com</a:t>
            </a:r>
          </a:p>
        </p:txBody>
      </p:sp>
      <p:pic>
        <p:nvPicPr>
          <p:cNvPr id="13" name="Image 12" descr="Une image contenant texte&#10;&#10;Description générée automatiquement">
            <a:extLst>
              <a:ext uri="{FF2B5EF4-FFF2-40B4-BE49-F238E27FC236}">
                <a16:creationId xmlns:a16="http://schemas.microsoft.com/office/drawing/2014/main" id="{A0C8CF1B-496A-4A5B-A698-8344534684E8}"/>
              </a:ext>
            </a:extLst>
          </p:cNvPr>
          <p:cNvPicPr>
            <a:picLocks noChangeAspect="1"/>
          </p:cNvPicPr>
          <p:nvPr userDrawn="1"/>
        </p:nvPicPr>
        <p:blipFill>
          <a:blip r:embed="rId13" cstate="screen">
            <a:extLst>
              <a:ext uri="{28A0092B-C50C-407E-A947-70E740481C1C}">
                <a14:useLocalDpi xmlns:a14="http://schemas.microsoft.com/office/drawing/2010/main"/>
              </a:ext>
            </a:extLst>
          </a:blip>
          <a:stretch>
            <a:fillRect/>
          </a:stretch>
        </p:blipFill>
        <p:spPr>
          <a:xfrm>
            <a:off x="14669" y="622130"/>
            <a:ext cx="3024000" cy="1226177"/>
          </a:xfrm>
          <a:prstGeom prst="rect">
            <a:avLst/>
          </a:prstGeom>
        </p:spPr>
      </p:pic>
    </p:spTree>
    <p:extLst>
      <p:ext uri="{BB962C8B-B14F-4D97-AF65-F5344CB8AC3E}">
        <p14:creationId xmlns:p14="http://schemas.microsoft.com/office/powerpoint/2010/main" val="3459201354"/>
      </p:ext>
    </p:extLst>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userDrawn="1">
  <p:cSld name="Section A – Narrow">
    <p:spTree>
      <p:nvGrpSpPr>
        <p:cNvPr id="1" name=""/>
        <p:cNvGrpSpPr/>
        <p:nvPr/>
      </p:nvGrpSpPr>
      <p:grpSpPr>
        <a:xfrm>
          <a:off x="0" y="0"/>
          <a:ext cx="0" cy="0"/>
          <a:chOff x="0" y="0"/>
          <a:chExt cx="0" cy="0"/>
        </a:xfrm>
      </p:grpSpPr>
    </p:spTree>
    <p:extLst>
      <p:ext uri="{BB962C8B-B14F-4D97-AF65-F5344CB8AC3E}">
        <p14:creationId xmlns:p14="http://schemas.microsoft.com/office/powerpoint/2010/main" val="23950718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3.xml><?xml version="1.0" encoding="utf-8"?>
<p:sldLayout xmlns:a="http://schemas.openxmlformats.org/drawingml/2006/main" xmlns:r="http://schemas.openxmlformats.org/officeDocument/2006/relationships" xmlns:p="http://schemas.openxmlformats.org/presentationml/2006/main" userDrawn="1">
  <p:cSld name="1_Title, subtitle and content ">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270248" y="1271016"/>
            <a:ext cx="4892040" cy="5193792"/>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a:xfrm>
            <a:off x="4270248" y="393192"/>
            <a:ext cx="7086600" cy="716711"/>
          </a:xfrm>
        </p:spPr>
        <p:txBody>
          <a:bodyPr/>
          <a:lstStyle>
            <a:lvl1pPr>
              <a:defRPr>
                <a:solidFill>
                  <a:schemeClr val="bg1"/>
                </a:solidFill>
              </a:defRPr>
            </a:lvl1pPr>
          </a:lstStyle>
          <a:p>
            <a:r>
              <a:rPr lang="en-US"/>
              <a:t>Click to edit Master title style</a:t>
            </a:r>
            <a:endParaRPr lang="de-DE"/>
          </a:p>
        </p:txBody>
      </p:sp>
    </p:spTree>
    <p:extLst>
      <p:ext uri="{BB962C8B-B14F-4D97-AF65-F5344CB8AC3E}">
        <p14:creationId xmlns:p14="http://schemas.microsoft.com/office/powerpoint/2010/main" val="3491760449"/>
      </p:ext>
    </p:extLst>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userDrawn="1">
  <p:cSld name="Title, subtitle and content ">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04812" y="1899138"/>
            <a:ext cx="11379201" cy="457067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Espace réservé du texte 4"/>
          <p:cNvSpPr>
            <a:spLocks noGrp="1"/>
          </p:cNvSpPr>
          <p:nvPr>
            <p:ph type="body" sz="quarter" idx="11" hasCustomPrompt="1"/>
          </p:nvPr>
        </p:nvSpPr>
        <p:spPr>
          <a:xfrm>
            <a:off x="404813" y="1327150"/>
            <a:ext cx="11379200" cy="457688"/>
          </a:xfrm>
          <a:prstGeom prst="rect">
            <a:avLst/>
          </a:prstGeom>
        </p:spPr>
        <p:txBody>
          <a:bodyPr/>
          <a:lstStyle>
            <a:lvl1pPr>
              <a:defRPr>
                <a:solidFill>
                  <a:schemeClr val="accent2"/>
                </a:solidFill>
              </a:defRPr>
            </a:lvl1pPr>
          </a:lstStyle>
          <a:p>
            <a:pPr lvl="0"/>
            <a:r>
              <a:rPr lang="en-US"/>
              <a:t>Click to edit Master subtitle styles</a:t>
            </a:r>
          </a:p>
        </p:txBody>
      </p:sp>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2718164795"/>
      </p:ext>
    </p:extLst>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userDrawn="1">
  <p:cSld name="Title Only dark grey">
    <p:spTree>
      <p:nvGrpSpPr>
        <p:cNvPr id="1" name=""/>
        <p:cNvGrpSpPr/>
        <p:nvPr/>
      </p:nvGrpSpPr>
      <p:grpSpPr>
        <a:xfrm>
          <a:off x="0" y="0"/>
          <a:ext cx="0" cy="0"/>
          <a:chOff x="0" y="0"/>
          <a:chExt cx="0" cy="0"/>
        </a:xfrm>
      </p:grpSpPr>
      <p:graphicFrame>
        <p:nvGraphicFramePr>
          <p:cNvPr id="5" name="Object 4"/>
          <p:cNvGraphicFramePr>
            <a:graphicFrameLocks noChangeAspect="1"/>
          </p:cNvGraphicFramePr>
          <p:nvPr userDrawn="1">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Title Placeholder">
            <a:extLst>
              <a:ext uri="{FF2B5EF4-FFF2-40B4-BE49-F238E27FC236}">
                <a16:creationId xmlns:a16="http://schemas.microsoft.com/office/drawing/2014/main" id="{57F0C9DF-D1FA-45A1-91F6-147FDC3E7341}"/>
              </a:ext>
            </a:extLst>
          </p:cNvPr>
          <p:cNvSpPr>
            <a:spLocks noGrp="1"/>
          </p:cNvSpPr>
          <p:nvPr>
            <p:ph type="title" hasCustomPrompt="1"/>
          </p:nvPr>
        </p:nvSpPr>
        <p:spPr>
          <a:xfrm>
            <a:off x="406400" y="388188"/>
            <a:ext cx="10944597" cy="716711"/>
          </a:xfrm>
          <a:prstGeom prst="rect">
            <a:avLst/>
          </a:prstGeom>
        </p:spPr>
        <p:txBody>
          <a:bodyPr/>
          <a:lstStyle>
            <a:lvl1pPr>
              <a:defRPr>
                <a:solidFill>
                  <a:schemeClr val="bg1"/>
                </a:solidFill>
              </a:defRPr>
            </a:lvl1pPr>
          </a:lstStyle>
          <a:p>
            <a:r>
              <a:rPr lang="fr-FR"/>
              <a:t>CLICK TO INSERT TITLE</a:t>
            </a:r>
            <a:endParaRPr lang="de-DE"/>
          </a:p>
        </p:txBody>
      </p:sp>
    </p:spTree>
    <p:extLst>
      <p:ext uri="{BB962C8B-B14F-4D97-AF65-F5344CB8AC3E}">
        <p14:creationId xmlns:p14="http://schemas.microsoft.com/office/powerpoint/2010/main" val="2408299052"/>
      </p:ext>
    </p:extLst>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userDrawn="1">
  <p:cSld name="Title &amp; text 3 columns">
    <p:spTree>
      <p:nvGrpSpPr>
        <p:cNvPr id="1" name=""/>
        <p:cNvGrpSpPr/>
        <p:nvPr/>
      </p:nvGrpSpPr>
      <p:grpSpPr>
        <a:xfrm>
          <a:off x="0" y="0"/>
          <a:ext cx="0" cy="0"/>
          <a:chOff x="0" y="0"/>
          <a:chExt cx="0" cy="0"/>
        </a:xfrm>
      </p:grpSpPr>
      <p:sp>
        <p:nvSpPr>
          <p:cNvPr id="2" name="Titre 1"/>
          <p:cNvSpPr>
            <a:spLocks noGrp="1"/>
          </p:cNvSpPr>
          <p:nvPr>
            <p:ph type="title" hasCustomPrompt="1"/>
          </p:nvPr>
        </p:nvSpPr>
        <p:spPr bwMode="gray"/>
        <p:txBody>
          <a:bodyPr/>
          <a:lstStyle>
            <a:lvl1pPr>
              <a:defRPr>
                <a:solidFill>
                  <a:schemeClr val="accent5"/>
                </a:solidFill>
              </a:defRPr>
            </a:lvl1pPr>
          </a:lstStyle>
          <a:p>
            <a:r>
              <a:rPr lang="en-US" noProof="0"/>
              <a:t>Title</a:t>
            </a:r>
          </a:p>
        </p:txBody>
      </p:sp>
      <p:sp>
        <p:nvSpPr>
          <p:cNvPr id="7" name="Espace réservé de la date 6"/>
          <p:cNvSpPr>
            <a:spLocks noGrp="1"/>
          </p:cNvSpPr>
          <p:nvPr>
            <p:ph type="dt" sz="half" idx="10"/>
          </p:nvPr>
        </p:nvSpPr>
        <p:spPr bwMode="gray"/>
        <p:txBody>
          <a:bodyPr/>
          <a:lstStyle/>
          <a:p>
            <a:endParaRPr lang="en-US" noProof="0"/>
          </a:p>
        </p:txBody>
      </p:sp>
      <p:sp>
        <p:nvSpPr>
          <p:cNvPr id="8" name="Espace réservé du pied de page 7"/>
          <p:cNvSpPr>
            <a:spLocks noGrp="1"/>
          </p:cNvSpPr>
          <p:nvPr>
            <p:ph type="ftr" sz="quarter" idx="11"/>
          </p:nvPr>
        </p:nvSpPr>
        <p:spPr bwMode="gray"/>
        <p:txBody>
          <a:bodyPr/>
          <a:lstStyle/>
          <a:p>
            <a:endParaRPr lang="en-US" noProof="0"/>
          </a:p>
        </p:txBody>
      </p:sp>
      <p:sp>
        <p:nvSpPr>
          <p:cNvPr id="9" name="Espace réservé du numéro de diapositive 8"/>
          <p:cNvSpPr>
            <a:spLocks noGrp="1"/>
          </p:cNvSpPr>
          <p:nvPr>
            <p:ph type="sldNum" sz="quarter" idx="12"/>
          </p:nvPr>
        </p:nvSpPr>
        <p:spPr bwMode="gray"/>
        <p:txBody>
          <a:bodyPr/>
          <a:lstStyle/>
          <a:p>
            <a:fld id="{733122C9-A0B9-462F-8757-0847AD287B63}" type="slidenum">
              <a:rPr lang="en-US" noProof="0" smtClean="0"/>
              <a:pPr/>
              <a:t>‹#›</a:t>
            </a:fld>
            <a:endParaRPr lang="en-US" noProof="0"/>
          </a:p>
        </p:txBody>
      </p:sp>
      <p:sp>
        <p:nvSpPr>
          <p:cNvPr id="6" name="Espace réservé du texte 5"/>
          <p:cNvSpPr>
            <a:spLocks noGrp="1"/>
          </p:cNvSpPr>
          <p:nvPr>
            <p:ph type="body" sz="quarter" idx="13" hasCustomPrompt="1"/>
          </p:nvPr>
        </p:nvSpPr>
        <p:spPr bwMode="gray">
          <a:xfrm>
            <a:off x="478367" y="2468034"/>
            <a:ext cx="3600000" cy="3409951"/>
          </a:xfrm>
        </p:spPr>
        <p:txBody>
          <a:bodyPr/>
          <a:lstStyle>
            <a:lvl1pPr algn="l">
              <a:defRPr/>
            </a:lvl1pPr>
            <a:lvl2pPr algn="l">
              <a:defRPr/>
            </a:lvl2pPr>
            <a:lvl3pPr algn="l">
              <a:defRPr/>
            </a:lvl3pPr>
            <a:lvl4pPr algn="l">
              <a:defRPr/>
            </a:lvl4pPr>
            <a:lvl5pPr algn="l">
              <a:defRPr/>
            </a:lvl5pPr>
          </a:lstStyle>
          <a:p>
            <a:pPr lvl="0"/>
            <a:r>
              <a:rPr lang="en-US" noProof="0"/>
              <a:t>Text level 1</a:t>
            </a:r>
          </a:p>
          <a:p>
            <a:pPr lvl="1"/>
            <a:r>
              <a:rPr lang="en-US" noProof="0"/>
              <a:t>Text level 2</a:t>
            </a:r>
          </a:p>
          <a:p>
            <a:pPr lvl="2"/>
            <a:r>
              <a:rPr lang="en-US" noProof="0"/>
              <a:t>Text level 3</a:t>
            </a:r>
          </a:p>
          <a:p>
            <a:pPr lvl="3"/>
            <a:r>
              <a:rPr lang="en-US" noProof="0"/>
              <a:t>Text level 4</a:t>
            </a:r>
          </a:p>
          <a:p>
            <a:pPr lvl="4"/>
            <a:r>
              <a:rPr lang="en-US" noProof="0"/>
              <a:t>Text level 5</a:t>
            </a:r>
          </a:p>
        </p:txBody>
      </p:sp>
      <p:sp>
        <p:nvSpPr>
          <p:cNvPr id="10" name="Espace réservé du texte 5"/>
          <p:cNvSpPr>
            <a:spLocks noGrp="1"/>
          </p:cNvSpPr>
          <p:nvPr>
            <p:ph type="body" sz="quarter" idx="14" hasCustomPrompt="1"/>
          </p:nvPr>
        </p:nvSpPr>
        <p:spPr bwMode="gray">
          <a:xfrm>
            <a:off x="4295296" y="2468034"/>
            <a:ext cx="3600000" cy="3409951"/>
          </a:xfrm>
        </p:spPr>
        <p:txBody>
          <a:bodyPr/>
          <a:lstStyle>
            <a:lvl1pPr algn="l">
              <a:defRPr/>
            </a:lvl1pPr>
            <a:lvl2pPr algn="l">
              <a:defRPr/>
            </a:lvl2pPr>
            <a:lvl3pPr algn="l">
              <a:defRPr/>
            </a:lvl3pPr>
            <a:lvl4pPr algn="l">
              <a:defRPr/>
            </a:lvl4pPr>
            <a:lvl5pPr algn="l">
              <a:defRPr/>
            </a:lvl5pPr>
          </a:lstStyle>
          <a:p>
            <a:pPr lvl="0"/>
            <a:r>
              <a:rPr lang="en-US" noProof="0"/>
              <a:t>Text level 1</a:t>
            </a:r>
          </a:p>
          <a:p>
            <a:pPr lvl="1"/>
            <a:r>
              <a:rPr lang="en-US" noProof="0"/>
              <a:t>Text level 2</a:t>
            </a:r>
          </a:p>
          <a:p>
            <a:pPr lvl="2"/>
            <a:r>
              <a:rPr lang="en-US" noProof="0"/>
              <a:t>Text level 3</a:t>
            </a:r>
          </a:p>
          <a:p>
            <a:pPr lvl="3"/>
            <a:r>
              <a:rPr lang="en-US" noProof="0"/>
              <a:t>Text level 4</a:t>
            </a:r>
          </a:p>
          <a:p>
            <a:pPr lvl="4"/>
            <a:r>
              <a:rPr lang="en-US" noProof="0"/>
              <a:t>Text level 5</a:t>
            </a:r>
          </a:p>
        </p:txBody>
      </p:sp>
      <p:sp>
        <p:nvSpPr>
          <p:cNvPr id="11" name="Espace réservé du texte 5"/>
          <p:cNvSpPr>
            <a:spLocks noGrp="1"/>
          </p:cNvSpPr>
          <p:nvPr>
            <p:ph type="body" sz="quarter" idx="15" hasCustomPrompt="1"/>
          </p:nvPr>
        </p:nvSpPr>
        <p:spPr bwMode="gray">
          <a:xfrm>
            <a:off x="8112225" y="2468034"/>
            <a:ext cx="3601409" cy="3409951"/>
          </a:xfrm>
        </p:spPr>
        <p:txBody>
          <a:bodyPr/>
          <a:lstStyle>
            <a:lvl1pPr algn="l">
              <a:defRPr/>
            </a:lvl1pPr>
            <a:lvl2pPr algn="l">
              <a:defRPr/>
            </a:lvl2pPr>
            <a:lvl3pPr algn="l">
              <a:defRPr/>
            </a:lvl3pPr>
            <a:lvl4pPr algn="l">
              <a:defRPr/>
            </a:lvl4pPr>
            <a:lvl5pPr algn="l">
              <a:defRPr/>
            </a:lvl5pPr>
          </a:lstStyle>
          <a:p>
            <a:pPr lvl="0"/>
            <a:r>
              <a:rPr lang="en-US" noProof="0"/>
              <a:t>Text level 1</a:t>
            </a:r>
          </a:p>
          <a:p>
            <a:pPr lvl="1"/>
            <a:r>
              <a:rPr lang="en-US" noProof="0"/>
              <a:t>Text level 2</a:t>
            </a:r>
          </a:p>
          <a:p>
            <a:pPr lvl="2"/>
            <a:r>
              <a:rPr lang="en-US" noProof="0"/>
              <a:t>Text level 3</a:t>
            </a:r>
          </a:p>
          <a:p>
            <a:pPr lvl="3"/>
            <a:r>
              <a:rPr lang="en-US" noProof="0"/>
              <a:t>Text level 4</a:t>
            </a:r>
          </a:p>
          <a:p>
            <a:pPr lvl="4"/>
            <a:r>
              <a:rPr lang="en-US" noProof="0"/>
              <a:t>Text level 5</a:t>
            </a:r>
          </a:p>
        </p:txBody>
      </p:sp>
    </p:spTree>
    <p:extLst>
      <p:ext uri="{BB962C8B-B14F-4D97-AF65-F5344CB8AC3E}">
        <p14:creationId xmlns:p14="http://schemas.microsoft.com/office/powerpoint/2010/main" val="3731051116"/>
      </p:ext>
    </p:extLst>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userDrawn="1">
  <p:cSld name="Full picture blue Pik">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0B335D29-1EFC-4491-AD11-74BC952F53E5}"/>
              </a:ext>
            </a:extLst>
          </p:cNvPr>
          <p:cNvSpPr>
            <a:spLocks noGrp="1"/>
          </p:cNvSpPr>
          <p:nvPr>
            <p:ph type="pic" sz="quarter" idx="13" hasCustomPrompt="1"/>
          </p:nvPr>
        </p:nvSpPr>
        <p:spPr>
          <a:xfrm>
            <a:off x="0" y="0"/>
            <a:ext cx="12192000" cy="6858000"/>
          </a:xfrm>
          <a:custGeom>
            <a:avLst/>
            <a:gdLst>
              <a:gd name="connsiteX0" fmla="*/ 11785528 w 12192000"/>
              <a:gd name="connsiteY0" fmla="*/ 202927 h 6858000"/>
              <a:gd name="connsiteX1" fmla="*/ 11561144 w 12192000"/>
              <a:gd name="connsiteY1" fmla="*/ 434840 h 6858000"/>
              <a:gd name="connsiteX2" fmla="*/ 11638872 w 12192000"/>
              <a:gd name="connsiteY2" fmla="*/ 549328 h 6858000"/>
              <a:gd name="connsiteX3" fmla="*/ 11718066 w 12192000"/>
              <a:gd name="connsiteY3" fmla="*/ 550796 h 6858000"/>
              <a:gd name="connsiteX4" fmla="*/ 11750147 w 12192000"/>
              <a:gd name="connsiteY4" fmla="*/ 534834 h 6858000"/>
              <a:gd name="connsiteX5" fmla="*/ 11776529 w 12192000"/>
              <a:gd name="connsiteY5" fmla="*/ 511343 h 6858000"/>
              <a:gd name="connsiteX6" fmla="*/ 11769485 w 12192000"/>
              <a:gd name="connsiteY6" fmla="*/ 534267 h 6858000"/>
              <a:gd name="connsiteX7" fmla="*/ 11704684 w 12192000"/>
              <a:gd name="connsiteY7" fmla="*/ 577228 h 6858000"/>
              <a:gd name="connsiteX8" fmla="*/ 11758983 w 12192000"/>
              <a:gd name="connsiteY8" fmla="*/ 591915 h 6858000"/>
              <a:gd name="connsiteX9" fmla="*/ 11888125 w 12192000"/>
              <a:gd name="connsiteY9" fmla="*/ 549322 h 6858000"/>
              <a:gd name="connsiteX10" fmla="*/ 11823554 w 12192000"/>
              <a:gd name="connsiteY10" fmla="*/ 492041 h 6858000"/>
              <a:gd name="connsiteX11" fmla="*/ 11888125 w 12192000"/>
              <a:gd name="connsiteY11" fmla="*/ 522885 h 6858000"/>
              <a:gd name="connsiteX12" fmla="*/ 11973357 w 12192000"/>
              <a:gd name="connsiteY12" fmla="*/ 465260 h 6858000"/>
              <a:gd name="connsiteX13" fmla="*/ 11980572 w 12192000"/>
              <a:gd name="connsiteY13" fmla="*/ 428927 h 6858000"/>
              <a:gd name="connsiteX14" fmla="*/ 11980580 w 12192000"/>
              <a:gd name="connsiteY14" fmla="*/ 428969 h 6858000"/>
              <a:gd name="connsiteX15" fmla="*/ 11980580 w 12192000"/>
              <a:gd name="connsiteY15" fmla="*/ 428886 h 6858000"/>
              <a:gd name="connsiteX16" fmla="*/ 11980580 w 12192000"/>
              <a:gd name="connsiteY16" fmla="*/ 426033 h 6858000"/>
              <a:gd name="connsiteX17" fmla="*/ 11908719 w 12192000"/>
              <a:gd name="connsiteY17" fmla="*/ 277785 h 6858000"/>
              <a:gd name="connsiteX18" fmla="*/ 11795794 w 12192000"/>
              <a:gd name="connsiteY18" fmla="*/ 207330 h 6858000"/>
              <a:gd name="connsiteX19" fmla="*/ 11785528 w 12192000"/>
              <a:gd name="connsiteY19" fmla="*/ 202927 h 6858000"/>
              <a:gd name="connsiteX20" fmla="*/ 0 w 12192000"/>
              <a:gd name="connsiteY20" fmla="*/ 0 h 6858000"/>
              <a:gd name="connsiteX21" fmla="*/ 12192000 w 12192000"/>
              <a:gd name="connsiteY21" fmla="*/ 0 h 6858000"/>
              <a:gd name="connsiteX22" fmla="*/ 12192000 w 12192000"/>
              <a:gd name="connsiteY22" fmla="*/ 6858000 h 6858000"/>
              <a:gd name="connsiteX23" fmla="*/ 0 w 12192000"/>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192000" h="6858000">
                <a:moveTo>
                  <a:pt x="11785528" y="202927"/>
                </a:moveTo>
                <a:cubicBezTo>
                  <a:pt x="11735665" y="263107"/>
                  <a:pt x="11561144" y="308609"/>
                  <a:pt x="11561144" y="434840"/>
                </a:cubicBezTo>
                <a:cubicBezTo>
                  <a:pt x="11561144" y="484745"/>
                  <a:pt x="11591942" y="531715"/>
                  <a:pt x="11638872" y="549328"/>
                </a:cubicBezTo>
                <a:cubicBezTo>
                  <a:pt x="11665270" y="559603"/>
                  <a:pt x="11691668" y="559603"/>
                  <a:pt x="11718066" y="550796"/>
                </a:cubicBezTo>
                <a:cubicBezTo>
                  <a:pt x="11729799" y="547127"/>
                  <a:pt x="11740431" y="541622"/>
                  <a:pt x="11750147" y="534834"/>
                </a:cubicBezTo>
                <a:lnTo>
                  <a:pt x="11776529" y="511343"/>
                </a:lnTo>
                <a:lnTo>
                  <a:pt x="11769485" y="534267"/>
                </a:lnTo>
                <a:cubicBezTo>
                  <a:pt x="11757790" y="556023"/>
                  <a:pt x="11733301" y="572822"/>
                  <a:pt x="11704684" y="577228"/>
                </a:cubicBezTo>
                <a:cubicBezTo>
                  <a:pt x="11713489" y="586040"/>
                  <a:pt x="11734035" y="591915"/>
                  <a:pt x="11758983" y="591915"/>
                </a:cubicBezTo>
                <a:cubicBezTo>
                  <a:pt x="11804476" y="591915"/>
                  <a:pt x="11860242" y="578696"/>
                  <a:pt x="11888125" y="549322"/>
                </a:cubicBezTo>
                <a:cubicBezTo>
                  <a:pt x="11849970" y="550790"/>
                  <a:pt x="11825022" y="525822"/>
                  <a:pt x="11823554" y="492041"/>
                </a:cubicBezTo>
                <a:cubicBezTo>
                  <a:pt x="11841164" y="514072"/>
                  <a:pt x="11863177" y="522885"/>
                  <a:pt x="11888125" y="522885"/>
                </a:cubicBezTo>
                <a:cubicBezTo>
                  <a:pt x="11926648" y="522885"/>
                  <a:pt x="11959392" y="498926"/>
                  <a:pt x="11973357" y="465260"/>
                </a:cubicBezTo>
                <a:lnTo>
                  <a:pt x="11980572" y="428927"/>
                </a:lnTo>
                <a:lnTo>
                  <a:pt x="11980580" y="428969"/>
                </a:lnTo>
                <a:lnTo>
                  <a:pt x="11980580" y="428886"/>
                </a:lnTo>
                <a:lnTo>
                  <a:pt x="11980580" y="426033"/>
                </a:lnTo>
                <a:cubicBezTo>
                  <a:pt x="11980580" y="367321"/>
                  <a:pt x="11951249" y="317416"/>
                  <a:pt x="11908719" y="277785"/>
                </a:cubicBezTo>
                <a:cubicBezTo>
                  <a:pt x="11876454" y="246961"/>
                  <a:pt x="11836857" y="224944"/>
                  <a:pt x="11795794" y="207330"/>
                </a:cubicBezTo>
                <a:cubicBezTo>
                  <a:pt x="11792860" y="205863"/>
                  <a:pt x="11789927" y="204395"/>
                  <a:pt x="11785528" y="202927"/>
                </a:cubicBezTo>
                <a:close/>
                <a:moveTo>
                  <a:pt x="0" y="0"/>
                </a:moveTo>
                <a:lnTo>
                  <a:pt x="12192000" y="0"/>
                </a:lnTo>
                <a:lnTo>
                  <a:pt x="12192000" y="6858000"/>
                </a:lnTo>
                <a:lnTo>
                  <a:pt x="0" y="6858000"/>
                </a:lnTo>
                <a:close/>
              </a:path>
            </a:pathLst>
          </a:custGeom>
          <a:solidFill>
            <a:schemeClr val="bg2"/>
          </a:solidFill>
        </p:spPr>
        <p:txBody>
          <a:bodyPr wrap="square">
            <a:noAutofit/>
          </a:bodyPr>
          <a:lstStyle>
            <a:lvl1pPr>
              <a:defRPr>
                <a:solidFill>
                  <a:schemeClr val="bg2">
                    <a:lumMod val="50000"/>
                  </a:schemeClr>
                </a:solidFill>
              </a:defRPr>
            </a:lvl1pPr>
          </a:lstStyle>
          <a:p>
            <a:r>
              <a:rPr lang="de-DE"/>
              <a:t>Insert Picture and send </a:t>
            </a:r>
            <a:r>
              <a:rPr lang="de-DE" err="1"/>
              <a:t>to</a:t>
            </a:r>
            <a:r>
              <a:rPr lang="de-DE"/>
              <a:t> back</a:t>
            </a:r>
          </a:p>
        </p:txBody>
      </p:sp>
    </p:spTree>
    <p:extLst>
      <p:ext uri="{BB962C8B-B14F-4D97-AF65-F5344CB8AC3E}">
        <p14:creationId xmlns:p14="http://schemas.microsoft.com/office/powerpoint/2010/main" val="977367213"/>
      </p:ext>
    </p:extLst>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showMasterSp="0" userDrawn="1">
  <p:cSld name="End Slide 3">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D1D17019-0BF4-2D81-E041-AFBAAFE615A7}"/>
              </a:ext>
            </a:extLst>
          </p:cNvPr>
          <p:cNvSpPr/>
          <p:nvPr userDrawn="1"/>
        </p:nvSpPr>
        <p:spPr>
          <a:xfrm>
            <a:off x="8146580" y="0"/>
            <a:ext cx="4045420" cy="6858000"/>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43" name="Group 2">
            <a:extLst>
              <a:ext uri="{FF2B5EF4-FFF2-40B4-BE49-F238E27FC236}">
                <a16:creationId xmlns:a16="http://schemas.microsoft.com/office/drawing/2014/main" id="{CD4310B4-5ADE-C2D0-DB4C-AF69D93A1DF5}"/>
              </a:ext>
            </a:extLst>
          </p:cNvPr>
          <p:cNvGrpSpPr>
            <a:grpSpLocks noChangeAspect="1"/>
          </p:cNvGrpSpPr>
          <p:nvPr userDrawn="1"/>
        </p:nvGrpSpPr>
        <p:grpSpPr>
          <a:xfrm>
            <a:off x="550863" y="6021288"/>
            <a:ext cx="1872000" cy="420870"/>
            <a:chOff x="5094083" y="5360390"/>
            <a:chExt cx="3039349" cy="683316"/>
          </a:xfrm>
          <a:solidFill>
            <a:schemeClr val="bg1"/>
          </a:solidFill>
        </p:grpSpPr>
        <p:sp>
          <p:nvSpPr>
            <p:cNvPr id="44" name="Freeform: Shape 4">
              <a:extLst>
                <a:ext uri="{FF2B5EF4-FFF2-40B4-BE49-F238E27FC236}">
                  <a16:creationId xmlns:a16="http://schemas.microsoft.com/office/drawing/2014/main" id="{089E09DC-D2DF-E25B-B85C-6EA1D98E1CA5}"/>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lstStyle/>
            <a:p>
              <a:endParaRPr lang="en-US" sz="1800">
                <a:solidFill>
                  <a:schemeClr val="bg1"/>
                </a:solidFill>
              </a:endParaRPr>
            </a:p>
          </p:txBody>
        </p:sp>
        <p:sp>
          <p:nvSpPr>
            <p:cNvPr id="45" name="Freeform: Shape 5">
              <a:extLst>
                <a:ext uri="{FF2B5EF4-FFF2-40B4-BE49-F238E27FC236}">
                  <a16:creationId xmlns:a16="http://schemas.microsoft.com/office/drawing/2014/main" id="{CFFDC692-B337-393E-311F-6135E50AC699}"/>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lstStyle/>
            <a:p>
              <a:endParaRPr lang="en-US" sz="1800">
                <a:solidFill>
                  <a:schemeClr val="bg1"/>
                </a:solidFill>
              </a:endParaRPr>
            </a:p>
          </p:txBody>
        </p:sp>
        <p:sp>
          <p:nvSpPr>
            <p:cNvPr id="46" name="Freeform: Shape 6">
              <a:extLst>
                <a:ext uri="{FF2B5EF4-FFF2-40B4-BE49-F238E27FC236}">
                  <a16:creationId xmlns:a16="http://schemas.microsoft.com/office/drawing/2014/main" id="{79F624AF-8CAF-1C4F-6AF4-0D3BAB6883DE}"/>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lstStyle/>
            <a:p>
              <a:endParaRPr lang="en-US" sz="1800">
                <a:solidFill>
                  <a:schemeClr val="bg1"/>
                </a:solidFill>
              </a:endParaRPr>
            </a:p>
          </p:txBody>
        </p:sp>
        <p:sp>
          <p:nvSpPr>
            <p:cNvPr id="47" name="Freeform: Shape 7">
              <a:extLst>
                <a:ext uri="{FF2B5EF4-FFF2-40B4-BE49-F238E27FC236}">
                  <a16:creationId xmlns:a16="http://schemas.microsoft.com/office/drawing/2014/main" id="{CC7B72C0-ED2F-06D1-872B-CC0A248A4A55}"/>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lstStyle/>
            <a:p>
              <a:endParaRPr lang="en-US" sz="1800">
                <a:solidFill>
                  <a:schemeClr val="bg1"/>
                </a:solidFill>
              </a:endParaRPr>
            </a:p>
          </p:txBody>
        </p:sp>
        <p:sp>
          <p:nvSpPr>
            <p:cNvPr id="48" name="Freeform: Shape 8">
              <a:extLst>
                <a:ext uri="{FF2B5EF4-FFF2-40B4-BE49-F238E27FC236}">
                  <a16:creationId xmlns:a16="http://schemas.microsoft.com/office/drawing/2014/main" id="{4387627B-473F-668B-D2BC-7D0705259BFC}"/>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lstStyle/>
            <a:p>
              <a:endParaRPr lang="en-US" sz="1800">
                <a:solidFill>
                  <a:schemeClr val="bg1"/>
                </a:solidFill>
              </a:endParaRPr>
            </a:p>
          </p:txBody>
        </p:sp>
      </p:grpSp>
      <p:sp>
        <p:nvSpPr>
          <p:cNvPr id="2" name="Rectangle 1">
            <a:extLst>
              <a:ext uri="{FF2B5EF4-FFF2-40B4-BE49-F238E27FC236}">
                <a16:creationId xmlns:a16="http://schemas.microsoft.com/office/drawing/2014/main" id="{46B5460D-8910-C4B3-2156-DE8786A97F71}"/>
              </a:ext>
            </a:extLst>
          </p:cNvPr>
          <p:cNvSpPr/>
          <p:nvPr userDrawn="1"/>
        </p:nvSpPr>
        <p:spPr>
          <a:xfrm>
            <a:off x="550864" y="1384201"/>
            <a:ext cx="4248471" cy="149363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indent="0" algn="just" defTabSz="914400" rtl="0" eaLnBrk="1" fontAlgn="auto" latinLnBrk="0" hangingPunct="1">
              <a:lnSpc>
                <a:spcPct val="100000"/>
              </a:lnSpc>
              <a:spcBef>
                <a:spcPts val="0"/>
              </a:spcBef>
              <a:spcAft>
                <a:spcPts val="1200"/>
              </a:spcAft>
              <a:buClrTx/>
              <a:buSzTx/>
              <a:buFontTx/>
              <a:buNone/>
              <a:tabLst/>
              <a:defRPr/>
            </a:pPr>
            <a:r>
              <a:rPr kumimoji="0" lang="en-US" sz="1400" b="0" i="0" u="none" strike="noStrike" kern="1200" cap="none" spc="0" normalizeH="0" baseline="0" noProof="0">
                <a:ln>
                  <a:noFill/>
                </a:ln>
                <a:solidFill>
                  <a:schemeClr val="bg1"/>
                </a:solidFill>
                <a:effectLst/>
                <a:uLnTx/>
                <a:uFillTx/>
                <a:latin typeface="Ubuntu" panose="020B0504030602030204" pitchFamily="34" charset="0"/>
                <a:ea typeface="+mn-ea"/>
                <a:cs typeface="+mn-cs"/>
              </a:rPr>
              <a:t>About Capgemini</a:t>
            </a:r>
          </a:p>
          <a:p>
            <a:pPr marL="0" marR="0" indent="0" algn="just" defTabSz="914400" rtl="0" eaLnBrk="1" fontAlgn="auto" latinLnBrk="0" hangingPunct="1">
              <a:lnSpc>
                <a:spcPct val="100000"/>
              </a:lnSpc>
              <a:spcBef>
                <a:spcPts val="0"/>
              </a:spcBef>
              <a:spcAft>
                <a:spcPts val="0"/>
              </a:spcAft>
              <a:buClrTx/>
              <a:buSzTx/>
              <a:buFontTx/>
              <a:buNone/>
              <a:tabLst/>
              <a:defRPr/>
            </a:pPr>
            <a:r>
              <a:rPr lang="en-US" sz="1000"/>
              <a:t>Capgemini is an AI-powered global business and technology transformation partner, delivering tangible business value. We imagine the future of organizations and make it real with AI, technology and people. With our strong heritage of nearly 60 years, we are a responsible and diverse group of over 420,000 team members in more than 50 countries. We deliver end-to-end services and solutions with our deep industry expertise and strong partner ecosystem, leveraging our capabilities across strategy, technology, design, engineering and business operations. The Group reported 2025 global revenues of €22.5 billion. </a:t>
            </a:r>
            <a:endParaRPr lang="en-US" sz="1000" b="0" i="0">
              <a:solidFill>
                <a:schemeClr val="bg2"/>
              </a:solidFill>
              <a:effectLst/>
              <a:latin typeface="+mn-lt"/>
              <a:ea typeface="Calibri" panose="020F0502020204030204" pitchFamily="34" charset="0"/>
            </a:endParaRPr>
          </a:p>
        </p:txBody>
      </p:sp>
      <p:sp>
        <p:nvSpPr>
          <p:cNvPr id="3" name="Rectangle 2">
            <a:extLst>
              <a:ext uri="{FF2B5EF4-FFF2-40B4-BE49-F238E27FC236}">
                <a16:creationId xmlns:a16="http://schemas.microsoft.com/office/drawing/2014/main" id="{5E8FFDA5-F1AA-4529-1F3E-DDA11E9F5833}"/>
              </a:ext>
            </a:extLst>
          </p:cNvPr>
          <p:cNvSpPr/>
          <p:nvPr userDrawn="1"/>
        </p:nvSpPr>
        <p:spPr>
          <a:xfrm>
            <a:off x="550863" y="3325369"/>
            <a:ext cx="4345176" cy="810260"/>
          </a:xfrm>
          <a:prstGeom prst="rect">
            <a:avLst/>
          </a:prstGeom>
          <a:noFill/>
          <a:ln w="12700" cap="flat" cmpd="sng" algn="ctr">
            <a:noFill/>
            <a:prstDash val="solid"/>
            <a:miter lim="800000"/>
          </a:ln>
          <a:effectLst/>
        </p:spPr>
        <p:txBody>
          <a:bodyPr lIns="0" tIns="0" rIns="0" bIns="0" rtlCol="0" anchor="t"/>
          <a:lstStyle/>
          <a:p>
            <a:pPr marL="0" marR="0" lvl="0" indent="0" defTabSz="914400" eaLnBrk="1" fontAlgn="auto" latinLnBrk="0" hangingPunct="1">
              <a:lnSpc>
                <a:spcPts val="1200"/>
              </a:lnSpc>
              <a:spcBef>
                <a:spcPts val="0"/>
              </a:spcBef>
              <a:spcAft>
                <a:spcPts val="0"/>
              </a:spcAft>
              <a:buClrTx/>
              <a:buSzTx/>
              <a:buFontTx/>
              <a:buNone/>
              <a:tabLst/>
              <a:defRPr/>
            </a:pPr>
            <a:r>
              <a:rPr kumimoji="0" lang="en-US" sz="1100" b="0" i="0" u="none" strike="noStrike" kern="0" cap="none" spc="0" normalizeH="0" baseline="0" noProof="0">
                <a:ln>
                  <a:noFill/>
                </a:ln>
                <a:solidFill>
                  <a:schemeClr val="bg2"/>
                </a:solidFill>
                <a:effectLst/>
                <a:uLnTx/>
                <a:uFillTx/>
                <a:latin typeface="Ubuntu"/>
                <a:ea typeface="+mn-ea"/>
                <a:cs typeface="+mn-cs"/>
              </a:rPr>
              <a:t>Make it </a:t>
            </a:r>
            <a:r>
              <a:rPr kumimoji="0" lang="en-US" sz="1100" b="0" i="1" u="none" strike="noStrike" kern="0" cap="none" spc="0" normalizeH="0" baseline="0" noProof="0">
                <a:ln>
                  <a:noFill/>
                </a:ln>
                <a:solidFill>
                  <a:schemeClr val="accent1"/>
                </a:solidFill>
                <a:effectLst/>
                <a:uLnTx/>
                <a:uFillTx/>
                <a:latin typeface="Ubuntu"/>
                <a:ea typeface="+mn-ea"/>
                <a:cs typeface="+mn-cs"/>
              </a:rPr>
              <a:t>real</a:t>
            </a:r>
            <a:r>
              <a:rPr kumimoji="0" lang="en-US" sz="1100" b="0" i="0" u="none" strike="noStrike" kern="0" cap="none" spc="0" normalizeH="0" baseline="0" noProof="0">
                <a:ln>
                  <a:noFill/>
                </a:ln>
                <a:solidFill>
                  <a:schemeClr val="bg2"/>
                </a:solidFill>
                <a:effectLst/>
                <a:uLnTx/>
                <a:uFillTx/>
                <a:latin typeface="Ubuntu"/>
                <a:ea typeface="+mn-ea"/>
                <a:cs typeface="+mn-cs"/>
              </a:rPr>
              <a:t>.</a:t>
            </a:r>
          </a:p>
          <a:p>
            <a:pPr marL="0" marR="0" lvl="0" indent="0" defTabSz="914400" eaLnBrk="1" fontAlgn="auto" latinLnBrk="0" hangingPunct="1">
              <a:lnSpc>
                <a:spcPts val="1200"/>
              </a:lnSpc>
              <a:spcBef>
                <a:spcPts val="0"/>
              </a:spcBef>
              <a:spcAft>
                <a:spcPts val="0"/>
              </a:spcAft>
              <a:buClrTx/>
              <a:buSzTx/>
              <a:buFontTx/>
              <a:buNone/>
              <a:tabLst/>
              <a:defRPr/>
            </a:pPr>
            <a:r>
              <a:rPr kumimoji="0" lang="en-US" sz="1050" b="0" i="0" u="none" strike="noStrike" kern="0" cap="none" spc="0" normalizeH="0" baseline="0" noProof="0">
                <a:ln>
                  <a:noFill/>
                </a:ln>
                <a:solidFill>
                  <a:schemeClr val="bg2"/>
                </a:solidFill>
                <a:effectLst/>
                <a:uLnTx/>
                <a:uFillTx/>
                <a:latin typeface="Ubuntu"/>
                <a:ea typeface="+mn-ea"/>
                <a:cs typeface="+mn-cs"/>
              </a:rPr>
              <a:t>www.capgemini.com</a:t>
            </a:r>
          </a:p>
        </p:txBody>
      </p:sp>
      <p:sp>
        <p:nvSpPr>
          <p:cNvPr id="19" name="Rectangle 18">
            <a:extLst>
              <a:ext uri="{FF2B5EF4-FFF2-40B4-BE49-F238E27FC236}">
                <a16:creationId xmlns:a16="http://schemas.microsoft.com/office/drawing/2014/main" id="{C5330C35-E29D-8A90-AAB9-11AFDCEFCEAC}"/>
              </a:ext>
            </a:extLst>
          </p:cNvPr>
          <p:cNvSpPr/>
          <p:nvPr userDrawn="1"/>
        </p:nvSpPr>
        <p:spPr>
          <a:xfrm>
            <a:off x="8904288" y="6053226"/>
            <a:ext cx="2879725" cy="400110"/>
          </a:xfrm>
          <a:prstGeom prst="rect">
            <a:avLst/>
          </a:prstGeom>
        </p:spPr>
        <p:txBody>
          <a:bodyPr wrap="square" lIns="0" tIns="0" rIns="0" bIns="0" anchor="b" anchorCtr="0">
            <a:spAutoFit/>
          </a:bodyPr>
          <a:lstStyle/>
          <a:p>
            <a:pPr>
              <a:spcAft>
                <a:spcPts val="600"/>
              </a:spcAft>
            </a:pPr>
            <a:r>
              <a:rPr lang="en-US" sz="700" b="0" i="0" noProof="0">
                <a:solidFill>
                  <a:schemeClr val="bg1"/>
                </a:solidFill>
                <a:latin typeface="+mn-lt"/>
                <a:cs typeface="Arial"/>
              </a:rPr>
              <a:t>This presentation contains information that may be privileged or confidential and is the property of the Capgemini Group.</a:t>
            </a:r>
          </a:p>
          <a:p>
            <a:pPr>
              <a:spcAft>
                <a:spcPts val="600"/>
              </a:spcAft>
            </a:pPr>
            <a:r>
              <a:rPr lang="en-US" sz="700" b="0" i="0" noProof="0">
                <a:solidFill>
                  <a:schemeClr val="bg1"/>
                </a:solidFill>
                <a:latin typeface="+mn-lt"/>
                <a:cs typeface="Arial"/>
              </a:rPr>
              <a:t>Copyright © 2026 Capgemini. All rights reserved.</a:t>
            </a:r>
          </a:p>
        </p:txBody>
      </p:sp>
      <p:grpSp>
        <p:nvGrpSpPr>
          <p:cNvPr id="20" name="Group 19">
            <a:extLst>
              <a:ext uri="{FF2B5EF4-FFF2-40B4-BE49-F238E27FC236}">
                <a16:creationId xmlns:a16="http://schemas.microsoft.com/office/drawing/2014/main" id="{F27446DA-18CA-CEAF-20A9-164D7A251930}"/>
              </a:ext>
            </a:extLst>
          </p:cNvPr>
          <p:cNvGrpSpPr/>
          <p:nvPr userDrawn="1"/>
        </p:nvGrpSpPr>
        <p:grpSpPr>
          <a:xfrm>
            <a:off x="8904288" y="5569004"/>
            <a:ext cx="1951070" cy="335280"/>
            <a:chOff x="8904288" y="5569004"/>
            <a:chExt cx="1951070" cy="335280"/>
          </a:xfrm>
        </p:grpSpPr>
        <p:pic>
          <p:nvPicPr>
            <p:cNvPr id="21" name="Picture 20">
              <a:hlinkClick r:id="rId2"/>
              <a:extLst>
                <a:ext uri="{FF2B5EF4-FFF2-40B4-BE49-F238E27FC236}">
                  <a16:creationId xmlns:a16="http://schemas.microsoft.com/office/drawing/2014/main" id="{DB0B4B0F-31E2-3876-1BCD-C09BF438CCE0}"/>
                </a:ext>
              </a:extLst>
            </p:cNvPr>
            <p:cNvPicPr>
              <a:picLocks noChangeAspect="1"/>
            </p:cNvPicPr>
            <p:nvPr userDrawn="1"/>
          </p:nvPicPr>
          <p:blipFill rotWithShape="1">
            <a:blip r:embed="rId3" cstate="screen">
              <a:lum bright="70000" contrast="-70000"/>
              <a:extLst>
                <a:ext uri="{BEBA8EAE-BF5A-486C-A8C5-ECC9F3942E4B}">
                  <a14:imgProps xmlns:a14="http://schemas.microsoft.com/office/drawing/2010/main">
                    <a14:imgLayer r:embed="rId4">
                      <a14:imgEffect>
                        <a14:artisticPhotocopy/>
                      </a14:imgEffect>
                    </a14:imgLayer>
                  </a14:imgProps>
                </a:ext>
                <a:ext uri="{28A0092B-C50C-407E-A947-70E740481C1C}">
                  <a14:useLocalDpi xmlns:a14="http://schemas.microsoft.com/office/drawing/2010/main"/>
                </a:ext>
              </a:extLst>
            </a:blip>
            <a:srcRect l="-15803" t="-15499" r="-15008" b="-15313"/>
            <a:stretch>
              <a:fillRect/>
            </a:stretch>
          </p:blipFill>
          <p:spPr>
            <a:xfrm>
              <a:off x="10520558" y="5569004"/>
              <a:ext cx="334800" cy="334800"/>
            </a:xfrm>
            <a:prstGeom prst="ellipse">
              <a:avLst/>
            </a:prstGeom>
            <a:ln>
              <a:solidFill>
                <a:srgbClr val="FFFFFF"/>
              </a:solidFill>
            </a:ln>
          </p:spPr>
        </p:pic>
        <p:pic>
          <p:nvPicPr>
            <p:cNvPr id="22" name="Picture 21">
              <a:hlinkClick r:id="rId5"/>
              <a:extLst>
                <a:ext uri="{FF2B5EF4-FFF2-40B4-BE49-F238E27FC236}">
                  <a16:creationId xmlns:a16="http://schemas.microsoft.com/office/drawing/2014/main" id="{9C096ADC-15A1-ED15-A4CF-A0BE778D3551}"/>
                </a:ext>
              </a:extLst>
            </p:cNvPr>
            <p:cNvPicPr>
              <a:picLocks noChangeAspect="1"/>
            </p:cNvPicPr>
            <p:nvPr userDrawn="1"/>
          </p:nvPicPr>
          <p:blipFill rotWithShape="1">
            <a:blip r:embed="rId6" cstate="screen">
              <a:lum bright="70000" contrast="-70000"/>
              <a:extLst>
                <a:ext uri="{BEBA8EAE-BF5A-486C-A8C5-ECC9F3942E4B}">
                  <a14:imgProps xmlns:a14="http://schemas.microsoft.com/office/drawing/2010/main">
                    <a14:imgLayer r:embed="rId7">
                      <a14:imgEffect>
                        <a14:artisticPhotocopy/>
                      </a14:imgEffect>
                    </a14:imgLayer>
                  </a14:imgProps>
                </a:ext>
                <a:ext uri="{28A0092B-C50C-407E-A947-70E740481C1C}">
                  <a14:useLocalDpi xmlns:a14="http://schemas.microsoft.com/office/drawing/2010/main"/>
                </a:ext>
              </a:extLst>
            </a:blip>
            <a:srcRect l="-11970" t="-13244" r="-14518" b="-13244"/>
            <a:stretch>
              <a:fillRect/>
            </a:stretch>
          </p:blipFill>
          <p:spPr>
            <a:xfrm>
              <a:off x="10119213" y="5569004"/>
              <a:ext cx="335280" cy="335280"/>
            </a:xfrm>
            <a:prstGeom prst="ellipse">
              <a:avLst/>
            </a:prstGeom>
            <a:ln>
              <a:solidFill>
                <a:srgbClr val="FFFFFF"/>
              </a:solidFill>
            </a:ln>
          </p:spPr>
        </p:pic>
        <p:pic>
          <p:nvPicPr>
            <p:cNvPr id="23" name="Picture 22">
              <a:hlinkClick r:id="rId8"/>
              <a:extLst>
                <a:ext uri="{FF2B5EF4-FFF2-40B4-BE49-F238E27FC236}">
                  <a16:creationId xmlns:a16="http://schemas.microsoft.com/office/drawing/2014/main" id="{C64EBB1F-79F8-232F-A58B-20776C3D15AA}"/>
                </a:ext>
              </a:extLst>
            </p:cNvPr>
            <p:cNvPicPr>
              <a:picLocks noChangeAspect="1"/>
            </p:cNvPicPr>
            <p:nvPr userDrawn="1"/>
          </p:nvPicPr>
          <p:blipFill rotWithShape="1">
            <a:blip r:embed="rId9" cstate="screen">
              <a:lum bright="70000" contrast="-70000"/>
              <a:extLst>
                <a:ext uri="{BEBA8EAE-BF5A-486C-A8C5-ECC9F3942E4B}">
                  <a14:imgProps xmlns:a14="http://schemas.microsoft.com/office/drawing/2010/main">
                    <a14:imgLayer r:embed="rId10">
                      <a14:imgEffect>
                        <a14:artisticPhotocopy/>
                      </a14:imgEffect>
                    </a14:imgLayer>
                  </a14:imgProps>
                </a:ext>
                <a:ext uri="{28A0092B-C50C-407E-A947-70E740481C1C}">
                  <a14:useLocalDpi xmlns:a14="http://schemas.microsoft.com/office/drawing/2010/main"/>
                </a:ext>
              </a:extLst>
            </a:blip>
            <a:srcRect l="-19298" t="-20188" r="-21078" b="-20188"/>
            <a:stretch>
              <a:fillRect/>
            </a:stretch>
          </p:blipFill>
          <p:spPr>
            <a:xfrm>
              <a:off x="9714238" y="5569004"/>
              <a:ext cx="335280" cy="335280"/>
            </a:xfrm>
            <a:prstGeom prst="ellipse">
              <a:avLst/>
            </a:prstGeom>
            <a:ln>
              <a:solidFill>
                <a:srgbClr val="FFFFFF"/>
              </a:solidFill>
            </a:ln>
          </p:spPr>
        </p:pic>
        <p:pic>
          <p:nvPicPr>
            <p:cNvPr id="24" name="Picture 23">
              <a:hlinkClick r:id="rId11"/>
              <a:extLst>
                <a:ext uri="{FF2B5EF4-FFF2-40B4-BE49-F238E27FC236}">
                  <a16:creationId xmlns:a16="http://schemas.microsoft.com/office/drawing/2014/main" id="{BA652FA2-F209-50F0-FABF-A83A52A795D0}"/>
                </a:ext>
              </a:extLst>
            </p:cNvPr>
            <p:cNvPicPr>
              <a:picLocks noChangeAspect="1"/>
            </p:cNvPicPr>
            <p:nvPr userDrawn="1"/>
          </p:nvPicPr>
          <p:blipFill rotWithShape="1">
            <a:blip r:embed="rId12" cstate="screen">
              <a:lum bright="70000" contrast="-70000"/>
              <a:extLst>
                <a:ext uri="{BEBA8EAE-BF5A-486C-A8C5-ECC9F3942E4B}">
                  <a14:imgProps xmlns:a14="http://schemas.microsoft.com/office/drawing/2010/main">
                    <a14:imgLayer r:embed="rId13">
                      <a14:imgEffect>
                        <a14:artisticPhotocopy/>
                      </a14:imgEffect>
                    </a14:imgLayer>
                  </a14:imgProps>
                </a:ext>
                <a:ext uri="{28A0092B-C50C-407E-A947-70E740481C1C}">
                  <a14:useLocalDpi xmlns:a14="http://schemas.microsoft.com/office/drawing/2010/main"/>
                </a:ext>
              </a:extLst>
            </a:blip>
            <a:srcRect l="-23025" t="-21407" r="-19995" b="-21613"/>
            <a:stretch>
              <a:fillRect/>
            </a:stretch>
          </p:blipFill>
          <p:spPr>
            <a:xfrm>
              <a:off x="8904288" y="5569004"/>
              <a:ext cx="335280" cy="335280"/>
            </a:xfrm>
            <a:prstGeom prst="ellipse">
              <a:avLst/>
            </a:prstGeom>
            <a:ln>
              <a:solidFill>
                <a:srgbClr val="FFFFFF"/>
              </a:solidFill>
            </a:ln>
          </p:spPr>
        </p:pic>
        <p:pic>
          <p:nvPicPr>
            <p:cNvPr id="26" name="Picture 25">
              <a:extLst>
                <a:ext uri="{FF2B5EF4-FFF2-40B4-BE49-F238E27FC236}">
                  <a16:creationId xmlns:a16="http://schemas.microsoft.com/office/drawing/2014/main" id="{E5BD50CE-7444-30DB-C87F-A7EA4BDDE462}"/>
                </a:ext>
              </a:extLst>
            </p:cNvPr>
            <p:cNvPicPr>
              <a:picLocks noChangeAspect="1"/>
            </p:cNvPicPr>
            <p:nvPr userDrawn="1"/>
          </p:nvPicPr>
          <p:blipFill rotWithShape="1">
            <a:blip r:embed="rId14" cstate="screen">
              <a:lum bright="70000" contrast="-70000"/>
              <a:extLst>
                <a:ext uri="{BEBA8EAE-BF5A-486C-A8C5-ECC9F3942E4B}">
                  <a14:imgProps xmlns:a14="http://schemas.microsoft.com/office/drawing/2010/main">
                    <a14:imgLayer r:embed="rId15">
                      <a14:imgEffect>
                        <a14:artisticPhotocopy/>
                      </a14:imgEffect>
                    </a14:imgLayer>
                  </a14:imgProps>
                </a:ext>
                <a:ext uri="{28A0092B-C50C-407E-A947-70E740481C1C}">
                  <a14:useLocalDpi xmlns:a14="http://schemas.microsoft.com/office/drawing/2010/main"/>
                </a:ext>
              </a:extLst>
            </a:blip>
            <a:srcRect l="-16187" t="-16601" r="-17015" b="-16601"/>
            <a:stretch>
              <a:fillRect/>
            </a:stretch>
          </p:blipFill>
          <p:spPr>
            <a:xfrm>
              <a:off x="9309263" y="5569004"/>
              <a:ext cx="335280" cy="335280"/>
            </a:xfrm>
            <a:prstGeom prst="ellipse">
              <a:avLst/>
            </a:prstGeom>
            <a:ln>
              <a:solidFill>
                <a:srgbClr val="FFFFFF"/>
              </a:solidFill>
            </a:ln>
          </p:spPr>
        </p:pic>
      </p:grpSp>
      <p:sp>
        <p:nvSpPr>
          <p:cNvPr id="4" name="Rectangle 3">
            <a:extLst>
              <a:ext uri="{FF2B5EF4-FFF2-40B4-BE49-F238E27FC236}">
                <a16:creationId xmlns:a16="http://schemas.microsoft.com/office/drawing/2014/main" id="{4A156AC9-F32B-55A8-6BFE-EEB622895484}"/>
              </a:ext>
            </a:extLst>
          </p:cNvPr>
          <p:cNvSpPr/>
          <p:nvPr userDrawn="1"/>
        </p:nvSpPr>
        <p:spPr>
          <a:xfrm rot="16200000">
            <a:off x="4627581"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Tree>
    <p:extLst>
      <p:ext uri="{BB962C8B-B14F-4D97-AF65-F5344CB8AC3E}">
        <p14:creationId xmlns:p14="http://schemas.microsoft.com/office/powerpoint/2010/main" val="76773478"/>
      </p:ext>
    </p:extLst>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sp>
        <p:nvSpPr>
          <p:cNvPr id="3" name="Title 4">
            <a:extLst>
              <a:ext uri="{FF2B5EF4-FFF2-40B4-BE49-F238E27FC236}">
                <a16:creationId xmlns:a16="http://schemas.microsoft.com/office/drawing/2014/main" id="{1F6551DB-6CE1-320B-D22E-B1F1DE0FA4B6}"/>
              </a:ext>
            </a:extLst>
          </p:cNvPr>
          <p:cNvSpPr>
            <a:spLocks noGrp="1"/>
          </p:cNvSpPr>
          <p:nvPr>
            <p:ph type="title"/>
          </p:nvPr>
        </p:nvSpPr>
        <p:spPr>
          <a:xfrm>
            <a:off x="551384" y="163194"/>
            <a:ext cx="10685576" cy="930372"/>
          </a:xfrm>
        </p:spPr>
        <p:txBody>
          <a:bodyPr/>
          <a:lstStyle/>
          <a:p>
            <a:r>
              <a:rPr lang="en-GB"/>
              <a:t>Click to edit Master title style</a:t>
            </a:r>
            <a:endParaRPr lang="en-US"/>
          </a:p>
        </p:txBody>
      </p:sp>
    </p:spTree>
    <p:extLst>
      <p:ext uri="{BB962C8B-B14F-4D97-AF65-F5344CB8AC3E}">
        <p14:creationId xmlns:p14="http://schemas.microsoft.com/office/powerpoint/2010/main" val="1421104099"/>
      </p:ext>
    </p:extLst>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userDrawn="1">
  <p:cSld name="Only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A8CE45-A6FC-9CE9-F8CD-BA044CFE9412}"/>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905058500"/>
      </p:ext>
    </p:extLst>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userDrawn="1">
  <p:cSld name="Content Title Only">
    <p:spTree>
      <p:nvGrpSpPr>
        <p:cNvPr id="1" name=""/>
        <p:cNvGrpSpPr/>
        <p:nvPr/>
      </p:nvGrpSpPr>
      <p:grpSpPr>
        <a:xfrm>
          <a:off x="0" y="0"/>
          <a:ext cx="0" cy="0"/>
          <a:chOff x="0" y="0"/>
          <a:chExt cx="0" cy="0"/>
        </a:xfrm>
      </p:grpSpPr>
      <p:sp>
        <p:nvSpPr>
          <p:cNvPr id="5" name="Title Placeholder 4">
            <a:extLst>
              <a:ext uri="{FF2B5EF4-FFF2-40B4-BE49-F238E27FC236}">
                <a16:creationId xmlns:a16="http://schemas.microsoft.com/office/drawing/2014/main" id="{BE487657-0883-7612-E021-FE58E865E605}"/>
              </a:ext>
            </a:extLst>
          </p:cNvPr>
          <p:cNvSpPr>
            <a:spLocks noGrp="1"/>
          </p:cNvSpPr>
          <p:nvPr>
            <p:ph type="title"/>
          </p:nvPr>
        </p:nvSpPr>
        <p:spPr>
          <a:xfrm>
            <a:off x="551384" y="549274"/>
            <a:ext cx="11089754" cy="1079526"/>
          </a:xfrm>
          <a:prstGeom prst="rect">
            <a:avLst/>
          </a:prstGeom>
        </p:spPr>
        <p:txBody>
          <a:bodyPr vert="horz" lIns="0" tIns="0" rIns="0" bIns="180000" rtlCol="0" anchor="t" anchorCtr="0">
            <a:noAutofit/>
          </a:bodyPr>
          <a:lstStyle/>
          <a:p>
            <a:r>
              <a:rPr lang="en-US"/>
              <a:t>Click to edit </a:t>
            </a:r>
            <a:br>
              <a:rPr lang="en-US"/>
            </a:br>
            <a:r>
              <a:rPr lang="en-US"/>
              <a:t>Master title style</a:t>
            </a:r>
            <a:endParaRPr lang="de-DE"/>
          </a:p>
        </p:txBody>
      </p:sp>
    </p:spTree>
    <p:extLst>
      <p:ext uri="{BB962C8B-B14F-4D97-AF65-F5344CB8AC3E}">
        <p14:creationId xmlns:p14="http://schemas.microsoft.com/office/powerpoint/2010/main" val="1643854314"/>
      </p:ext>
    </p:extLst>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showMasterSp="0" preserve="1" userDrawn="1">
  <p:cSld name="2_Title Slide 1">
    <p:spTree>
      <p:nvGrpSpPr>
        <p:cNvPr id="1" name=""/>
        <p:cNvGrpSpPr/>
        <p:nvPr/>
      </p:nvGrpSpPr>
      <p:grpSpPr>
        <a:xfrm>
          <a:off x="0" y="0"/>
          <a:ext cx="0" cy="0"/>
          <a:chOff x="0" y="0"/>
          <a:chExt cx="0" cy="0"/>
        </a:xfrm>
      </p:grpSpPr>
    </p:spTree>
    <p:extLst>
      <p:ext uri="{BB962C8B-B14F-4D97-AF65-F5344CB8AC3E}">
        <p14:creationId xmlns:p14="http://schemas.microsoft.com/office/powerpoint/2010/main" val="2972319361"/>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133.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3562143159"/>
      </p:ext>
    </p:extLst>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userDrawn="1">
  <p:cSld name="22_Custom Layout">
    <p:spTree>
      <p:nvGrpSpPr>
        <p:cNvPr id="1" name=""/>
        <p:cNvGrpSpPr/>
        <p:nvPr/>
      </p:nvGrpSpPr>
      <p:grpSpPr>
        <a:xfrm>
          <a:off x="0" y="0"/>
          <a:ext cx="0" cy="0"/>
          <a:chOff x="0" y="0"/>
          <a:chExt cx="0" cy="0"/>
        </a:xfrm>
      </p:grpSpPr>
      <p:sp>
        <p:nvSpPr>
          <p:cNvPr id="4" name="Picture Placeholder 4"/>
          <p:cNvSpPr>
            <a:spLocks noGrp="1"/>
          </p:cNvSpPr>
          <p:nvPr>
            <p:ph type="pic" sz="quarter" idx="13" hasCustomPrompt="1"/>
          </p:nvPr>
        </p:nvSpPr>
        <p:spPr>
          <a:xfrm>
            <a:off x="914400" y="1"/>
            <a:ext cx="4152900" cy="3691054"/>
          </a:xfrm>
          <a:prstGeom prst="rect">
            <a:avLst/>
          </a:prstGeom>
          <a:pattFill prst="pct5">
            <a:fgClr>
              <a:schemeClr val="bg1">
                <a:lumMod val="75000"/>
              </a:schemeClr>
            </a:fgClr>
            <a:bgClr>
              <a:schemeClr val="bg1"/>
            </a:bgClr>
          </a:pattFill>
        </p:spPr>
        <p:txBody>
          <a:bodyPr anchor="ctr"/>
          <a:lstStyle>
            <a:lvl1pPr algn="ctr">
              <a:defRPr sz="1200"/>
            </a:lvl1pPr>
          </a:lstStyle>
          <a:p>
            <a:r>
              <a:rPr lang="en-US"/>
              <a:t>Drag and Drop image</a:t>
            </a:r>
          </a:p>
        </p:txBody>
      </p:sp>
    </p:spTree>
    <p:extLst>
      <p:ext uri="{BB962C8B-B14F-4D97-AF65-F5344CB8AC3E}">
        <p14:creationId xmlns:p14="http://schemas.microsoft.com/office/powerpoint/2010/main" val="1367251279"/>
      </p:ext>
    </p:extLst>
  </p:cSld>
  <p:clrMapOvr>
    <a:masterClrMapping/>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showMasterSp="0" preserve="1">
  <p:cSld name="Title Slide 1">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1269F39D-C2C8-CD10-FC79-E8DF4011DD81}"/>
              </a:ext>
            </a:extLst>
          </p:cNvPr>
          <p:cNvSpPr/>
          <p:nvPr/>
        </p:nvSpPr>
        <p:spPr>
          <a:xfrm>
            <a:off x="0" y="0"/>
            <a:ext cx="8904287" cy="6858000"/>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13" name="Group 2">
            <a:extLst>
              <a:ext uri="{FF2B5EF4-FFF2-40B4-BE49-F238E27FC236}">
                <a16:creationId xmlns:a16="http://schemas.microsoft.com/office/drawing/2014/main" id="{E1F341D8-9871-3E87-0C47-63724CC68DAF}"/>
              </a:ext>
            </a:extLst>
          </p:cNvPr>
          <p:cNvGrpSpPr>
            <a:grpSpLocks noChangeAspect="1"/>
          </p:cNvGrpSpPr>
          <p:nvPr/>
        </p:nvGrpSpPr>
        <p:grpSpPr>
          <a:xfrm>
            <a:off x="9912013" y="409248"/>
            <a:ext cx="1872000" cy="420870"/>
            <a:chOff x="5094083" y="5360390"/>
            <a:chExt cx="3039349" cy="683316"/>
          </a:xfrm>
          <a:solidFill>
            <a:schemeClr val="tx2"/>
          </a:solidFill>
        </p:grpSpPr>
        <p:sp>
          <p:nvSpPr>
            <p:cNvPr id="14" name="Freeform: Shape 4">
              <a:extLst>
                <a:ext uri="{FF2B5EF4-FFF2-40B4-BE49-F238E27FC236}">
                  <a16:creationId xmlns:a16="http://schemas.microsoft.com/office/drawing/2014/main" id="{2608921F-B565-8FD4-583E-9DA9BDDB5334}"/>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endParaRPr lang="en-US" sz="1800"/>
            </a:p>
          </p:txBody>
        </p:sp>
        <p:sp>
          <p:nvSpPr>
            <p:cNvPr id="15" name="Freeform: Shape 5">
              <a:extLst>
                <a:ext uri="{FF2B5EF4-FFF2-40B4-BE49-F238E27FC236}">
                  <a16:creationId xmlns:a16="http://schemas.microsoft.com/office/drawing/2014/main" id="{59393CFC-3187-9068-EACC-9DD97F450CB9}"/>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endParaRPr lang="en-US" sz="1800"/>
            </a:p>
          </p:txBody>
        </p:sp>
        <p:sp>
          <p:nvSpPr>
            <p:cNvPr id="20" name="Freeform: Shape 6">
              <a:extLst>
                <a:ext uri="{FF2B5EF4-FFF2-40B4-BE49-F238E27FC236}">
                  <a16:creationId xmlns:a16="http://schemas.microsoft.com/office/drawing/2014/main" id="{F2454DD1-23F6-150E-C46D-96FB7C5FC4D3}"/>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endParaRPr lang="en-US" sz="1800"/>
            </a:p>
          </p:txBody>
        </p:sp>
        <p:sp>
          <p:nvSpPr>
            <p:cNvPr id="21" name="Freeform: Shape 7">
              <a:extLst>
                <a:ext uri="{FF2B5EF4-FFF2-40B4-BE49-F238E27FC236}">
                  <a16:creationId xmlns:a16="http://schemas.microsoft.com/office/drawing/2014/main" id="{34B65355-DFA8-1685-F338-14C9D76CCDEF}"/>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endParaRPr lang="en-US" sz="1800"/>
            </a:p>
          </p:txBody>
        </p:sp>
        <p:sp>
          <p:nvSpPr>
            <p:cNvPr id="22" name="Freeform: Shape 8">
              <a:extLst>
                <a:ext uri="{FF2B5EF4-FFF2-40B4-BE49-F238E27FC236}">
                  <a16:creationId xmlns:a16="http://schemas.microsoft.com/office/drawing/2014/main" id="{DF15E081-4331-E828-08B5-2291332FD146}"/>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endParaRPr lang="en-US" sz="1800"/>
            </a:p>
          </p:txBody>
        </p:sp>
      </p:grpSp>
      <p:sp>
        <p:nvSpPr>
          <p:cNvPr id="23" name="Rectangle 22">
            <a:extLst>
              <a:ext uri="{FF2B5EF4-FFF2-40B4-BE49-F238E27FC236}">
                <a16:creationId xmlns:a16="http://schemas.microsoft.com/office/drawing/2014/main" id="{7D66C3DE-7CB2-8D02-1EF9-E3C8E4BFAA90}"/>
              </a:ext>
            </a:extLst>
          </p:cNvPr>
          <p:cNvSpPr/>
          <p:nvPr/>
        </p:nvSpPr>
        <p:spPr>
          <a:xfrm rot="16200000">
            <a:off x="5403547"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2" name="Title 1">
            <a:extLst>
              <a:ext uri="{FF2B5EF4-FFF2-40B4-BE49-F238E27FC236}">
                <a16:creationId xmlns:a16="http://schemas.microsoft.com/office/drawing/2014/main" id="{FE5276F6-E981-8407-5AD7-E85838815E5A}"/>
              </a:ext>
            </a:extLst>
          </p:cNvPr>
          <p:cNvSpPr>
            <a:spLocks noGrp="1"/>
          </p:cNvSpPr>
          <p:nvPr>
            <p:ph type="title"/>
          </p:nvPr>
        </p:nvSpPr>
        <p:spPr>
          <a:xfrm>
            <a:off x="445713" y="980728"/>
            <a:ext cx="7313049" cy="4104456"/>
          </a:xfrm>
        </p:spPr>
        <p:txBody>
          <a:bodyPr vert="horz" lIns="0" tIns="0" rIns="0" bIns="126000" rtlCol="0" anchor="b" anchorCtr="0">
            <a:noAutofit/>
          </a:bodyPr>
          <a:lstStyle>
            <a:lvl1pPr>
              <a:defRPr lang="en-PL" sz="7200" dirty="0">
                <a:solidFill>
                  <a:schemeClr val="bg2"/>
                </a:solidFill>
                <a:latin typeface="Ubuntu Light" panose="020B0304030602030204" pitchFamily="34" charset="0"/>
              </a:defRPr>
            </a:lvl1pPr>
          </a:lstStyle>
          <a:p>
            <a:pPr lvl="0"/>
            <a:r>
              <a:rPr lang="en-US"/>
              <a:t>Click to edit Master title style</a:t>
            </a:r>
            <a:endParaRPr lang="en-PL"/>
          </a:p>
        </p:txBody>
      </p:sp>
      <p:sp>
        <p:nvSpPr>
          <p:cNvPr id="4" name="Text Placeholder 3">
            <a:extLst>
              <a:ext uri="{FF2B5EF4-FFF2-40B4-BE49-F238E27FC236}">
                <a16:creationId xmlns:a16="http://schemas.microsoft.com/office/drawing/2014/main" id="{710D5C00-226E-1369-C48F-FBB9D0A2D267}"/>
              </a:ext>
            </a:extLst>
          </p:cNvPr>
          <p:cNvSpPr>
            <a:spLocks noGrp="1"/>
          </p:cNvSpPr>
          <p:nvPr>
            <p:ph type="body" sz="quarter" idx="10" hasCustomPrompt="1"/>
          </p:nvPr>
        </p:nvSpPr>
        <p:spPr>
          <a:xfrm>
            <a:off x="445713" y="5131138"/>
            <a:ext cx="6479535" cy="215444"/>
          </a:xfrm>
          <a:prstGeom prst="rect">
            <a:avLst/>
          </a:prstGeom>
        </p:spPr>
        <p:txBody>
          <a:bodyPr/>
          <a:lstStyle>
            <a:lvl1pPr>
              <a:defRPr lang="en-GB" sz="1700" b="1" kern="1200" dirty="0" smtClean="0">
                <a:solidFill>
                  <a:schemeClr val="bg1"/>
                </a:solidFill>
                <a:latin typeface="+mn-lt"/>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a:t>Click to edit Master subtitle style</a:t>
            </a:r>
            <a:endParaRPr lang="en-US"/>
          </a:p>
        </p:txBody>
      </p:sp>
      <p:sp>
        <p:nvSpPr>
          <p:cNvPr id="6" name="Text Placeholder 3">
            <a:extLst>
              <a:ext uri="{FF2B5EF4-FFF2-40B4-BE49-F238E27FC236}">
                <a16:creationId xmlns:a16="http://schemas.microsoft.com/office/drawing/2014/main" id="{141DE9FA-300D-BBCE-A5BC-ECE60B3F1F61}"/>
              </a:ext>
            </a:extLst>
          </p:cNvPr>
          <p:cNvSpPr>
            <a:spLocks noGrp="1"/>
          </p:cNvSpPr>
          <p:nvPr>
            <p:ph type="body" sz="quarter" idx="11" hasCustomPrompt="1"/>
          </p:nvPr>
        </p:nvSpPr>
        <p:spPr>
          <a:xfrm>
            <a:off x="445713" y="5715912"/>
            <a:ext cx="6479535" cy="215444"/>
          </a:xfrm>
          <a:prstGeom prst="rect">
            <a:avLst/>
          </a:prstGeom>
        </p:spPr>
        <p:txBody>
          <a:bodyPr/>
          <a:lstStyle>
            <a:lvl1pPr>
              <a:defRPr lang="en-GB" sz="1400" kern="1200" dirty="0" smtClean="0">
                <a:solidFill>
                  <a:schemeClr val="bg1"/>
                </a:solidFill>
                <a:latin typeface="+mn-lt"/>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a:t>Click to edit Master subtitle style</a:t>
            </a:r>
            <a:endParaRPr lang="en-US"/>
          </a:p>
        </p:txBody>
      </p:sp>
    </p:spTree>
    <p:extLst>
      <p:ext uri="{BB962C8B-B14F-4D97-AF65-F5344CB8AC3E}">
        <p14:creationId xmlns:p14="http://schemas.microsoft.com/office/powerpoint/2010/main" val="2030415465"/>
      </p:ext>
    </p:extLst>
  </p:cSld>
  <p:clrMapOvr>
    <a:masterClrMapping/>
  </p:clrMapOvr>
  <p:hf sldNum="0" hdr="0" ftr="0" dt="0"/>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136.xml><?xml version="1.0" encoding="utf-8"?>
<p:sldLayout xmlns:a="http://schemas.openxmlformats.org/drawingml/2006/main" xmlns:r="http://schemas.openxmlformats.org/officeDocument/2006/relationships" xmlns:p="http://schemas.openxmlformats.org/presentationml/2006/main" showMasterSp="0" preserve="1">
  <p:cSld name="Title Slide Logo Cut">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5276F6-E981-8407-5AD7-E85838815E5A}"/>
              </a:ext>
            </a:extLst>
          </p:cNvPr>
          <p:cNvSpPr>
            <a:spLocks noGrp="1"/>
          </p:cNvSpPr>
          <p:nvPr>
            <p:ph type="title"/>
          </p:nvPr>
        </p:nvSpPr>
        <p:spPr>
          <a:xfrm>
            <a:off x="2765723" y="1489457"/>
            <a:ext cx="6480175" cy="1677988"/>
          </a:xfrm>
          <a:noFill/>
        </p:spPr>
        <p:txBody>
          <a:bodyPr anchor="b"/>
          <a:lstStyle>
            <a:lvl1pPr algn="ctr">
              <a:defRPr kumimoji="0" lang="en-PL" sz="5400" b="0" i="0" u="none" strike="noStrike" kern="1200" cap="none" spc="0" normalizeH="0" baseline="0" noProof="0" dirty="0">
                <a:ln>
                  <a:noFill/>
                </a:ln>
                <a:solidFill>
                  <a:schemeClr val="bg1"/>
                </a:solidFill>
                <a:effectLst/>
                <a:uLnTx/>
                <a:uFillTx/>
                <a:latin typeface="+mn-lt"/>
                <a:ea typeface="+mj-ea"/>
                <a:cs typeface="+mj-cs"/>
              </a:defRPr>
            </a:lvl1pPr>
          </a:lstStyle>
          <a:p>
            <a:r>
              <a:rPr lang="en-US"/>
              <a:t>Click to edit Master title style</a:t>
            </a:r>
            <a:endParaRPr lang="en-PL"/>
          </a:p>
        </p:txBody>
      </p:sp>
      <p:sp>
        <p:nvSpPr>
          <p:cNvPr id="4" name="Text Placeholder 3">
            <a:extLst>
              <a:ext uri="{FF2B5EF4-FFF2-40B4-BE49-F238E27FC236}">
                <a16:creationId xmlns:a16="http://schemas.microsoft.com/office/drawing/2014/main" id="{710D5C00-226E-1369-C48F-FBB9D0A2D267}"/>
              </a:ext>
            </a:extLst>
          </p:cNvPr>
          <p:cNvSpPr>
            <a:spLocks noGrp="1"/>
          </p:cNvSpPr>
          <p:nvPr>
            <p:ph type="body" sz="quarter" idx="10" hasCustomPrompt="1"/>
          </p:nvPr>
        </p:nvSpPr>
        <p:spPr>
          <a:xfrm>
            <a:off x="2764136" y="3167445"/>
            <a:ext cx="6478587" cy="348286"/>
          </a:xfrm>
          <a:prstGeom prst="rect">
            <a:avLst/>
          </a:prstGeom>
        </p:spPr>
        <p:txBody>
          <a:bodyPr/>
          <a:lstStyle>
            <a:lvl1pPr algn="ctr">
              <a:defRPr lang="en-GB" sz="2000" kern="1200" dirty="0" smtClean="0">
                <a:solidFill>
                  <a:schemeClr val="bg1"/>
                </a:solidFill>
                <a:latin typeface="Ubuntu Light" panose="020B0304030602030204" pitchFamily="34" charset="0"/>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a:t>Click to edit Master subtitle style</a:t>
            </a:r>
            <a:endParaRPr lang="en-US"/>
          </a:p>
        </p:txBody>
      </p:sp>
      <p:sp>
        <p:nvSpPr>
          <p:cNvPr id="6" name="Text Placeholder 3">
            <a:extLst>
              <a:ext uri="{FF2B5EF4-FFF2-40B4-BE49-F238E27FC236}">
                <a16:creationId xmlns:a16="http://schemas.microsoft.com/office/drawing/2014/main" id="{141DE9FA-300D-BBCE-A5BC-ECE60B3F1F61}"/>
              </a:ext>
            </a:extLst>
          </p:cNvPr>
          <p:cNvSpPr>
            <a:spLocks noGrp="1"/>
          </p:cNvSpPr>
          <p:nvPr>
            <p:ph type="body" sz="quarter" idx="11" hasCustomPrompt="1"/>
          </p:nvPr>
        </p:nvSpPr>
        <p:spPr>
          <a:xfrm>
            <a:off x="2763761" y="3709694"/>
            <a:ext cx="6479535" cy="253029"/>
          </a:xfrm>
          <a:prstGeom prst="rect">
            <a:avLst/>
          </a:prstGeom>
        </p:spPr>
        <p:txBody>
          <a:bodyPr/>
          <a:lstStyle>
            <a:lvl1pPr algn="ctr">
              <a:defRPr lang="en-GB" sz="1400" kern="1200" dirty="0" smtClean="0">
                <a:solidFill>
                  <a:schemeClr val="bg1"/>
                </a:solidFill>
                <a:latin typeface="Ubuntu Light" panose="020B0304030602030204" pitchFamily="34" charset="0"/>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a:t>Click to edit Master subtitle style</a:t>
            </a:r>
            <a:endParaRPr lang="en-US"/>
          </a:p>
        </p:txBody>
      </p:sp>
      <p:grpSp>
        <p:nvGrpSpPr>
          <p:cNvPr id="3" name="Group 2">
            <a:extLst>
              <a:ext uri="{FF2B5EF4-FFF2-40B4-BE49-F238E27FC236}">
                <a16:creationId xmlns:a16="http://schemas.microsoft.com/office/drawing/2014/main" id="{29019898-C562-0E25-C4F3-334360D03193}"/>
              </a:ext>
            </a:extLst>
          </p:cNvPr>
          <p:cNvGrpSpPr>
            <a:grpSpLocks noChangeAspect="1"/>
          </p:cNvGrpSpPr>
          <p:nvPr/>
        </p:nvGrpSpPr>
        <p:grpSpPr>
          <a:xfrm>
            <a:off x="-175885" y="4642089"/>
            <a:ext cx="12564529" cy="2824804"/>
            <a:chOff x="5094083" y="5360390"/>
            <a:chExt cx="3039349" cy="683316"/>
          </a:xfrm>
          <a:solidFill>
            <a:schemeClr val="tx2"/>
          </a:solidFill>
        </p:grpSpPr>
        <p:sp>
          <p:nvSpPr>
            <p:cNvPr id="7" name="Freeform: Shape 4">
              <a:extLst>
                <a:ext uri="{FF2B5EF4-FFF2-40B4-BE49-F238E27FC236}">
                  <a16:creationId xmlns:a16="http://schemas.microsoft.com/office/drawing/2014/main" id="{F8CB933C-09AA-8C71-2E78-1561B27414F9}"/>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8" name="Freeform: Shape 5">
              <a:extLst>
                <a:ext uri="{FF2B5EF4-FFF2-40B4-BE49-F238E27FC236}">
                  <a16:creationId xmlns:a16="http://schemas.microsoft.com/office/drawing/2014/main" id="{99E6D307-271F-C8DB-706F-FE50815F9A39}"/>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9" name="Freeform: Shape 6">
              <a:extLst>
                <a:ext uri="{FF2B5EF4-FFF2-40B4-BE49-F238E27FC236}">
                  <a16:creationId xmlns:a16="http://schemas.microsoft.com/office/drawing/2014/main" id="{C39B46B1-97A6-4B30-142D-E2A1330E057D}"/>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10" name="Freeform: Shape 7">
              <a:extLst>
                <a:ext uri="{FF2B5EF4-FFF2-40B4-BE49-F238E27FC236}">
                  <a16:creationId xmlns:a16="http://schemas.microsoft.com/office/drawing/2014/main" id="{9BFEC525-2C7E-E980-B007-932804D5D51E}"/>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11" name="Freeform: Shape 8">
              <a:extLst>
                <a:ext uri="{FF2B5EF4-FFF2-40B4-BE49-F238E27FC236}">
                  <a16:creationId xmlns:a16="http://schemas.microsoft.com/office/drawing/2014/main" id="{4A1347D2-8F0A-9DF0-EE43-F2AA0C1B4213}"/>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grpSp>
      <p:sp>
        <p:nvSpPr>
          <p:cNvPr id="12" name="Rectangle 11">
            <a:extLst>
              <a:ext uri="{FF2B5EF4-FFF2-40B4-BE49-F238E27FC236}">
                <a16:creationId xmlns:a16="http://schemas.microsoft.com/office/drawing/2014/main" id="{AEB98D74-27E3-F044-4F08-EF3F7C226178}"/>
              </a:ext>
            </a:extLst>
          </p:cNvPr>
          <p:cNvSpPr/>
          <p:nvPr/>
        </p:nvSpPr>
        <p:spPr>
          <a:xfrm>
            <a:off x="-902128" y="2536529"/>
            <a:ext cx="4660490" cy="289102"/>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000000"/>
              </a:solidFill>
              <a:effectLst/>
              <a:uLnTx/>
              <a:uFillTx/>
              <a:latin typeface="Ubuntu"/>
              <a:ea typeface="+mn-ea"/>
              <a:cs typeface="+mn-cs"/>
            </a:endParaRPr>
          </a:p>
        </p:txBody>
      </p:sp>
      <p:sp>
        <p:nvSpPr>
          <p:cNvPr id="16" name="Rectangle 15">
            <a:extLst>
              <a:ext uri="{FF2B5EF4-FFF2-40B4-BE49-F238E27FC236}">
                <a16:creationId xmlns:a16="http://schemas.microsoft.com/office/drawing/2014/main" id="{B977B1B2-8ECC-4719-803F-E7EBCFD4BEF8}"/>
              </a:ext>
            </a:extLst>
          </p:cNvPr>
          <p:cNvSpPr/>
          <p:nvPr/>
        </p:nvSpPr>
        <p:spPr>
          <a:xfrm>
            <a:off x="7696229" y="3673621"/>
            <a:ext cx="4660490" cy="289102"/>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000000"/>
              </a:solidFill>
              <a:effectLst/>
              <a:uLnTx/>
              <a:uFillTx/>
              <a:latin typeface="Ubuntu"/>
              <a:ea typeface="+mn-ea"/>
              <a:cs typeface="+mn-cs"/>
            </a:endParaRPr>
          </a:p>
        </p:txBody>
      </p:sp>
    </p:spTree>
    <p:extLst>
      <p:ext uri="{BB962C8B-B14F-4D97-AF65-F5344CB8AC3E}">
        <p14:creationId xmlns:p14="http://schemas.microsoft.com/office/powerpoint/2010/main" val="3905112022"/>
      </p:ext>
    </p:extLst>
  </p:cSld>
  <p:clrMapOvr>
    <a:masterClrMapping/>
  </p:clrMapOvr>
  <p:hf sldNum="0" hdr="0" ftr="0" dt="0"/>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137.xml><?xml version="1.0" encoding="utf-8"?>
<p:sldLayout xmlns:a="http://schemas.openxmlformats.org/drawingml/2006/main" xmlns:r="http://schemas.openxmlformats.org/officeDocument/2006/relationships" xmlns:p="http://schemas.openxmlformats.org/presentationml/2006/main" showMasterSp="0" preserve="1">
  <p:cSld name="Title Slide Message left">
    <p:bg>
      <p:bgPr>
        <a:solidFill>
          <a:schemeClr val="tx2"/>
        </a:soli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710D5C00-226E-1369-C48F-FBB9D0A2D267}"/>
              </a:ext>
            </a:extLst>
          </p:cNvPr>
          <p:cNvSpPr>
            <a:spLocks noGrp="1"/>
          </p:cNvSpPr>
          <p:nvPr>
            <p:ph type="body" sz="quarter" idx="10" hasCustomPrompt="1"/>
          </p:nvPr>
        </p:nvSpPr>
        <p:spPr>
          <a:xfrm>
            <a:off x="7859991" y="4310970"/>
            <a:ext cx="3776998" cy="844776"/>
          </a:xfrm>
          <a:prstGeom prst="rect">
            <a:avLst/>
          </a:prstGeom>
        </p:spPr>
        <p:txBody>
          <a:bodyPr/>
          <a:lstStyle>
            <a:lvl1pPr algn="l">
              <a:defRPr lang="en-GB" sz="2000" kern="1200" dirty="0" smtClean="0">
                <a:solidFill>
                  <a:schemeClr val="bg1"/>
                </a:solidFill>
                <a:latin typeface="+mn-lt"/>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a:t>Click to edit Master subtitle style</a:t>
            </a:r>
            <a:endParaRPr lang="en-US"/>
          </a:p>
        </p:txBody>
      </p:sp>
      <p:sp>
        <p:nvSpPr>
          <p:cNvPr id="6" name="Text Placeholder 3">
            <a:extLst>
              <a:ext uri="{FF2B5EF4-FFF2-40B4-BE49-F238E27FC236}">
                <a16:creationId xmlns:a16="http://schemas.microsoft.com/office/drawing/2014/main" id="{141DE9FA-300D-BBCE-A5BC-ECE60B3F1F61}"/>
              </a:ext>
            </a:extLst>
          </p:cNvPr>
          <p:cNvSpPr>
            <a:spLocks noGrp="1"/>
          </p:cNvSpPr>
          <p:nvPr>
            <p:ph type="body" sz="quarter" idx="11" hasCustomPrompt="1"/>
          </p:nvPr>
        </p:nvSpPr>
        <p:spPr>
          <a:xfrm>
            <a:off x="7859991" y="5787865"/>
            <a:ext cx="3776998" cy="546064"/>
          </a:xfrm>
          <a:prstGeom prst="rect">
            <a:avLst/>
          </a:prstGeom>
        </p:spPr>
        <p:txBody>
          <a:bodyPr/>
          <a:lstStyle>
            <a:lvl1pPr algn="l">
              <a:defRPr lang="en-GB" sz="1400" kern="1200" dirty="0" smtClean="0">
                <a:solidFill>
                  <a:schemeClr val="bg1"/>
                </a:solidFill>
                <a:latin typeface="+mn-lt"/>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a:t>Click to edit Master subtitle style</a:t>
            </a:r>
            <a:endParaRPr lang="en-US"/>
          </a:p>
        </p:txBody>
      </p:sp>
      <p:grpSp>
        <p:nvGrpSpPr>
          <p:cNvPr id="5" name="Group 2">
            <a:extLst>
              <a:ext uri="{FF2B5EF4-FFF2-40B4-BE49-F238E27FC236}">
                <a16:creationId xmlns:a16="http://schemas.microsoft.com/office/drawing/2014/main" id="{97C43731-60F1-A1BC-E630-11D1BE6DDE01}"/>
              </a:ext>
            </a:extLst>
          </p:cNvPr>
          <p:cNvGrpSpPr>
            <a:grpSpLocks noChangeAspect="1"/>
          </p:cNvGrpSpPr>
          <p:nvPr/>
        </p:nvGrpSpPr>
        <p:grpSpPr>
          <a:xfrm>
            <a:off x="368802" y="6162345"/>
            <a:ext cx="1872000" cy="420870"/>
            <a:chOff x="5094083" y="5360390"/>
            <a:chExt cx="3039349" cy="683316"/>
          </a:xfrm>
          <a:solidFill>
            <a:schemeClr val="bg2"/>
          </a:solidFill>
        </p:grpSpPr>
        <p:sp>
          <p:nvSpPr>
            <p:cNvPr id="13" name="Freeform: Shape 4">
              <a:extLst>
                <a:ext uri="{FF2B5EF4-FFF2-40B4-BE49-F238E27FC236}">
                  <a16:creationId xmlns:a16="http://schemas.microsoft.com/office/drawing/2014/main" id="{E46A43A4-DCDF-7C78-DDEA-21BACBE7C719}"/>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6F6F6"/>
                </a:solidFill>
                <a:effectLst/>
                <a:uLnTx/>
                <a:uFillTx/>
                <a:latin typeface="Ubuntu"/>
                <a:ea typeface="+mn-ea"/>
                <a:cs typeface="+mn-cs"/>
              </a:endParaRPr>
            </a:p>
          </p:txBody>
        </p:sp>
        <p:sp>
          <p:nvSpPr>
            <p:cNvPr id="14" name="Freeform: Shape 5">
              <a:extLst>
                <a:ext uri="{FF2B5EF4-FFF2-40B4-BE49-F238E27FC236}">
                  <a16:creationId xmlns:a16="http://schemas.microsoft.com/office/drawing/2014/main" id="{D4834A30-F65C-87DF-9AD8-668233946F32}"/>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6F6F6"/>
                </a:solidFill>
                <a:effectLst/>
                <a:uLnTx/>
                <a:uFillTx/>
                <a:latin typeface="Ubuntu"/>
                <a:ea typeface="+mn-ea"/>
                <a:cs typeface="+mn-cs"/>
              </a:endParaRPr>
            </a:p>
          </p:txBody>
        </p:sp>
        <p:sp>
          <p:nvSpPr>
            <p:cNvPr id="15" name="Freeform: Shape 6">
              <a:extLst>
                <a:ext uri="{FF2B5EF4-FFF2-40B4-BE49-F238E27FC236}">
                  <a16:creationId xmlns:a16="http://schemas.microsoft.com/office/drawing/2014/main" id="{97CAB39C-AC38-78BE-6460-1AC31467E31A}"/>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6F6F6"/>
                </a:solidFill>
                <a:effectLst/>
                <a:uLnTx/>
                <a:uFillTx/>
                <a:latin typeface="Ubuntu"/>
                <a:ea typeface="+mn-ea"/>
                <a:cs typeface="+mn-cs"/>
              </a:endParaRPr>
            </a:p>
          </p:txBody>
        </p:sp>
        <p:sp>
          <p:nvSpPr>
            <p:cNvPr id="17" name="Freeform: Shape 7">
              <a:extLst>
                <a:ext uri="{FF2B5EF4-FFF2-40B4-BE49-F238E27FC236}">
                  <a16:creationId xmlns:a16="http://schemas.microsoft.com/office/drawing/2014/main" id="{D6E94E64-5DBF-0D94-8FC8-EDC1F82C3D7C}"/>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6F6F6"/>
                </a:solidFill>
                <a:effectLst/>
                <a:uLnTx/>
                <a:uFillTx/>
                <a:latin typeface="Ubuntu"/>
                <a:ea typeface="+mn-ea"/>
                <a:cs typeface="+mn-cs"/>
              </a:endParaRPr>
            </a:p>
          </p:txBody>
        </p:sp>
        <p:sp>
          <p:nvSpPr>
            <p:cNvPr id="18" name="Freeform: Shape 8">
              <a:extLst>
                <a:ext uri="{FF2B5EF4-FFF2-40B4-BE49-F238E27FC236}">
                  <a16:creationId xmlns:a16="http://schemas.microsoft.com/office/drawing/2014/main" id="{C730C3C9-943E-DF05-5213-9E27CF02B89F}"/>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6F6F6"/>
                </a:solidFill>
                <a:effectLst/>
                <a:uLnTx/>
                <a:uFillTx/>
                <a:latin typeface="Ubuntu"/>
                <a:ea typeface="+mn-ea"/>
                <a:cs typeface="+mn-cs"/>
              </a:endParaRPr>
            </a:p>
          </p:txBody>
        </p:sp>
      </p:grpSp>
      <p:sp>
        <p:nvSpPr>
          <p:cNvPr id="19" name="Rectangle 18">
            <a:extLst>
              <a:ext uri="{FF2B5EF4-FFF2-40B4-BE49-F238E27FC236}">
                <a16:creationId xmlns:a16="http://schemas.microsoft.com/office/drawing/2014/main" id="{F4AB31BA-122A-A70B-066B-977B193EC8FA}"/>
              </a:ext>
            </a:extLst>
          </p:cNvPr>
          <p:cNvSpPr/>
          <p:nvPr/>
        </p:nvSpPr>
        <p:spPr>
          <a:xfrm>
            <a:off x="4124632" y="5155746"/>
            <a:ext cx="8067368" cy="289102"/>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000000"/>
              </a:solidFill>
              <a:effectLst/>
              <a:uLnTx/>
              <a:uFillTx/>
              <a:latin typeface="Ubuntu"/>
              <a:ea typeface="+mn-ea"/>
              <a:cs typeface="+mn-cs"/>
            </a:endParaRPr>
          </a:p>
        </p:txBody>
      </p:sp>
      <p:sp>
        <p:nvSpPr>
          <p:cNvPr id="20" name="Title 19">
            <a:extLst>
              <a:ext uri="{FF2B5EF4-FFF2-40B4-BE49-F238E27FC236}">
                <a16:creationId xmlns:a16="http://schemas.microsoft.com/office/drawing/2014/main" id="{B21B0F02-FE4C-511F-A62B-12E2BACE6D5B}"/>
              </a:ext>
            </a:extLst>
          </p:cNvPr>
          <p:cNvSpPr>
            <a:spLocks noGrp="1"/>
          </p:cNvSpPr>
          <p:nvPr>
            <p:ph type="title" hasCustomPrompt="1"/>
          </p:nvPr>
        </p:nvSpPr>
        <p:spPr>
          <a:xfrm>
            <a:off x="-176980" y="-171399"/>
            <a:ext cx="7713140" cy="6199078"/>
          </a:xfrm>
        </p:spPr>
        <p:txBody>
          <a:bodyPr/>
          <a:lstStyle>
            <a:lvl1pPr>
              <a:lnSpc>
                <a:spcPct val="75000"/>
              </a:lnSpc>
              <a:defRPr sz="17200">
                <a:solidFill>
                  <a:schemeClr val="accent2"/>
                </a:solidFill>
                <a:latin typeface="Ubuntu Light" panose="020B0304030602030204" pitchFamily="34" charset="0"/>
              </a:defRPr>
            </a:lvl1pPr>
          </a:lstStyle>
          <a:p>
            <a:r>
              <a:rPr lang="en-US"/>
              <a:t>Master title style</a:t>
            </a:r>
          </a:p>
        </p:txBody>
      </p:sp>
    </p:spTree>
    <p:extLst>
      <p:ext uri="{BB962C8B-B14F-4D97-AF65-F5344CB8AC3E}">
        <p14:creationId xmlns:p14="http://schemas.microsoft.com/office/powerpoint/2010/main" val="3079819332"/>
      </p:ext>
    </p:extLst>
  </p:cSld>
  <p:clrMapOvr>
    <a:masterClrMapping/>
  </p:clrMapOvr>
  <p:hf sldNum="0" hdr="0" ftr="0" dt="0"/>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138.xml><?xml version="1.0" encoding="utf-8"?>
<p:sldLayout xmlns:a="http://schemas.openxmlformats.org/drawingml/2006/main" xmlns:r="http://schemas.openxmlformats.org/officeDocument/2006/relationships" xmlns:p="http://schemas.openxmlformats.org/presentationml/2006/main" showMasterSp="0" preserve="1">
  <p:cSld name="Title Slide 2">
    <p:spTree>
      <p:nvGrpSpPr>
        <p:cNvPr id="1" name=""/>
        <p:cNvGrpSpPr/>
        <p:nvPr/>
      </p:nvGrpSpPr>
      <p:grpSpPr>
        <a:xfrm>
          <a:off x="0" y="0"/>
          <a:ext cx="0" cy="0"/>
          <a:chOff x="0" y="0"/>
          <a:chExt cx="0" cy="0"/>
        </a:xfrm>
      </p:grpSpPr>
      <p:sp>
        <p:nvSpPr>
          <p:cNvPr id="31" name="Picture Placeholder 10">
            <a:extLst>
              <a:ext uri="{FF2B5EF4-FFF2-40B4-BE49-F238E27FC236}">
                <a16:creationId xmlns:a16="http://schemas.microsoft.com/office/drawing/2014/main" id="{CC88A17A-2665-CB64-B35D-1CDAB893EA72}"/>
              </a:ext>
            </a:extLst>
          </p:cNvPr>
          <p:cNvSpPr>
            <a:spLocks noGrp="1"/>
          </p:cNvSpPr>
          <p:nvPr>
            <p:ph type="pic" sz="quarter" idx="13" hasCustomPrompt="1"/>
          </p:nvPr>
        </p:nvSpPr>
        <p:spPr>
          <a:xfrm>
            <a:off x="-1" y="180000"/>
            <a:ext cx="12192001" cy="6678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grpSp>
        <p:nvGrpSpPr>
          <p:cNvPr id="14" name="Group 2">
            <a:extLst>
              <a:ext uri="{FF2B5EF4-FFF2-40B4-BE49-F238E27FC236}">
                <a16:creationId xmlns:a16="http://schemas.microsoft.com/office/drawing/2014/main" id="{5570D5EE-65A7-6ED8-B779-4B18D3F9B40F}"/>
              </a:ext>
            </a:extLst>
          </p:cNvPr>
          <p:cNvGrpSpPr>
            <a:grpSpLocks noChangeAspect="1"/>
          </p:cNvGrpSpPr>
          <p:nvPr/>
        </p:nvGrpSpPr>
        <p:grpSpPr>
          <a:xfrm>
            <a:off x="9912013" y="6122117"/>
            <a:ext cx="1872000" cy="420870"/>
            <a:chOff x="5094083" y="5360390"/>
            <a:chExt cx="3039349" cy="683316"/>
          </a:xfrm>
          <a:solidFill>
            <a:schemeClr val="tx2"/>
          </a:solidFill>
        </p:grpSpPr>
        <p:sp>
          <p:nvSpPr>
            <p:cNvPr id="15" name="Freeform: Shape 4">
              <a:extLst>
                <a:ext uri="{FF2B5EF4-FFF2-40B4-BE49-F238E27FC236}">
                  <a16:creationId xmlns:a16="http://schemas.microsoft.com/office/drawing/2014/main" id="{D58972C2-A9F5-BC83-6D8B-F2551227EF02}"/>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endParaRPr lang="en-US" sz="1800"/>
            </a:p>
          </p:txBody>
        </p:sp>
        <p:sp>
          <p:nvSpPr>
            <p:cNvPr id="16" name="Freeform: Shape 5">
              <a:extLst>
                <a:ext uri="{FF2B5EF4-FFF2-40B4-BE49-F238E27FC236}">
                  <a16:creationId xmlns:a16="http://schemas.microsoft.com/office/drawing/2014/main" id="{F1185E33-8F53-63CA-354E-8F831E6BCFB7}"/>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endParaRPr lang="en-US" sz="1800"/>
            </a:p>
          </p:txBody>
        </p:sp>
        <p:sp>
          <p:nvSpPr>
            <p:cNvPr id="18" name="Freeform: Shape 6">
              <a:extLst>
                <a:ext uri="{FF2B5EF4-FFF2-40B4-BE49-F238E27FC236}">
                  <a16:creationId xmlns:a16="http://schemas.microsoft.com/office/drawing/2014/main" id="{CDD16A12-A8F2-58EF-09CC-13E3376F38BF}"/>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endParaRPr lang="en-US" sz="1800"/>
            </a:p>
          </p:txBody>
        </p:sp>
        <p:sp>
          <p:nvSpPr>
            <p:cNvPr id="20" name="Freeform: Shape 7">
              <a:extLst>
                <a:ext uri="{FF2B5EF4-FFF2-40B4-BE49-F238E27FC236}">
                  <a16:creationId xmlns:a16="http://schemas.microsoft.com/office/drawing/2014/main" id="{8F3DB536-4854-A063-FC86-800CFAAD2478}"/>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endParaRPr lang="en-US" sz="1800"/>
            </a:p>
          </p:txBody>
        </p:sp>
        <p:sp>
          <p:nvSpPr>
            <p:cNvPr id="21" name="Freeform: Shape 8">
              <a:extLst>
                <a:ext uri="{FF2B5EF4-FFF2-40B4-BE49-F238E27FC236}">
                  <a16:creationId xmlns:a16="http://schemas.microsoft.com/office/drawing/2014/main" id="{BF1BB4C2-2CFF-9555-916D-B08189B1ED72}"/>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endParaRPr lang="en-US" sz="1800"/>
            </a:p>
          </p:txBody>
        </p:sp>
      </p:grpSp>
      <p:sp>
        <p:nvSpPr>
          <p:cNvPr id="32" name="Title 31">
            <a:extLst>
              <a:ext uri="{FF2B5EF4-FFF2-40B4-BE49-F238E27FC236}">
                <a16:creationId xmlns:a16="http://schemas.microsoft.com/office/drawing/2014/main" id="{E3492C82-376C-10C5-B46C-67C15004D611}"/>
              </a:ext>
            </a:extLst>
          </p:cNvPr>
          <p:cNvSpPr>
            <a:spLocks noGrp="1"/>
          </p:cNvSpPr>
          <p:nvPr>
            <p:ph type="title"/>
          </p:nvPr>
        </p:nvSpPr>
        <p:spPr>
          <a:xfrm>
            <a:off x="551384" y="1628775"/>
            <a:ext cx="6578080" cy="3589714"/>
          </a:xfrm>
        </p:spPr>
        <p:txBody>
          <a:bodyPr anchor="b"/>
          <a:lstStyle>
            <a:lvl1pPr>
              <a:defRPr sz="5400">
                <a:solidFill>
                  <a:schemeClr val="bg1"/>
                </a:solidFill>
              </a:defRPr>
            </a:lvl1pPr>
          </a:lstStyle>
          <a:p>
            <a:r>
              <a:rPr lang="en-US"/>
              <a:t>Click to edit Master title style</a:t>
            </a:r>
            <a:endParaRPr lang="en-PL"/>
          </a:p>
        </p:txBody>
      </p:sp>
      <p:sp>
        <p:nvSpPr>
          <p:cNvPr id="34" name="Text Placeholder 33">
            <a:extLst>
              <a:ext uri="{FF2B5EF4-FFF2-40B4-BE49-F238E27FC236}">
                <a16:creationId xmlns:a16="http://schemas.microsoft.com/office/drawing/2014/main" id="{D09EA9EC-658D-5DAE-6157-50A4AA284434}"/>
              </a:ext>
            </a:extLst>
          </p:cNvPr>
          <p:cNvSpPr>
            <a:spLocks noGrp="1"/>
          </p:cNvSpPr>
          <p:nvPr>
            <p:ph type="body" sz="quarter" idx="14"/>
          </p:nvPr>
        </p:nvSpPr>
        <p:spPr>
          <a:xfrm>
            <a:off x="549275" y="5251824"/>
            <a:ext cx="6578080" cy="659722"/>
          </a:xfrm>
          <a:prstGeom prst="rect">
            <a:avLst/>
          </a:prstGeom>
        </p:spPr>
        <p:txBody>
          <a:bodyPr/>
          <a:lstStyle>
            <a:lvl1pPr>
              <a:defRPr>
                <a:solidFill>
                  <a:schemeClr val="bg1"/>
                </a:solidFill>
              </a:defRPr>
            </a:lvl1pPr>
          </a:lstStyle>
          <a:p>
            <a:pPr lvl="0"/>
            <a:r>
              <a:rPr lang="en-US"/>
              <a:t>Click to edit Master text styles</a:t>
            </a:r>
          </a:p>
        </p:txBody>
      </p:sp>
      <p:sp>
        <p:nvSpPr>
          <p:cNvPr id="3" name="Rectangle 2">
            <a:extLst>
              <a:ext uri="{FF2B5EF4-FFF2-40B4-BE49-F238E27FC236}">
                <a16:creationId xmlns:a16="http://schemas.microsoft.com/office/drawing/2014/main" id="{9E9DF3E1-890B-0648-08D7-23F6A17377B7}"/>
              </a:ext>
            </a:extLst>
          </p:cNvPr>
          <p:cNvSpPr/>
          <p:nvPr/>
        </p:nvSpPr>
        <p:spPr>
          <a:xfrm>
            <a:off x="-2" y="0"/>
            <a:ext cx="12192000"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4" name="Text Placeholder 33">
            <a:extLst>
              <a:ext uri="{FF2B5EF4-FFF2-40B4-BE49-F238E27FC236}">
                <a16:creationId xmlns:a16="http://schemas.microsoft.com/office/drawing/2014/main" id="{277C0A79-DE12-2C81-D632-2FB7FA13208C}"/>
              </a:ext>
            </a:extLst>
          </p:cNvPr>
          <p:cNvSpPr>
            <a:spLocks noGrp="1"/>
          </p:cNvSpPr>
          <p:nvPr>
            <p:ph type="body" sz="quarter" idx="15"/>
          </p:nvPr>
        </p:nvSpPr>
        <p:spPr>
          <a:xfrm>
            <a:off x="549275" y="5910502"/>
            <a:ext cx="6578080" cy="659722"/>
          </a:xfrm>
          <a:prstGeom prst="rect">
            <a:avLst/>
          </a:prstGeom>
        </p:spPr>
        <p:txBody>
          <a:bodyPr/>
          <a:lstStyle>
            <a:lvl1pPr>
              <a:defRPr>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4182248075"/>
      </p:ext>
    </p:extLst>
  </p:cSld>
  <p:clrMapOvr>
    <a:masterClrMapping/>
  </p:clrMapOvr>
  <p:hf sldNum="0" hdr="0" ftr="0" dt="0"/>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139.xml><?xml version="1.0" encoding="utf-8"?>
<p:sldLayout xmlns:a="http://schemas.openxmlformats.org/drawingml/2006/main" xmlns:r="http://schemas.openxmlformats.org/officeDocument/2006/relationships" xmlns:p="http://schemas.openxmlformats.org/presentationml/2006/main" showMasterSp="0" preserve="1">
  <p:cSld name="Title Slide 3">
    <p:spTree>
      <p:nvGrpSpPr>
        <p:cNvPr id="1" name=""/>
        <p:cNvGrpSpPr/>
        <p:nvPr/>
      </p:nvGrpSpPr>
      <p:grpSpPr>
        <a:xfrm>
          <a:off x="0" y="0"/>
          <a:ext cx="0" cy="0"/>
          <a:chOff x="0" y="0"/>
          <a:chExt cx="0" cy="0"/>
        </a:xfrm>
      </p:grpSpPr>
      <p:sp>
        <p:nvSpPr>
          <p:cNvPr id="32" name="Picture Placeholder 10">
            <a:extLst>
              <a:ext uri="{FF2B5EF4-FFF2-40B4-BE49-F238E27FC236}">
                <a16:creationId xmlns:a16="http://schemas.microsoft.com/office/drawing/2014/main" id="{3ACE82B0-62A7-4716-0770-25177C6C2523}"/>
              </a:ext>
            </a:extLst>
          </p:cNvPr>
          <p:cNvSpPr>
            <a:spLocks noGrp="1"/>
          </p:cNvSpPr>
          <p:nvPr>
            <p:ph type="pic" sz="quarter" idx="13" hasCustomPrompt="1"/>
          </p:nvPr>
        </p:nvSpPr>
        <p:spPr>
          <a:xfrm>
            <a:off x="180001" y="0"/>
            <a:ext cx="12011999" cy="6858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grpSp>
        <p:nvGrpSpPr>
          <p:cNvPr id="33" name="Group 2">
            <a:extLst>
              <a:ext uri="{FF2B5EF4-FFF2-40B4-BE49-F238E27FC236}">
                <a16:creationId xmlns:a16="http://schemas.microsoft.com/office/drawing/2014/main" id="{8F46E283-C322-4D6F-0C87-E9B5787BEF80}"/>
              </a:ext>
            </a:extLst>
          </p:cNvPr>
          <p:cNvGrpSpPr>
            <a:grpSpLocks noChangeAspect="1"/>
          </p:cNvGrpSpPr>
          <p:nvPr/>
        </p:nvGrpSpPr>
        <p:grpSpPr>
          <a:xfrm>
            <a:off x="9912013" y="6122117"/>
            <a:ext cx="1872000" cy="420870"/>
            <a:chOff x="5094083" y="5360390"/>
            <a:chExt cx="3039349" cy="683316"/>
          </a:xfrm>
          <a:solidFill>
            <a:schemeClr val="tx2"/>
          </a:solidFill>
        </p:grpSpPr>
        <p:sp>
          <p:nvSpPr>
            <p:cNvPr id="34" name="Freeform: Shape 4">
              <a:extLst>
                <a:ext uri="{FF2B5EF4-FFF2-40B4-BE49-F238E27FC236}">
                  <a16:creationId xmlns:a16="http://schemas.microsoft.com/office/drawing/2014/main" id="{E7C6E56A-237E-269F-8948-94D8630922C0}"/>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endParaRPr lang="en-US" sz="1800"/>
            </a:p>
          </p:txBody>
        </p:sp>
        <p:sp>
          <p:nvSpPr>
            <p:cNvPr id="35" name="Freeform: Shape 5">
              <a:extLst>
                <a:ext uri="{FF2B5EF4-FFF2-40B4-BE49-F238E27FC236}">
                  <a16:creationId xmlns:a16="http://schemas.microsoft.com/office/drawing/2014/main" id="{69EF9104-8430-F98A-7A15-FE04244E2D36}"/>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endParaRPr lang="en-US" sz="1800"/>
            </a:p>
          </p:txBody>
        </p:sp>
        <p:sp>
          <p:nvSpPr>
            <p:cNvPr id="36" name="Freeform: Shape 6">
              <a:extLst>
                <a:ext uri="{FF2B5EF4-FFF2-40B4-BE49-F238E27FC236}">
                  <a16:creationId xmlns:a16="http://schemas.microsoft.com/office/drawing/2014/main" id="{0398A75A-EE7F-6840-B64B-CD550ECF76E3}"/>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endParaRPr lang="en-US" sz="1800"/>
            </a:p>
          </p:txBody>
        </p:sp>
        <p:sp>
          <p:nvSpPr>
            <p:cNvPr id="37" name="Freeform: Shape 7">
              <a:extLst>
                <a:ext uri="{FF2B5EF4-FFF2-40B4-BE49-F238E27FC236}">
                  <a16:creationId xmlns:a16="http://schemas.microsoft.com/office/drawing/2014/main" id="{3586F6A8-69A4-9382-D0C9-7CA34851C34A}"/>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endParaRPr lang="en-US" sz="1800"/>
            </a:p>
          </p:txBody>
        </p:sp>
        <p:sp>
          <p:nvSpPr>
            <p:cNvPr id="38" name="Freeform: Shape 8">
              <a:extLst>
                <a:ext uri="{FF2B5EF4-FFF2-40B4-BE49-F238E27FC236}">
                  <a16:creationId xmlns:a16="http://schemas.microsoft.com/office/drawing/2014/main" id="{3814A5D2-6C0A-D1F0-266D-7ECB31C3E8E6}"/>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endParaRPr lang="en-US" sz="1800"/>
            </a:p>
          </p:txBody>
        </p:sp>
      </p:grpSp>
      <p:sp>
        <p:nvSpPr>
          <p:cNvPr id="39" name="Title 31">
            <a:extLst>
              <a:ext uri="{FF2B5EF4-FFF2-40B4-BE49-F238E27FC236}">
                <a16:creationId xmlns:a16="http://schemas.microsoft.com/office/drawing/2014/main" id="{F322BC76-B62D-13E1-DFD4-1C84E6221D02}"/>
              </a:ext>
            </a:extLst>
          </p:cNvPr>
          <p:cNvSpPr>
            <a:spLocks noGrp="1"/>
          </p:cNvSpPr>
          <p:nvPr>
            <p:ph type="title"/>
          </p:nvPr>
        </p:nvSpPr>
        <p:spPr>
          <a:xfrm>
            <a:off x="1214394" y="1628775"/>
            <a:ext cx="6578080" cy="3335273"/>
          </a:xfrm>
        </p:spPr>
        <p:txBody>
          <a:bodyPr anchor="b"/>
          <a:lstStyle>
            <a:lvl1pPr>
              <a:lnSpc>
                <a:spcPct val="90000"/>
              </a:lnSpc>
              <a:defRPr sz="7200">
                <a:solidFill>
                  <a:schemeClr val="bg1"/>
                </a:solidFill>
                <a:latin typeface="Ubuntu Light" panose="020B0304030602030204" pitchFamily="34" charset="0"/>
              </a:defRPr>
            </a:lvl1pPr>
          </a:lstStyle>
          <a:p>
            <a:r>
              <a:rPr lang="en-US"/>
              <a:t>Click to edit Master title style</a:t>
            </a:r>
            <a:endParaRPr lang="en-PL"/>
          </a:p>
        </p:txBody>
      </p:sp>
      <p:sp>
        <p:nvSpPr>
          <p:cNvPr id="40" name="Text Placeholder 33">
            <a:extLst>
              <a:ext uri="{FF2B5EF4-FFF2-40B4-BE49-F238E27FC236}">
                <a16:creationId xmlns:a16="http://schemas.microsoft.com/office/drawing/2014/main" id="{CA8F7439-A11A-B37F-8E7F-1541F8C360C4}"/>
              </a:ext>
            </a:extLst>
          </p:cNvPr>
          <p:cNvSpPr>
            <a:spLocks noGrp="1"/>
          </p:cNvSpPr>
          <p:nvPr>
            <p:ph type="body" sz="quarter" idx="14"/>
          </p:nvPr>
        </p:nvSpPr>
        <p:spPr>
          <a:xfrm>
            <a:off x="1212285" y="5251824"/>
            <a:ext cx="6578080" cy="659722"/>
          </a:xfrm>
          <a:prstGeom prst="rect">
            <a:avLst/>
          </a:prstGeom>
        </p:spPr>
        <p:txBody>
          <a:bodyPr/>
          <a:lstStyle>
            <a:lvl1pPr>
              <a:defRPr sz="2000" b="0">
                <a:solidFill>
                  <a:schemeClr val="bg1"/>
                </a:solidFill>
              </a:defRPr>
            </a:lvl1pPr>
          </a:lstStyle>
          <a:p>
            <a:pPr lvl="0"/>
            <a:r>
              <a:rPr lang="en-US"/>
              <a:t>Click to edit Master text styles</a:t>
            </a:r>
          </a:p>
        </p:txBody>
      </p:sp>
      <p:sp>
        <p:nvSpPr>
          <p:cNvPr id="3" name="Rectangle 2">
            <a:extLst>
              <a:ext uri="{FF2B5EF4-FFF2-40B4-BE49-F238E27FC236}">
                <a16:creationId xmlns:a16="http://schemas.microsoft.com/office/drawing/2014/main" id="{731224E1-CA4F-0875-C5F0-35D33EADD2EB}"/>
              </a:ext>
            </a:extLst>
          </p:cNvPr>
          <p:cNvSpPr/>
          <p:nvPr/>
        </p:nvSpPr>
        <p:spPr>
          <a:xfrm rot="16200000">
            <a:off x="-3338999"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4" name="Text Placeholder 33">
            <a:extLst>
              <a:ext uri="{FF2B5EF4-FFF2-40B4-BE49-F238E27FC236}">
                <a16:creationId xmlns:a16="http://schemas.microsoft.com/office/drawing/2014/main" id="{F38081E3-C84E-8E42-A77A-A602E5F45BEC}"/>
              </a:ext>
            </a:extLst>
          </p:cNvPr>
          <p:cNvSpPr>
            <a:spLocks noGrp="1"/>
          </p:cNvSpPr>
          <p:nvPr>
            <p:ph type="body" sz="quarter" idx="15"/>
          </p:nvPr>
        </p:nvSpPr>
        <p:spPr>
          <a:xfrm>
            <a:off x="1212285" y="5910502"/>
            <a:ext cx="6578080" cy="659722"/>
          </a:xfrm>
          <a:prstGeom prst="rect">
            <a:avLst/>
          </a:prstGeom>
        </p:spPr>
        <p:txBody>
          <a:bodyPr/>
          <a:lstStyle>
            <a:lvl1pPr>
              <a:defRPr>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2875030464"/>
      </p:ext>
    </p:extLst>
  </p:cSld>
  <p:clrMapOvr>
    <a:masterClrMapping/>
  </p:clrMapOvr>
  <p:hf sldNum="0" hdr="0" ftr="0" dt="0"/>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140.xml><?xml version="1.0" encoding="utf-8"?>
<p:sldLayout xmlns:a="http://schemas.openxmlformats.org/drawingml/2006/main" xmlns:r="http://schemas.openxmlformats.org/officeDocument/2006/relationships" xmlns:p="http://schemas.openxmlformats.org/presentationml/2006/main" showMasterSp="0" preserve="1">
  <p:cSld name="Title Slide 4">
    <p:spTree>
      <p:nvGrpSpPr>
        <p:cNvPr id="1" name=""/>
        <p:cNvGrpSpPr/>
        <p:nvPr/>
      </p:nvGrpSpPr>
      <p:grpSpPr>
        <a:xfrm>
          <a:off x="0" y="0"/>
          <a:ext cx="0" cy="0"/>
          <a:chOff x="0" y="0"/>
          <a:chExt cx="0" cy="0"/>
        </a:xfrm>
      </p:grpSpPr>
      <p:sp>
        <p:nvSpPr>
          <p:cNvPr id="43" name="Picture Placeholder 10">
            <a:extLst>
              <a:ext uri="{FF2B5EF4-FFF2-40B4-BE49-F238E27FC236}">
                <a16:creationId xmlns:a16="http://schemas.microsoft.com/office/drawing/2014/main" id="{3C1B8D60-78D7-1E25-C623-7509C881E3E9}"/>
              </a:ext>
            </a:extLst>
          </p:cNvPr>
          <p:cNvSpPr>
            <a:spLocks noGrp="1"/>
          </p:cNvSpPr>
          <p:nvPr>
            <p:ph type="pic" sz="quarter" idx="14"/>
          </p:nvPr>
        </p:nvSpPr>
        <p:spPr>
          <a:xfrm>
            <a:off x="9460018" y="1"/>
            <a:ext cx="2731981" cy="3429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pPr marR="0" lvl="0" fontAlgn="auto">
              <a:spcAft>
                <a:spcPts val="0"/>
              </a:spcAft>
              <a:buClrTx/>
              <a:buSzTx/>
              <a:tabLst/>
            </a:pPr>
            <a:r>
              <a:rPr lang="en-US"/>
              <a:t>Click icon to add picture</a:t>
            </a:r>
          </a:p>
        </p:txBody>
      </p:sp>
      <p:sp>
        <p:nvSpPr>
          <p:cNvPr id="42" name="Picture Placeholder 10">
            <a:extLst>
              <a:ext uri="{FF2B5EF4-FFF2-40B4-BE49-F238E27FC236}">
                <a16:creationId xmlns:a16="http://schemas.microsoft.com/office/drawing/2014/main" id="{E8C91BDE-0FA3-B18C-5405-5DB502E0FBA3}"/>
              </a:ext>
            </a:extLst>
          </p:cNvPr>
          <p:cNvSpPr>
            <a:spLocks noGrp="1"/>
          </p:cNvSpPr>
          <p:nvPr>
            <p:ph type="pic" sz="quarter" idx="13" hasCustomPrompt="1"/>
          </p:nvPr>
        </p:nvSpPr>
        <p:spPr>
          <a:xfrm>
            <a:off x="0" y="0"/>
            <a:ext cx="9280018" cy="6858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grpSp>
        <p:nvGrpSpPr>
          <p:cNvPr id="35" name="Group 2">
            <a:extLst>
              <a:ext uri="{FF2B5EF4-FFF2-40B4-BE49-F238E27FC236}">
                <a16:creationId xmlns:a16="http://schemas.microsoft.com/office/drawing/2014/main" id="{586CA03F-ED76-1D2D-90A8-504016961D55}"/>
              </a:ext>
            </a:extLst>
          </p:cNvPr>
          <p:cNvGrpSpPr>
            <a:grpSpLocks noChangeAspect="1"/>
          </p:cNvGrpSpPr>
          <p:nvPr/>
        </p:nvGrpSpPr>
        <p:grpSpPr>
          <a:xfrm>
            <a:off x="9912013" y="6122117"/>
            <a:ext cx="1872000" cy="420870"/>
            <a:chOff x="5094083" y="5360390"/>
            <a:chExt cx="3039349" cy="683316"/>
          </a:xfrm>
          <a:solidFill>
            <a:schemeClr val="tx2"/>
          </a:solidFill>
        </p:grpSpPr>
        <p:sp>
          <p:nvSpPr>
            <p:cNvPr id="36" name="Freeform: Shape 4">
              <a:extLst>
                <a:ext uri="{FF2B5EF4-FFF2-40B4-BE49-F238E27FC236}">
                  <a16:creationId xmlns:a16="http://schemas.microsoft.com/office/drawing/2014/main" id="{04CD9986-2686-D8E3-9192-8BEB77750D79}"/>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endParaRPr lang="en-US" sz="1800"/>
            </a:p>
          </p:txBody>
        </p:sp>
        <p:sp>
          <p:nvSpPr>
            <p:cNvPr id="37" name="Freeform: Shape 5">
              <a:extLst>
                <a:ext uri="{FF2B5EF4-FFF2-40B4-BE49-F238E27FC236}">
                  <a16:creationId xmlns:a16="http://schemas.microsoft.com/office/drawing/2014/main" id="{7CD40094-AC2F-9457-AD3F-9AAA89E00C4A}"/>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endParaRPr lang="en-US" sz="1800"/>
            </a:p>
          </p:txBody>
        </p:sp>
        <p:sp>
          <p:nvSpPr>
            <p:cNvPr id="38" name="Freeform: Shape 6">
              <a:extLst>
                <a:ext uri="{FF2B5EF4-FFF2-40B4-BE49-F238E27FC236}">
                  <a16:creationId xmlns:a16="http://schemas.microsoft.com/office/drawing/2014/main" id="{682D97D4-A5DA-2B1D-3407-13658458A52A}"/>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endParaRPr lang="en-US" sz="1800"/>
            </a:p>
          </p:txBody>
        </p:sp>
        <p:sp>
          <p:nvSpPr>
            <p:cNvPr id="39" name="Freeform: Shape 7">
              <a:extLst>
                <a:ext uri="{FF2B5EF4-FFF2-40B4-BE49-F238E27FC236}">
                  <a16:creationId xmlns:a16="http://schemas.microsoft.com/office/drawing/2014/main" id="{FEBEF87B-7156-68DF-4D8A-E84D8A4F0EA2}"/>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endParaRPr lang="en-US" sz="1800"/>
            </a:p>
          </p:txBody>
        </p:sp>
        <p:sp>
          <p:nvSpPr>
            <p:cNvPr id="40" name="Freeform: Shape 8">
              <a:extLst>
                <a:ext uri="{FF2B5EF4-FFF2-40B4-BE49-F238E27FC236}">
                  <a16:creationId xmlns:a16="http://schemas.microsoft.com/office/drawing/2014/main" id="{3A0B75AC-0F93-D7BF-2568-50E1CFEDF0CA}"/>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endParaRPr lang="en-US" sz="1800"/>
            </a:p>
          </p:txBody>
        </p:sp>
      </p:grpSp>
      <p:sp>
        <p:nvSpPr>
          <p:cNvPr id="44" name="Title 31">
            <a:extLst>
              <a:ext uri="{FF2B5EF4-FFF2-40B4-BE49-F238E27FC236}">
                <a16:creationId xmlns:a16="http://schemas.microsoft.com/office/drawing/2014/main" id="{3551E8D5-6D03-58C4-2A78-E73615CBFD4C}"/>
              </a:ext>
            </a:extLst>
          </p:cNvPr>
          <p:cNvSpPr>
            <a:spLocks noGrp="1"/>
          </p:cNvSpPr>
          <p:nvPr>
            <p:ph type="title"/>
          </p:nvPr>
        </p:nvSpPr>
        <p:spPr>
          <a:xfrm>
            <a:off x="551384" y="1628775"/>
            <a:ext cx="6578080" cy="3589714"/>
          </a:xfrm>
        </p:spPr>
        <p:txBody>
          <a:bodyPr anchor="b"/>
          <a:lstStyle>
            <a:lvl1pPr>
              <a:defRPr sz="5400">
                <a:solidFill>
                  <a:schemeClr val="bg1"/>
                </a:solidFill>
              </a:defRPr>
            </a:lvl1pPr>
          </a:lstStyle>
          <a:p>
            <a:r>
              <a:rPr lang="en-US"/>
              <a:t>Click to edit Master title style</a:t>
            </a:r>
            <a:endParaRPr lang="en-PL"/>
          </a:p>
        </p:txBody>
      </p:sp>
      <p:sp>
        <p:nvSpPr>
          <p:cNvPr id="45" name="Text Placeholder 33">
            <a:extLst>
              <a:ext uri="{FF2B5EF4-FFF2-40B4-BE49-F238E27FC236}">
                <a16:creationId xmlns:a16="http://schemas.microsoft.com/office/drawing/2014/main" id="{AE8BF6B9-54E0-50CF-ED1F-1556FC6C0905}"/>
              </a:ext>
            </a:extLst>
          </p:cNvPr>
          <p:cNvSpPr>
            <a:spLocks noGrp="1"/>
          </p:cNvSpPr>
          <p:nvPr>
            <p:ph type="body" sz="quarter" idx="15"/>
          </p:nvPr>
        </p:nvSpPr>
        <p:spPr>
          <a:xfrm>
            <a:off x="9912013" y="3893182"/>
            <a:ext cx="1872000" cy="1123397"/>
          </a:xfrm>
          <a:prstGeom prst="rect">
            <a:avLst/>
          </a:prstGeom>
        </p:spPr>
        <p:txBody>
          <a:bodyPr anchor="b">
            <a:noAutofit/>
          </a:bodyPr>
          <a:lstStyle>
            <a:lvl1pPr>
              <a:defRPr sz="2000"/>
            </a:lvl1pPr>
          </a:lstStyle>
          <a:p>
            <a:pPr lvl="0"/>
            <a:r>
              <a:rPr lang="en-US"/>
              <a:t>Click to edit Master text styles</a:t>
            </a:r>
          </a:p>
        </p:txBody>
      </p:sp>
      <p:sp>
        <p:nvSpPr>
          <p:cNvPr id="4" name="Rectangle 3">
            <a:extLst>
              <a:ext uri="{FF2B5EF4-FFF2-40B4-BE49-F238E27FC236}">
                <a16:creationId xmlns:a16="http://schemas.microsoft.com/office/drawing/2014/main" id="{78D281D9-C9E0-F6DF-2438-F4992F7D29D2}"/>
              </a:ext>
            </a:extLst>
          </p:cNvPr>
          <p:cNvSpPr/>
          <p:nvPr/>
        </p:nvSpPr>
        <p:spPr>
          <a:xfrm rot="16200000">
            <a:off x="5941020"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3" name="Text Placeholder 33">
            <a:extLst>
              <a:ext uri="{FF2B5EF4-FFF2-40B4-BE49-F238E27FC236}">
                <a16:creationId xmlns:a16="http://schemas.microsoft.com/office/drawing/2014/main" id="{F95A3A44-A840-3420-E0A4-A35DB913338B}"/>
              </a:ext>
            </a:extLst>
          </p:cNvPr>
          <p:cNvSpPr>
            <a:spLocks noGrp="1"/>
          </p:cNvSpPr>
          <p:nvPr>
            <p:ph type="body" sz="quarter" idx="16"/>
          </p:nvPr>
        </p:nvSpPr>
        <p:spPr>
          <a:xfrm>
            <a:off x="9912013" y="5264061"/>
            <a:ext cx="1872000" cy="522985"/>
          </a:xfrm>
          <a:prstGeom prst="rect">
            <a:avLst/>
          </a:prstGeom>
        </p:spPr>
        <p:txBody>
          <a:bodyPr/>
          <a:lstStyle/>
          <a:p>
            <a:pPr lvl="0"/>
            <a:r>
              <a:rPr lang="en-US"/>
              <a:t>Click to edit Master text styles</a:t>
            </a:r>
          </a:p>
        </p:txBody>
      </p:sp>
    </p:spTree>
    <p:extLst>
      <p:ext uri="{BB962C8B-B14F-4D97-AF65-F5344CB8AC3E}">
        <p14:creationId xmlns:p14="http://schemas.microsoft.com/office/powerpoint/2010/main" val="3029534307"/>
      </p:ext>
    </p:extLst>
  </p:cSld>
  <p:clrMapOvr>
    <a:masterClrMapping/>
  </p:clrMapOvr>
  <p:hf sldNum="0" hdr="0" ftr="0" dt="0"/>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141.xml><?xml version="1.0" encoding="utf-8"?>
<p:sldLayout xmlns:a="http://schemas.openxmlformats.org/drawingml/2006/main" xmlns:r="http://schemas.openxmlformats.org/officeDocument/2006/relationships" xmlns:p="http://schemas.openxmlformats.org/presentationml/2006/main" showMasterSp="0" preserve="1">
  <p:cSld name="Title Slide 6">
    <p:spTree>
      <p:nvGrpSpPr>
        <p:cNvPr id="1" name=""/>
        <p:cNvGrpSpPr/>
        <p:nvPr/>
      </p:nvGrpSpPr>
      <p:grpSpPr>
        <a:xfrm>
          <a:off x="0" y="0"/>
          <a:ext cx="0" cy="0"/>
          <a:chOff x="0" y="0"/>
          <a:chExt cx="0" cy="0"/>
        </a:xfrm>
      </p:grpSpPr>
      <p:sp>
        <p:nvSpPr>
          <p:cNvPr id="42" name="Picture Placeholder 10">
            <a:extLst>
              <a:ext uri="{FF2B5EF4-FFF2-40B4-BE49-F238E27FC236}">
                <a16:creationId xmlns:a16="http://schemas.microsoft.com/office/drawing/2014/main" id="{E8C91BDE-0FA3-B18C-5405-5DB502E0FBA3}"/>
              </a:ext>
            </a:extLst>
          </p:cNvPr>
          <p:cNvSpPr>
            <a:spLocks noGrp="1"/>
          </p:cNvSpPr>
          <p:nvPr>
            <p:ph type="pic" sz="quarter" idx="13" hasCustomPrompt="1"/>
          </p:nvPr>
        </p:nvSpPr>
        <p:spPr>
          <a:xfrm>
            <a:off x="0" y="0"/>
            <a:ext cx="9280018" cy="6858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sp>
        <p:nvSpPr>
          <p:cNvPr id="43" name="Picture Placeholder 10">
            <a:extLst>
              <a:ext uri="{FF2B5EF4-FFF2-40B4-BE49-F238E27FC236}">
                <a16:creationId xmlns:a16="http://schemas.microsoft.com/office/drawing/2014/main" id="{3C1B8D60-78D7-1E25-C623-7509C881E3E9}"/>
              </a:ext>
            </a:extLst>
          </p:cNvPr>
          <p:cNvSpPr>
            <a:spLocks noGrp="1"/>
          </p:cNvSpPr>
          <p:nvPr>
            <p:ph type="pic" sz="quarter" idx="14"/>
          </p:nvPr>
        </p:nvSpPr>
        <p:spPr>
          <a:xfrm>
            <a:off x="9460018" y="0"/>
            <a:ext cx="2731981" cy="4949047"/>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pPr marR="0" lvl="0" fontAlgn="auto">
              <a:spcAft>
                <a:spcPts val="0"/>
              </a:spcAft>
              <a:buClrTx/>
              <a:buSzTx/>
              <a:tabLst/>
            </a:pPr>
            <a:r>
              <a:rPr lang="en-US"/>
              <a:t>Click icon to add picture</a:t>
            </a:r>
          </a:p>
        </p:txBody>
      </p:sp>
      <p:grpSp>
        <p:nvGrpSpPr>
          <p:cNvPr id="35" name="Group 2">
            <a:extLst>
              <a:ext uri="{FF2B5EF4-FFF2-40B4-BE49-F238E27FC236}">
                <a16:creationId xmlns:a16="http://schemas.microsoft.com/office/drawing/2014/main" id="{586CA03F-ED76-1D2D-90A8-504016961D55}"/>
              </a:ext>
            </a:extLst>
          </p:cNvPr>
          <p:cNvGrpSpPr>
            <a:grpSpLocks noChangeAspect="1"/>
          </p:cNvGrpSpPr>
          <p:nvPr/>
        </p:nvGrpSpPr>
        <p:grpSpPr>
          <a:xfrm>
            <a:off x="9912013" y="6122117"/>
            <a:ext cx="1872000" cy="420870"/>
            <a:chOff x="5094083" y="5360390"/>
            <a:chExt cx="3039349" cy="683316"/>
          </a:xfrm>
          <a:solidFill>
            <a:schemeClr val="tx2"/>
          </a:solidFill>
        </p:grpSpPr>
        <p:sp>
          <p:nvSpPr>
            <p:cNvPr id="36" name="Freeform: Shape 4">
              <a:extLst>
                <a:ext uri="{FF2B5EF4-FFF2-40B4-BE49-F238E27FC236}">
                  <a16:creationId xmlns:a16="http://schemas.microsoft.com/office/drawing/2014/main" id="{04CD9986-2686-D8E3-9192-8BEB77750D79}"/>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endParaRPr lang="en-US" sz="1800"/>
            </a:p>
          </p:txBody>
        </p:sp>
        <p:sp>
          <p:nvSpPr>
            <p:cNvPr id="37" name="Freeform: Shape 5">
              <a:extLst>
                <a:ext uri="{FF2B5EF4-FFF2-40B4-BE49-F238E27FC236}">
                  <a16:creationId xmlns:a16="http://schemas.microsoft.com/office/drawing/2014/main" id="{7CD40094-AC2F-9457-AD3F-9AAA89E00C4A}"/>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endParaRPr lang="en-US" sz="1800"/>
            </a:p>
          </p:txBody>
        </p:sp>
        <p:sp>
          <p:nvSpPr>
            <p:cNvPr id="38" name="Freeform: Shape 6">
              <a:extLst>
                <a:ext uri="{FF2B5EF4-FFF2-40B4-BE49-F238E27FC236}">
                  <a16:creationId xmlns:a16="http://schemas.microsoft.com/office/drawing/2014/main" id="{682D97D4-A5DA-2B1D-3407-13658458A52A}"/>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endParaRPr lang="en-US" sz="1800"/>
            </a:p>
          </p:txBody>
        </p:sp>
        <p:sp>
          <p:nvSpPr>
            <p:cNvPr id="39" name="Freeform: Shape 7">
              <a:extLst>
                <a:ext uri="{FF2B5EF4-FFF2-40B4-BE49-F238E27FC236}">
                  <a16:creationId xmlns:a16="http://schemas.microsoft.com/office/drawing/2014/main" id="{FEBEF87B-7156-68DF-4D8A-E84D8A4F0EA2}"/>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endParaRPr lang="en-US" sz="1800"/>
            </a:p>
          </p:txBody>
        </p:sp>
        <p:sp>
          <p:nvSpPr>
            <p:cNvPr id="40" name="Freeform: Shape 8">
              <a:extLst>
                <a:ext uri="{FF2B5EF4-FFF2-40B4-BE49-F238E27FC236}">
                  <a16:creationId xmlns:a16="http://schemas.microsoft.com/office/drawing/2014/main" id="{3A0B75AC-0F93-D7BF-2568-50E1CFEDF0CA}"/>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endParaRPr lang="en-US" sz="1800"/>
            </a:p>
          </p:txBody>
        </p:sp>
      </p:grpSp>
      <p:sp>
        <p:nvSpPr>
          <p:cNvPr id="44" name="Title 31">
            <a:extLst>
              <a:ext uri="{FF2B5EF4-FFF2-40B4-BE49-F238E27FC236}">
                <a16:creationId xmlns:a16="http://schemas.microsoft.com/office/drawing/2014/main" id="{3551E8D5-6D03-58C4-2A78-E73615CBFD4C}"/>
              </a:ext>
            </a:extLst>
          </p:cNvPr>
          <p:cNvSpPr>
            <a:spLocks noGrp="1"/>
          </p:cNvSpPr>
          <p:nvPr>
            <p:ph type="title"/>
          </p:nvPr>
        </p:nvSpPr>
        <p:spPr>
          <a:xfrm>
            <a:off x="5087887" y="549275"/>
            <a:ext cx="4036154" cy="3815829"/>
          </a:xfrm>
        </p:spPr>
        <p:txBody>
          <a:bodyPr anchor="b"/>
          <a:lstStyle>
            <a:lvl1pPr>
              <a:defRPr sz="6600">
                <a:solidFill>
                  <a:schemeClr val="bg1"/>
                </a:solidFill>
                <a:latin typeface="Ubuntu Light" panose="020B0304030602030204" pitchFamily="34" charset="0"/>
              </a:defRPr>
            </a:lvl1pPr>
          </a:lstStyle>
          <a:p>
            <a:r>
              <a:rPr lang="en-US"/>
              <a:t>Click to edit Master title style</a:t>
            </a:r>
            <a:endParaRPr lang="en-PL"/>
          </a:p>
        </p:txBody>
      </p:sp>
      <p:sp>
        <p:nvSpPr>
          <p:cNvPr id="45" name="Text Placeholder 33">
            <a:extLst>
              <a:ext uri="{FF2B5EF4-FFF2-40B4-BE49-F238E27FC236}">
                <a16:creationId xmlns:a16="http://schemas.microsoft.com/office/drawing/2014/main" id="{AE8BF6B9-54E0-50CF-ED1F-1556FC6C0905}"/>
              </a:ext>
            </a:extLst>
          </p:cNvPr>
          <p:cNvSpPr>
            <a:spLocks noGrp="1"/>
          </p:cNvSpPr>
          <p:nvPr>
            <p:ph type="body" sz="quarter" idx="15"/>
          </p:nvPr>
        </p:nvSpPr>
        <p:spPr>
          <a:xfrm>
            <a:off x="5159897" y="4725144"/>
            <a:ext cx="3964144" cy="316404"/>
          </a:xfrm>
          <a:prstGeom prst="rect">
            <a:avLst/>
          </a:prstGeom>
        </p:spPr>
        <p:txBody>
          <a:bodyPr anchor="b">
            <a:noAutofit/>
          </a:bodyPr>
          <a:lstStyle>
            <a:lvl1pPr>
              <a:defRPr sz="2000">
                <a:solidFill>
                  <a:schemeClr val="bg1"/>
                </a:solidFill>
              </a:defRPr>
            </a:lvl1pPr>
          </a:lstStyle>
          <a:p>
            <a:pPr lvl="0"/>
            <a:r>
              <a:rPr lang="en-US"/>
              <a:t>Click to edit Master text styles</a:t>
            </a:r>
          </a:p>
        </p:txBody>
      </p:sp>
      <p:sp>
        <p:nvSpPr>
          <p:cNvPr id="4" name="Rectangle 3">
            <a:extLst>
              <a:ext uri="{FF2B5EF4-FFF2-40B4-BE49-F238E27FC236}">
                <a16:creationId xmlns:a16="http://schemas.microsoft.com/office/drawing/2014/main" id="{78D281D9-C9E0-F6DF-2438-F4992F7D29D2}"/>
              </a:ext>
            </a:extLst>
          </p:cNvPr>
          <p:cNvSpPr/>
          <p:nvPr/>
        </p:nvSpPr>
        <p:spPr>
          <a:xfrm rot="16200000">
            <a:off x="5941020"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3" name="Text Placeholder 33">
            <a:extLst>
              <a:ext uri="{FF2B5EF4-FFF2-40B4-BE49-F238E27FC236}">
                <a16:creationId xmlns:a16="http://schemas.microsoft.com/office/drawing/2014/main" id="{F95A3A44-A840-3420-E0A4-A35DB913338B}"/>
              </a:ext>
            </a:extLst>
          </p:cNvPr>
          <p:cNvSpPr>
            <a:spLocks noGrp="1"/>
          </p:cNvSpPr>
          <p:nvPr>
            <p:ph type="body" sz="quarter" idx="16"/>
          </p:nvPr>
        </p:nvSpPr>
        <p:spPr>
          <a:xfrm>
            <a:off x="9912013" y="5264061"/>
            <a:ext cx="1872000" cy="522985"/>
          </a:xfrm>
          <a:prstGeom prst="rect">
            <a:avLst/>
          </a:prstGeom>
        </p:spPr>
        <p:txBody>
          <a:bodyPr/>
          <a:lstStyle/>
          <a:p>
            <a:pPr lvl="0"/>
            <a:r>
              <a:rPr lang="en-US"/>
              <a:t>Click to edit Master text styles</a:t>
            </a:r>
          </a:p>
        </p:txBody>
      </p:sp>
    </p:spTree>
    <p:extLst>
      <p:ext uri="{BB962C8B-B14F-4D97-AF65-F5344CB8AC3E}">
        <p14:creationId xmlns:p14="http://schemas.microsoft.com/office/powerpoint/2010/main" val="1902337560"/>
      </p:ext>
    </p:extLst>
  </p:cSld>
  <p:clrMapOvr>
    <a:masterClrMapping/>
  </p:clrMapOvr>
  <p:hf sldNum="0" hdr="0" ftr="0" dt="0"/>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142.xml><?xml version="1.0" encoding="utf-8"?>
<p:sldLayout xmlns:a="http://schemas.openxmlformats.org/drawingml/2006/main" xmlns:r="http://schemas.openxmlformats.org/officeDocument/2006/relationships" xmlns:p="http://schemas.openxmlformats.org/presentationml/2006/main" showMasterSp="0" preserve="1">
  <p:cSld name="Title Slide 5">
    <p:spTree>
      <p:nvGrpSpPr>
        <p:cNvPr id="1" name=""/>
        <p:cNvGrpSpPr/>
        <p:nvPr/>
      </p:nvGrpSpPr>
      <p:grpSpPr>
        <a:xfrm>
          <a:off x="0" y="0"/>
          <a:ext cx="0" cy="0"/>
          <a:chOff x="0" y="0"/>
          <a:chExt cx="0" cy="0"/>
        </a:xfrm>
      </p:grpSpPr>
      <p:sp>
        <p:nvSpPr>
          <p:cNvPr id="43" name="Picture Placeholder 10">
            <a:extLst>
              <a:ext uri="{FF2B5EF4-FFF2-40B4-BE49-F238E27FC236}">
                <a16:creationId xmlns:a16="http://schemas.microsoft.com/office/drawing/2014/main" id="{3C1B8D60-78D7-1E25-C623-7509C881E3E9}"/>
              </a:ext>
            </a:extLst>
          </p:cNvPr>
          <p:cNvSpPr>
            <a:spLocks noGrp="1"/>
          </p:cNvSpPr>
          <p:nvPr>
            <p:ph type="pic" sz="quarter" idx="14"/>
          </p:nvPr>
        </p:nvSpPr>
        <p:spPr>
          <a:xfrm>
            <a:off x="-1" y="1"/>
            <a:ext cx="2736773" cy="3429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pPr marR="0" lvl="0" fontAlgn="auto">
              <a:spcAft>
                <a:spcPts val="0"/>
              </a:spcAft>
              <a:buClrTx/>
              <a:buSzTx/>
              <a:tabLst/>
            </a:pPr>
            <a:r>
              <a:rPr lang="en-US"/>
              <a:t>Click icon to add picture</a:t>
            </a:r>
          </a:p>
        </p:txBody>
      </p:sp>
      <p:sp>
        <p:nvSpPr>
          <p:cNvPr id="42" name="Picture Placeholder 10">
            <a:extLst>
              <a:ext uri="{FF2B5EF4-FFF2-40B4-BE49-F238E27FC236}">
                <a16:creationId xmlns:a16="http://schemas.microsoft.com/office/drawing/2014/main" id="{E8C91BDE-0FA3-B18C-5405-5DB502E0FBA3}"/>
              </a:ext>
            </a:extLst>
          </p:cNvPr>
          <p:cNvSpPr>
            <a:spLocks noGrp="1"/>
          </p:cNvSpPr>
          <p:nvPr>
            <p:ph type="pic" sz="quarter" idx="13" hasCustomPrompt="1"/>
          </p:nvPr>
        </p:nvSpPr>
        <p:spPr>
          <a:xfrm>
            <a:off x="2916774" y="0"/>
            <a:ext cx="9275226" cy="6858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grpSp>
        <p:nvGrpSpPr>
          <p:cNvPr id="35" name="Group 2">
            <a:extLst>
              <a:ext uri="{FF2B5EF4-FFF2-40B4-BE49-F238E27FC236}">
                <a16:creationId xmlns:a16="http://schemas.microsoft.com/office/drawing/2014/main" id="{586CA03F-ED76-1D2D-90A8-504016961D55}"/>
              </a:ext>
            </a:extLst>
          </p:cNvPr>
          <p:cNvGrpSpPr>
            <a:grpSpLocks noChangeAspect="1"/>
          </p:cNvGrpSpPr>
          <p:nvPr/>
        </p:nvGrpSpPr>
        <p:grpSpPr>
          <a:xfrm>
            <a:off x="357195" y="6122117"/>
            <a:ext cx="1872000" cy="420870"/>
            <a:chOff x="5094083" y="5360390"/>
            <a:chExt cx="3039349" cy="683316"/>
          </a:xfrm>
          <a:solidFill>
            <a:schemeClr val="tx2"/>
          </a:solidFill>
        </p:grpSpPr>
        <p:sp>
          <p:nvSpPr>
            <p:cNvPr id="36" name="Freeform: Shape 4">
              <a:extLst>
                <a:ext uri="{FF2B5EF4-FFF2-40B4-BE49-F238E27FC236}">
                  <a16:creationId xmlns:a16="http://schemas.microsoft.com/office/drawing/2014/main" id="{04CD9986-2686-D8E3-9192-8BEB77750D79}"/>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endParaRPr lang="en-US" sz="1800"/>
            </a:p>
          </p:txBody>
        </p:sp>
        <p:sp>
          <p:nvSpPr>
            <p:cNvPr id="37" name="Freeform: Shape 5">
              <a:extLst>
                <a:ext uri="{FF2B5EF4-FFF2-40B4-BE49-F238E27FC236}">
                  <a16:creationId xmlns:a16="http://schemas.microsoft.com/office/drawing/2014/main" id="{7CD40094-AC2F-9457-AD3F-9AAA89E00C4A}"/>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endParaRPr lang="en-US" sz="1800"/>
            </a:p>
          </p:txBody>
        </p:sp>
        <p:sp>
          <p:nvSpPr>
            <p:cNvPr id="38" name="Freeform: Shape 6">
              <a:extLst>
                <a:ext uri="{FF2B5EF4-FFF2-40B4-BE49-F238E27FC236}">
                  <a16:creationId xmlns:a16="http://schemas.microsoft.com/office/drawing/2014/main" id="{682D97D4-A5DA-2B1D-3407-13658458A52A}"/>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endParaRPr lang="en-US" sz="1800"/>
            </a:p>
          </p:txBody>
        </p:sp>
        <p:sp>
          <p:nvSpPr>
            <p:cNvPr id="39" name="Freeform: Shape 7">
              <a:extLst>
                <a:ext uri="{FF2B5EF4-FFF2-40B4-BE49-F238E27FC236}">
                  <a16:creationId xmlns:a16="http://schemas.microsoft.com/office/drawing/2014/main" id="{FEBEF87B-7156-68DF-4D8A-E84D8A4F0EA2}"/>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endParaRPr lang="en-US" sz="1800"/>
            </a:p>
          </p:txBody>
        </p:sp>
        <p:sp>
          <p:nvSpPr>
            <p:cNvPr id="40" name="Freeform: Shape 8">
              <a:extLst>
                <a:ext uri="{FF2B5EF4-FFF2-40B4-BE49-F238E27FC236}">
                  <a16:creationId xmlns:a16="http://schemas.microsoft.com/office/drawing/2014/main" id="{3A0B75AC-0F93-D7BF-2568-50E1CFEDF0CA}"/>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endParaRPr lang="en-US" sz="1800"/>
            </a:p>
          </p:txBody>
        </p:sp>
      </p:grpSp>
      <p:sp>
        <p:nvSpPr>
          <p:cNvPr id="3" name="Title 31">
            <a:extLst>
              <a:ext uri="{FF2B5EF4-FFF2-40B4-BE49-F238E27FC236}">
                <a16:creationId xmlns:a16="http://schemas.microsoft.com/office/drawing/2014/main" id="{D8CA367F-44BB-C4B7-EA59-F1D6214DB4D2}"/>
              </a:ext>
            </a:extLst>
          </p:cNvPr>
          <p:cNvSpPr>
            <a:spLocks noGrp="1"/>
          </p:cNvSpPr>
          <p:nvPr>
            <p:ph type="title"/>
          </p:nvPr>
        </p:nvSpPr>
        <p:spPr>
          <a:xfrm>
            <a:off x="3401003" y="1628775"/>
            <a:ext cx="6578080" cy="3589714"/>
          </a:xfrm>
        </p:spPr>
        <p:txBody>
          <a:bodyPr anchor="b"/>
          <a:lstStyle>
            <a:lvl1pPr>
              <a:defRPr sz="5400">
                <a:solidFill>
                  <a:schemeClr val="bg1"/>
                </a:solidFill>
              </a:defRPr>
            </a:lvl1pPr>
          </a:lstStyle>
          <a:p>
            <a:r>
              <a:rPr lang="en-US"/>
              <a:t>Click to edit Master title style</a:t>
            </a:r>
            <a:endParaRPr lang="en-PL"/>
          </a:p>
        </p:txBody>
      </p:sp>
      <p:sp>
        <p:nvSpPr>
          <p:cNvPr id="6" name="Rectangle 5">
            <a:extLst>
              <a:ext uri="{FF2B5EF4-FFF2-40B4-BE49-F238E27FC236}">
                <a16:creationId xmlns:a16="http://schemas.microsoft.com/office/drawing/2014/main" id="{308E3512-1EC7-FD95-4A22-F366C773E9C4}"/>
              </a:ext>
            </a:extLst>
          </p:cNvPr>
          <p:cNvSpPr/>
          <p:nvPr/>
        </p:nvSpPr>
        <p:spPr>
          <a:xfrm rot="16200000">
            <a:off x="-602226"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5" name="Text Placeholder 33">
            <a:extLst>
              <a:ext uri="{FF2B5EF4-FFF2-40B4-BE49-F238E27FC236}">
                <a16:creationId xmlns:a16="http://schemas.microsoft.com/office/drawing/2014/main" id="{940C889E-4F97-F9FE-39C5-DFA541A122BB}"/>
              </a:ext>
            </a:extLst>
          </p:cNvPr>
          <p:cNvSpPr>
            <a:spLocks noGrp="1"/>
          </p:cNvSpPr>
          <p:nvPr>
            <p:ph type="body" sz="quarter" idx="16"/>
          </p:nvPr>
        </p:nvSpPr>
        <p:spPr>
          <a:xfrm>
            <a:off x="357195" y="3893182"/>
            <a:ext cx="2088292" cy="1123397"/>
          </a:xfrm>
          <a:prstGeom prst="rect">
            <a:avLst/>
          </a:prstGeom>
        </p:spPr>
        <p:txBody>
          <a:bodyPr anchor="b">
            <a:noAutofit/>
          </a:bodyPr>
          <a:lstStyle>
            <a:lvl1pPr>
              <a:defRPr sz="2000"/>
            </a:lvl1pPr>
          </a:lstStyle>
          <a:p>
            <a:pPr lvl="0"/>
            <a:r>
              <a:rPr lang="en-US"/>
              <a:t>Click to edit Master text styles</a:t>
            </a:r>
          </a:p>
        </p:txBody>
      </p:sp>
      <p:sp>
        <p:nvSpPr>
          <p:cNvPr id="7" name="Text Placeholder 33">
            <a:extLst>
              <a:ext uri="{FF2B5EF4-FFF2-40B4-BE49-F238E27FC236}">
                <a16:creationId xmlns:a16="http://schemas.microsoft.com/office/drawing/2014/main" id="{9C442A3F-8F7B-AF19-BF71-5A8A0790F5CA}"/>
              </a:ext>
            </a:extLst>
          </p:cNvPr>
          <p:cNvSpPr>
            <a:spLocks noGrp="1"/>
          </p:cNvSpPr>
          <p:nvPr>
            <p:ph type="body" sz="quarter" idx="17"/>
          </p:nvPr>
        </p:nvSpPr>
        <p:spPr>
          <a:xfrm>
            <a:off x="357195" y="5264061"/>
            <a:ext cx="2088292" cy="522985"/>
          </a:xfrm>
          <a:prstGeom prst="rect">
            <a:avLst/>
          </a:prstGeom>
        </p:spPr>
        <p:txBody>
          <a:bodyPr/>
          <a:lstStyle/>
          <a:p>
            <a:pPr lvl="0"/>
            <a:r>
              <a:rPr lang="en-US"/>
              <a:t>Click to edit Master text styles</a:t>
            </a:r>
          </a:p>
        </p:txBody>
      </p:sp>
    </p:spTree>
    <p:extLst>
      <p:ext uri="{BB962C8B-B14F-4D97-AF65-F5344CB8AC3E}">
        <p14:creationId xmlns:p14="http://schemas.microsoft.com/office/powerpoint/2010/main" val="3660823500"/>
      </p:ext>
    </p:extLst>
  </p:cSld>
  <p:clrMapOvr>
    <a:masterClrMapping/>
  </p:clrMapOvr>
  <p:hf sldNum="0" hdr="0" ftr="0" dt="0"/>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143.xml><?xml version="1.0" encoding="utf-8"?>
<p:sldLayout xmlns:a="http://schemas.openxmlformats.org/drawingml/2006/main" xmlns:r="http://schemas.openxmlformats.org/officeDocument/2006/relationships" xmlns:p="http://schemas.openxmlformats.org/presentationml/2006/main" showMasterSp="0" preserve="1">
  <p:cSld name="Agenda 1">
    <p:spTree>
      <p:nvGrpSpPr>
        <p:cNvPr id="1" name=""/>
        <p:cNvGrpSpPr/>
        <p:nvPr/>
      </p:nvGrpSpPr>
      <p:grpSpPr>
        <a:xfrm>
          <a:off x="0" y="0"/>
          <a:ext cx="0" cy="0"/>
          <a:chOff x="0" y="0"/>
          <a:chExt cx="0" cy="0"/>
        </a:xfrm>
      </p:grpSpPr>
      <p:sp>
        <p:nvSpPr>
          <p:cNvPr id="19" name="Picture Placeholder 18">
            <a:extLst>
              <a:ext uri="{FF2B5EF4-FFF2-40B4-BE49-F238E27FC236}">
                <a16:creationId xmlns:a16="http://schemas.microsoft.com/office/drawing/2014/main" id="{6424D2EA-9AAB-3E5E-F5AA-4EFA5797243B}"/>
              </a:ext>
            </a:extLst>
          </p:cNvPr>
          <p:cNvSpPr>
            <a:spLocks noGrp="1"/>
          </p:cNvSpPr>
          <p:nvPr>
            <p:ph type="pic" sz="quarter" idx="10" hasCustomPrompt="1"/>
          </p:nvPr>
        </p:nvSpPr>
        <p:spPr>
          <a:xfrm>
            <a:off x="8878957" y="1"/>
            <a:ext cx="3313043"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2">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8" name="Logo Placeholder 7">
            <a:extLst>
              <a:ext uri="{FF2B5EF4-FFF2-40B4-BE49-F238E27FC236}">
                <a16:creationId xmlns:a16="http://schemas.microsoft.com/office/drawing/2014/main" id="{62FD468B-B69E-D6B3-0B31-29405A8C9B22}"/>
              </a:ext>
            </a:extLst>
          </p:cNvPr>
          <p:cNvSpPr>
            <a:spLocks noGrp="1"/>
          </p:cNvSpPr>
          <p:nvPr>
            <p:ph type="body" sz="quarter" idx="40" hasCustomPrompt="1"/>
          </p:nvPr>
        </p:nvSpPr>
        <p:spPr>
          <a:xfrm>
            <a:off x="11765626" y="128961"/>
            <a:ext cx="26904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
        <p:nvSpPr>
          <p:cNvPr id="10" name="Title Placeholder 4">
            <a:extLst>
              <a:ext uri="{FF2B5EF4-FFF2-40B4-BE49-F238E27FC236}">
                <a16:creationId xmlns:a16="http://schemas.microsoft.com/office/drawing/2014/main" id="{88071F53-FF39-EE02-C206-04BC9BC62837}"/>
              </a:ext>
            </a:extLst>
          </p:cNvPr>
          <p:cNvSpPr>
            <a:spLocks noGrp="1"/>
          </p:cNvSpPr>
          <p:nvPr>
            <p:ph type="title"/>
          </p:nvPr>
        </p:nvSpPr>
        <p:spPr>
          <a:xfrm>
            <a:off x="551384" y="549274"/>
            <a:ext cx="7920880" cy="930372"/>
          </a:xfrm>
          <a:prstGeom prst="rect">
            <a:avLst/>
          </a:prstGeom>
        </p:spPr>
        <p:txBody>
          <a:bodyPr vert="horz" lIns="0" tIns="0" rIns="0" bIns="126000" rtlCol="0" anchor="b" anchorCtr="0">
            <a:noAutofit/>
          </a:bodyPr>
          <a:lstStyle/>
          <a:p>
            <a:pPr lvl="0"/>
            <a:r>
              <a:rPr lang="en-US"/>
              <a:t>Click to edit Master title style</a:t>
            </a:r>
            <a:endParaRPr lang="de-DE"/>
          </a:p>
        </p:txBody>
      </p:sp>
      <p:sp>
        <p:nvSpPr>
          <p:cNvPr id="11" name="Text Placeholder 1">
            <a:extLst>
              <a:ext uri="{FF2B5EF4-FFF2-40B4-BE49-F238E27FC236}">
                <a16:creationId xmlns:a16="http://schemas.microsoft.com/office/drawing/2014/main" id="{D450594D-C071-DB63-60E9-737FD362024E}"/>
              </a:ext>
            </a:extLst>
          </p:cNvPr>
          <p:cNvSpPr>
            <a:spLocks noGrp="1"/>
          </p:cNvSpPr>
          <p:nvPr>
            <p:ph idx="1"/>
          </p:nvPr>
        </p:nvSpPr>
        <p:spPr>
          <a:xfrm>
            <a:off x="551384" y="1628800"/>
            <a:ext cx="7920880" cy="4668638"/>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Tree>
    <p:extLst>
      <p:ext uri="{BB962C8B-B14F-4D97-AF65-F5344CB8AC3E}">
        <p14:creationId xmlns:p14="http://schemas.microsoft.com/office/powerpoint/2010/main" val="2084644162"/>
      </p:ext>
    </p:extLst>
  </p:cSld>
  <p:clrMapOvr>
    <a:masterClrMapping/>
  </p:clrMapOvr>
  <p:hf sldNum="0" hdr="0" ftr="0" dt="0"/>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p:cSld name="Agenda 2">
    <p:spTree>
      <p:nvGrpSpPr>
        <p:cNvPr id="1" name=""/>
        <p:cNvGrpSpPr/>
        <p:nvPr/>
      </p:nvGrpSpPr>
      <p:grpSpPr>
        <a:xfrm>
          <a:off x="0" y="0"/>
          <a:ext cx="0" cy="0"/>
          <a:chOff x="0" y="0"/>
          <a:chExt cx="0" cy="0"/>
        </a:xfrm>
      </p:grpSpPr>
      <p:sp>
        <p:nvSpPr>
          <p:cNvPr id="20" name="Picture Placeholder 7">
            <a:extLst>
              <a:ext uri="{FF2B5EF4-FFF2-40B4-BE49-F238E27FC236}">
                <a16:creationId xmlns:a16="http://schemas.microsoft.com/office/drawing/2014/main" id="{7719DBC8-1C65-EC71-F260-3E45E00F725D}"/>
              </a:ext>
            </a:extLst>
          </p:cNvPr>
          <p:cNvSpPr>
            <a:spLocks noGrp="1"/>
          </p:cNvSpPr>
          <p:nvPr>
            <p:ph type="pic" sz="quarter" idx="18" hasCustomPrompt="1"/>
          </p:nvPr>
        </p:nvSpPr>
        <p:spPr>
          <a:xfrm>
            <a:off x="0" y="0"/>
            <a:ext cx="6096000"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5" name="Title Placeholder 4">
            <a:extLst>
              <a:ext uri="{FF2B5EF4-FFF2-40B4-BE49-F238E27FC236}">
                <a16:creationId xmlns:a16="http://schemas.microsoft.com/office/drawing/2014/main" id="{064AC36F-9D88-0AFF-0D23-B3207730506D}"/>
              </a:ext>
            </a:extLst>
          </p:cNvPr>
          <p:cNvSpPr>
            <a:spLocks noGrp="1"/>
          </p:cNvSpPr>
          <p:nvPr>
            <p:ph type="title"/>
          </p:nvPr>
        </p:nvSpPr>
        <p:spPr>
          <a:xfrm>
            <a:off x="6600056" y="549274"/>
            <a:ext cx="5042266" cy="930372"/>
          </a:xfrm>
          <a:prstGeom prst="rect">
            <a:avLst/>
          </a:prstGeom>
        </p:spPr>
        <p:txBody>
          <a:bodyPr vert="horz" lIns="0" tIns="0" rIns="0" bIns="126000" rtlCol="0" anchor="b" anchorCtr="0">
            <a:noAutofit/>
          </a:bodyPr>
          <a:lstStyle/>
          <a:p>
            <a:pPr lvl="0"/>
            <a:r>
              <a:rPr lang="en-US"/>
              <a:t>Click to edit Master title style</a:t>
            </a:r>
            <a:endParaRPr lang="de-DE"/>
          </a:p>
        </p:txBody>
      </p:sp>
      <p:sp>
        <p:nvSpPr>
          <p:cNvPr id="7" name="Text Placeholder 11">
            <a:extLst>
              <a:ext uri="{FF2B5EF4-FFF2-40B4-BE49-F238E27FC236}">
                <a16:creationId xmlns:a16="http://schemas.microsoft.com/office/drawing/2014/main" id="{77152031-1FC0-032B-F3DB-6C7DECFE02E6}"/>
              </a:ext>
            </a:extLst>
          </p:cNvPr>
          <p:cNvSpPr>
            <a:spLocks noGrp="1"/>
          </p:cNvSpPr>
          <p:nvPr>
            <p:ph type="body" sz="quarter" idx="25" hasCustomPrompt="1"/>
          </p:nvPr>
        </p:nvSpPr>
        <p:spPr>
          <a:xfrm>
            <a:off x="6585993" y="2007152"/>
            <a:ext cx="5054623" cy="369332"/>
          </a:xfrm>
          <a:prstGeom prst="rect">
            <a:avLst/>
          </a:prstGeom>
        </p:spPr>
        <p:txBody>
          <a:bodyPr lIns="0" tIns="0" rIns="0" bIns="0" anchor="ctr">
            <a:normAutofit/>
          </a:bodyPr>
          <a:lstStyle>
            <a:lvl1pPr>
              <a:spcBef>
                <a:spcPts val="0"/>
              </a:spcBef>
              <a:defRPr sz="2000">
                <a:solidFill>
                  <a:schemeClr val="tx2"/>
                </a:solidFill>
              </a:defRPr>
            </a:lvl1pPr>
          </a:lstStyle>
          <a:p>
            <a:pPr lvl="0"/>
            <a:r>
              <a:rPr lang="en-US"/>
              <a:t>Click to add text</a:t>
            </a:r>
          </a:p>
        </p:txBody>
      </p:sp>
      <p:sp>
        <p:nvSpPr>
          <p:cNvPr id="8" name="Text Placeholder 11">
            <a:extLst>
              <a:ext uri="{FF2B5EF4-FFF2-40B4-BE49-F238E27FC236}">
                <a16:creationId xmlns:a16="http://schemas.microsoft.com/office/drawing/2014/main" id="{2397C058-DED2-A927-F1FC-4D2262C4D8CC}"/>
              </a:ext>
            </a:extLst>
          </p:cNvPr>
          <p:cNvSpPr>
            <a:spLocks noGrp="1"/>
          </p:cNvSpPr>
          <p:nvPr>
            <p:ph type="body" sz="quarter" idx="26" hasCustomPrompt="1"/>
          </p:nvPr>
        </p:nvSpPr>
        <p:spPr>
          <a:xfrm>
            <a:off x="6585993" y="2599765"/>
            <a:ext cx="5054623" cy="369332"/>
          </a:xfrm>
          <a:prstGeom prst="rect">
            <a:avLst/>
          </a:prstGeom>
        </p:spPr>
        <p:txBody>
          <a:bodyPr lIns="0" tIns="0" rIns="0" bIns="0" anchor="ctr">
            <a:normAutofit/>
          </a:bodyPr>
          <a:lstStyle>
            <a:lvl1pPr>
              <a:spcBef>
                <a:spcPts val="0"/>
              </a:spcBef>
              <a:defRPr sz="2000">
                <a:solidFill>
                  <a:schemeClr val="tx2"/>
                </a:solidFill>
              </a:defRPr>
            </a:lvl1pPr>
          </a:lstStyle>
          <a:p>
            <a:pPr lvl="0"/>
            <a:r>
              <a:rPr lang="en-US"/>
              <a:t>Click to add text</a:t>
            </a:r>
          </a:p>
        </p:txBody>
      </p:sp>
      <p:sp>
        <p:nvSpPr>
          <p:cNvPr id="9" name="Text Placeholder 11">
            <a:extLst>
              <a:ext uri="{FF2B5EF4-FFF2-40B4-BE49-F238E27FC236}">
                <a16:creationId xmlns:a16="http://schemas.microsoft.com/office/drawing/2014/main" id="{17FFBEBF-84C6-4981-C2E8-C48E0CF9A363}"/>
              </a:ext>
            </a:extLst>
          </p:cNvPr>
          <p:cNvSpPr>
            <a:spLocks noGrp="1"/>
          </p:cNvSpPr>
          <p:nvPr>
            <p:ph type="body" sz="quarter" idx="30" hasCustomPrompt="1"/>
          </p:nvPr>
        </p:nvSpPr>
        <p:spPr>
          <a:xfrm>
            <a:off x="6585993" y="3192378"/>
            <a:ext cx="5054623" cy="369332"/>
          </a:xfrm>
          <a:prstGeom prst="rect">
            <a:avLst/>
          </a:prstGeom>
        </p:spPr>
        <p:txBody>
          <a:bodyPr lIns="0" tIns="0" rIns="0" bIns="0" anchor="ctr">
            <a:normAutofit/>
          </a:bodyPr>
          <a:lstStyle>
            <a:lvl1pPr>
              <a:spcBef>
                <a:spcPts val="0"/>
              </a:spcBef>
              <a:defRPr sz="2000">
                <a:solidFill>
                  <a:schemeClr val="tx2"/>
                </a:solidFill>
              </a:defRPr>
            </a:lvl1pPr>
          </a:lstStyle>
          <a:p>
            <a:pPr lvl="0"/>
            <a:r>
              <a:rPr lang="en-US"/>
              <a:t>Click to add text</a:t>
            </a:r>
          </a:p>
        </p:txBody>
      </p:sp>
      <p:sp>
        <p:nvSpPr>
          <p:cNvPr id="10" name="Text Placeholder 11">
            <a:extLst>
              <a:ext uri="{FF2B5EF4-FFF2-40B4-BE49-F238E27FC236}">
                <a16:creationId xmlns:a16="http://schemas.microsoft.com/office/drawing/2014/main" id="{B50E875C-17E2-59C2-ADA9-61BD0E75B160}"/>
              </a:ext>
            </a:extLst>
          </p:cNvPr>
          <p:cNvSpPr>
            <a:spLocks noGrp="1"/>
          </p:cNvSpPr>
          <p:nvPr>
            <p:ph type="body" sz="quarter" idx="31" hasCustomPrompt="1"/>
          </p:nvPr>
        </p:nvSpPr>
        <p:spPr>
          <a:xfrm>
            <a:off x="6585993" y="3784991"/>
            <a:ext cx="5054623" cy="369332"/>
          </a:xfrm>
          <a:prstGeom prst="rect">
            <a:avLst/>
          </a:prstGeom>
        </p:spPr>
        <p:txBody>
          <a:bodyPr lIns="0" tIns="0" rIns="0" bIns="0" anchor="ctr">
            <a:normAutofit/>
          </a:bodyPr>
          <a:lstStyle>
            <a:lvl1pPr>
              <a:spcBef>
                <a:spcPts val="0"/>
              </a:spcBef>
              <a:defRPr sz="2000">
                <a:solidFill>
                  <a:schemeClr val="tx2"/>
                </a:solidFill>
              </a:defRPr>
            </a:lvl1pPr>
          </a:lstStyle>
          <a:p>
            <a:pPr lvl="0"/>
            <a:r>
              <a:rPr lang="en-US"/>
              <a:t>Click to add text</a:t>
            </a:r>
          </a:p>
        </p:txBody>
      </p:sp>
      <p:sp>
        <p:nvSpPr>
          <p:cNvPr id="11" name="Text Placeholder 11">
            <a:extLst>
              <a:ext uri="{FF2B5EF4-FFF2-40B4-BE49-F238E27FC236}">
                <a16:creationId xmlns:a16="http://schemas.microsoft.com/office/drawing/2014/main" id="{A9420F04-AF69-214B-65E6-46E3677153F0}"/>
              </a:ext>
            </a:extLst>
          </p:cNvPr>
          <p:cNvSpPr>
            <a:spLocks noGrp="1"/>
          </p:cNvSpPr>
          <p:nvPr>
            <p:ph type="body" sz="quarter" idx="32" hasCustomPrompt="1"/>
          </p:nvPr>
        </p:nvSpPr>
        <p:spPr>
          <a:xfrm>
            <a:off x="6585993" y="4377605"/>
            <a:ext cx="5054623" cy="369332"/>
          </a:xfrm>
          <a:prstGeom prst="rect">
            <a:avLst/>
          </a:prstGeom>
        </p:spPr>
        <p:txBody>
          <a:bodyPr lIns="0" tIns="0" rIns="0" bIns="0" anchor="ctr">
            <a:normAutofit/>
          </a:bodyPr>
          <a:lstStyle>
            <a:lvl1pPr>
              <a:spcBef>
                <a:spcPts val="0"/>
              </a:spcBef>
              <a:defRPr sz="2000">
                <a:solidFill>
                  <a:schemeClr val="tx2"/>
                </a:solidFill>
              </a:defRPr>
            </a:lvl1pPr>
          </a:lstStyle>
          <a:p>
            <a:pPr lvl="0"/>
            <a:r>
              <a:rPr lang="en-US"/>
              <a:t>Click to add text</a:t>
            </a:r>
          </a:p>
        </p:txBody>
      </p:sp>
      <p:sp>
        <p:nvSpPr>
          <p:cNvPr id="12" name="Text Placeholder 11">
            <a:extLst>
              <a:ext uri="{FF2B5EF4-FFF2-40B4-BE49-F238E27FC236}">
                <a16:creationId xmlns:a16="http://schemas.microsoft.com/office/drawing/2014/main" id="{A789EDD1-6A88-C664-0739-2CFCD04A787A}"/>
              </a:ext>
            </a:extLst>
          </p:cNvPr>
          <p:cNvSpPr>
            <a:spLocks noGrp="1"/>
          </p:cNvSpPr>
          <p:nvPr>
            <p:ph type="body" sz="quarter" idx="34" hasCustomPrompt="1"/>
          </p:nvPr>
        </p:nvSpPr>
        <p:spPr>
          <a:xfrm>
            <a:off x="6585993" y="4970219"/>
            <a:ext cx="5054623" cy="369332"/>
          </a:xfrm>
          <a:prstGeom prst="rect">
            <a:avLst/>
          </a:prstGeom>
        </p:spPr>
        <p:txBody>
          <a:bodyPr lIns="0" tIns="0" rIns="0" bIns="0" anchor="ctr">
            <a:normAutofit/>
          </a:bodyPr>
          <a:lstStyle>
            <a:lvl1pPr>
              <a:spcBef>
                <a:spcPts val="0"/>
              </a:spcBef>
              <a:defRPr sz="2000">
                <a:solidFill>
                  <a:schemeClr val="tx2"/>
                </a:solidFill>
              </a:defRPr>
            </a:lvl1pPr>
          </a:lstStyle>
          <a:p>
            <a:pPr lvl="0"/>
            <a:r>
              <a:rPr lang="en-US"/>
              <a:t>Click to add text</a:t>
            </a:r>
          </a:p>
        </p:txBody>
      </p:sp>
      <p:sp>
        <p:nvSpPr>
          <p:cNvPr id="13" name="Text Placeholder 11">
            <a:extLst>
              <a:ext uri="{FF2B5EF4-FFF2-40B4-BE49-F238E27FC236}">
                <a16:creationId xmlns:a16="http://schemas.microsoft.com/office/drawing/2014/main" id="{892337BD-72AF-D589-5EEB-9C85E19A6825}"/>
              </a:ext>
            </a:extLst>
          </p:cNvPr>
          <p:cNvSpPr>
            <a:spLocks noGrp="1"/>
          </p:cNvSpPr>
          <p:nvPr>
            <p:ph type="body" sz="quarter" idx="35" hasCustomPrompt="1"/>
          </p:nvPr>
        </p:nvSpPr>
        <p:spPr>
          <a:xfrm>
            <a:off x="6585993" y="5562833"/>
            <a:ext cx="5054623" cy="369332"/>
          </a:xfrm>
          <a:prstGeom prst="rect">
            <a:avLst/>
          </a:prstGeom>
        </p:spPr>
        <p:txBody>
          <a:bodyPr lIns="0" tIns="0" rIns="0" bIns="0" anchor="ctr">
            <a:normAutofit/>
          </a:bodyPr>
          <a:lstStyle>
            <a:lvl1pPr>
              <a:spcBef>
                <a:spcPts val="0"/>
              </a:spcBef>
              <a:defRPr sz="2000">
                <a:solidFill>
                  <a:schemeClr val="tx2"/>
                </a:solidFill>
              </a:defRPr>
            </a:lvl1pPr>
          </a:lstStyle>
          <a:p>
            <a:pPr lvl="0"/>
            <a:r>
              <a:rPr lang="en-US"/>
              <a:t>Click to add text</a:t>
            </a:r>
          </a:p>
        </p:txBody>
      </p:sp>
    </p:spTree>
    <p:extLst>
      <p:ext uri="{BB962C8B-B14F-4D97-AF65-F5344CB8AC3E}">
        <p14:creationId xmlns:p14="http://schemas.microsoft.com/office/powerpoint/2010/main" val="185147341"/>
      </p:ext>
    </p:extLst>
  </p:cSld>
  <p:clrMapOvr>
    <a:masterClrMapping/>
  </p:clrMapOvr>
  <p:hf sldNum="0" hdr="0" ftr="0" dt="0"/>
</p:sldLayout>
</file>

<file path=ppt/slideLayouts/slideLayout145.xml><?xml version="1.0" encoding="utf-8"?>
<p:sldLayout xmlns:a="http://schemas.openxmlformats.org/drawingml/2006/main" xmlns:r="http://schemas.openxmlformats.org/officeDocument/2006/relationships" xmlns:p="http://schemas.openxmlformats.org/presentationml/2006/main">
  <p:cSld name="Agenda 3">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D119069D-5D68-4DB4-B45F-92CCC710785E}"/>
              </a:ext>
            </a:extLst>
          </p:cNvPr>
          <p:cNvSpPr>
            <a:spLocks noGrp="1"/>
          </p:cNvSpPr>
          <p:nvPr>
            <p:ph type="body" sz="quarter" idx="24" hasCustomPrompt="1"/>
          </p:nvPr>
        </p:nvSpPr>
        <p:spPr>
          <a:xfrm>
            <a:off x="2207567" y="1628775"/>
            <a:ext cx="9433569" cy="369332"/>
          </a:xfrm>
          <a:prstGeom prst="rect">
            <a:avLst/>
          </a:prstGeom>
        </p:spPr>
        <p:txBody>
          <a:bodyPr>
            <a:normAutofit/>
          </a:bodyPr>
          <a:lstStyle>
            <a:lvl1pPr>
              <a:spcBef>
                <a:spcPts val="0"/>
              </a:spcBef>
              <a:defRPr sz="2400">
                <a:solidFill>
                  <a:schemeClr val="tx1"/>
                </a:solidFill>
              </a:defRPr>
            </a:lvl1pPr>
          </a:lstStyle>
          <a:p>
            <a:pPr lvl="0"/>
            <a:r>
              <a:rPr lang="en-US"/>
              <a:t>Click to add text</a:t>
            </a:r>
          </a:p>
        </p:txBody>
      </p:sp>
      <p:sp>
        <p:nvSpPr>
          <p:cNvPr id="23" name="Text Placeholder 11">
            <a:extLst>
              <a:ext uri="{FF2B5EF4-FFF2-40B4-BE49-F238E27FC236}">
                <a16:creationId xmlns:a16="http://schemas.microsoft.com/office/drawing/2014/main" id="{AA1A2157-04CD-44FC-8492-E3FAFE326F18}"/>
              </a:ext>
            </a:extLst>
          </p:cNvPr>
          <p:cNvSpPr>
            <a:spLocks noGrp="1"/>
          </p:cNvSpPr>
          <p:nvPr>
            <p:ph type="body" sz="quarter" idx="25" hasCustomPrompt="1"/>
          </p:nvPr>
        </p:nvSpPr>
        <p:spPr>
          <a:xfrm>
            <a:off x="2207567" y="2221388"/>
            <a:ext cx="9433569" cy="369332"/>
          </a:xfrm>
          <a:prstGeom prst="rect">
            <a:avLst/>
          </a:prstGeom>
        </p:spPr>
        <p:txBody>
          <a:bodyPr>
            <a:normAutofit/>
          </a:bodyPr>
          <a:lstStyle>
            <a:lvl1pPr>
              <a:spcBef>
                <a:spcPts val="0"/>
              </a:spcBef>
              <a:defRPr sz="2400">
                <a:solidFill>
                  <a:schemeClr val="tx1"/>
                </a:solidFill>
              </a:defRPr>
            </a:lvl1pPr>
          </a:lstStyle>
          <a:p>
            <a:pPr lvl="0"/>
            <a:r>
              <a:rPr lang="en-US"/>
              <a:t>Click to add text</a:t>
            </a:r>
          </a:p>
        </p:txBody>
      </p:sp>
      <p:sp>
        <p:nvSpPr>
          <p:cNvPr id="24" name="Text Placeholder 11">
            <a:extLst>
              <a:ext uri="{FF2B5EF4-FFF2-40B4-BE49-F238E27FC236}">
                <a16:creationId xmlns:a16="http://schemas.microsoft.com/office/drawing/2014/main" id="{199E21EB-D052-4206-952C-D3FE77AA1C8D}"/>
              </a:ext>
            </a:extLst>
          </p:cNvPr>
          <p:cNvSpPr>
            <a:spLocks noGrp="1"/>
          </p:cNvSpPr>
          <p:nvPr>
            <p:ph type="body" sz="quarter" idx="26" hasCustomPrompt="1"/>
          </p:nvPr>
        </p:nvSpPr>
        <p:spPr>
          <a:xfrm>
            <a:off x="2207567" y="2814001"/>
            <a:ext cx="9433569" cy="369332"/>
          </a:xfrm>
          <a:prstGeom prst="rect">
            <a:avLst/>
          </a:prstGeom>
        </p:spPr>
        <p:txBody>
          <a:bodyPr>
            <a:normAutofit/>
          </a:bodyPr>
          <a:lstStyle>
            <a:lvl1pPr>
              <a:spcBef>
                <a:spcPts val="0"/>
              </a:spcBef>
              <a:defRPr sz="2400">
                <a:solidFill>
                  <a:schemeClr val="tx1"/>
                </a:solidFill>
              </a:defRPr>
            </a:lvl1pPr>
          </a:lstStyle>
          <a:p>
            <a:pPr lvl="0"/>
            <a:r>
              <a:rPr lang="en-US"/>
              <a:t>Click to add text</a:t>
            </a:r>
          </a:p>
        </p:txBody>
      </p:sp>
      <p:sp>
        <p:nvSpPr>
          <p:cNvPr id="7" name="Text Placeholder 6">
            <a:extLst>
              <a:ext uri="{FF2B5EF4-FFF2-40B4-BE49-F238E27FC236}">
                <a16:creationId xmlns:a16="http://schemas.microsoft.com/office/drawing/2014/main" id="{C9AA932A-4442-4987-878D-3B69D84A4771}"/>
              </a:ext>
            </a:extLst>
          </p:cNvPr>
          <p:cNvSpPr>
            <a:spLocks noGrp="1"/>
          </p:cNvSpPr>
          <p:nvPr>
            <p:ph type="body" sz="quarter" idx="27" hasCustomPrompt="1"/>
          </p:nvPr>
        </p:nvSpPr>
        <p:spPr>
          <a:xfrm>
            <a:off x="1492499" y="1628775"/>
            <a:ext cx="335980" cy="369888"/>
          </a:xfrm>
          <a:prstGeom prst="rect">
            <a:avLst/>
          </a:prstGeom>
        </p:spPr>
        <p:txBody>
          <a:bodyPr vert="horz" wrap="none" lIns="0" tIns="0" rIns="0" bIns="0" rtlCol="0">
            <a:normAutofit/>
          </a:bodyPr>
          <a:lstStyle>
            <a:lvl1pPr algn="r">
              <a:defRPr lang="de-DE" sz="2400" b="1" dirty="0">
                <a:solidFill>
                  <a:schemeClr val="tx2"/>
                </a:solidFill>
              </a:defRPr>
            </a:lvl1pPr>
          </a:lstStyle>
          <a:p>
            <a:pPr lvl="0">
              <a:spcBef>
                <a:spcPts val="0"/>
              </a:spcBef>
            </a:pPr>
            <a:r>
              <a:rPr lang="de-DE"/>
              <a:t>0x</a:t>
            </a:r>
          </a:p>
        </p:txBody>
      </p:sp>
      <p:sp>
        <p:nvSpPr>
          <p:cNvPr id="21" name="Text Placeholder 6">
            <a:extLst>
              <a:ext uri="{FF2B5EF4-FFF2-40B4-BE49-F238E27FC236}">
                <a16:creationId xmlns:a16="http://schemas.microsoft.com/office/drawing/2014/main" id="{EAA65ABF-5E47-4A8A-934B-E9458D034F70}"/>
              </a:ext>
            </a:extLst>
          </p:cNvPr>
          <p:cNvSpPr>
            <a:spLocks noGrp="1"/>
          </p:cNvSpPr>
          <p:nvPr>
            <p:ph type="body" sz="quarter" idx="28" hasCustomPrompt="1"/>
          </p:nvPr>
        </p:nvSpPr>
        <p:spPr>
          <a:xfrm>
            <a:off x="1492499" y="2221388"/>
            <a:ext cx="335980" cy="369888"/>
          </a:xfrm>
          <a:prstGeom prst="rect">
            <a:avLst/>
          </a:prstGeom>
        </p:spPr>
        <p:txBody>
          <a:bodyPr vert="horz" wrap="none" lIns="0" tIns="0" rIns="0" bIns="0" rtlCol="0">
            <a:normAutofit/>
          </a:bodyPr>
          <a:lstStyle>
            <a:lvl1pPr algn="r">
              <a:defRPr lang="de-DE" sz="2400" b="1" dirty="0">
                <a:solidFill>
                  <a:schemeClr val="tx2"/>
                </a:solidFill>
              </a:defRPr>
            </a:lvl1pPr>
          </a:lstStyle>
          <a:p>
            <a:pPr lvl="0">
              <a:spcBef>
                <a:spcPts val="0"/>
              </a:spcBef>
            </a:pPr>
            <a:r>
              <a:rPr lang="de-DE"/>
              <a:t>0x</a:t>
            </a:r>
          </a:p>
        </p:txBody>
      </p:sp>
      <p:sp>
        <p:nvSpPr>
          <p:cNvPr id="22" name="Text Placeholder 6">
            <a:extLst>
              <a:ext uri="{FF2B5EF4-FFF2-40B4-BE49-F238E27FC236}">
                <a16:creationId xmlns:a16="http://schemas.microsoft.com/office/drawing/2014/main" id="{AE370511-ABDA-4008-B938-10F0105CBF69}"/>
              </a:ext>
            </a:extLst>
          </p:cNvPr>
          <p:cNvSpPr>
            <a:spLocks noGrp="1"/>
          </p:cNvSpPr>
          <p:nvPr>
            <p:ph type="body" sz="quarter" idx="29" hasCustomPrompt="1"/>
          </p:nvPr>
        </p:nvSpPr>
        <p:spPr>
          <a:xfrm>
            <a:off x="1492499" y="2814001"/>
            <a:ext cx="335980" cy="369888"/>
          </a:xfrm>
          <a:prstGeom prst="rect">
            <a:avLst/>
          </a:prstGeom>
        </p:spPr>
        <p:txBody>
          <a:bodyPr vert="horz" wrap="none" lIns="0" tIns="0" rIns="0" bIns="0" rtlCol="0">
            <a:normAutofit/>
          </a:bodyPr>
          <a:lstStyle>
            <a:lvl1pPr algn="r">
              <a:defRPr lang="de-DE" sz="2400" b="1" dirty="0">
                <a:solidFill>
                  <a:schemeClr val="tx2"/>
                </a:solidFill>
              </a:defRPr>
            </a:lvl1pPr>
          </a:lstStyle>
          <a:p>
            <a:pPr lvl="0">
              <a:spcBef>
                <a:spcPts val="0"/>
              </a:spcBef>
            </a:pPr>
            <a:r>
              <a:rPr lang="de-DE"/>
              <a:t>0x</a:t>
            </a:r>
          </a:p>
        </p:txBody>
      </p:sp>
      <p:sp>
        <p:nvSpPr>
          <p:cNvPr id="28" name="Text Placeholder 11">
            <a:extLst>
              <a:ext uri="{FF2B5EF4-FFF2-40B4-BE49-F238E27FC236}">
                <a16:creationId xmlns:a16="http://schemas.microsoft.com/office/drawing/2014/main" id="{CABD3DEA-D9AC-49A6-AB02-7A5380BF5183}"/>
              </a:ext>
            </a:extLst>
          </p:cNvPr>
          <p:cNvSpPr>
            <a:spLocks noGrp="1"/>
          </p:cNvSpPr>
          <p:nvPr>
            <p:ph type="body" sz="quarter" idx="30" hasCustomPrompt="1"/>
          </p:nvPr>
        </p:nvSpPr>
        <p:spPr>
          <a:xfrm>
            <a:off x="2207567" y="3406614"/>
            <a:ext cx="9433569" cy="369332"/>
          </a:xfrm>
          <a:prstGeom prst="rect">
            <a:avLst/>
          </a:prstGeom>
        </p:spPr>
        <p:txBody>
          <a:bodyPr>
            <a:normAutofit/>
          </a:bodyPr>
          <a:lstStyle>
            <a:lvl1pPr>
              <a:spcBef>
                <a:spcPts val="0"/>
              </a:spcBef>
              <a:defRPr sz="2400">
                <a:solidFill>
                  <a:schemeClr val="tx1"/>
                </a:solidFill>
              </a:defRPr>
            </a:lvl1pPr>
          </a:lstStyle>
          <a:p>
            <a:pPr lvl="0"/>
            <a:r>
              <a:rPr lang="en-US"/>
              <a:t>Click to add text</a:t>
            </a:r>
          </a:p>
        </p:txBody>
      </p:sp>
      <p:sp>
        <p:nvSpPr>
          <p:cNvPr id="29" name="Text Placeholder 11">
            <a:extLst>
              <a:ext uri="{FF2B5EF4-FFF2-40B4-BE49-F238E27FC236}">
                <a16:creationId xmlns:a16="http://schemas.microsoft.com/office/drawing/2014/main" id="{C143C05F-5CEC-4DA0-8030-D7B2370EBBB4}"/>
              </a:ext>
            </a:extLst>
          </p:cNvPr>
          <p:cNvSpPr>
            <a:spLocks noGrp="1"/>
          </p:cNvSpPr>
          <p:nvPr>
            <p:ph type="body" sz="quarter" idx="31" hasCustomPrompt="1"/>
          </p:nvPr>
        </p:nvSpPr>
        <p:spPr>
          <a:xfrm>
            <a:off x="2207567" y="3999227"/>
            <a:ext cx="9433569" cy="369332"/>
          </a:xfrm>
          <a:prstGeom prst="rect">
            <a:avLst/>
          </a:prstGeom>
        </p:spPr>
        <p:txBody>
          <a:bodyPr>
            <a:normAutofit/>
          </a:bodyPr>
          <a:lstStyle>
            <a:lvl1pPr>
              <a:spcBef>
                <a:spcPts val="0"/>
              </a:spcBef>
              <a:defRPr sz="2400">
                <a:solidFill>
                  <a:schemeClr val="tx1"/>
                </a:solidFill>
              </a:defRPr>
            </a:lvl1pPr>
          </a:lstStyle>
          <a:p>
            <a:pPr lvl="0"/>
            <a:r>
              <a:rPr lang="en-US"/>
              <a:t>Click to add text</a:t>
            </a:r>
          </a:p>
        </p:txBody>
      </p:sp>
      <p:sp>
        <p:nvSpPr>
          <p:cNvPr id="30" name="Text Placeholder 11">
            <a:extLst>
              <a:ext uri="{FF2B5EF4-FFF2-40B4-BE49-F238E27FC236}">
                <a16:creationId xmlns:a16="http://schemas.microsoft.com/office/drawing/2014/main" id="{96B43F80-D448-432F-A45D-FE4715923FC2}"/>
              </a:ext>
            </a:extLst>
          </p:cNvPr>
          <p:cNvSpPr>
            <a:spLocks noGrp="1"/>
          </p:cNvSpPr>
          <p:nvPr>
            <p:ph type="body" sz="quarter" idx="32" hasCustomPrompt="1"/>
          </p:nvPr>
        </p:nvSpPr>
        <p:spPr>
          <a:xfrm>
            <a:off x="2207567" y="4591841"/>
            <a:ext cx="9433569" cy="369332"/>
          </a:xfrm>
          <a:prstGeom prst="rect">
            <a:avLst/>
          </a:prstGeom>
        </p:spPr>
        <p:txBody>
          <a:bodyPr>
            <a:normAutofit/>
          </a:bodyPr>
          <a:lstStyle>
            <a:lvl1pPr>
              <a:spcBef>
                <a:spcPts val="0"/>
              </a:spcBef>
              <a:defRPr sz="2400">
                <a:solidFill>
                  <a:schemeClr val="tx1"/>
                </a:solidFill>
              </a:defRPr>
            </a:lvl1pPr>
          </a:lstStyle>
          <a:p>
            <a:pPr lvl="0"/>
            <a:r>
              <a:rPr lang="en-US"/>
              <a:t>Click to add text</a:t>
            </a:r>
          </a:p>
        </p:txBody>
      </p:sp>
      <p:sp>
        <p:nvSpPr>
          <p:cNvPr id="31" name="Text Placeholder 6">
            <a:extLst>
              <a:ext uri="{FF2B5EF4-FFF2-40B4-BE49-F238E27FC236}">
                <a16:creationId xmlns:a16="http://schemas.microsoft.com/office/drawing/2014/main" id="{C434EB54-C0D1-4857-9330-87FAFCC49D56}"/>
              </a:ext>
            </a:extLst>
          </p:cNvPr>
          <p:cNvSpPr>
            <a:spLocks noGrp="1"/>
          </p:cNvSpPr>
          <p:nvPr>
            <p:ph type="body" sz="quarter" idx="33" hasCustomPrompt="1"/>
          </p:nvPr>
        </p:nvSpPr>
        <p:spPr>
          <a:xfrm>
            <a:off x="1492499" y="3406614"/>
            <a:ext cx="335980" cy="369888"/>
          </a:xfrm>
          <a:prstGeom prst="rect">
            <a:avLst/>
          </a:prstGeom>
        </p:spPr>
        <p:txBody>
          <a:bodyPr vert="horz" wrap="none" lIns="0" tIns="0" rIns="0" bIns="0" rtlCol="0">
            <a:normAutofit/>
          </a:bodyPr>
          <a:lstStyle>
            <a:lvl1pPr algn="r">
              <a:defRPr lang="de-DE" sz="2400" b="1" dirty="0">
                <a:solidFill>
                  <a:schemeClr val="tx2"/>
                </a:solidFill>
              </a:defRPr>
            </a:lvl1pPr>
          </a:lstStyle>
          <a:p>
            <a:pPr lvl="0">
              <a:spcBef>
                <a:spcPts val="0"/>
              </a:spcBef>
            </a:pPr>
            <a:r>
              <a:rPr lang="de-DE"/>
              <a:t>0x</a:t>
            </a:r>
          </a:p>
        </p:txBody>
      </p:sp>
      <p:sp>
        <p:nvSpPr>
          <p:cNvPr id="32" name="Text Placeholder 6">
            <a:extLst>
              <a:ext uri="{FF2B5EF4-FFF2-40B4-BE49-F238E27FC236}">
                <a16:creationId xmlns:a16="http://schemas.microsoft.com/office/drawing/2014/main" id="{F0320016-4C9A-409B-8724-E53F23529A4B}"/>
              </a:ext>
            </a:extLst>
          </p:cNvPr>
          <p:cNvSpPr>
            <a:spLocks noGrp="1"/>
          </p:cNvSpPr>
          <p:nvPr>
            <p:ph type="body" sz="quarter" idx="34" hasCustomPrompt="1"/>
          </p:nvPr>
        </p:nvSpPr>
        <p:spPr>
          <a:xfrm>
            <a:off x="1492499" y="3999227"/>
            <a:ext cx="335980" cy="369888"/>
          </a:xfrm>
          <a:prstGeom prst="rect">
            <a:avLst/>
          </a:prstGeom>
        </p:spPr>
        <p:txBody>
          <a:bodyPr vert="horz" wrap="none" lIns="0" tIns="0" rIns="0" bIns="0" rtlCol="0">
            <a:normAutofit/>
          </a:bodyPr>
          <a:lstStyle>
            <a:lvl1pPr algn="r">
              <a:defRPr lang="de-DE" sz="2400" b="1" dirty="0">
                <a:solidFill>
                  <a:schemeClr val="tx2"/>
                </a:solidFill>
              </a:defRPr>
            </a:lvl1pPr>
          </a:lstStyle>
          <a:p>
            <a:pPr lvl="0">
              <a:spcBef>
                <a:spcPts val="0"/>
              </a:spcBef>
            </a:pPr>
            <a:r>
              <a:rPr lang="de-DE"/>
              <a:t>0x</a:t>
            </a:r>
          </a:p>
        </p:txBody>
      </p:sp>
      <p:sp>
        <p:nvSpPr>
          <p:cNvPr id="34" name="Text Placeholder 6">
            <a:extLst>
              <a:ext uri="{FF2B5EF4-FFF2-40B4-BE49-F238E27FC236}">
                <a16:creationId xmlns:a16="http://schemas.microsoft.com/office/drawing/2014/main" id="{F0279A3C-5E27-40F7-98C0-08832F4CE1FB}"/>
              </a:ext>
            </a:extLst>
          </p:cNvPr>
          <p:cNvSpPr>
            <a:spLocks noGrp="1"/>
          </p:cNvSpPr>
          <p:nvPr>
            <p:ph type="body" sz="quarter" idx="35" hasCustomPrompt="1"/>
          </p:nvPr>
        </p:nvSpPr>
        <p:spPr>
          <a:xfrm>
            <a:off x="1492499" y="4591841"/>
            <a:ext cx="335980" cy="369888"/>
          </a:xfrm>
          <a:prstGeom prst="rect">
            <a:avLst/>
          </a:prstGeom>
        </p:spPr>
        <p:txBody>
          <a:bodyPr vert="horz" wrap="none" lIns="0" tIns="0" rIns="0" bIns="0" rtlCol="0">
            <a:normAutofit/>
          </a:bodyPr>
          <a:lstStyle>
            <a:lvl1pPr algn="r">
              <a:defRPr lang="de-DE" sz="2400" b="1" dirty="0">
                <a:solidFill>
                  <a:schemeClr val="tx2"/>
                </a:solidFill>
              </a:defRPr>
            </a:lvl1pPr>
          </a:lstStyle>
          <a:p>
            <a:pPr lvl="0">
              <a:spcBef>
                <a:spcPts val="0"/>
              </a:spcBef>
            </a:pPr>
            <a:r>
              <a:rPr lang="de-DE"/>
              <a:t>0x</a:t>
            </a:r>
          </a:p>
        </p:txBody>
      </p:sp>
      <p:sp>
        <p:nvSpPr>
          <p:cNvPr id="4" name="Rectangle 3">
            <a:extLst>
              <a:ext uri="{FF2B5EF4-FFF2-40B4-BE49-F238E27FC236}">
                <a16:creationId xmlns:a16="http://schemas.microsoft.com/office/drawing/2014/main" id="{A57CC5E8-E0D3-3603-2CC6-A8BAF2820A56}"/>
              </a:ext>
            </a:extLst>
          </p:cNvPr>
          <p:cNvSpPr/>
          <p:nvPr/>
        </p:nvSpPr>
        <p:spPr>
          <a:xfrm rot="16200000">
            <a:off x="-3343113" y="3343113"/>
            <a:ext cx="6857999" cy="171774"/>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8" name="Title Placeholder 4">
            <a:extLst>
              <a:ext uri="{FF2B5EF4-FFF2-40B4-BE49-F238E27FC236}">
                <a16:creationId xmlns:a16="http://schemas.microsoft.com/office/drawing/2014/main" id="{5EC122AA-AED0-3A03-5B9E-6472B3239926}"/>
              </a:ext>
            </a:extLst>
          </p:cNvPr>
          <p:cNvSpPr>
            <a:spLocks noGrp="1"/>
          </p:cNvSpPr>
          <p:nvPr>
            <p:ph type="title" hasCustomPrompt="1"/>
          </p:nvPr>
        </p:nvSpPr>
        <p:spPr>
          <a:xfrm>
            <a:off x="1492498" y="549274"/>
            <a:ext cx="10148637" cy="930372"/>
          </a:xfrm>
          <a:prstGeom prst="rect">
            <a:avLst/>
          </a:prstGeom>
        </p:spPr>
        <p:txBody>
          <a:bodyPr vert="horz" lIns="0" tIns="0" rIns="0" bIns="126000" rtlCol="0" anchor="b" anchorCtr="0">
            <a:noAutofit/>
          </a:bodyPr>
          <a:lstStyle/>
          <a:p>
            <a:pPr lvl="0"/>
            <a:r>
              <a:rPr lang="en-GB"/>
              <a:t>Agenda</a:t>
            </a:r>
            <a:endParaRPr lang="de-DE"/>
          </a:p>
        </p:txBody>
      </p:sp>
    </p:spTree>
    <p:extLst>
      <p:ext uri="{BB962C8B-B14F-4D97-AF65-F5344CB8AC3E}">
        <p14:creationId xmlns:p14="http://schemas.microsoft.com/office/powerpoint/2010/main" val="105592585"/>
      </p:ext>
    </p:extLst>
  </p:cSld>
  <p:clrMapOvr>
    <a:masterClrMapping/>
  </p:clrMapOvr>
  <p:hf sldNum="0" hdr="0" ftr="0" dt="0"/>
</p:sldLayout>
</file>

<file path=ppt/slideLayouts/slideLayout146.xml><?xml version="1.0" encoding="utf-8"?>
<p:sldLayout xmlns:a="http://schemas.openxmlformats.org/drawingml/2006/main" xmlns:r="http://schemas.openxmlformats.org/officeDocument/2006/relationships" xmlns:p="http://schemas.openxmlformats.org/presentationml/2006/main">
  <p:cSld name="Agenda 4">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D119069D-5D68-4DB4-B45F-92CCC710785E}"/>
              </a:ext>
            </a:extLst>
          </p:cNvPr>
          <p:cNvSpPr>
            <a:spLocks noGrp="1"/>
          </p:cNvSpPr>
          <p:nvPr>
            <p:ph type="body" sz="quarter" idx="24" hasCustomPrompt="1"/>
          </p:nvPr>
        </p:nvSpPr>
        <p:spPr>
          <a:xfrm>
            <a:off x="1286644" y="1628775"/>
            <a:ext cx="10024942" cy="369332"/>
          </a:xfrm>
          <a:prstGeom prst="rect">
            <a:avLst/>
          </a:prstGeom>
        </p:spPr>
        <p:txBody>
          <a:bodyPr>
            <a:normAutofit/>
          </a:bodyPr>
          <a:lstStyle>
            <a:lvl1pPr>
              <a:spcBef>
                <a:spcPts val="0"/>
              </a:spcBef>
              <a:defRPr sz="2400">
                <a:solidFill>
                  <a:schemeClr val="tx1"/>
                </a:solidFill>
              </a:defRPr>
            </a:lvl1pPr>
          </a:lstStyle>
          <a:p>
            <a:pPr lvl="0"/>
            <a:r>
              <a:rPr lang="en-US"/>
              <a:t>Click to add text</a:t>
            </a:r>
          </a:p>
        </p:txBody>
      </p:sp>
      <p:sp>
        <p:nvSpPr>
          <p:cNvPr id="23" name="Text Placeholder 11">
            <a:extLst>
              <a:ext uri="{FF2B5EF4-FFF2-40B4-BE49-F238E27FC236}">
                <a16:creationId xmlns:a16="http://schemas.microsoft.com/office/drawing/2014/main" id="{AA1A2157-04CD-44FC-8492-E3FAFE326F18}"/>
              </a:ext>
            </a:extLst>
          </p:cNvPr>
          <p:cNvSpPr>
            <a:spLocks noGrp="1"/>
          </p:cNvSpPr>
          <p:nvPr>
            <p:ph type="body" sz="quarter" idx="25" hasCustomPrompt="1"/>
          </p:nvPr>
        </p:nvSpPr>
        <p:spPr>
          <a:xfrm>
            <a:off x="1286644" y="2221388"/>
            <a:ext cx="10024942" cy="369332"/>
          </a:xfrm>
          <a:prstGeom prst="rect">
            <a:avLst/>
          </a:prstGeom>
        </p:spPr>
        <p:txBody>
          <a:bodyPr>
            <a:normAutofit/>
          </a:bodyPr>
          <a:lstStyle>
            <a:lvl1pPr>
              <a:spcBef>
                <a:spcPts val="0"/>
              </a:spcBef>
              <a:defRPr sz="2400">
                <a:solidFill>
                  <a:schemeClr val="tx1"/>
                </a:solidFill>
              </a:defRPr>
            </a:lvl1pPr>
          </a:lstStyle>
          <a:p>
            <a:pPr lvl="0"/>
            <a:r>
              <a:rPr lang="en-US"/>
              <a:t>Click to add text</a:t>
            </a:r>
          </a:p>
        </p:txBody>
      </p:sp>
      <p:sp>
        <p:nvSpPr>
          <p:cNvPr id="24" name="Text Placeholder 11">
            <a:extLst>
              <a:ext uri="{FF2B5EF4-FFF2-40B4-BE49-F238E27FC236}">
                <a16:creationId xmlns:a16="http://schemas.microsoft.com/office/drawing/2014/main" id="{199E21EB-D052-4206-952C-D3FE77AA1C8D}"/>
              </a:ext>
            </a:extLst>
          </p:cNvPr>
          <p:cNvSpPr>
            <a:spLocks noGrp="1"/>
          </p:cNvSpPr>
          <p:nvPr>
            <p:ph type="body" sz="quarter" idx="26" hasCustomPrompt="1"/>
          </p:nvPr>
        </p:nvSpPr>
        <p:spPr>
          <a:xfrm>
            <a:off x="1286644" y="2814001"/>
            <a:ext cx="10024942" cy="369332"/>
          </a:xfrm>
          <a:prstGeom prst="rect">
            <a:avLst/>
          </a:prstGeom>
        </p:spPr>
        <p:txBody>
          <a:bodyPr>
            <a:normAutofit/>
          </a:bodyPr>
          <a:lstStyle>
            <a:lvl1pPr>
              <a:spcBef>
                <a:spcPts val="0"/>
              </a:spcBef>
              <a:defRPr sz="2400">
                <a:solidFill>
                  <a:schemeClr val="tx1"/>
                </a:solidFill>
              </a:defRPr>
            </a:lvl1pPr>
          </a:lstStyle>
          <a:p>
            <a:pPr lvl="0"/>
            <a:r>
              <a:rPr lang="en-US"/>
              <a:t>Click to add text</a:t>
            </a:r>
          </a:p>
        </p:txBody>
      </p:sp>
      <p:sp>
        <p:nvSpPr>
          <p:cNvPr id="7" name="Text Placeholder 6">
            <a:extLst>
              <a:ext uri="{FF2B5EF4-FFF2-40B4-BE49-F238E27FC236}">
                <a16:creationId xmlns:a16="http://schemas.microsoft.com/office/drawing/2014/main" id="{C9AA932A-4442-4987-878D-3B69D84A4771}"/>
              </a:ext>
            </a:extLst>
          </p:cNvPr>
          <p:cNvSpPr>
            <a:spLocks noGrp="1"/>
          </p:cNvSpPr>
          <p:nvPr>
            <p:ph type="body" sz="quarter" idx="27" hasCustomPrompt="1"/>
          </p:nvPr>
        </p:nvSpPr>
        <p:spPr>
          <a:xfrm>
            <a:off x="571574" y="1628775"/>
            <a:ext cx="335980" cy="369888"/>
          </a:xfrm>
          <a:prstGeom prst="rect">
            <a:avLst/>
          </a:prstGeom>
        </p:spPr>
        <p:txBody>
          <a:bodyPr vert="horz" wrap="none" lIns="0" tIns="0" rIns="0" bIns="0" rtlCol="0">
            <a:normAutofit/>
          </a:bodyPr>
          <a:lstStyle>
            <a:lvl1pPr algn="r">
              <a:defRPr lang="de-DE" sz="2400" b="1" dirty="0">
                <a:solidFill>
                  <a:schemeClr val="tx2"/>
                </a:solidFill>
              </a:defRPr>
            </a:lvl1pPr>
          </a:lstStyle>
          <a:p>
            <a:pPr lvl="0">
              <a:spcBef>
                <a:spcPts val="0"/>
              </a:spcBef>
            </a:pPr>
            <a:r>
              <a:rPr lang="de-DE"/>
              <a:t>0x</a:t>
            </a:r>
          </a:p>
        </p:txBody>
      </p:sp>
      <p:sp>
        <p:nvSpPr>
          <p:cNvPr id="21" name="Text Placeholder 6">
            <a:extLst>
              <a:ext uri="{FF2B5EF4-FFF2-40B4-BE49-F238E27FC236}">
                <a16:creationId xmlns:a16="http://schemas.microsoft.com/office/drawing/2014/main" id="{EAA65ABF-5E47-4A8A-934B-E9458D034F70}"/>
              </a:ext>
            </a:extLst>
          </p:cNvPr>
          <p:cNvSpPr>
            <a:spLocks noGrp="1"/>
          </p:cNvSpPr>
          <p:nvPr>
            <p:ph type="body" sz="quarter" idx="28" hasCustomPrompt="1"/>
          </p:nvPr>
        </p:nvSpPr>
        <p:spPr>
          <a:xfrm>
            <a:off x="571574" y="2221388"/>
            <a:ext cx="335980" cy="369888"/>
          </a:xfrm>
          <a:prstGeom prst="rect">
            <a:avLst/>
          </a:prstGeom>
        </p:spPr>
        <p:txBody>
          <a:bodyPr vert="horz" wrap="none" lIns="0" tIns="0" rIns="0" bIns="0" rtlCol="0">
            <a:normAutofit/>
          </a:bodyPr>
          <a:lstStyle>
            <a:lvl1pPr algn="r">
              <a:defRPr lang="de-DE" sz="2400" b="1" dirty="0">
                <a:solidFill>
                  <a:schemeClr val="tx2"/>
                </a:solidFill>
              </a:defRPr>
            </a:lvl1pPr>
          </a:lstStyle>
          <a:p>
            <a:pPr lvl="0">
              <a:spcBef>
                <a:spcPts val="0"/>
              </a:spcBef>
            </a:pPr>
            <a:r>
              <a:rPr lang="de-DE"/>
              <a:t>0x</a:t>
            </a:r>
          </a:p>
        </p:txBody>
      </p:sp>
      <p:sp>
        <p:nvSpPr>
          <p:cNvPr id="22" name="Text Placeholder 6">
            <a:extLst>
              <a:ext uri="{FF2B5EF4-FFF2-40B4-BE49-F238E27FC236}">
                <a16:creationId xmlns:a16="http://schemas.microsoft.com/office/drawing/2014/main" id="{AE370511-ABDA-4008-B938-10F0105CBF69}"/>
              </a:ext>
            </a:extLst>
          </p:cNvPr>
          <p:cNvSpPr>
            <a:spLocks noGrp="1"/>
          </p:cNvSpPr>
          <p:nvPr>
            <p:ph type="body" sz="quarter" idx="29" hasCustomPrompt="1"/>
          </p:nvPr>
        </p:nvSpPr>
        <p:spPr>
          <a:xfrm>
            <a:off x="571574" y="2814001"/>
            <a:ext cx="335980" cy="369888"/>
          </a:xfrm>
          <a:prstGeom prst="rect">
            <a:avLst/>
          </a:prstGeom>
        </p:spPr>
        <p:txBody>
          <a:bodyPr vert="horz" wrap="none" lIns="0" tIns="0" rIns="0" bIns="0" rtlCol="0">
            <a:normAutofit/>
          </a:bodyPr>
          <a:lstStyle>
            <a:lvl1pPr algn="r">
              <a:defRPr lang="de-DE" sz="2400" b="1" dirty="0">
                <a:solidFill>
                  <a:schemeClr val="tx2"/>
                </a:solidFill>
              </a:defRPr>
            </a:lvl1pPr>
          </a:lstStyle>
          <a:p>
            <a:pPr lvl="0">
              <a:spcBef>
                <a:spcPts val="0"/>
              </a:spcBef>
            </a:pPr>
            <a:r>
              <a:rPr lang="de-DE"/>
              <a:t>0x</a:t>
            </a:r>
          </a:p>
        </p:txBody>
      </p:sp>
      <p:sp>
        <p:nvSpPr>
          <p:cNvPr id="28" name="Text Placeholder 11">
            <a:extLst>
              <a:ext uri="{FF2B5EF4-FFF2-40B4-BE49-F238E27FC236}">
                <a16:creationId xmlns:a16="http://schemas.microsoft.com/office/drawing/2014/main" id="{CABD3DEA-D9AC-49A6-AB02-7A5380BF5183}"/>
              </a:ext>
            </a:extLst>
          </p:cNvPr>
          <p:cNvSpPr>
            <a:spLocks noGrp="1"/>
          </p:cNvSpPr>
          <p:nvPr>
            <p:ph type="body" sz="quarter" idx="30" hasCustomPrompt="1"/>
          </p:nvPr>
        </p:nvSpPr>
        <p:spPr>
          <a:xfrm>
            <a:off x="1286644" y="3406614"/>
            <a:ext cx="10024942" cy="369332"/>
          </a:xfrm>
          <a:prstGeom prst="rect">
            <a:avLst/>
          </a:prstGeom>
        </p:spPr>
        <p:txBody>
          <a:bodyPr>
            <a:normAutofit/>
          </a:bodyPr>
          <a:lstStyle>
            <a:lvl1pPr>
              <a:spcBef>
                <a:spcPts val="0"/>
              </a:spcBef>
              <a:defRPr sz="2400">
                <a:solidFill>
                  <a:schemeClr val="tx1"/>
                </a:solidFill>
              </a:defRPr>
            </a:lvl1pPr>
          </a:lstStyle>
          <a:p>
            <a:pPr lvl="0"/>
            <a:r>
              <a:rPr lang="en-US"/>
              <a:t>Click to add text</a:t>
            </a:r>
          </a:p>
        </p:txBody>
      </p:sp>
      <p:sp>
        <p:nvSpPr>
          <p:cNvPr id="29" name="Text Placeholder 11">
            <a:extLst>
              <a:ext uri="{FF2B5EF4-FFF2-40B4-BE49-F238E27FC236}">
                <a16:creationId xmlns:a16="http://schemas.microsoft.com/office/drawing/2014/main" id="{C143C05F-5CEC-4DA0-8030-D7B2370EBBB4}"/>
              </a:ext>
            </a:extLst>
          </p:cNvPr>
          <p:cNvSpPr>
            <a:spLocks noGrp="1"/>
          </p:cNvSpPr>
          <p:nvPr>
            <p:ph type="body" sz="quarter" idx="31" hasCustomPrompt="1"/>
          </p:nvPr>
        </p:nvSpPr>
        <p:spPr>
          <a:xfrm>
            <a:off x="1286644" y="3999227"/>
            <a:ext cx="10024942" cy="369332"/>
          </a:xfrm>
          <a:prstGeom prst="rect">
            <a:avLst/>
          </a:prstGeom>
        </p:spPr>
        <p:txBody>
          <a:bodyPr>
            <a:normAutofit/>
          </a:bodyPr>
          <a:lstStyle>
            <a:lvl1pPr>
              <a:spcBef>
                <a:spcPts val="0"/>
              </a:spcBef>
              <a:defRPr sz="2400">
                <a:solidFill>
                  <a:schemeClr val="tx1"/>
                </a:solidFill>
              </a:defRPr>
            </a:lvl1pPr>
          </a:lstStyle>
          <a:p>
            <a:pPr lvl="0"/>
            <a:r>
              <a:rPr lang="en-US"/>
              <a:t>Click to add text</a:t>
            </a:r>
          </a:p>
        </p:txBody>
      </p:sp>
      <p:sp>
        <p:nvSpPr>
          <p:cNvPr id="30" name="Text Placeholder 11">
            <a:extLst>
              <a:ext uri="{FF2B5EF4-FFF2-40B4-BE49-F238E27FC236}">
                <a16:creationId xmlns:a16="http://schemas.microsoft.com/office/drawing/2014/main" id="{96B43F80-D448-432F-A45D-FE4715923FC2}"/>
              </a:ext>
            </a:extLst>
          </p:cNvPr>
          <p:cNvSpPr>
            <a:spLocks noGrp="1"/>
          </p:cNvSpPr>
          <p:nvPr>
            <p:ph type="body" sz="quarter" idx="32" hasCustomPrompt="1"/>
          </p:nvPr>
        </p:nvSpPr>
        <p:spPr>
          <a:xfrm>
            <a:off x="1286644" y="4591841"/>
            <a:ext cx="10024942" cy="369332"/>
          </a:xfrm>
          <a:prstGeom prst="rect">
            <a:avLst/>
          </a:prstGeom>
        </p:spPr>
        <p:txBody>
          <a:bodyPr>
            <a:normAutofit/>
          </a:bodyPr>
          <a:lstStyle>
            <a:lvl1pPr>
              <a:spcBef>
                <a:spcPts val="0"/>
              </a:spcBef>
              <a:defRPr sz="2400">
                <a:solidFill>
                  <a:schemeClr val="tx1"/>
                </a:solidFill>
              </a:defRPr>
            </a:lvl1pPr>
          </a:lstStyle>
          <a:p>
            <a:pPr lvl="0"/>
            <a:r>
              <a:rPr lang="en-US"/>
              <a:t>Click to add text</a:t>
            </a:r>
          </a:p>
        </p:txBody>
      </p:sp>
      <p:sp>
        <p:nvSpPr>
          <p:cNvPr id="31" name="Text Placeholder 6">
            <a:extLst>
              <a:ext uri="{FF2B5EF4-FFF2-40B4-BE49-F238E27FC236}">
                <a16:creationId xmlns:a16="http://schemas.microsoft.com/office/drawing/2014/main" id="{C434EB54-C0D1-4857-9330-87FAFCC49D56}"/>
              </a:ext>
            </a:extLst>
          </p:cNvPr>
          <p:cNvSpPr>
            <a:spLocks noGrp="1"/>
          </p:cNvSpPr>
          <p:nvPr>
            <p:ph type="body" sz="quarter" idx="33" hasCustomPrompt="1"/>
          </p:nvPr>
        </p:nvSpPr>
        <p:spPr>
          <a:xfrm>
            <a:off x="571574" y="3406614"/>
            <a:ext cx="335980" cy="369888"/>
          </a:xfrm>
          <a:prstGeom prst="rect">
            <a:avLst/>
          </a:prstGeom>
        </p:spPr>
        <p:txBody>
          <a:bodyPr vert="horz" wrap="none" lIns="0" tIns="0" rIns="0" bIns="0" rtlCol="0">
            <a:normAutofit/>
          </a:bodyPr>
          <a:lstStyle>
            <a:lvl1pPr algn="r">
              <a:defRPr lang="de-DE" sz="2400" b="1" dirty="0">
                <a:solidFill>
                  <a:schemeClr val="tx2"/>
                </a:solidFill>
              </a:defRPr>
            </a:lvl1pPr>
          </a:lstStyle>
          <a:p>
            <a:pPr lvl="0">
              <a:spcBef>
                <a:spcPts val="0"/>
              </a:spcBef>
            </a:pPr>
            <a:r>
              <a:rPr lang="de-DE"/>
              <a:t>0x</a:t>
            </a:r>
          </a:p>
        </p:txBody>
      </p:sp>
      <p:sp>
        <p:nvSpPr>
          <p:cNvPr id="32" name="Text Placeholder 6">
            <a:extLst>
              <a:ext uri="{FF2B5EF4-FFF2-40B4-BE49-F238E27FC236}">
                <a16:creationId xmlns:a16="http://schemas.microsoft.com/office/drawing/2014/main" id="{F0320016-4C9A-409B-8724-E53F23529A4B}"/>
              </a:ext>
            </a:extLst>
          </p:cNvPr>
          <p:cNvSpPr>
            <a:spLocks noGrp="1"/>
          </p:cNvSpPr>
          <p:nvPr>
            <p:ph type="body" sz="quarter" idx="34" hasCustomPrompt="1"/>
          </p:nvPr>
        </p:nvSpPr>
        <p:spPr>
          <a:xfrm>
            <a:off x="571574" y="3999227"/>
            <a:ext cx="335980" cy="369888"/>
          </a:xfrm>
          <a:prstGeom prst="rect">
            <a:avLst/>
          </a:prstGeom>
        </p:spPr>
        <p:txBody>
          <a:bodyPr vert="horz" wrap="none" lIns="0" tIns="0" rIns="0" bIns="0" rtlCol="0">
            <a:normAutofit/>
          </a:bodyPr>
          <a:lstStyle>
            <a:lvl1pPr algn="r">
              <a:defRPr lang="de-DE" sz="2400" b="1" dirty="0">
                <a:solidFill>
                  <a:schemeClr val="tx2"/>
                </a:solidFill>
              </a:defRPr>
            </a:lvl1pPr>
          </a:lstStyle>
          <a:p>
            <a:pPr lvl="0">
              <a:spcBef>
                <a:spcPts val="0"/>
              </a:spcBef>
            </a:pPr>
            <a:r>
              <a:rPr lang="de-DE"/>
              <a:t>0x</a:t>
            </a:r>
          </a:p>
        </p:txBody>
      </p:sp>
      <p:sp>
        <p:nvSpPr>
          <p:cNvPr id="34" name="Text Placeholder 6">
            <a:extLst>
              <a:ext uri="{FF2B5EF4-FFF2-40B4-BE49-F238E27FC236}">
                <a16:creationId xmlns:a16="http://schemas.microsoft.com/office/drawing/2014/main" id="{F0279A3C-5E27-40F7-98C0-08832F4CE1FB}"/>
              </a:ext>
            </a:extLst>
          </p:cNvPr>
          <p:cNvSpPr>
            <a:spLocks noGrp="1"/>
          </p:cNvSpPr>
          <p:nvPr>
            <p:ph type="body" sz="quarter" idx="35" hasCustomPrompt="1"/>
          </p:nvPr>
        </p:nvSpPr>
        <p:spPr>
          <a:xfrm>
            <a:off x="571574" y="4591841"/>
            <a:ext cx="335980" cy="369888"/>
          </a:xfrm>
          <a:prstGeom prst="rect">
            <a:avLst/>
          </a:prstGeom>
        </p:spPr>
        <p:txBody>
          <a:bodyPr vert="horz" wrap="none" lIns="0" tIns="0" rIns="0" bIns="0" rtlCol="0">
            <a:normAutofit/>
          </a:bodyPr>
          <a:lstStyle>
            <a:lvl1pPr algn="r">
              <a:defRPr lang="de-DE" sz="2400" b="1" dirty="0">
                <a:solidFill>
                  <a:schemeClr val="tx2"/>
                </a:solidFill>
              </a:defRPr>
            </a:lvl1pPr>
          </a:lstStyle>
          <a:p>
            <a:pPr lvl="0">
              <a:spcBef>
                <a:spcPts val="0"/>
              </a:spcBef>
            </a:pPr>
            <a:r>
              <a:rPr lang="de-DE"/>
              <a:t>0x</a:t>
            </a:r>
          </a:p>
        </p:txBody>
      </p:sp>
      <p:sp>
        <p:nvSpPr>
          <p:cNvPr id="13" name="Date Placeholder 12">
            <a:extLst>
              <a:ext uri="{FF2B5EF4-FFF2-40B4-BE49-F238E27FC236}">
                <a16:creationId xmlns:a16="http://schemas.microsoft.com/office/drawing/2014/main" id="{D3A8E554-610E-ED51-EC6E-2FC32243D4A2}"/>
              </a:ext>
            </a:extLst>
          </p:cNvPr>
          <p:cNvSpPr>
            <a:spLocks noGrp="1"/>
          </p:cNvSpPr>
          <p:nvPr>
            <p:ph type="dt" sz="half" idx="36"/>
          </p:nvPr>
        </p:nvSpPr>
        <p:spPr>
          <a:xfrm>
            <a:off x="9809927" y="6650661"/>
            <a:ext cx="1831210" cy="123111"/>
          </a:xfrm>
          <a:prstGeom prst="rect">
            <a:avLst/>
          </a:prstGeom>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18" name="Footer Placeholder 17">
            <a:extLst>
              <a:ext uri="{FF2B5EF4-FFF2-40B4-BE49-F238E27FC236}">
                <a16:creationId xmlns:a16="http://schemas.microsoft.com/office/drawing/2014/main" id="{9BFC3022-C813-4A4B-8BBB-04ABD482D773}"/>
              </a:ext>
            </a:extLst>
          </p:cNvPr>
          <p:cNvSpPr>
            <a:spLocks noGrp="1"/>
          </p:cNvSpPr>
          <p:nvPr>
            <p:ph type="ftr" sz="quarter" idx="37"/>
          </p:nvPr>
        </p:nvSpPr>
        <p:spPr>
          <a:xfrm>
            <a:off x="550863" y="6650661"/>
            <a:ext cx="4716524" cy="123111"/>
          </a:xfrm>
          <a:prstGeom prst="rect">
            <a:avLst/>
          </a:prstGeom>
        </p:spPr>
        <p:txBody>
          <a:bodyPr/>
          <a:lstStyle/>
          <a:p>
            <a:pPr>
              <a:spcBef>
                <a:spcPts val="1000"/>
              </a:spcBef>
              <a:buFont typeface="Arial" panose="020B0604020202020204" pitchFamily="34" charset="0"/>
              <a:buNone/>
            </a:pPr>
            <a:r>
              <a:rPr lang="en-US"/>
              <a:t>Presentation Title | Author | Date</a:t>
            </a:r>
          </a:p>
        </p:txBody>
      </p:sp>
      <p:sp>
        <p:nvSpPr>
          <p:cNvPr id="19" name="Slide Number Placeholder 18">
            <a:extLst>
              <a:ext uri="{FF2B5EF4-FFF2-40B4-BE49-F238E27FC236}">
                <a16:creationId xmlns:a16="http://schemas.microsoft.com/office/drawing/2014/main" id="{AE448402-C879-6591-3855-645E636D6FAF}"/>
              </a:ext>
            </a:extLst>
          </p:cNvPr>
          <p:cNvSpPr>
            <a:spLocks noGrp="1"/>
          </p:cNvSpPr>
          <p:nvPr>
            <p:ph type="sldNum" sz="quarter" idx="38"/>
          </p:nvPr>
        </p:nvSpPr>
        <p:spPr>
          <a:xfrm>
            <a:off x="11778341" y="6650661"/>
            <a:ext cx="232665" cy="123111"/>
          </a:xfrm>
          <a:prstGeom prst="rect">
            <a:avLst/>
          </a:prstGeom>
        </p:spPr>
        <p:txBody>
          <a:bodyPr/>
          <a:lstStyle/>
          <a:p>
            <a:pPr algn="r"/>
            <a:fld id="{5D9A5160-6218-4E5A-B9E6-B93E3DAE377C}" type="slidenum">
              <a:rPr lang="en-US" smtClean="0"/>
              <a:pPr algn="r"/>
              <a:t>‹#›</a:t>
            </a:fld>
            <a:endParaRPr lang="en-US"/>
          </a:p>
        </p:txBody>
      </p:sp>
      <p:sp>
        <p:nvSpPr>
          <p:cNvPr id="2" name="Title Placeholder 4">
            <a:extLst>
              <a:ext uri="{FF2B5EF4-FFF2-40B4-BE49-F238E27FC236}">
                <a16:creationId xmlns:a16="http://schemas.microsoft.com/office/drawing/2014/main" id="{58A80D78-DE60-96EF-D118-992F247BC2BB}"/>
              </a:ext>
            </a:extLst>
          </p:cNvPr>
          <p:cNvSpPr>
            <a:spLocks noGrp="1"/>
          </p:cNvSpPr>
          <p:nvPr>
            <p:ph type="title" hasCustomPrompt="1"/>
          </p:nvPr>
        </p:nvSpPr>
        <p:spPr>
          <a:xfrm>
            <a:off x="551384" y="549274"/>
            <a:ext cx="11090938" cy="930372"/>
          </a:xfrm>
          <a:prstGeom prst="rect">
            <a:avLst/>
          </a:prstGeom>
        </p:spPr>
        <p:txBody>
          <a:bodyPr vert="horz" lIns="0" tIns="0" rIns="0" bIns="126000" rtlCol="0" anchor="b" anchorCtr="0">
            <a:noAutofit/>
          </a:bodyPr>
          <a:lstStyle/>
          <a:p>
            <a:pPr lvl="0"/>
            <a:r>
              <a:rPr lang="en-GB"/>
              <a:t>Agenda</a:t>
            </a:r>
            <a:endParaRPr lang="de-DE"/>
          </a:p>
        </p:txBody>
      </p:sp>
    </p:spTree>
    <p:extLst>
      <p:ext uri="{BB962C8B-B14F-4D97-AF65-F5344CB8AC3E}">
        <p14:creationId xmlns:p14="http://schemas.microsoft.com/office/powerpoint/2010/main" val="1793654354"/>
      </p:ext>
    </p:extLst>
  </p:cSld>
  <p:clrMapOvr>
    <a:masterClrMapping/>
  </p:clrMapOvr>
  <p:hf sldNum="0" hdr="0" ftr="0" dt="0"/>
</p:sldLayout>
</file>

<file path=ppt/slideLayouts/slideLayout147.xml><?xml version="1.0" encoding="utf-8"?>
<p:sldLayout xmlns:a="http://schemas.openxmlformats.org/drawingml/2006/main" xmlns:r="http://schemas.openxmlformats.org/officeDocument/2006/relationships" xmlns:p="http://schemas.openxmlformats.org/presentationml/2006/main" preserve="1">
  <p:cSld name="Divider 1">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DA65D5B6-99D5-A656-18EB-125B9A4CC27A}"/>
              </a:ext>
            </a:extLst>
          </p:cNvPr>
          <p:cNvSpPr/>
          <p:nvPr/>
        </p:nvSpPr>
        <p:spPr>
          <a:xfrm>
            <a:off x="5159374" y="4257063"/>
            <a:ext cx="7032625" cy="180000"/>
          </a:xfrm>
          <a:prstGeom prst="rect">
            <a:avLst/>
          </a:prstGeom>
          <a:gradFill>
            <a:gsLst>
              <a:gs pos="99000">
                <a:srgbClr val="00D5D0"/>
              </a:gs>
              <a:gs pos="0">
                <a:schemeClr val="accent3"/>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FFFFFF"/>
              </a:solidFill>
              <a:effectLst/>
              <a:uLnTx/>
              <a:uFillTx/>
              <a:latin typeface="Ubuntu"/>
              <a:ea typeface="+mn-ea"/>
              <a:cs typeface="+mn-cs"/>
            </a:endParaRPr>
          </a:p>
        </p:txBody>
      </p:sp>
      <p:sp>
        <p:nvSpPr>
          <p:cNvPr id="8" name="Text Placeholder 8">
            <a:extLst>
              <a:ext uri="{FF2B5EF4-FFF2-40B4-BE49-F238E27FC236}">
                <a16:creationId xmlns:a16="http://schemas.microsoft.com/office/drawing/2014/main" id="{E2576D65-BA9A-4C38-D195-558BDD9AFD0E}"/>
              </a:ext>
            </a:extLst>
          </p:cNvPr>
          <p:cNvSpPr>
            <a:spLocks noGrp="1"/>
          </p:cNvSpPr>
          <p:nvPr>
            <p:ph type="body" sz="quarter" idx="19" hasCustomPrompt="1"/>
          </p:nvPr>
        </p:nvSpPr>
        <p:spPr>
          <a:xfrm>
            <a:off x="0" y="0"/>
            <a:ext cx="4657725" cy="6858000"/>
          </a:xfrm>
          <a:prstGeom prst="rect">
            <a:avLst/>
          </a:prstGeom>
        </p:spPr>
        <p:txBody>
          <a:bodyPr wrap="none" lIns="0" tIns="972000" rIns="0" bIns="0" anchor="t" anchorCtr="0">
            <a:noAutofit/>
          </a:bodyPr>
          <a:lstStyle>
            <a:lvl1pPr algn="r">
              <a:defRPr sz="40000" spc="-300">
                <a:solidFill>
                  <a:schemeClr val="accent3"/>
                </a:solidFill>
              </a:defRPr>
            </a:lvl1pPr>
          </a:lstStyle>
          <a:p>
            <a:pPr lvl="0"/>
            <a:r>
              <a:rPr lang="en-GB"/>
              <a:t>01</a:t>
            </a:r>
            <a:endParaRPr lang="en-PL"/>
          </a:p>
        </p:txBody>
      </p:sp>
      <p:sp>
        <p:nvSpPr>
          <p:cNvPr id="2" name="Date Placeholder 1">
            <a:extLst>
              <a:ext uri="{FF2B5EF4-FFF2-40B4-BE49-F238E27FC236}">
                <a16:creationId xmlns:a16="http://schemas.microsoft.com/office/drawing/2014/main" id="{D888E175-7057-3F5C-3D05-E1A6DF23539C}"/>
              </a:ext>
            </a:extLst>
          </p:cNvPr>
          <p:cNvSpPr>
            <a:spLocks noGrp="1"/>
          </p:cNvSpPr>
          <p:nvPr>
            <p:ph type="dt" sz="half" idx="20"/>
          </p:nvPr>
        </p:nvSpPr>
        <p:spPr>
          <a:xfrm>
            <a:off x="9809927" y="6650661"/>
            <a:ext cx="1831210" cy="123111"/>
          </a:xfrm>
          <a:prstGeom prst="rect">
            <a:avLst/>
          </a:prstGeom>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5" name="Footer Placeholder 4">
            <a:extLst>
              <a:ext uri="{FF2B5EF4-FFF2-40B4-BE49-F238E27FC236}">
                <a16:creationId xmlns:a16="http://schemas.microsoft.com/office/drawing/2014/main" id="{87B29DCD-1860-BCB3-12D3-011B4B8885BF}"/>
              </a:ext>
            </a:extLst>
          </p:cNvPr>
          <p:cNvSpPr>
            <a:spLocks noGrp="1"/>
          </p:cNvSpPr>
          <p:nvPr>
            <p:ph type="ftr" sz="quarter" idx="21"/>
          </p:nvPr>
        </p:nvSpPr>
        <p:spPr>
          <a:xfrm>
            <a:off x="550863" y="6650661"/>
            <a:ext cx="4716524" cy="123111"/>
          </a:xfrm>
          <a:prstGeom prst="rect">
            <a:avLst/>
          </a:prstGeom>
        </p:spPr>
        <p:txBody>
          <a:bodyPr/>
          <a:lstStyle/>
          <a:p>
            <a:pPr>
              <a:spcBef>
                <a:spcPts val="1000"/>
              </a:spcBef>
              <a:buFont typeface="Arial" panose="020B0604020202020204" pitchFamily="34" charset="0"/>
              <a:buNone/>
            </a:pPr>
            <a:r>
              <a:rPr lang="en-US"/>
              <a:t>Presentation Title | Author | Date</a:t>
            </a:r>
          </a:p>
        </p:txBody>
      </p:sp>
      <p:sp>
        <p:nvSpPr>
          <p:cNvPr id="7" name="Slide Number Placeholder 6">
            <a:extLst>
              <a:ext uri="{FF2B5EF4-FFF2-40B4-BE49-F238E27FC236}">
                <a16:creationId xmlns:a16="http://schemas.microsoft.com/office/drawing/2014/main" id="{5673F8B8-3459-331B-8856-F82064558CD0}"/>
              </a:ext>
            </a:extLst>
          </p:cNvPr>
          <p:cNvSpPr>
            <a:spLocks noGrp="1"/>
          </p:cNvSpPr>
          <p:nvPr>
            <p:ph type="sldNum" sz="quarter" idx="22"/>
          </p:nvPr>
        </p:nvSpPr>
        <p:spPr>
          <a:xfrm>
            <a:off x="11778341" y="6650661"/>
            <a:ext cx="232665" cy="123111"/>
          </a:xfrm>
          <a:prstGeom prst="rect">
            <a:avLst/>
          </a:prstGeom>
        </p:spPr>
        <p:txBody>
          <a:bodyPr/>
          <a:lstStyle/>
          <a:p>
            <a:pPr algn="r"/>
            <a:fld id="{5D9A5160-6218-4E5A-B9E6-B93E3DAE377C}" type="slidenum">
              <a:rPr lang="en-US" smtClean="0"/>
              <a:pPr algn="r"/>
              <a:t>‹#›</a:t>
            </a:fld>
            <a:endParaRPr lang="en-US"/>
          </a:p>
        </p:txBody>
      </p:sp>
      <p:sp>
        <p:nvSpPr>
          <p:cNvPr id="3" name="Title 5">
            <a:extLst>
              <a:ext uri="{FF2B5EF4-FFF2-40B4-BE49-F238E27FC236}">
                <a16:creationId xmlns:a16="http://schemas.microsoft.com/office/drawing/2014/main" id="{885E1F23-EFE4-7E35-0F49-E02F15D0B1FD}"/>
              </a:ext>
            </a:extLst>
          </p:cNvPr>
          <p:cNvSpPr>
            <a:spLocks noGrp="1"/>
          </p:cNvSpPr>
          <p:nvPr>
            <p:ph type="title" hasCustomPrompt="1"/>
          </p:nvPr>
        </p:nvSpPr>
        <p:spPr>
          <a:xfrm>
            <a:off x="5159374" y="4658810"/>
            <a:ext cx="6487665" cy="1672542"/>
          </a:xfrm>
        </p:spPr>
        <p:txBody>
          <a:bodyPr vert="horz" lIns="0" tIns="0" rIns="0" bIns="0" rtlCol="0" anchor="t">
            <a:noAutofit/>
          </a:bodyPr>
          <a:lstStyle>
            <a:lvl1pPr>
              <a:spcBef>
                <a:spcPts val="0"/>
              </a:spcBef>
              <a:defRPr lang="en-US" sz="4800">
                <a:solidFill>
                  <a:schemeClr val="tx1"/>
                </a:solidFill>
                <a:latin typeface="+mn-lt"/>
                <a:ea typeface="+mn-ea"/>
                <a:cs typeface="+mn-cs"/>
              </a:defRPr>
            </a:lvl1pPr>
          </a:lstStyle>
          <a:p>
            <a:pPr lvl="0">
              <a:lnSpc>
                <a:spcPct val="100000"/>
              </a:lnSpc>
              <a:spcBef>
                <a:spcPts val="1800"/>
              </a:spcBef>
              <a:buFont typeface="Arial" panose="020B0604020202020204" pitchFamily="34" charset="0"/>
            </a:pPr>
            <a:r>
              <a:rPr lang="en-US"/>
              <a:t>Click to add title</a:t>
            </a:r>
          </a:p>
        </p:txBody>
      </p:sp>
    </p:spTree>
    <p:extLst>
      <p:ext uri="{BB962C8B-B14F-4D97-AF65-F5344CB8AC3E}">
        <p14:creationId xmlns:p14="http://schemas.microsoft.com/office/powerpoint/2010/main" val="636400312"/>
      </p:ext>
    </p:extLst>
  </p:cSld>
  <p:clrMapOvr>
    <a:masterClrMapping/>
  </p:clrMapOvr>
  <p:hf sldNum="0" hdr="0" ftr="0" dt="0"/>
</p:sldLayout>
</file>

<file path=ppt/slideLayouts/slideLayout148.xml><?xml version="1.0" encoding="utf-8"?>
<p:sldLayout xmlns:a="http://schemas.openxmlformats.org/drawingml/2006/main" xmlns:r="http://schemas.openxmlformats.org/officeDocument/2006/relationships" xmlns:p="http://schemas.openxmlformats.org/presentationml/2006/main" preserve="1">
  <p:cSld name="Divider Photo 1">
    <p:spTree>
      <p:nvGrpSpPr>
        <p:cNvPr id="1" name=""/>
        <p:cNvGrpSpPr/>
        <p:nvPr/>
      </p:nvGrpSpPr>
      <p:grpSpPr>
        <a:xfrm>
          <a:off x="0" y="0"/>
          <a:ext cx="0" cy="0"/>
          <a:chOff x="0" y="0"/>
          <a:chExt cx="0" cy="0"/>
        </a:xfrm>
      </p:grpSpPr>
      <p:sp>
        <p:nvSpPr>
          <p:cNvPr id="2" name="Picture Placeholder 10">
            <a:extLst>
              <a:ext uri="{FF2B5EF4-FFF2-40B4-BE49-F238E27FC236}">
                <a16:creationId xmlns:a16="http://schemas.microsoft.com/office/drawing/2014/main" id="{8AD156C1-F91F-57E6-BFA6-A0059404D219}"/>
              </a:ext>
            </a:extLst>
          </p:cNvPr>
          <p:cNvSpPr>
            <a:spLocks noGrp="1"/>
          </p:cNvSpPr>
          <p:nvPr>
            <p:ph type="pic" sz="quarter" idx="13" hasCustomPrompt="1"/>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sp>
        <p:nvSpPr>
          <p:cNvPr id="7" name="Text Placeholder 8">
            <a:extLst>
              <a:ext uri="{FF2B5EF4-FFF2-40B4-BE49-F238E27FC236}">
                <a16:creationId xmlns:a16="http://schemas.microsoft.com/office/drawing/2014/main" id="{516D0E3A-0719-64AB-54D1-64F80BE164A7}"/>
              </a:ext>
            </a:extLst>
          </p:cNvPr>
          <p:cNvSpPr>
            <a:spLocks noGrp="1"/>
          </p:cNvSpPr>
          <p:nvPr>
            <p:ph type="body" sz="quarter" idx="19" hasCustomPrompt="1"/>
          </p:nvPr>
        </p:nvSpPr>
        <p:spPr>
          <a:xfrm>
            <a:off x="0" y="0"/>
            <a:ext cx="4657725" cy="6858000"/>
          </a:xfrm>
          <a:prstGeom prst="rect">
            <a:avLst/>
          </a:prstGeom>
        </p:spPr>
        <p:txBody>
          <a:bodyPr wrap="none" lIns="0" tIns="972000" rIns="0" bIns="0" anchor="t" anchorCtr="0">
            <a:noAutofit/>
          </a:bodyPr>
          <a:lstStyle>
            <a:lvl1pPr algn="r">
              <a:defRPr sz="40000" spc="-300">
                <a:solidFill>
                  <a:schemeClr val="tx1"/>
                </a:solidFill>
              </a:defRPr>
            </a:lvl1pPr>
          </a:lstStyle>
          <a:p>
            <a:pPr lvl="0"/>
            <a:r>
              <a:rPr lang="en-GB"/>
              <a:t>01</a:t>
            </a:r>
            <a:endParaRPr lang="en-PL"/>
          </a:p>
        </p:txBody>
      </p:sp>
      <p:sp>
        <p:nvSpPr>
          <p:cNvPr id="16" name="Date Placeholder 15">
            <a:extLst>
              <a:ext uri="{FF2B5EF4-FFF2-40B4-BE49-F238E27FC236}">
                <a16:creationId xmlns:a16="http://schemas.microsoft.com/office/drawing/2014/main" id="{49CD99F0-AA6A-8A74-80DA-FCF12D30E56D}"/>
              </a:ext>
            </a:extLst>
          </p:cNvPr>
          <p:cNvSpPr>
            <a:spLocks noGrp="1"/>
          </p:cNvSpPr>
          <p:nvPr>
            <p:ph type="dt" sz="half" idx="20"/>
          </p:nvPr>
        </p:nvSpPr>
        <p:spPr>
          <a:xfrm>
            <a:off x="9809927" y="6650661"/>
            <a:ext cx="1831210" cy="123111"/>
          </a:xfrm>
          <a:prstGeom prst="rect">
            <a:avLst/>
          </a:prstGeom>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17" name="Footer Placeholder 16">
            <a:extLst>
              <a:ext uri="{FF2B5EF4-FFF2-40B4-BE49-F238E27FC236}">
                <a16:creationId xmlns:a16="http://schemas.microsoft.com/office/drawing/2014/main" id="{F17F6240-FF3A-51A1-CB87-F17DD5B550AC}"/>
              </a:ext>
            </a:extLst>
          </p:cNvPr>
          <p:cNvSpPr>
            <a:spLocks noGrp="1"/>
          </p:cNvSpPr>
          <p:nvPr>
            <p:ph type="ftr" sz="quarter" idx="21"/>
          </p:nvPr>
        </p:nvSpPr>
        <p:spPr>
          <a:xfrm>
            <a:off x="550863" y="6650661"/>
            <a:ext cx="4716524" cy="123111"/>
          </a:xfrm>
          <a:prstGeom prst="rect">
            <a:avLst/>
          </a:prstGeom>
        </p:spPr>
        <p:txBody>
          <a:bodyPr/>
          <a:lstStyle/>
          <a:p>
            <a:pPr>
              <a:spcBef>
                <a:spcPts val="1000"/>
              </a:spcBef>
              <a:buFont typeface="Arial" panose="020B0604020202020204" pitchFamily="34" charset="0"/>
              <a:buNone/>
            </a:pPr>
            <a:r>
              <a:rPr lang="en-US"/>
              <a:t>Presentation Title | Author | Date</a:t>
            </a:r>
          </a:p>
        </p:txBody>
      </p:sp>
      <p:sp>
        <p:nvSpPr>
          <p:cNvPr id="18" name="Slide Number Placeholder 17">
            <a:extLst>
              <a:ext uri="{FF2B5EF4-FFF2-40B4-BE49-F238E27FC236}">
                <a16:creationId xmlns:a16="http://schemas.microsoft.com/office/drawing/2014/main" id="{325C9A5C-680C-6EA0-3B81-433A858DD497}"/>
              </a:ext>
            </a:extLst>
          </p:cNvPr>
          <p:cNvSpPr>
            <a:spLocks noGrp="1"/>
          </p:cNvSpPr>
          <p:nvPr>
            <p:ph type="sldNum" sz="quarter" idx="22"/>
          </p:nvPr>
        </p:nvSpPr>
        <p:spPr>
          <a:xfrm>
            <a:off x="11778341" y="6650661"/>
            <a:ext cx="232665" cy="123111"/>
          </a:xfrm>
          <a:prstGeom prst="rect">
            <a:avLst/>
          </a:prstGeom>
        </p:spPr>
        <p:txBody>
          <a:bodyPr/>
          <a:lstStyle/>
          <a:p>
            <a:pPr algn="r"/>
            <a:fld id="{5D9A5160-6218-4E5A-B9E6-B93E3DAE377C}" type="slidenum">
              <a:rPr lang="en-US" smtClean="0"/>
              <a:pPr algn="r"/>
              <a:t>‹#›</a:t>
            </a:fld>
            <a:endParaRPr lang="en-US"/>
          </a:p>
        </p:txBody>
      </p:sp>
      <p:sp>
        <p:nvSpPr>
          <p:cNvPr id="4" name="Title 5">
            <a:extLst>
              <a:ext uri="{FF2B5EF4-FFF2-40B4-BE49-F238E27FC236}">
                <a16:creationId xmlns:a16="http://schemas.microsoft.com/office/drawing/2014/main" id="{E5F80359-918C-7AFB-2EA7-23FDF6AB202A}"/>
              </a:ext>
            </a:extLst>
          </p:cNvPr>
          <p:cNvSpPr>
            <a:spLocks noGrp="1"/>
          </p:cNvSpPr>
          <p:nvPr>
            <p:ph type="title" hasCustomPrompt="1"/>
          </p:nvPr>
        </p:nvSpPr>
        <p:spPr>
          <a:xfrm>
            <a:off x="5159374" y="4658810"/>
            <a:ext cx="6487665" cy="1672542"/>
          </a:xfrm>
        </p:spPr>
        <p:txBody>
          <a:bodyPr vert="horz" lIns="0" tIns="0" rIns="0" bIns="0" rtlCol="0" anchor="t">
            <a:noAutofit/>
          </a:bodyPr>
          <a:lstStyle>
            <a:lvl1pPr>
              <a:spcBef>
                <a:spcPts val="0"/>
              </a:spcBef>
              <a:defRPr lang="en-US" sz="4800">
                <a:solidFill>
                  <a:schemeClr val="tx1"/>
                </a:solidFill>
                <a:latin typeface="+mn-lt"/>
                <a:ea typeface="+mn-ea"/>
                <a:cs typeface="+mn-cs"/>
              </a:defRPr>
            </a:lvl1pPr>
          </a:lstStyle>
          <a:p>
            <a:pPr lvl="0">
              <a:lnSpc>
                <a:spcPct val="100000"/>
              </a:lnSpc>
              <a:spcBef>
                <a:spcPts val="1800"/>
              </a:spcBef>
              <a:buFont typeface="Arial" panose="020B0604020202020204" pitchFamily="34" charset="0"/>
            </a:pPr>
            <a:r>
              <a:rPr lang="en-US"/>
              <a:t>Click to add title</a:t>
            </a:r>
          </a:p>
        </p:txBody>
      </p:sp>
      <p:sp>
        <p:nvSpPr>
          <p:cNvPr id="6" name="Gradient Placeholder 5">
            <a:extLst>
              <a:ext uri="{FF2B5EF4-FFF2-40B4-BE49-F238E27FC236}">
                <a16:creationId xmlns:a16="http://schemas.microsoft.com/office/drawing/2014/main" id="{A495C13D-43B0-F211-D4C3-5938F144C6C6}"/>
              </a:ext>
            </a:extLst>
          </p:cNvPr>
          <p:cNvSpPr>
            <a:spLocks noGrp="1"/>
          </p:cNvSpPr>
          <p:nvPr>
            <p:ph type="body" sz="quarter" idx="28" hasCustomPrompt="1"/>
          </p:nvPr>
        </p:nvSpPr>
        <p:spPr>
          <a:xfrm>
            <a:off x="5159374" y="4257063"/>
            <a:ext cx="7032625" cy="180000"/>
          </a:xfr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algn="l">
              <a:defRPr kumimoji="0" lang="en-US" sz="700" b="0" i="0" u="none" strike="noStrike" kern="0" cap="none" spc="0" normalizeH="0" baseline="0" dirty="0" smtClean="0">
                <a:ln>
                  <a:noFill/>
                </a:ln>
                <a:solidFill>
                  <a:schemeClr val="tx2"/>
                </a:solidFill>
                <a:effectLst/>
                <a:uLnTx/>
                <a:uFillTx/>
                <a:latin typeface="Ubuntu"/>
              </a:defRPr>
            </a:lvl1pPr>
          </a:lstStyle>
          <a:p>
            <a:pPr lvl="0" algn="ctr">
              <a:spcBef>
                <a:spcPts val="0"/>
              </a:spcBef>
              <a:buFontTx/>
            </a:pPr>
            <a:r>
              <a:rPr lang="en-US"/>
              <a:t>Gradient in placeholder</a:t>
            </a:r>
          </a:p>
        </p:txBody>
      </p:sp>
      <p:sp>
        <p:nvSpPr>
          <p:cNvPr id="5" name="Logo Placeholder 7">
            <a:extLst>
              <a:ext uri="{FF2B5EF4-FFF2-40B4-BE49-F238E27FC236}">
                <a16:creationId xmlns:a16="http://schemas.microsoft.com/office/drawing/2014/main" id="{0B3C3CBD-E738-C78E-0E05-CABF012E6391}"/>
              </a:ext>
            </a:extLst>
          </p:cNvPr>
          <p:cNvSpPr>
            <a:spLocks noGrp="1"/>
          </p:cNvSpPr>
          <p:nvPr>
            <p:ph type="body" sz="quarter" idx="40" hasCustomPrompt="1"/>
          </p:nvPr>
        </p:nvSpPr>
        <p:spPr>
          <a:xfrm>
            <a:off x="11765626" y="128961"/>
            <a:ext cx="269046" cy="335806"/>
          </a:xfrm>
          <a:blipFill>
            <a:blip r:embed="rId2">
              <a:extLst>
                <a:ext uri="{96DAC541-7B7A-43D3-8B79-37D633B846F1}">
                  <asvg:svgBlip xmlns:asvg="http://schemas.microsoft.com/office/drawing/2016/SVG/main" r:embed="rId3"/>
                </a:ext>
              </a:extLst>
            </a:blip>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Tree>
    <p:extLst>
      <p:ext uri="{BB962C8B-B14F-4D97-AF65-F5344CB8AC3E}">
        <p14:creationId xmlns:p14="http://schemas.microsoft.com/office/powerpoint/2010/main" val="1785226496"/>
      </p:ext>
    </p:extLst>
  </p:cSld>
  <p:clrMapOvr>
    <a:masterClrMapping/>
  </p:clrMapOvr>
  <p:hf sldNum="0" hdr="0" ftr="0" dt="0"/>
</p:sldLayout>
</file>

<file path=ppt/slideLayouts/slideLayout149.xml><?xml version="1.0" encoding="utf-8"?>
<p:sldLayout xmlns:a="http://schemas.openxmlformats.org/drawingml/2006/main" xmlns:r="http://schemas.openxmlformats.org/officeDocument/2006/relationships" xmlns:p="http://schemas.openxmlformats.org/presentationml/2006/main" preserve="1">
  <p:cSld name="Divider 2">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9BB1339-F341-E41B-4A76-E0462FDC1FEA}"/>
              </a:ext>
            </a:extLst>
          </p:cNvPr>
          <p:cNvSpPr/>
          <p:nvPr/>
        </p:nvSpPr>
        <p:spPr>
          <a:xfrm rot="16200000">
            <a:off x="-50850" y="3339001"/>
            <a:ext cx="6857998" cy="180000"/>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000000"/>
              </a:solidFill>
              <a:effectLst/>
              <a:uLnTx/>
              <a:uFillTx/>
              <a:latin typeface="Ubuntu"/>
              <a:ea typeface="+mn-ea"/>
              <a:cs typeface="+mn-cs"/>
            </a:endParaRPr>
          </a:p>
        </p:txBody>
      </p:sp>
      <p:sp>
        <p:nvSpPr>
          <p:cNvPr id="3" name="Date Placeholder 2">
            <a:extLst>
              <a:ext uri="{FF2B5EF4-FFF2-40B4-BE49-F238E27FC236}">
                <a16:creationId xmlns:a16="http://schemas.microsoft.com/office/drawing/2014/main" id="{8811E274-2B57-BD57-2F68-DBB426EFCE65}"/>
              </a:ext>
            </a:extLst>
          </p:cNvPr>
          <p:cNvSpPr>
            <a:spLocks noGrp="1"/>
          </p:cNvSpPr>
          <p:nvPr>
            <p:ph type="dt" sz="half" idx="19"/>
          </p:nvPr>
        </p:nvSpPr>
        <p:spPr>
          <a:xfrm>
            <a:off x="9809927" y="6650661"/>
            <a:ext cx="1831210" cy="123111"/>
          </a:xfrm>
          <a:prstGeom prst="rect">
            <a:avLst/>
          </a:prstGeom>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4" name="Footer Placeholder 3">
            <a:extLst>
              <a:ext uri="{FF2B5EF4-FFF2-40B4-BE49-F238E27FC236}">
                <a16:creationId xmlns:a16="http://schemas.microsoft.com/office/drawing/2014/main" id="{09CE6D32-8A75-0D6E-E71F-DAACF84605EC}"/>
              </a:ext>
            </a:extLst>
          </p:cNvPr>
          <p:cNvSpPr>
            <a:spLocks noGrp="1"/>
          </p:cNvSpPr>
          <p:nvPr>
            <p:ph type="ftr" sz="quarter" idx="20"/>
          </p:nvPr>
        </p:nvSpPr>
        <p:spPr>
          <a:xfrm>
            <a:off x="550863" y="6650661"/>
            <a:ext cx="4716524" cy="123111"/>
          </a:xfrm>
          <a:prstGeom prst="rect">
            <a:avLst/>
          </a:prstGeom>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0977DCB7-EB08-EC5A-73FF-FB5F850C5C25}"/>
              </a:ext>
            </a:extLst>
          </p:cNvPr>
          <p:cNvSpPr>
            <a:spLocks noGrp="1"/>
          </p:cNvSpPr>
          <p:nvPr>
            <p:ph type="sldNum" sz="quarter" idx="21"/>
          </p:nvPr>
        </p:nvSpPr>
        <p:spPr>
          <a:xfrm>
            <a:off x="11778341" y="6650661"/>
            <a:ext cx="232665" cy="123111"/>
          </a:xfrm>
          <a:prstGeom prst="rect">
            <a:avLst/>
          </a:prstGeom>
        </p:spPr>
        <p:txBody>
          <a:bodyPr/>
          <a:lstStyle/>
          <a:p>
            <a:pPr algn="r"/>
            <a:fld id="{5D9A5160-6218-4E5A-B9E6-B93E3DAE377C}" type="slidenum">
              <a:rPr lang="en-US" smtClean="0"/>
              <a:pPr algn="r"/>
              <a:t>‹#›</a:t>
            </a:fld>
            <a:endParaRPr lang="en-US"/>
          </a:p>
        </p:txBody>
      </p:sp>
      <p:sp>
        <p:nvSpPr>
          <p:cNvPr id="9" name="Text Placeholder 4">
            <a:extLst>
              <a:ext uri="{FF2B5EF4-FFF2-40B4-BE49-F238E27FC236}">
                <a16:creationId xmlns:a16="http://schemas.microsoft.com/office/drawing/2014/main" id="{B4666C08-BC72-FDBE-1461-F2EECABF4D42}"/>
              </a:ext>
            </a:extLst>
          </p:cNvPr>
          <p:cNvSpPr>
            <a:spLocks noGrp="1"/>
          </p:cNvSpPr>
          <p:nvPr>
            <p:ph type="body" sz="quarter" idx="23" hasCustomPrompt="1"/>
          </p:nvPr>
        </p:nvSpPr>
        <p:spPr>
          <a:xfrm>
            <a:off x="-433" y="0"/>
            <a:ext cx="2736304" cy="2924175"/>
          </a:xfrm>
        </p:spPr>
        <p:txBody>
          <a:bodyPr vert="vert270" wrap="none" lIns="0" tIns="0" rIns="0" bIns="0" rtlCol="0" anchor="t" anchorCtr="0">
            <a:noAutofit/>
          </a:bodyPr>
          <a:lstStyle>
            <a:lvl1pPr>
              <a:defRPr lang="en-US" sz="16600" b="0" cap="none" spc="0" baseline="0" dirty="0" smtClean="0"/>
            </a:lvl1pPr>
          </a:lstStyle>
          <a:p>
            <a:pPr lvl="0">
              <a:spcBef>
                <a:spcPts val="0"/>
              </a:spcBef>
            </a:pPr>
            <a:r>
              <a:rPr lang="en-US"/>
              <a:t>01</a:t>
            </a:r>
          </a:p>
        </p:txBody>
      </p:sp>
      <p:sp>
        <p:nvSpPr>
          <p:cNvPr id="11" name="Title 5">
            <a:extLst>
              <a:ext uri="{FF2B5EF4-FFF2-40B4-BE49-F238E27FC236}">
                <a16:creationId xmlns:a16="http://schemas.microsoft.com/office/drawing/2014/main" id="{0B6F8127-33BC-B324-58CF-854CD4CB9479}"/>
              </a:ext>
            </a:extLst>
          </p:cNvPr>
          <p:cNvSpPr>
            <a:spLocks noGrp="1"/>
          </p:cNvSpPr>
          <p:nvPr>
            <p:ph type="title" hasCustomPrompt="1"/>
          </p:nvPr>
        </p:nvSpPr>
        <p:spPr>
          <a:xfrm>
            <a:off x="4253696" y="1510496"/>
            <a:ext cx="7393343" cy="2887883"/>
          </a:xfrm>
        </p:spPr>
        <p:txBody>
          <a:bodyPr vert="horz" lIns="0" tIns="0" rIns="0" bIns="0" rtlCol="0" anchor="t">
            <a:noAutofit/>
          </a:bodyPr>
          <a:lstStyle>
            <a:lvl1pPr>
              <a:spcBef>
                <a:spcPts val="0"/>
              </a:spcBef>
              <a:defRPr lang="en-US" sz="5400">
                <a:latin typeface="+mn-lt"/>
                <a:ea typeface="+mn-ea"/>
                <a:cs typeface="+mn-cs"/>
              </a:defRPr>
            </a:lvl1pPr>
          </a:lstStyle>
          <a:p>
            <a:pPr lvl="0">
              <a:lnSpc>
                <a:spcPct val="100000"/>
              </a:lnSpc>
              <a:spcBef>
                <a:spcPts val="1800"/>
              </a:spcBef>
              <a:buFont typeface="Arial" panose="020B0604020202020204" pitchFamily="34" charset="0"/>
            </a:pPr>
            <a:r>
              <a:rPr lang="en-US"/>
              <a:t>Click to add title</a:t>
            </a:r>
          </a:p>
        </p:txBody>
      </p:sp>
    </p:spTree>
    <p:extLst>
      <p:ext uri="{BB962C8B-B14F-4D97-AF65-F5344CB8AC3E}">
        <p14:creationId xmlns:p14="http://schemas.microsoft.com/office/powerpoint/2010/main" val="2661227419"/>
      </p:ext>
    </p:extLst>
  </p:cSld>
  <p:clrMapOvr>
    <a:masterClrMapping/>
  </p:clrMapOvr>
  <p:hf sldNum="0" hdr="0" ftr="0" dt="0"/>
</p:sldLayout>
</file>

<file path=ppt/slideLayouts/slideLayout150.xml><?xml version="1.0" encoding="utf-8"?>
<p:sldLayout xmlns:a="http://schemas.openxmlformats.org/drawingml/2006/main" xmlns:r="http://schemas.openxmlformats.org/officeDocument/2006/relationships" xmlns:p="http://schemas.openxmlformats.org/presentationml/2006/main" preserve="1">
  <p:cSld name="Divider Photo 2">
    <p:spTree>
      <p:nvGrpSpPr>
        <p:cNvPr id="1" name=""/>
        <p:cNvGrpSpPr/>
        <p:nvPr/>
      </p:nvGrpSpPr>
      <p:grpSpPr>
        <a:xfrm>
          <a:off x="0" y="0"/>
          <a:ext cx="0" cy="0"/>
          <a:chOff x="0" y="0"/>
          <a:chExt cx="0" cy="0"/>
        </a:xfrm>
      </p:grpSpPr>
      <p:sp>
        <p:nvSpPr>
          <p:cNvPr id="2" name="Picture Placeholder 10">
            <a:extLst>
              <a:ext uri="{FF2B5EF4-FFF2-40B4-BE49-F238E27FC236}">
                <a16:creationId xmlns:a16="http://schemas.microsoft.com/office/drawing/2014/main" id="{8AD156C1-F91F-57E6-BFA6-A0059404D219}"/>
              </a:ext>
            </a:extLst>
          </p:cNvPr>
          <p:cNvSpPr>
            <a:spLocks noGrp="1"/>
          </p:cNvSpPr>
          <p:nvPr>
            <p:ph type="pic" sz="quarter" idx="13" hasCustomPrompt="1"/>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sp>
        <p:nvSpPr>
          <p:cNvPr id="4" name="Date Placeholder 3">
            <a:extLst>
              <a:ext uri="{FF2B5EF4-FFF2-40B4-BE49-F238E27FC236}">
                <a16:creationId xmlns:a16="http://schemas.microsoft.com/office/drawing/2014/main" id="{56929497-8122-9A44-6DDD-AD4C0F8B2084}"/>
              </a:ext>
            </a:extLst>
          </p:cNvPr>
          <p:cNvSpPr>
            <a:spLocks noGrp="1"/>
          </p:cNvSpPr>
          <p:nvPr>
            <p:ph type="dt" sz="half" idx="19"/>
          </p:nvPr>
        </p:nvSpPr>
        <p:spPr>
          <a:xfrm>
            <a:off x="9809927" y="6650661"/>
            <a:ext cx="1831210" cy="123111"/>
          </a:xfrm>
          <a:prstGeom prst="rect">
            <a:avLst/>
          </a:prstGeom>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14" name="Slide Number Placeholder 13">
            <a:extLst>
              <a:ext uri="{FF2B5EF4-FFF2-40B4-BE49-F238E27FC236}">
                <a16:creationId xmlns:a16="http://schemas.microsoft.com/office/drawing/2014/main" id="{715D5173-A014-ABE6-88BB-A9337A5DDDB5}"/>
              </a:ext>
            </a:extLst>
          </p:cNvPr>
          <p:cNvSpPr>
            <a:spLocks noGrp="1"/>
          </p:cNvSpPr>
          <p:nvPr>
            <p:ph type="sldNum" sz="quarter" idx="21"/>
          </p:nvPr>
        </p:nvSpPr>
        <p:spPr>
          <a:xfrm>
            <a:off x="11778341" y="6650661"/>
            <a:ext cx="232665" cy="123111"/>
          </a:xfrm>
          <a:prstGeom prst="rect">
            <a:avLst/>
          </a:prstGeom>
        </p:spPr>
        <p:txBody>
          <a:bodyPr/>
          <a:lstStyle/>
          <a:p>
            <a:pPr algn="r"/>
            <a:fld id="{5D9A5160-6218-4E5A-B9E6-B93E3DAE377C}" type="slidenum">
              <a:rPr lang="en-US" smtClean="0"/>
              <a:pPr algn="r"/>
              <a:t>‹#›</a:t>
            </a:fld>
            <a:endParaRPr lang="en-US"/>
          </a:p>
        </p:txBody>
      </p:sp>
      <p:sp>
        <p:nvSpPr>
          <p:cNvPr id="5" name="Text Placeholder 4">
            <a:extLst>
              <a:ext uri="{FF2B5EF4-FFF2-40B4-BE49-F238E27FC236}">
                <a16:creationId xmlns:a16="http://schemas.microsoft.com/office/drawing/2014/main" id="{13682657-FA28-8301-9AF3-F2AE614DCDE3}"/>
              </a:ext>
            </a:extLst>
          </p:cNvPr>
          <p:cNvSpPr>
            <a:spLocks noGrp="1"/>
          </p:cNvSpPr>
          <p:nvPr>
            <p:ph type="body" sz="quarter" idx="22" hasCustomPrompt="1"/>
          </p:nvPr>
        </p:nvSpPr>
        <p:spPr>
          <a:xfrm>
            <a:off x="-433" y="0"/>
            <a:ext cx="2736304" cy="2924175"/>
          </a:xfrm>
        </p:spPr>
        <p:txBody>
          <a:bodyPr vert="vert270" wrap="none" lIns="0" tIns="0" rIns="0" bIns="0" rtlCol="0" anchor="t" anchorCtr="0">
            <a:noAutofit/>
          </a:bodyPr>
          <a:lstStyle>
            <a:lvl1pPr>
              <a:defRPr lang="en-US" sz="16600" b="0" cap="none" spc="0" baseline="0" dirty="0" smtClean="0">
                <a:solidFill>
                  <a:schemeClr val="tx1"/>
                </a:solidFill>
              </a:defRPr>
            </a:lvl1pPr>
          </a:lstStyle>
          <a:p>
            <a:pPr lvl="0">
              <a:spcBef>
                <a:spcPts val="0"/>
              </a:spcBef>
            </a:pPr>
            <a:r>
              <a:rPr lang="en-US"/>
              <a:t>01</a:t>
            </a:r>
          </a:p>
        </p:txBody>
      </p:sp>
      <p:sp>
        <p:nvSpPr>
          <p:cNvPr id="9" name="Title 5">
            <a:extLst>
              <a:ext uri="{FF2B5EF4-FFF2-40B4-BE49-F238E27FC236}">
                <a16:creationId xmlns:a16="http://schemas.microsoft.com/office/drawing/2014/main" id="{1861857D-180D-4FE5-399B-DE08A8B1548C}"/>
              </a:ext>
            </a:extLst>
          </p:cNvPr>
          <p:cNvSpPr>
            <a:spLocks noGrp="1"/>
          </p:cNvSpPr>
          <p:nvPr>
            <p:ph type="title" hasCustomPrompt="1"/>
          </p:nvPr>
        </p:nvSpPr>
        <p:spPr>
          <a:xfrm>
            <a:off x="4253696" y="1510496"/>
            <a:ext cx="7393343" cy="2887883"/>
          </a:xfrm>
        </p:spPr>
        <p:txBody>
          <a:bodyPr vert="horz" lIns="0" tIns="0" rIns="0" bIns="0" rtlCol="0" anchor="t">
            <a:noAutofit/>
          </a:bodyPr>
          <a:lstStyle>
            <a:lvl1pPr>
              <a:spcBef>
                <a:spcPts val="0"/>
              </a:spcBef>
              <a:defRPr lang="en-US" sz="5400">
                <a:solidFill>
                  <a:schemeClr val="tx1"/>
                </a:solidFill>
                <a:latin typeface="+mn-lt"/>
                <a:ea typeface="+mn-ea"/>
                <a:cs typeface="+mn-cs"/>
              </a:defRPr>
            </a:lvl1pPr>
          </a:lstStyle>
          <a:p>
            <a:pPr lvl="0">
              <a:lnSpc>
                <a:spcPct val="100000"/>
              </a:lnSpc>
              <a:spcBef>
                <a:spcPts val="1800"/>
              </a:spcBef>
              <a:buFont typeface="Arial" panose="020B0604020202020204" pitchFamily="34" charset="0"/>
            </a:pPr>
            <a:r>
              <a:rPr lang="en-US"/>
              <a:t>Click to add title</a:t>
            </a:r>
          </a:p>
        </p:txBody>
      </p:sp>
      <p:sp>
        <p:nvSpPr>
          <p:cNvPr id="7" name="Gradient Placeholder 5">
            <a:extLst>
              <a:ext uri="{FF2B5EF4-FFF2-40B4-BE49-F238E27FC236}">
                <a16:creationId xmlns:a16="http://schemas.microsoft.com/office/drawing/2014/main" id="{0571978A-A079-2CFE-0A83-D7D525496E16}"/>
              </a:ext>
            </a:extLst>
          </p:cNvPr>
          <p:cNvSpPr>
            <a:spLocks noGrp="1"/>
          </p:cNvSpPr>
          <p:nvPr>
            <p:ph type="body" sz="quarter" idx="28" hasCustomPrompt="1"/>
          </p:nvPr>
        </p:nvSpPr>
        <p:spPr>
          <a:xfrm rot="16200000">
            <a:off x="-50850" y="3339001"/>
            <a:ext cx="6857998" cy="180000"/>
          </a:xfr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algn="l">
              <a:defRPr kumimoji="0" lang="en-US" sz="700" b="0" i="0" u="none" strike="noStrike" kern="0" cap="none" spc="0" normalizeH="0" baseline="0" dirty="0" smtClean="0">
                <a:ln>
                  <a:noFill/>
                </a:ln>
                <a:solidFill>
                  <a:schemeClr val="accent2"/>
                </a:solidFill>
                <a:effectLst/>
                <a:uLnTx/>
                <a:uFillTx/>
                <a:latin typeface="Ubuntu"/>
              </a:defRPr>
            </a:lvl1pPr>
          </a:lstStyle>
          <a:p>
            <a:pPr lvl="0" algn="ctr">
              <a:spcBef>
                <a:spcPts val="0"/>
              </a:spcBef>
              <a:buFontTx/>
            </a:pPr>
            <a:r>
              <a:rPr lang="en-US"/>
              <a:t>Gradient in placeholder</a:t>
            </a:r>
          </a:p>
        </p:txBody>
      </p:sp>
      <p:sp>
        <p:nvSpPr>
          <p:cNvPr id="6" name="Footer Placeholder 5">
            <a:extLst>
              <a:ext uri="{FF2B5EF4-FFF2-40B4-BE49-F238E27FC236}">
                <a16:creationId xmlns:a16="http://schemas.microsoft.com/office/drawing/2014/main" id="{F00853BC-BEFF-4053-AD58-C0C6CB7301CA}"/>
              </a:ext>
            </a:extLst>
          </p:cNvPr>
          <p:cNvSpPr>
            <a:spLocks noGrp="1"/>
          </p:cNvSpPr>
          <p:nvPr>
            <p:ph type="ftr" sz="quarter" idx="20"/>
          </p:nvPr>
        </p:nvSpPr>
        <p:spPr>
          <a:xfrm>
            <a:off x="550863" y="6650661"/>
            <a:ext cx="4716524" cy="123111"/>
          </a:xfrm>
          <a:prstGeom prst="rect">
            <a:avLst/>
          </a:prstGeom>
        </p:spPr>
        <p:txBody>
          <a:bodyPr/>
          <a:lstStyle/>
          <a:p>
            <a:pPr>
              <a:spcBef>
                <a:spcPts val="1000"/>
              </a:spcBef>
              <a:buFont typeface="Arial" panose="020B0604020202020204" pitchFamily="34" charset="0"/>
              <a:buNone/>
            </a:pPr>
            <a:r>
              <a:rPr lang="en-US"/>
              <a:t>Presentation Title | Author | Date</a:t>
            </a:r>
          </a:p>
        </p:txBody>
      </p:sp>
      <p:sp>
        <p:nvSpPr>
          <p:cNvPr id="3" name="Logo Placeholder 7">
            <a:extLst>
              <a:ext uri="{FF2B5EF4-FFF2-40B4-BE49-F238E27FC236}">
                <a16:creationId xmlns:a16="http://schemas.microsoft.com/office/drawing/2014/main" id="{DCFC13AE-0F74-A4CB-F711-D9650A2D5CC3}"/>
              </a:ext>
            </a:extLst>
          </p:cNvPr>
          <p:cNvSpPr>
            <a:spLocks noGrp="1"/>
          </p:cNvSpPr>
          <p:nvPr>
            <p:ph type="body" sz="quarter" idx="40" hasCustomPrompt="1"/>
          </p:nvPr>
        </p:nvSpPr>
        <p:spPr>
          <a:xfrm>
            <a:off x="11765626" y="128961"/>
            <a:ext cx="269046" cy="335806"/>
          </a:xfrm>
          <a:blipFill>
            <a:blip r:embed="rId2">
              <a:extLst>
                <a:ext uri="{96DAC541-7B7A-43D3-8B79-37D633B846F1}">
                  <asvg:svgBlip xmlns:asvg="http://schemas.microsoft.com/office/drawing/2016/SVG/main" r:embed="rId3"/>
                </a:ext>
              </a:extLst>
            </a:blip>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Tree>
    <p:extLst>
      <p:ext uri="{BB962C8B-B14F-4D97-AF65-F5344CB8AC3E}">
        <p14:creationId xmlns:p14="http://schemas.microsoft.com/office/powerpoint/2010/main" val="3728408174"/>
      </p:ext>
    </p:extLst>
  </p:cSld>
  <p:clrMapOvr>
    <a:masterClrMapping/>
  </p:clrMapOvr>
  <p:hf sldNum="0" hdr="0" ftr="0" dt="0"/>
</p:sldLayout>
</file>

<file path=ppt/slideLayouts/slideLayout151.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D05BE089-2489-3604-1BFA-99F26E2657A3}"/>
              </a:ext>
            </a:extLst>
          </p:cNvPr>
          <p:cNvSpPr>
            <a:spLocks noGrp="1"/>
          </p:cNvSpPr>
          <p:nvPr>
            <p:ph type="dt" sz="half" idx="10"/>
          </p:nvPr>
        </p:nvSpPr>
        <p:spPr>
          <a:xfrm>
            <a:off x="9809927" y="6650661"/>
            <a:ext cx="1831210" cy="123111"/>
          </a:xfrm>
          <a:prstGeom prst="rect">
            <a:avLst/>
          </a:prstGeom>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4" name="Footer Placeholder 3">
            <a:extLst>
              <a:ext uri="{FF2B5EF4-FFF2-40B4-BE49-F238E27FC236}">
                <a16:creationId xmlns:a16="http://schemas.microsoft.com/office/drawing/2014/main" id="{27DD8718-6D0F-15C6-4CBD-55C472C3C492}"/>
              </a:ext>
            </a:extLst>
          </p:cNvPr>
          <p:cNvSpPr>
            <a:spLocks noGrp="1"/>
          </p:cNvSpPr>
          <p:nvPr>
            <p:ph type="ftr" sz="quarter" idx="11"/>
          </p:nvPr>
        </p:nvSpPr>
        <p:spPr>
          <a:xfrm>
            <a:off x="550863" y="6650661"/>
            <a:ext cx="4716524" cy="123111"/>
          </a:xfrm>
          <a:prstGeom prst="rect">
            <a:avLst/>
          </a:prstGeom>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A98A8975-BB8E-4570-BA8F-A91834025269}"/>
              </a:ext>
            </a:extLst>
          </p:cNvPr>
          <p:cNvSpPr>
            <a:spLocks noGrp="1"/>
          </p:cNvSpPr>
          <p:nvPr>
            <p:ph type="sldNum" sz="quarter" idx="12"/>
          </p:nvPr>
        </p:nvSpPr>
        <p:spPr>
          <a:xfrm>
            <a:off x="11778341" y="6650661"/>
            <a:ext cx="232665" cy="123111"/>
          </a:xfrm>
          <a:prstGeom prst="rect">
            <a:avLst/>
          </a:prstGeom>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1037453935"/>
      </p:ext>
    </p:extLst>
  </p:cSld>
  <p:clrMapOvr>
    <a:masterClrMapping/>
  </p:clrMapOvr>
  <p:hf sldNum="0" hdr="0" ftr="0" dt="0"/>
</p:sldLayout>
</file>

<file path=ppt/slideLayouts/slideLayout152.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350D4F91-45C7-417B-8E2B-E8F582B53B82}"/>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989849183"/>
      </p:ext>
    </p:extLst>
  </p:cSld>
  <p:clrMapOvr>
    <a:masterClrMapping/>
  </p:clrMapOvr>
  <p:hf sldNum="0" hdr="0" ftr="0" dt="0"/>
</p:sldLayout>
</file>

<file path=ppt/slideLayouts/slideLayout153.xml><?xml version="1.0" encoding="utf-8"?>
<p:sldLayout xmlns:a="http://schemas.openxmlformats.org/drawingml/2006/main" xmlns:r="http://schemas.openxmlformats.org/officeDocument/2006/relationships" xmlns:p="http://schemas.openxmlformats.org/presentationml/2006/main" preserve="1">
  <p:cSld name="Title Only Chapterbox">
    <p:spTree>
      <p:nvGrpSpPr>
        <p:cNvPr id="1" name=""/>
        <p:cNvGrpSpPr/>
        <p:nvPr/>
      </p:nvGrpSpPr>
      <p:grpSpPr>
        <a:xfrm>
          <a:off x="0" y="0"/>
          <a:ext cx="0" cy="0"/>
          <a:chOff x="0" y="0"/>
          <a:chExt cx="0" cy="0"/>
        </a:xfrm>
      </p:grpSpPr>
      <p:sp>
        <p:nvSpPr>
          <p:cNvPr id="10" name="Date Placeholder 9">
            <a:extLst>
              <a:ext uri="{FF2B5EF4-FFF2-40B4-BE49-F238E27FC236}">
                <a16:creationId xmlns:a16="http://schemas.microsoft.com/office/drawing/2014/main" id="{E6C6CF10-71F7-EE78-C2BD-6C8E84F961BE}"/>
              </a:ext>
            </a:extLst>
          </p:cNvPr>
          <p:cNvSpPr>
            <a:spLocks noGrp="1"/>
          </p:cNvSpPr>
          <p:nvPr>
            <p:ph type="dt" sz="half" idx="10"/>
          </p:nvPr>
        </p:nvSpPr>
        <p:spPr>
          <a:xfrm>
            <a:off x="9809927" y="6650661"/>
            <a:ext cx="1831210" cy="123111"/>
          </a:xfrm>
          <a:prstGeom prst="rect">
            <a:avLst/>
          </a:prstGeom>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11" name="Footer Placeholder 10">
            <a:extLst>
              <a:ext uri="{FF2B5EF4-FFF2-40B4-BE49-F238E27FC236}">
                <a16:creationId xmlns:a16="http://schemas.microsoft.com/office/drawing/2014/main" id="{089A870A-6E3E-31EB-C34E-7847CE40D3BF}"/>
              </a:ext>
            </a:extLst>
          </p:cNvPr>
          <p:cNvSpPr>
            <a:spLocks noGrp="1"/>
          </p:cNvSpPr>
          <p:nvPr>
            <p:ph type="ftr" sz="quarter" idx="11"/>
          </p:nvPr>
        </p:nvSpPr>
        <p:spPr>
          <a:xfrm>
            <a:off x="550863" y="6650661"/>
            <a:ext cx="4716524" cy="123111"/>
          </a:xfrm>
          <a:prstGeom prst="rect">
            <a:avLst/>
          </a:prstGeom>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69B47629-0F7D-C086-6180-6C8A8A265B4A}"/>
              </a:ext>
            </a:extLst>
          </p:cNvPr>
          <p:cNvSpPr>
            <a:spLocks noGrp="1"/>
          </p:cNvSpPr>
          <p:nvPr>
            <p:ph type="sldNum" sz="quarter" idx="12"/>
          </p:nvPr>
        </p:nvSpPr>
        <p:spPr>
          <a:xfrm>
            <a:off x="11778341" y="6650661"/>
            <a:ext cx="232665" cy="123111"/>
          </a:xfrm>
          <a:prstGeom prst="rect">
            <a:avLst/>
          </a:prstGeom>
        </p:spPr>
        <p:txBody>
          <a:bodyPr/>
          <a:lstStyle/>
          <a:p>
            <a:pPr algn="r"/>
            <a:fld id="{5D9A5160-6218-4E5A-B9E6-B93E3DAE377C}" type="slidenum">
              <a:rPr lang="en-US" smtClean="0"/>
              <a:pPr algn="r"/>
              <a:t>‹#›</a:t>
            </a:fld>
            <a:endParaRPr lang="en-US"/>
          </a:p>
        </p:txBody>
      </p:sp>
      <p:sp>
        <p:nvSpPr>
          <p:cNvPr id="3" name="Chapter Placeholder 2">
            <a:extLst>
              <a:ext uri="{FF2B5EF4-FFF2-40B4-BE49-F238E27FC236}">
                <a16:creationId xmlns:a16="http://schemas.microsoft.com/office/drawing/2014/main" id="{23CF6BB0-AE4E-8C5D-62B2-A2216E42A57E}"/>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2" name="Title Placeholder 4">
            <a:extLst>
              <a:ext uri="{FF2B5EF4-FFF2-40B4-BE49-F238E27FC236}">
                <a16:creationId xmlns:a16="http://schemas.microsoft.com/office/drawing/2014/main" id="{8616DD99-E5DF-50D2-33AF-495DCBE920C3}"/>
              </a:ext>
            </a:extLst>
          </p:cNvPr>
          <p:cNvSpPr>
            <a:spLocks noGrp="1"/>
          </p:cNvSpPr>
          <p:nvPr>
            <p:ph type="title"/>
          </p:nvPr>
        </p:nvSpPr>
        <p:spPr>
          <a:xfrm>
            <a:off x="551384" y="549274"/>
            <a:ext cx="11090938" cy="930372"/>
          </a:xfrm>
          <a:prstGeom prst="rect">
            <a:avLst/>
          </a:prstGeom>
        </p:spPr>
        <p:txBody>
          <a:bodyPr vert="horz" lIns="0" tIns="0" rIns="0" bIns="126000" rtlCol="0" anchor="b" anchorCtr="0">
            <a:noAutofit/>
          </a:bodyPr>
          <a:lstStyle/>
          <a:p>
            <a:pPr lvl="0"/>
            <a:r>
              <a:rPr lang="en-US"/>
              <a:t>Click to edit Master title style</a:t>
            </a:r>
            <a:endParaRPr lang="de-DE"/>
          </a:p>
        </p:txBody>
      </p:sp>
    </p:spTree>
    <p:extLst>
      <p:ext uri="{BB962C8B-B14F-4D97-AF65-F5344CB8AC3E}">
        <p14:creationId xmlns:p14="http://schemas.microsoft.com/office/powerpoint/2010/main" val="620169716"/>
      </p:ext>
    </p:extLst>
  </p:cSld>
  <p:clrMapOvr>
    <a:masterClrMapping/>
  </p:clrMapOvr>
  <p:hf sldNum="0" hdr="0" ftr="0" dt="0"/>
</p:sldLayout>
</file>

<file path=ppt/slideLayouts/slideLayout154.xml><?xml version="1.0" encoding="utf-8"?>
<p:sldLayout xmlns:a="http://schemas.openxmlformats.org/drawingml/2006/main" xmlns:r="http://schemas.openxmlformats.org/officeDocument/2006/relationships" xmlns:p="http://schemas.openxmlformats.org/presentationml/2006/main" preserve="1">
  <p:cSld name="Content 1">
    <p:spTree>
      <p:nvGrpSpPr>
        <p:cNvPr id="1" name=""/>
        <p:cNvGrpSpPr/>
        <p:nvPr/>
      </p:nvGrpSpPr>
      <p:grpSpPr>
        <a:xfrm>
          <a:off x="0" y="0"/>
          <a:ext cx="0" cy="0"/>
          <a:chOff x="0" y="0"/>
          <a:chExt cx="0" cy="0"/>
        </a:xfrm>
      </p:grpSpPr>
      <p:sp>
        <p:nvSpPr>
          <p:cNvPr id="11" name="Text Placeholder 9">
            <a:extLst>
              <a:ext uri="{FF2B5EF4-FFF2-40B4-BE49-F238E27FC236}">
                <a16:creationId xmlns:a16="http://schemas.microsoft.com/office/drawing/2014/main" id="{0D6E650F-BA4C-6AA4-9148-F570EFB99F38}"/>
              </a:ext>
            </a:extLst>
          </p:cNvPr>
          <p:cNvSpPr>
            <a:spLocks noGrp="1"/>
          </p:cNvSpPr>
          <p:nvPr>
            <p:ph type="body" sz="quarter" idx="22"/>
          </p:nvPr>
        </p:nvSpPr>
        <p:spPr>
          <a:xfrm>
            <a:off x="550200" y="1634286"/>
            <a:ext cx="11090938" cy="307777"/>
          </a:xfrm>
          <a:prstGeom prst="rect">
            <a:avLst/>
          </a:prstGeom>
        </p:spPr>
        <p:txBody>
          <a:bodyPr vert="horz" lIns="0" tIns="0" rIns="0" bIns="0" rtlCol="0">
            <a:spAutoFit/>
          </a:bodyPr>
          <a:lstStyle>
            <a:lvl1pPr>
              <a:defRPr lang="en-US" sz="2000" b="1" smtClean="0">
                <a:solidFill>
                  <a:schemeClr val="tx2"/>
                </a:solidFill>
              </a:defRPr>
            </a:lvl1pPr>
          </a:lstStyle>
          <a:p>
            <a:pPr lvl="0"/>
            <a:r>
              <a:rPr lang="en-US"/>
              <a:t>Click to edit Master text styles</a:t>
            </a:r>
          </a:p>
        </p:txBody>
      </p:sp>
      <p:sp>
        <p:nvSpPr>
          <p:cNvPr id="2" name="Date Placeholder 1">
            <a:extLst>
              <a:ext uri="{FF2B5EF4-FFF2-40B4-BE49-F238E27FC236}">
                <a16:creationId xmlns:a16="http://schemas.microsoft.com/office/drawing/2014/main" id="{7E2DCB00-3596-4BD8-9F35-38D8EA5CF694}"/>
              </a:ext>
            </a:extLst>
          </p:cNvPr>
          <p:cNvSpPr>
            <a:spLocks noGrp="1"/>
          </p:cNvSpPr>
          <p:nvPr>
            <p:ph type="dt" sz="half" idx="28"/>
          </p:nvPr>
        </p:nvSpPr>
        <p:spPr>
          <a:xfrm>
            <a:off x="9809927" y="6650661"/>
            <a:ext cx="1831210" cy="123111"/>
          </a:xfrm>
          <a:prstGeom prst="rect">
            <a:avLst/>
          </a:prstGeom>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3" name="Footer Placeholder 2">
            <a:extLst>
              <a:ext uri="{FF2B5EF4-FFF2-40B4-BE49-F238E27FC236}">
                <a16:creationId xmlns:a16="http://schemas.microsoft.com/office/drawing/2014/main" id="{AA6CA9E0-8796-0651-659C-4AA35745A35A}"/>
              </a:ext>
            </a:extLst>
          </p:cNvPr>
          <p:cNvSpPr>
            <a:spLocks noGrp="1"/>
          </p:cNvSpPr>
          <p:nvPr>
            <p:ph type="ftr" sz="quarter" idx="29"/>
          </p:nvPr>
        </p:nvSpPr>
        <p:spPr>
          <a:xfrm>
            <a:off x="550863" y="6650661"/>
            <a:ext cx="4716524" cy="123111"/>
          </a:xfrm>
          <a:prstGeom prst="rect">
            <a:avLst/>
          </a:prstGeom>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7C8C212F-0CAF-442A-97AB-25CC338803B1}"/>
              </a:ext>
            </a:extLst>
          </p:cNvPr>
          <p:cNvSpPr>
            <a:spLocks noGrp="1"/>
          </p:cNvSpPr>
          <p:nvPr>
            <p:ph type="sldNum" sz="quarter" idx="30"/>
          </p:nvPr>
        </p:nvSpPr>
        <p:spPr>
          <a:xfrm>
            <a:off x="11778341" y="6650661"/>
            <a:ext cx="232665" cy="123111"/>
          </a:xfrm>
          <a:prstGeom prst="rect">
            <a:avLst/>
          </a:prstGeom>
        </p:spPr>
        <p:txBody>
          <a:bodyPr/>
          <a:lstStyle/>
          <a:p>
            <a:pPr algn="r"/>
            <a:fld id="{5D9A5160-6218-4E5A-B9E6-B93E3DAE377C}" type="slidenum">
              <a:rPr lang="en-US" smtClean="0"/>
              <a:pPr algn="r"/>
              <a:t>‹#›</a:t>
            </a:fld>
            <a:endParaRPr lang="en-US"/>
          </a:p>
        </p:txBody>
      </p:sp>
      <p:sp>
        <p:nvSpPr>
          <p:cNvPr id="5" name="Title 4">
            <a:extLst>
              <a:ext uri="{FF2B5EF4-FFF2-40B4-BE49-F238E27FC236}">
                <a16:creationId xmlns:a16="http://schemas.microsoft.com/office/drawing/2014/main" id="{F51FE388-96EB-60B4-BDE5-75205588111D}"/>
              </a:ext>
            </a:extLst>
          </p:cNvPr>
          <p:cNvSpPr>
            <a:spLocks noGrp="1"/>
          </p:cNvSpPr>
          <p:nvPr>
            <p:ph type="title"/>
          </p:nvPr>
        </p:nvSpPr>
        <p:spPr/>
        <p:txBody>
          <a:bodyPr/>
          <a:lstStyle/>
          <a:p>
            <a:r>
              <a:rPr lang="en-US"/>
              <a:t>Click to edit Master title style</a:t>
            </a:r>
          </a:p>
        </p:txBody>
      </p:sp>
      <p:sp>
        <p:nvSpPr>
          <p:cNvPr id="6" name="Content Placeholder 5">
            <a:extLst>
              <a:ext uri="{FF2B5EF4-FFF2-40B4-BE49-F238E27FC236}">
                <a16:creationId xmlns:a16="http://schemas.microsoft.com/office/drawing/2014/main" id="{B1642B4B-22B4-952E-DD1B-30B2523729DC}"/>
              </a:ext>
            </a:extLst>
          </p:cNvPr>
          <p:cNvSpPr>
            <a:spLocks noGrp="1"/>
          </p:cNvSpPr>
          <p:nvPr>
            <p:ph sz="quarter" idx="31"/>
          </p:nvPr>
        </p:nvSpPr>
        <p:spPr>
          <a:xfrm>
            <a:off x="551384" y="2132856"/>
            <a:ext cx="1109093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88322218"/>
      </p:ext>
    </p:extLst>
  </p:cSld>
  <p:clrMapOvr>
    <a:masterClrMapping/>
  </p:clrMapOvr>
  <p:hf sldNum="0" hdr="0" ftr="0" dt="0"/>
</p:sldLayout>
</file>

<file path=ppt/slideLayouts/slideLayout155.xml><?xml version="1.0" encoding="utf-8"?>
<p:sldLayout xmlns:a="http://schemas.openxmlformats.org/drawingml/2006/main" xmlns:r="http://schemas.openxmlformats.org/officeDocument/2006/relationships" xmlns:p="http://schemas.openxmlformats.org/presentationml/2006/main" preserve="1">
  <p:cSld name="Content 1 Chapterbox">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E2DCB00-3596-4BD8-9F35-38D8EA5CF694}"/>
              </a:ext>
            </a:extLst>
          </p:cNvPr>
          <p:cNvSpPr>
            <a:spLocks noGrp="1"/>
          </p:cNvSpPr>
          <p:nvPr>
            <p:ph type="dt" sz="half" idx="28"/>
          </p:nvPr>
        </p:nvSpPr>
        <p:spPr>
          <a:xfrm>
            <a:off x="9809927" y="6650661"/>
            <a:ext cx="1831210" cy="123111"/>
          </a:xfrm>
          <a:prstGeom prst="rect">
            <a:avLst/>
          </a:prstGeom>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3" name="Footer Placeholder 2">
            <a:extLst>
              <a:ext uri="{FF2B5EF4-FFF2-40B4-BE49-F238E27FC236}">
                <a16:creationId xmlns:a16="http://schemas.microsoft.com/office/drawing/2014/main" id="{AA6CA9E0-8796-0651-659C-4AA35745A35A}"/>
              </a:ext>
            </a:extLst>
          </p:cNvPr>
          <p:cNvSpPr>
            <a:spLocks noGrp="1"/>
          </p:cNvSpPr>
          <p:nvPr>
            <p:ph type="ftr" sz="quarter" idx="29"/>
          </p:nvPr>
        </p:nvSpPr>
        <p:spPr>
          <a:xfrm>
            <a:off x="550863" y="6650661"/>
            <a:ext cx="4716524" cy="123111"/>
          </a:xfrm>
          <a:prstGeom prst="rect">
            <a:avLst/>
          </a:prstGeom>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7C8C212F-0CAF-442A-97AB-25CC338803B1}"/>
              </a:ext>
            </a:extLst>
          </p:cNvPr>
          <p:cNvSpPr>
            <a:spLocks noGrp="1"/>
          </p:cNvSpPr>
          <p:nvPr>
            <p:ph type="sldNum" sz="quarter" idx="30"/>
          </p:nvPr>
        </p:nvSpPr>
        <p:spPr>
          <a:xfrm>
            <a:off x="11778341" y="6650661"/>
            <a:ext cx="232665" cy="123111"/>
          </a:xfrm>
          <a:prstGeom prst="rect">
            <a:avLst/>
          </a:prstGeom>
        </p:spPr>
        <p:txBody>
          <a:bodyPr/>
          <a:lstStyle/>
          <a:p>
            <a:pPr algn="r"/>
            <a:fld id="{5D9A5160-6218-4E5A-B9E6-B93E3DAE377C}" type="slidenum">
              <a:rPr lang="en-US" smtClean="0"/>
              <a:pPr algn="r"/>
              <a:t>‹#›</a:t>
            </a:fld>
            <a:endParaRPr lang="en-US"/>
          </a:p>
        </p:txBody>
      </p:sp>
      <p:sp>
        <p:nvSpPr>
          <p:cNvPr id="7" name="Text Placeholder 9">
            <a:extLst>
              <a:ext uri="{FF2B5EF4-FFF2-40B4-BE49-F238E27FC236}">
                <a16:creationId xmlns:a16="http://schemas.microsoft.com/office/drawing/2014/main" id="{54880E18-9261-E63B-CB03-844BADE7AE64}"/>
              </a:ext>
            </a:extLst>
          </p:cNvPr>
          <p:cNvSpPr>
            <a:spLocks noGrp="1"/>
          </p:cNvSpPr>
          <p:nvPr>
            <p:ph type="body" sz="quarter" idx="22"/>
          </p:nvPr>
        </p:nvSpPr>
        <p:spPr>
          <a:xfrm>
            <a:off x="550200" y="1634286"/>
            <a:ext cx="11090938" cy="307777"/>
          </a:xfrm>
          <a:prstGeom prst="rect">
            <a:avLst/>
          </a:prstGeom>
        </p:spPr>
        <p:txBody>
          <a:bodyPr vert="horz" lIns="0" tIns="0" rIns="0" bIns="0" rtlCol="0">
            <a:spAutoFit/>
          </a:bodyPr>
          <a:lstStyle>
            <a:lvl1pPr>
              <a:defRPr lang="en-US" sz="2000" b="1" smtClean="0">
                <a:solidFill>
                  <a:schemeClr val="tx2"/>
                </a:solidFill>
              </a:defRPr>
            </a:lvl1pPr>
          </a:lstStyle>
          <a:p>
            <a:pPr lvl="0"/>
            <a:r>
              <a:rPr lang="en-US"/>
              <a:t>Click to edit Master text styles</a:t>
            </a:r>
          </a:p>
        </p:txBody>
      </p:sp>
      <p:sp>
        <p:nvSpPr>
          <p:cNvPr id="8" name="Title 4">
            <a:extLst>
              <a:ext uri="{FF2B5EF4-FFF2-40B4-BE49-F238E27FC236}">
                <a16:creationId xmlns:a16="http://schemas.microsoft.com/office/drawing/2014/main" id="{019E92FE-5A18-711B-5160-9AA65A58DEE3}"/>
              </a:ext>
            </a:extLst>
          </p:cNvPr>
          <p:cNvSpPr>
            <a:spLocks noGrp="1"/>
          </p:cNvSpPr>
          <p:nvPr>
            <p:ph type="title"/>
          </p:nvPr>
        </p:nvSpPr>
        <p:spPr>
          <a:xfrm>
            <a:off x="551384" y="549274"/>
            <a:ext cx="11090938" cy="930372"/>
          </a:xfrm>
        </p:spPr>
        <p:txBody>
          <a:bodyPr/>
          <a:lstStyle/>
          <a:p>
            <a:r>
              <a:rPr lang="en-US"/>
              <a:t>Click to edit Master title style</a:t>
            </a:r>
          </a:p>
        </p:txBody>
      </p:sp>
      <p:sp>
        <p:nvSpPr>
          <p:cNvPr id="10" name="Content Placeholder 5">
            <a:extLst>
              <a:ext uri="{FF2B5EF4-FFF2-40B4-BE49-F238E27FC236}">
                <a16:creationId xmlns:a16="http://schemas.microsoft.com/office/drawing/2014/main" id="{29DC02C4-69E4-1466-4B58-A9AE3DE4EE00}"/>
              </a:ext>
            </a:extLst>
          </p:cNvPr>
          <p:cNvSpPr>
            <a:spLocks noGrp="1"/>
          </p:cNvSpPr>
          <p:nvPr>
            <p:ph sz="quarter" idx="31"/>
          </p:nvPr>
        </p:nvSpPr>
        <p:spPr>
          <a:xfrm>
            <a:off x="551384" y="2132856"/>
            <a:ext cx="1109093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Chapter Placeholder 2">
            <a:extLst>
              <a:ext uri="{FF2B5EF4-FFF2-40B4-BE49-F238E27FC236}">
                <a16:creationId xmlns:a16="http://schemas.microsoft.com/office/drawing/2014/main" id="{87F47C03-95E0-E83E-1625-0EE59F600C92}"/>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3072762401"/>
      </p:ext>
    </p:extLst>
  </p:cSld>
  <p:clrMapOvr>
    <a:masterClrMapping/>
  </p:clrMapOvr>
  <p:hf sldNum="0" hdr="0" ftr="0" dt="0"/>
</p:sldLayout>
</file>

<file path=ppt/slideLayouts/slideLayout156.xml><?xml version="1.0" encoding="utf-8"?>
<p:sldLayout xmlns:a="http://schemas.openxmlformats.org/drawingml/2006/main" xmlns:r="http://schemas.openxmlformats.org/officeDocument/2006/relationships" xmlns:p="http://schemas.openxmlformats.org/presentationml/2006/main" preserve="1">
  <p:cSld name="Title Subtitle">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E2DCB00-3596-4BD8-9F35-38D8EA5CF694}"/>
              </a:ext>
            </a:extLst>
          </p:cNvPr>
          <p:cNvSpPr>
            <a:spLocks noGrp="1"/>
          </p:cNvSpPr>
          <p:nvPr>
            <p:ph type="dt" sz="half" idx="28"/>
          </p:nvPr>
        </p:nvSpPr>
        <p:spPr>
          <a:xfrm>
            <a:off x="9809927" y="6650661"/>
            <a:ext cx="1831210" cy="123111"/>
          </a:xfrm>
          <a:prstGeom prst="rect">
            <a:avLst/>
          </a:prstGeom>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3" name="Footer Placeholder 2">
            <a:extLst>
              <a:ext uri="{FF2B5EF4-FFF2-40B4-BE49-F238E27FC236}">
                <a16:creationId xmlns:a16="http://schemas.microsoft.com/office/drawing/2014/main" id="{AA6CA9E0-8796-0651-659C-4AA35745A35A}"/>
              </a:ext>
            </a:extLst>
          </p:cNvPr>
          <p:cNvSpPr>
            <a:spLocks noGrp="1"/>
          </p:cNvSpPr>
          <p:nvPr>
            <p:ph type="ftr" sz="quarter" idx="29"/>
          </p:nvPr>
        </p:nvSpPr>
        <p:spPr>
          <a:xfrm>
            <a:off x="550863" y="6650661"/>
            <a:ext cx="4716524" cy="123111"/>
          </a:xfrm>
          <a:prstGeom prst="rect">
            <a:avLst/>
          </a:prstGeom>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7C8C212F-0CAF-442A-97AB-25CC338803B1}"/>
              </a:ext>
            </a:extLst>
          </p:cNvPr>
          <p:cNvSpPr>
            <a:spLocks noGrp="1"/>
          </p:cNvSpPr>
          <p:nvPr>
            <p:ph type="sldNum" sz="quarter" idx="30"/>
          </p:nvPr>
        </p:nvSpPr>
        <p:spPr>
          <a:xfrm>
            <a:off x="11778341" y="6650661"/>
            <a:ext cx="232665" cy="123111"/>
          </a:xfrm>
          <a:prstGeom prst="rect">
            <a:avLst/>
          </a:prstGeom>
        </p:spPr>
        <p:txBody>
          <a:bodyPr/>
          <a:lstStyle/>
          <a:p>
            <a:pPr algn="r"/>
            <a:fld id="{5D9A5160-6218-4E5A-B9E6-B93E3DAE377C}" type="slidenum">
              <a:rPr lang="en-US" smtClean="0"/>
              <a:pPr algn="r"/>
              <a:t>‹#›</a:t>
            </a:fld>
            <a:endParaRPr lang="en-US"/>
          </a:p>
        </p:txBody>
      </p:sp>
      <p:sp>
        <p:nvSpPr>
          <p:cNvPr id="5" name="Title 4">
            <a:extLst>
              <a:ext uri="{FF2B5EF4-FFF2-40B4-BE49-F238E27FC236}">
                <a16:creationId xmlns:a16="http://schemas.microsoft.com/office/drawing/2014/main" id="{F51FE388-96EB-60B4-BDE5-75205588111D}"/>
              </a:ext>
            </a:extLst>
          </p:cNvPr>
          <p:cNvSpPr>
            <a:spLocks noGrp="1"/>
          </p:cNvSpPr>
          <p:nvPr>
            <p:ph type="title"/>
          </p:nvPr>
        </p:nvSpPr>
        <p:spPr/>
        <p:txBody>
          <a:bodyPr/>
          <a:lstStyle/>
          <a:p>
            <a:r>
              <a:rPr lang="en-US"/>
              <a:t>Click to edit Master title style</a:t>
            </a:r>
          </a:p>
        </p:txBody>
      </p:sp>
      <p:sp>
        <p:nvSpPr>
          <p:cNvPr id="6" name="Text Placeholder 9">
            <a:extLst>
              <a:ext uri="{FF2B5EF4-FFF2-40B4-BE49-F238E27FC236}">
                <a16:creationId xmlns:a16="http://schemas.microsoft.com/office/drawing/2014/main" id="{D5413FD6-CC71-0BBC-BD58-8FB1021590FA}"/>
              </a:ext>
            </a:extLst>
          </p:cNvPr>
          <p:cNvSpPr>
            <a:spLocks noGrp="1"/>
          </p:cNvSpPr>
          <p:nvPr>
            <p:ph type="body" sz="quarter" idx="22"/>
          </p:nvPr>
        </p:nvSpPr>
        <p:spPr>
          <a:xfrm>
            <a:off x="550200" y="1634286"/>
            <a:ext cx="11090938" cy="307777"/>
          </a:xfrm>
          <a:prstGeom prst="rect">
            <a:avLst/>
          </a:prstGeom>
        </p:spPr>
        <p:txBody>
          <a:bodyPr vert="horz" lIns="0" tIns="0" rIns="0" bIns="0" rtlCol="0">
            <a:spAutoFit/>
          </a:bodyPr>
          <a:lstStyle>
            <a:lvl1pPr>
              <a:defRPr lang="en-US" sz="2000" b="1" smtClean="0">
                <a:solidFill>
                  <a:schemeClr val="tx2"/>
                </a:solidFill>
              </a:defRPr>
            </a:lvl1pPr>
          </a:lstStyle>
          <a:p>
            <a:pPr lvl="0"/>
            <a:r>
              <a:rPr lang="en-US"/>
              <a:t>Click to edit Master text styles</a:t>
            </a:r>
          </a:p>
        </p:txBody>
      </p:sp>
    </p:spTree>
    <p:extLst>
      <p:ext uri="{BB962C8B-B14F-4D97-AF65-F5344CB8AC3E}">
        <p14:creationId xmlns:p14="http://schemas.microsoft.com/office/powerpoint/2010/main" val="230415061"/>
      </p:ext>
    </p:extLst>
  </p:cSld>
  <p:clrMapOvr>
    <a:masterClrMapping/>
  </p:clrMapOvr>
  <p:hf sldNum="0" hdr="0" ftr="0" dt="0"/>
</p:sldLayout>
</file>

<file path=ppt/slideLayouts/slideLayout157.xml><?xml version="1.0" encoding="utf-8"?>
<p:sldLayout xmlns:a="http://schemas.openxmlformats.org/drawingml/2006/main" xmlns:r="http://schemas.openxmlformats.org/officeDocument/2006/relationships" xmlns:p="http://schemas.openxmlformats.org/presentationml/2006/main" preserve="1">
  <p:cSld name="Title Subtitle Chapterbox">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E2DCB00-3596-4BD8-9F35-38D8EA5CF694}"/>
              </a:ext>
            </a:extLst>
          </p:cNvPr>
          <p:cNvSpPr>
            <a:spLocks noGrp="1"/>
          </p:cNvSpPr>
          <p:nvPr>
            <p:ph type="dt" sz="half" idx="28"/>
          </p:nvPr>
        </p:nvSpPr>
        <p:spPr>
          <a:xfrm>
            <a:off x="9809927" y="6650661"/>
            <a:ext cx="1831210" cy="123111"/>
          </a:xfrm>
          <a:prstGeom prst="rect">
            <a:avLst/>
          </a:prstGeom>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3" name="Footer Placeholder 2">
            <a:extLst>
              <a:ext uri="{FF2B5EF4-FFF2-40B4-BE49-F238E27FC236}">
                <a16:creationId xmlns:a16="http://schemas.microsoft.com/office/drawing/2014/main" id="{AA6CA9E0-8796-0651-659C-4AA35745A35A}"/>
              </a:ext>
            </a:extLst>
          </p:cNvPr>
          <p:cNvSpPr>
            <a:spLocks noGrp="1"/>
          </p:cNvSpPr>
          <p:nvPr>
            <p:ph type="ftr" sz="quarter" idx="29"/>
          </p:nvPr>
        </p:nvSpPr>
        <p:spPr>
          <a:xfrm>
            <a:off x="550863" y="6650661"/>
            <a:ext cx="4716524" cy="123111"/>
          </a:xfrm>
          <a:prstGeom prst="rect">
            <a:avLst/>
          </a:prstGeom>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7C8C212F-0CAF-442A-97AB-25CC338803B1}"/>
              </a:ext>
            </a:extLst>
          </p:cNvPr>
          <p:cNvSpPr>
            <a:spLocks noGrp="1"/>
          </p:cNvSpPr>
          <p:nvPr>
            <p:ph type="sldNum" sz="quarter" idx="30"/>
          </p:nvPr>
        </p:nvSpPr>
        <p:spPr>
          <a:xfrm>
            <a:off x="11778341" y="6650661"/>
            <a:ext cx="232665" cy="123111"/>
          </a:xfrm>
          <a:prstGeom prst="rect">
            <a:avLst/>
          </a:prstGeom>
        </p:spPr>
        <p:txBody>
          <a:bodyPr/>
          <a:lstStyle/>
          <a:p>
            <a:pPr algn="r"/>
            <a:fld id="{5D9A5160-6218-4E5A-B9E6-B93E3DAE377C}" type="slidenum">
              <a:rPr lang="en-US" smtClean="0"/>
              <a:pPr algn="r"/>
              <a:t>‹#›</a:t>
            </a:fld>
            <a:endParaRPr lang="en-US"/>
          </a:p>
        </p:txBody>
      </p:sp>
      <p:sp>
        <p:nvSpPr>
          <p:cNvPr id="6" name="Text Placeholder 9">
            <a:extLst>
              <a:ext uri="{FF2B5EF4-FFF2-40B4-BE49-F238E27FC236}">
                <a16:creationId xmlns:a16="http://schemas.microsoft.com/office/drawing/2014/main" id="{25A263D2-B0DE-B389-B995-EAF85F8F772A}"/>
              </a:ext>
            </a:extLst>
          </p:cNvPr>
          <p:cNvSpPr>
            <a:spLocks noGrp="1"/>
          </p:cNvSpPr>
          <p:nvPr>
            <p:ph type="body" sz="quarter" idx="22"/>
          </p:nvPr>
        </p:nvSpPr>
        <p:spPr>
          <a:xfrm>
            <a:off x="550200" y="1634286"/>
            <a:ext cx="11090938" cy="307777"/>
          </a:xfrm>
          <a:prstGeom prst="rect">
            <a:avLst/>
          </a:prstGeom>
        </p:spPr>
        <p:txBody>
          <a:bodyPr vert="horz" lIns="0" tIns="0" rIns="0" bIns="0" rtlCol="0">
            <a:spAutoFit/>
          </a:bodyPr>
          <a:lstStyle>
            <a:lvl1pPr>
              <a:defRPr lang="en-US" sz="2000" b="1" smtClean="0">
                <a:solidFill>
                  <a:schemeClr val="tx2"/>
                </a:solidFill>
              </a:defRPr>
            </a:lvl1pPr>
          </a:lstStyle>
          <a:p>
            <a:pPr lvl="0"/>
            <a:r>
              <a:rPr lang="en-US"/>
              <a:t>Click to edit Master text styles</a:t>
            </a:r>
          </a:p>
        </p:txBody>
      </p:sp>
      <p:sp>
        <p:nvSpPr>
          <p:cNvPr id="8" name="Title 4">
            <a:extLst>
              <a:ext uri="{FF2B5EF4-FFF2-40B4-BE49-F238E27FC236}">
                <a16:creationId xmlns:a16="http://schemas.microsoft.com/office/drawing/2014/main" id="{E424A66F-C6AA-DB93-F283-9B8E0095FE3A}"/>
              </a:ext>
            </a:extLst>
          </p:cNvPr>
          <p:cNvSpPr>
            <a:spLocks noGrp="1"/>
          </p:cNvSpPr>
          <p:nvPr>
            <p:ph type="title"/>
          </p:nvPr>
        </p:nvSpPr>
        <p:spPr>
          <a:xfrm>
            <a:off x="551384" y="549274"/>
            <a:ext cx="11090938" cy="930372"/>
          </a:xfrm>
        </p:spPr>
        <p:txBody>
          <a:bodyPr/>
          <a:lstStyle/>
          <a:p>
            <a:r>
              <a:rPr lang="en-US"/>
              <a:t>Click to edit Master title style</a:t>
            </a:r>
          </a:p>
        </p:txBody>
      </p:sp>
      <p:sp>
        <p:nvSpPr>
          <p:cNvPr id="9" name="Chapter Placeholder 2">
            <a:extLst>
              <a:ext uri="{FF2B5EF4-FFF2-40B4-BE49-F238E27FC236}">
                <a16:creationId xmlns:a16="http://schemas.microsoft.com/office/drawing/2014/main" id="{4B67ACC0-0B24-726E-19DC-02446FF83EB2}"/>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2291293657"/>
      </p:ext>
    </p:extLst>
  </p:cSld>
  <p:clrMapOvr>
    <a:masterClrMapping/>
  </p:clrMapOvr>
  <p:hf sldNum="0" hdr="0" ftr="0" dt="0"/>
</p:sldLayout>
</file>

<file path=ppt/slideLayouts/slideLayout158.xml><?xml version="1.0" encoding="utf-8"?>
<p:sldLayout xmlns:a="http://schemas.openxmlformats.org/drawingml/2006/main" xmlns:r="http://schemas.openxmlformats.org/officeDocument/2006/relationships" xmlns:p="http://schemas.openxmlformats.org/presentationml/2006/main" showMasterSp="0" preserve="1">
  <p:cSld name="Content 2">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377C5B2B-C975-C7B1-B844-1E018309B61A}"/>
              </a:ext>
            </a:extLst>
          </p:cNvPr>
          <p:cNvSpPr/>
          <p:nvPr/>
        </p:nvSpPr>
        <p:spPr>
          <a:xfrm rot="16200000" flipV="1">
            <a:off x="4793851" y="-540154"/>
            <a:ext cx="6857998" cy="7938307"/>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bg1"/>
              </a:solidFill>
            </a:endParaRPr>
          </a:p>
        </p:txBody>
      </p:sp>
      <p:grpSp>
        <p:nvGrpSpPr>
          <p:cNvPr id="14" name="Group 37">
            <a:extLst>
              <a:ext uri="{FF2B5EF4-FFF2-40B4-BE49-F238E27FC236}">
                <a16:creationId xmlns:a16="http://schemas.microsoft.com/office/drawing/2014/main" id="{C2BCEB8F-2E64-576C-BD81-D1EA1D1C485E}"/>
              </a:ext>
            </a:extLst>
          </p:cNvPr>
          <p:cNvGrpSpPr/>
          <p:nvPr/>
        </p:nvGrpSpPr>
        <p:grpSpPr>
          <a:xfrm>
            <a:off x="11770322" y="176700"/>
            <a:ext cx="260230" cy="240782"/>
            <a:chOff x="5481638" y="2859088"/>
            <a:chExt cx="1231900" cy="1139825"/>
          </a:xfrm>
          <a:solidFill>
            <a:schemeClr val="bg2"/>
          </a:solidFill>
        </p:grpSpPr>
        <p:sp>
          <p:nvSpPr>
            <p:cNvPr id="15" name="Freeform 320">
              <a:extLst>
                <a:ext uri="{FF2B5EF4-FFF2-40B4-BE49-F238E27FC236}">
                  <a16:creationId xmlns:a16="http://schemas.microsoft.com/office/drawing/2014/main" id="{D5CA2252-9D37-30A4-0693-791158A53452}"/>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6" name="Freeform 321">
              <a:extLst>
                <a:ext uri="{FF2B5EF4-FFF2-40B4-BE49-F238E27FC236}">
                  <a16:creationId xmlns:a16="http://schemas.microsoft.com/office/drawing/2014/main" id="{41A547D1-47C8-9981-46A6-D3C7D68EDC1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766145ED-D9CE-08CB-28E4-8A4A79A6FB2B}"/>
              </a:ext>
            </a:extLst>
          </p:cNvPr>
          <p:cNvSpPr>
            <a:spLocks noGrp="1"/>
          </p:cNvSpPr>
          <p:nvPr>
            <p:ph type="dt" sz="half" idx="24"/>
          </p:nvPr>
        </p:nvSpPr>
        <p:spPr>
          <a:xfrm>
            <a:off x="9809927" y="6650661"/>
            <a:ext cx="1831210" cy="123111"/>
          </a:xfrm>
          <a:prstGeom prst="rect">
            <a:avLst/>
          </a:prstGeom>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4" name="Footer Placeholder 3">
            <a:extLst>
              <a:ext uri="{FF2B5EF4-FFF2-40B4-BE49-F238E27FC236}">
                <a16:creationId xmlns:a16="http://schemas.microsoft.com/office/drawing/2014/main" id="{2D2C1A62-1994-E6C5-D27B-038BDFD0C15D}"/>
              </a:ext>
            </a:extLst>
          </p:cNvPr>
          <p:cNvSpPr>
            <a:spLocks noGrp="1"/>
          </p:cNvSpPr>
          <p:nvPr>
            <p:ph type="ftr" sz="quarter" idx="25"/>
          </p:nvPr>
        </p:nvSpPr>
        <p:spPr>
          <a:xfrm>
            <a:off x="550863" y="6650661"/>
            <a:ext cx="4716524" cy="123111"/>
          </a:xfrm>
          <a:prstGeom prst="rect">
            <a:avLst/>
          </a:prstGeom>
        </p:spPr>
        <p:txBody>
          <a:bodyPr/>
          <a:lstStyle/>
          <a:p>
            <a:pPr>
              <a:spcBef>
                <a:spcPts val="1000"/>
              </a:spcBef>
              <a:buFont typeface="Arial" panose="020B0604020202020204" pitchFamily="34" charset="0"/>
              <a:buNone/>
            </a:pPr>
            <a:r>
              <a:rPr lang="en-US"/>
              <a:t>Presentation Title | Author | Date</a:t>
            </a:r>
          </a:p>
        </p:txBody>
      </p:sp>
      <p:sp>
        <p:nvSpPr>
          <p:cNvPr id="5" name="Slide Number Placeholder 4">
            <a:extLst>
              <a:ext uri="{FF2B5EF4-FFF2-40B4-BE49-F238E27FC236}">
                <a16:creationId xmlns:a16="http://schemas.microsoft.com/office/drawing/2014/main" id="{FE33FDCA-05A6-1B47-853B-F56E9D56B728}"/>
              </a:ext>
            </a:extLst>
          </p:cNvPr>
          <p:cNvSpPr>
            <a:spLocks noGrp="1"/>
          </p:cNvSpPr>
          <p:nvPr>
            <p:ph type="sldNum" sz="quarter" idx="26"/>
          </p:nvPr>
        </p:nvSpPr>
        <p:spPr>
          <a:xfrm>
            <a:off x="11778341" y="6650661"/>
            <a:ext cx="232665" cy="123111"/>
          </a:xfrm>
          <a:prstGeom prst="rect">
            <a:avLst/>
          </a:prstGeom>
        </p:spPr>
        <p:txBody>
          <a:bodyPr/>
          <a:lstStyle/>
          <a:p>
            <a:pPr algn="r"/>
            <a:fld id="{5D9A5160-6218-4E5A-B9E6-B93E3DAE377C}" type="slidenum">
              <a:rPr lang="en-US" smtClean="0"/>
              <a:pPr algn="r"/>
              <a:t>‹#›</a:t>
            </a:fld>
            <a:endParaRPr lang="en-US"/>
          </a:p>
        </p:txBody>
      </p:sp>
      <p:sp>
        <p:nvSpPr>
          <p:cNvPr id="17" name="Text Placeholder 10">
            <a:extLst>
              <a:ext uri="{FF2B5EF4-FFF2-40B4-BE49-F238E27FC236}">
                <a16:creationId xmlns:a16="http://schemas.microsoft.com/office/drawing/2014/main" id="{90464251-F267-6F64-58DE-3A8369AE008F}"/>
              </a:ext>
            </a:extLst>
          </p:cNvPr>
          <p:cNvSpPr>
            <a:spLocks noGrp="1"/>
          </p:cNvSpPr>
          <p:nvPr>
            <p:ph type="body" sz="quarter" idx="27"/>
          </p:nvPr>
        </p:nvSpPr>
        <p:spPr>
          <a:xfrm>
            <a:off x="4655841" y="1634285"/>
            <a:ext cx="698529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
        <p:nvSpPr>
          <p:cNvPr id="21" name="Content Placeholder 20">
            <a:extLst>
              <a:ext uri="{FF2B5EF4-FFF2-40B4-BE49-F238E27FC236}">
                <a16:creationId xmlns:a16="http://schemas.microsoft.com/office/drawing/2014/main" id="{E70BDE52-9B00-C2A8-F626-B256D02BD0F0}"/>
              </a:ext>
            </a:extLst>
          </p:cNvPr>
          <p:cNvSpPr>
            <a:spLocks noGrp="1"/>
          </p:cNvSpPr>
          <p:nvPr>
            <p:ph sz="quarter" idx="28"/>
          </p:nvPr>
        </p:nvSpPr>
        <p:spPr>
          <a:xfrm>
            <a:off x="4655841" y="2132856"/>
            <a:ext cx="6985298"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9">
            <a:extLst>
              <a:ext uri="{FF2B5EF4-FFF2-40B4-BE49-F238E27FC236}">
                <a16:creationId xmlns:a16="http://schemas.microsoft.com/office/drawing/2014/main" id="{11D06750-D717-3C72-A9E7-30B20496520E}"/>
              </a:ext>
            </a:extLst>
          </p:cNvPr>
          <p:cNvSpPr>
            <a:spLocks noGrp="1"/>
          </p:cNvSpPr>
          <p:nvPr>
            <p:ph type="body" sz="quarter" idx="22" hasCustomPrompt="1"/>
          </p:nvPr>
        </p:nvSpPr>
        <p:spPr>
          <a:xfrm>
            <a:off x="550200" y="1634286"/>
            <a:ext cx="3312368"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9" name="Title 4">
            <a:extLst>
              <a:ext uri="{FF2B5EF4-FFF2-40B4-BE49-F238E27FC236}">
                <a16:creationId xmlns:a16="http://schemas.microsoft.com/office/drawing/2014/main" id="{621CAE5D-3E25-1FC1-0588-6D3144862513}"/>
              </a:ext>
            </a:extLst>
          </p:cNvPr>
          <p:cNvSpPr>
            <a:spLocks noGrp="1"/>
          </p:cNvSpPr>
          <p:nvPr>
            <p:ph type="title"/>
          </p:nvPr>
        </p:nvSpPr>
        <p:spPr>
          <a:xfrm>
            <a:off x="551384" y="549274"/>
            <a:ext cx="3312368" cy="930372"/>
          </a:xfrm>
        </p:spPr>
        <p:txBody>
          <a:bodyPr/>
          <a:lstStyle/>
          <a:p>
            <a:r>
              <a:rPr lang="en-US"/>
              <a:t>Click to edit Master title style</a:t>
            </a:r>
          </a:p>
        </p:txBody>
      </p:sp>
      <p:sp>
        <p:nvSpPr>
          <p:cNvPr id="11" name="Content Placeholder 5">
            <a:extLst>
              <a:ext uri="{FF2B5EF4-FFF2-40B4-BE49-F238E27FC236}">
                <a16:creationId xmlns:a16="http://schemas.microsoft.com/office/drawing/2014/main" id="{929189C8-410E-9C4A-019C-9B1A47D8D2ED}"/>
              </a:ext>
            </a:extLst>
          </p:cNvPr>
          <p:cNvSpPr>
            <a:spLocks noGrp="1"/>
          </p:cNvSpPr>
          <p:nvPr>
            <p:ph sz="quarter" idx="31"/>
          </p:nvPr>
        </p:nvSpPr>
        <p:spPr>
          <a:xfrm>
            <a:off x="551384" y="2132856"/>
            <a:ext cx="331236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95576940"/>
      </p:ext>
    </p:extLst>
  </p:cSld>
  <p:clrMapOvr>
    <a:masterClrMapping/>
  </p:clrMapOvr>
  <p:hf sldNum="0" hdr="0" ftr="0" dt="0"/>
</p:sldLayout>
</file>

<file path=ppt/slideLayouts/slideLayout159.xml><?xml version="1.0" encoding="utf-8"?>
<p:sldLayout xmlns:a="http://schemas.openxmlformats.org/drawingml/2006/main" xmlns:r="http://schemas.openxmlformats.org/officeDocument/2006/relationships" xmlns:p="http://schemas.openxmlformats.org/presentationml/2006/main" showMasterSp="0" preserve="1">
  <p:cSld name="Content 2 Chapterbox">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377C5B2B-C975-C7B1-B844-1E018309B61A}"/>
              </a:ext>
            </a:extLst>
          </p:cNvPr>
          <p:cNvSpPr/>
          <p:nvPr/>
        </p:nvSpPr>
        <p:spPr>
          <a:xfrm rot="16200000" flipV="1">
            <a:off x="4793851" y="-540154"/>
            <a:ext cx="6857998" cy="7938307"/>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bg1"/>
              </a:solidFill>
            </a:endParaRPr>
          </a:p>
        </p:txBody>
      </p:sp>
      <p:grpSp>
        <p:nvGrpSpPr>
          <p:cNvPr id="14" name="Group 37">
            <a:extLst>
              <a:ext uri="{FF2B5EF4-FFF2-40B4-BE49-F238E27FC236}">
                <a16:creationId xmlns:a16="http://schemas.microsoft.com/office/drawing/2014/main" id="{C2BCEB8F-2E64-576C-BD81-D1EA1D1C485E}"/>
              </a:ext>
            </a:extLst>
          </p:cNvPr>
          <p:cNvGrpSpPr/>
          <p:nvPr/>
        </p:nvGrpSpPr>
        <p:grpSpPr>
          <a:xfrm>
            <a:off x="11770322" y="176700"/>
            <a:ext cx="260230" cy="240782"/>
            <a:chOff x="5481638" y="2859088"/>
            <a:chExt cx="1231900" cy="1139825"/>
          </a:xfrm>
          <a:solidFill>
            <a:schemeClr val="bg2"/>
          </a:solidFill>
        </p:grpSpPr>
        <p:sp>
          <p:nvSpPr>
            <p:cNvPr id="15" name="Freeform 320">
              <a:extLst>
                <a:ext uri="{FF2B5EF4-FFF2-40B4-BE49-F238E27FC236}">
                  <a16:creationId xmlns:a16="http://schemas.microsoft.com/office/drawing/2014/main" id="{D5CA2252-9D37-30A4-0693-791158A53452}"/>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6" name="Freeform 321">
              <a:extLst>
                <a:ext uri="{FF2B5EF4-FFF2-40B4-BE49-F238E27FC236}">
                  <a16:creationId xmlns:a16="http://schemas.microsoft.com/office/drawing/2014/main" id="{41A547D1-47C8-9981-46A6-D3C7D68EDC1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766145ED-D9CE-08CB-28E4-8A4A79A6FB2B}"/>
              </a:ext>
            </a:extLst>
          </p:cNvPr>
          <p:cNvSpPr>
            <a:spLocks noGrp="1"/>
          </p:cNvSpPr>
          <p:nvPr>
            <p:ph type="dt" sz="half" idx="24"/>
          </p:nvPr>
        </p:nvSpPr>
        <p:spPr>
          <a:xfrm>
            <a:off x="9809927" y="6650661"/>
            <a:ext cx="1831210" cy="123111"/>
          </a:xfrm>
          <a:prstGeom prst="rect">
            <a:avLst/>
          </a:prstGeom>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4" name="Footer Placeholder 3">
            <a:extLst>
              <a:ext uri="{FF2B5EF4-FFF2-40B4-BE49-F238E27FC236}">
                <a16:creationId xmlns:a16="http://schemas.microsoft.com/office/drawing/2014/main" id="{2D2C1A62-1994-E6C5-D27B-038BDFD0C15D}"/>
              </a:ext>
            </a:extLst>
          </p:cNvPr>
          <p:cNvSpPr>
            <a:spLocks noGrp="1"/>
          </p:cNvSpPr>
          <p:nvPr>
            <p:ph type="ftr" sz="quarter" idx="25"/>
          </p:nvPr>
        </p:nvSpPr>
        <p:spPr>
          <a:xfrm>
            <a:off x="550863" y="6650661"/>
            <a:ext cx="4716524" cy="123111"/>
          </a:xfrm>
          <a:prstGeom prst="rect">
            <a:avLst/>
          </a:prstGeom>
        </p:spPr>
        <p:txBody>
          <a:bodyPr/>
          <a:lstStyle/>
          <a:p>
            <a:pPr>
              <a:spcBef>
                <a:spcPts val="1000"/>
              </a:spcBef>
              <a:buFont typeface="Arial" panose="020B0604020202020204" pitchFamily="34" charset="0"/>
              <a:buNone/>
            </a:pPr>
            <a:r>
              <a:rPr lang="en-US"/>
              <a:t>Presentation Title | Author | Date</a:t>
            </a:r>
          </a:p>
        </p:txBody>
      </p:sp>
      <p:sp>
        <p:nvSpPr>
          <p:cNvPr id="5" name="Slide Number Placeholder 4">
            <a:extLst>
              <a:ext uri="{FF2B5EF4-FFF2-40B4-BE49-F238E27FC236}">
                <a16:creationId xmlns:a16="http://schemas.microsoft.com/office/drawing/2014/main" id="{FE33FDCA-05A6-1B47-853B-F56E9D56B728}"/>
              </a:ext>
            </a:extLst>
          </p:cNvPr>
          <p:cNvSpPr>
            <a:spLocks noGrp="1"/>
          </p:cNvSpPr>
          <p:nvPr>
            <p:ph type="sldNum" sz="quarter" idx="26"/>
          </p:nvPr>
        </p:nvSpPr>
        <p:spPr>
          <a:xfrm>
            <a:off x="11778341" y="6650661"/>
            <a:ext cx="232665" cy="123111"/>
          </a:xfrm>
          <a:prstGeom prst="rect">
            <a:avLst/>
          </a:prstGeom>
        </p:spPr>
        <p:txBody>
          <a:bodyPr/>
          <a:lstStyle/>
          <a:p>
            <a:pPr algn="r"/>
            <a:fld id="{5D9A5160-6218-4E5A-B9E6-B93E3DAE377C}" type="slidenum">
              <a:rPr lang="en-US" smtClean="0"/>
              <a:pPr algn="r"/>
              <a:t>‹#›</a:t>
            </a:fld>
            <a:endParaRPr lang="en-US"/>
          </a:p>
        </p:txBody>
      </p:sp>
      <p:sp>
        <p:nvSpPr>
          <p:cNvPr id="9" name="Content Placeholder 20">
            <a:extLst>
              <a:ext uri="{FF2B5EF4-FFF2-40B4-BE49-F238E27FC236}">
                <a16:creationId xmlns:a16="http://schemas.microsoft.com/office/drawing/2014/main" id="{8AF30424-EC22-815F-0364-A40BD8FB5A94}"/>
              </a:ext>
            </a:extLst>
          </p:cNvPr>
          <p:cNvSpPr>
            <a:spLocks noGrp="1"/>
          </p:cNvSpPr>
          <p:nvPr>
            <p:ph sz="quarter" idx="28"/>
          </p:nvPr>
        </p:nvSpPr>
        <p:spPr>
          <a:xfrm>
            <a:off x="4655841" y="2132856"/>
            <a:ext cx="6985298"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9">
            <a:extLst>
              <a:ext uri="{FF2B5EF4-FFF2-40B4-BE49-F238E27FC236}">
                <a16:creationId xmlns:a16="http://schemas.microsoft.com/office/drawing/2014/main" id="{3D8C5119-2E27-2F8D-2393-F11C985DEEFE}"/>
              </a:ext>
            </a:extLst>
          </p:cNvPr>
          <p:cNvSpPr>
            <a:spLocks noGrp="1"/>
          </p:cNvSpPr>
          <p:nvPr>
            <p:ph type="body" sz="quarter" idx="22" hasCustomPrompt="1"/>
          </p:nvPr>
        </p:nvSpPr>
        <p:spPr>
          <a:xfrm>
            <a:off x="550200" y="1634286"/>
            <a:ext cx="3312368"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3" name="Title 4">
            <a:extLst>
              <a:ext uri="{FF2B5EF4-FFF2-40B4-BE49-F238E27FC236}">
                <a16:creationId xmlns:a16="http://schemas.microsoft.com/office/drawing/2014/main" id="{AFA6B1A6-69A7-1CAE-0836-CA4C24413C3B}"/>
              </a:ext>
            </a:extLst>
          </p:cNvPr>
          <p:cNvSpPr>
            <a:spLocks noGrp="1"/>
          </p:cNvSpPr>
          <p:nvPr>
            <p:ph type="title"/>
          </p:nvPr>
        </p:nvSpPr>
        <p:spPr>
          <a:xfrm>
            <a:off x="551384" y="549274"/>
            <a:ext cx="3312368" cy="930372"/>
          </a:xfrm>
        </p:spPr>
        <p:txBody>
          <a:bodyPr/>
          <a:lstStyle/>
          <a:p>
            <a:r>
              <a:rPr lang="en-US"/>
              <a:t>Click to edit Master title style</a:t>
            </a:r>
          </a:p>
        </p:txBody>
      </p:sp>
      <p:sp>
        <p:nvSpPr>
          <p:cNvPr id="18" name="Content Placeholder 5">
            <a:extLst>
              <a:ext uri="{FF2B5EF4-FFF2-40B4-BE49-F238E27FC236}">
                <a16:creationId xmlns:a16="http://schemas.microsoft.com/office/drawing/2014/main" id="{98A4F07B-7612-308A-3654-BE7DBBF41070}"/>
              </a:ext>
            </a:extLst>
          </p:cNvPr>
          <p:cNvSpPr>
            <a:spLocks noGrp="1"/>
          </p:cNvSpPr>
          <p:nvPr>
            <p:ph sz="quarter" idx="31"/>
          </p:nvPr>
        </p:nvSpPr>
        <p:spPr>
          <a:xfrm>
            <a:off x="551384" y="2132856"/>
            <a:ext cx="331236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Chapter Placeholder 2">
            <a:extLst>
              <a:ext uri="{FF2B5EF4-FFF2-40B4-BE49-F238E27FC236}">
                <a16:creationId xmlns:a16="http://schemas.microsoft.com/office/drawing/2014/main" id="{45C81183-EAF5-59AC-9312-889607D0BF65}"/>
              </a:ext>
            </a:extLst>
          </p:cNvPr>
          <p:cNvSpPr>
            <a:spLocks noGrp="1"/>
          </p:cNvSpPr>
          <p:nvPr>
            <p:ph type="body" sz="quarter" idx="13" hasCustomPrompt="1"/>
          </p:nvPr>
        </p:nvSpPr>
        <p:spPr>
          <a:xfrm>
            <a:off x="550863" y="266219"/>
            <a:ext cx="3311705" cy="151264"/>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20" name="Text Placeholder 10">
            <a:extLst>
              <a:ext uri="{FF2B5EF4-FFF2-40B4-BE49-F238E27FC236}">
                <a16:creationId xmlns:a16="http://schemas.microsoft.com/office/drawing/2014/main" id="{AF667FFB-A6CF-0DAC-F73F-F6AC39EE2761}"/>
              </a:ext>
            </a:extLst>
          </p:cNvPr>
          <p:cNvSpPr>
            <a:spLocks noGrp="1"/>
          </p:cNvSpPr>
          <p:nvPr>
            <p:ph type="body" sz="quarter" idx="27"/>
          </p:nvPr>
        </p:nvSpPr>
        <p:spPr>
          <a:xfrm>
            <a:off x="4655841" y="1634285"/>
            <a:ext cx="698529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388079974"/>
      </p:ext>
    </p:extLst>
  </p:cSld>
  <p:clrMapOvr>
    <a:masterClrMapping/>
  </p:clrMapOvr>
  <p:hf sldNum="0" hdr="0" ftr="0" dt="0"/>
</p:sldLayout>
</file>

<file path=ppt/slideLayouts/slideLayout160.xml><?xml version="1.0" encoding="utf-8"?>
<p:sldLayout xmlns:a="http://schemas.openxmlformats.org/drawingml/2006/main" xmlns:r="http://schemas.openxmlformats.org/officeDocument/2006/relationships" xmlns:p="http://schemas.openxmlformats.org/presentationml/2006/main" showMasterSp="0" preserve="1">
  <p:cSld name="Content 3">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FDA5053-3D63-3C3B-F1E9-69CFF9FC43BA}"/>
              </a:ext>
            </a:extLst>
          </p:cNvPr>
          <p:cNvSpPr/>
          <p:nvPr/>
        </p:nvSpPr>
        <p:spPr>
          <a:xfrm rot="16200000" flipV="1">
            <a:off x="5715003" y="380999"/>
            <a:ext cx="6857998" cy="6096002"/>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0" name="Group 37">
            <a:extLst>
              <a:ext uri="{FF2B5EF4-FFF2-40B4-BE49-F238E27FC236}">
                <a16:creationId xmlns:a16="http://schemas.microsoft.com/office/drawing/2014/main" id="{C7484E95-42C9-8DB4-CE16-9F65A190121F}"/>
              </a:ext>
            </a:extLst>
          </p:cNvPr>
          <p:cNvGrpSpPr/>
          <p:nvPr/>
        </p:nvGrpSpPr>
        <p:grpSpPr>
          <a:xfrm>
            <a:off x="11770322" y="176700"/>
            <a:ext cx="260230" cy="240782"/>
            <a:chOff x="5481638" y="2859088"/>
            <a:chExt cx="1231900" cy="1139825"/>
          </a:xfrm>
          <a:solidFill>
            <a:schemeClr val="bg2"/>
          </a:solidFill>
        </p:grpSpPr>
        <p:sp>
          <p:nvSpPr>
            <p:cNvPr id="21" name="Freeform 320">
              <a:extLst>
                <a:ext uri="{FF2B5EF4-FFF2-40B4-BE49-F238E27FC236}">
                  <a16:creationId xmlns:a16="http://schemas.microsoft.com/office/drawing/2014/main" id="{1A559A5A-FF5B-C4A1-FBB9-17F04B2572FB}"/>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2" name="Freeform 321">
              <a:extLst>
                <a:ext uri="{FF2B5EF4-FFF2-40B4-BE49-F238E27FC236}">
                  <a16:creationId xmlns:a16="http://schemas.microsoft.com/office/drawing/2014/main" id="{AA3487D1-995C-B436-2407-E724FC0582FA}"/>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4" name="Date Placeholder 3">
            <a:extLst>
              <a:ext uri="{FF2B5EF4-FFF2-40B4-BE49-F238E27FC236}">
                <a16:creationId xmlns:a16="http://schemas.microsoft.com/office/drawing/2014/main" id="{358A13D8-885F-6258-82CC-EE1A7ED60DB2}"/>
              </a:ext>
            </a:extLst>
          </p:cNvPr>
          <p:cNvSpPr>
            <a:spLocks noGrp="1"/>
          </p:cNvSpPr>
          <p:nvPr>
            <p:ph type="dt" sz="half" idx="24"/>
          </p:nvPr>
        </p:nvSpPr>
        <p:spPr>
          <a:xfrm>
            <a:off x="9809927" y="6650661"/>
            <a:ext cx="1831210" cy="123111"/>
          </a:xfrm>
          <a:prstGeom prst="rect">
            <a:avLst/>
          </a:prstGeom>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6" name="Footer Placeholder 5">
            <a:extLst>
              <a:ext uri="{FF2B5EF4-FFF2-40B4-BE49-F238E27FC236}">
                <a16:creationId xmlns:a16="http://schemas.microsoft.com/office/drawing/2014/main" id="{F3CB3B34-F920-D8B3-B36B-15435A286DB2}"/>
              </a:ext>
            </a:extLst>
          </p:cNvPr>
          <p:cNvSpPr>
            <a:spLocks noGrp="1"/>
          </p:cNvSpPr>
          <p:nvPr>
            <p:ph type="ftr" sz="quarter" idx="25"/>
          </p:nvPr>
        </p:nvSpPr>
        <p:spPr>
          <a:xfrm>
            <a:off x="550863" y="6650661"/>
            <a:ext cx="4716524" cy="123111"/>
          </a:xfrm>
          <a:prstGeom prst="rect">
            <a:avLst/>
          </a:prstGeom>
        </p:spPr>
        <p:txBody>
          <a:bodyPr/>
          <a:lstStyle/>
          <a:p>
            <a:pPr>
              <a:spcBef>
                <a:spcPts val="1000"/>
              </a:spcBef>
              <a:buFont typeface="Arial" panose="020B0604020202020204" pitchFamily="34" charset="0"/>
              <a:buNone/>
            </a:pPr>
            <a:r>
              <a:rPr lang="en-US"/>
              <a:t>Presentation Title | Author | Date</a:t>
            </a:r>
          </a:p>
        </p:txBody>
      </p:sp>
      <p:sp>
        <p:nvSpPr>
          <p:cNvPr id="7" name="Slide Number Placeholder 6">
            <a:extLst>
              <a:ext uri="{FF2B5EF4-FFF2-40B4-BE49-F238E27FC236}">
                <a16:creationId xmlns:a16="http://schemas.microsoft.com/office/drawing/2014/main" id="{D2B44653-FCDA-83BF-7377-AD5F2E69077A}"/>
              </a:ext>
            </a:extLst>
          </p:cNvPr>
          <p:cNvSpPr>
            <a:spLocks noGrp="1"/>
          </p:cNvSpPr>
          <p:nvPr>
            <p:ph type="sldNum" sz="quarter" idx="26"/>
          </p:nvPr>
        </p:nvSpPr>
        <p:spPr>
          <a:xfrm>
            <a:off x="11778341" y="6650661"/>
            <a:ext cx="232665" cy="123111"/>
          </a:xfrm>
          <a:prstGeom prst="rect">
            <a:avLst/>
          </a:prstGeom>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F94673B4-77FE-F1CB-0F2B-E9CA250FB2B6}"/>
              </a:ext>
            </a:extLst>
          </p:cNvPr>
          <p:cNvSpPr>
            <a:spLocks noGrp="1"/>
          </p:cNvSpPr>
          <p:nvPr>
            <p:ph type="body" sz="quarter" idx="22" hasCustomPrompt="1"/>
          </p:nvPr>
        </p:nvSpPr>
        <p:spPr>
          <a:xfrm>
            <a:off x="550200" y="1634286"/>
            <a:ext cx="5112568"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0" name="Title 4">
            <a:extLst>
              <a:ext uri="{FF2B5EF4-FFF2-40B4-BE49-F238E27FC236}">
                <a16:creationId xmlns:a16="http://schemas.microsoft.com/office/drawing/2014/main" id="{1E48061D-F3E5-383D-6B8F-2C827E9EE8FD}"/>
              </a:ext>
            </a:extLst>
          </p:cNvPr>
          <p:cNvSpPr>
            <a:spLocks noGrp="1"/>
          </p:cNvSpPr>
          <p:nvPr>
            <p:ph type="title"/>
          </p:nvPr>
        </p:nvSpPr>
        <p:spPr>
          <a:xfrm>
            <a:off x="551384" y="549274"/>
            <a:ext cx="5112568" cy="930372"/>
          </a:xfrm>
        </p:spPr>
        <p:txBody>
          <a:bodyPr/>
          <a:lstStyle/>
          <a:p>
            <a:r>
              <a:rPr lang="en-US"/>
              <a:t>Click to edit Master title style</a:t>
            </a:r>
          </a:p>
        </p:txBody>
      </p:sp>
      <p:sp>
        <p:nvSpPr>
          <p:cNvPr id="12" name="Content Placeholder 5">
            <a:extLst>
              <a:ext uri="{FF2B5EF4-FFF2-40B4-BE49-F238E27FC236}">
                <a16:creationId xmlns:a16="http://schemas.microsoft.com/office/drawing/2014/main" id="{626CD0FD-2710-377C-0AF5-3D235D7D2581}"/>
              </a:ext>
            </a:extLst>
          </p:cNvPr>
          <p:cNvSpPr>
            <a:spLocks noGrp="1"/>
          </p:cNvSpPr>
          <p:nvPr>
            <p:ph sz="quarter" idx="31"/>
          </p:nvPr>
        </p:nvSpPr>
        <p:spPr>
          <a:xfrm>
            <a:off x="551384" y="2132856"/>
            <a:ext cx="511256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20">
            <a:extLst>
              <a:ext uri="{FF2B5EF4-FFF2-40B4-BE49-F238E27FC236}">
                <a16:creationId xmlns:a16="http://schemas.microsoft.com/office/drawing/2014/main" id="{2B515CA7-8DCF-54B4-09AA-94A802519A74}"/>
              </a:ext>
            </a:extLst>
          </p:cNvPr>
          <p:cNvSpPr>
            <a:spLocks noGrp="1"/>
          </p:cNvSpPr>
          <p:nvPr>
            <p:ph sz="quarter" idx="28"/>
          </p:nvPr>
        </p:nvSpPr>
        <p:spPr>
          <a:xfrm>
            <a:off x="6491381" y="2132856"/>
            <a:ext cx="5149757"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10">
            <a:extLst>
              <a:ext uri="{FF2B5EF4-FFF2-40B4-BE49-F238E27FC236}">
                <a16:creationId xmlns:a16="http://schemas.microsoft.com/office/drawing/2014/main" id="{2ED5F6CF-D037-F768-2935-84A770471395}"/>
              </a:ext>
            </a:extLst>
          </p:cNvPr>
          <p:cNvSpPr>
            <a:spLocks noGrp="1"/>
          </p:cNvSpPr>
          <p:nvPr>
            <p:ph type="body" sz="quarter" idx="27"/>
          </p:nvPr>
        </p:nvSpPr>
        <p:spPr>
          <a:xfrm>
            <a:off x="6491381" y="1634285"/>
            <a:ext cx="514975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838995594"/>
      </p:ext>
    </p:extLst>
  </p:cSld>
  <p:clrMapOvr>
    <a:masterClrMapping/>
  </p:clrMapOvr>
  <p:hf sldNum="0" hdr="0" ftr="0" dt="0"/>
</p:sldLayout>
</file>

<file path=ppt/slideLayouts/slideLayout161.xml><?xml version="1.0" encoding="utf-8"?>
<p:sldLayout xmlns:a="http://schemas.openxmlformats.org/drawingml/2006/main" xmlns:r="http://schemas.openxmlformats.org/officeDocument/2006/relationships" xmlns:p="http://schemas.openxmlformats.org/presentationml/2006/main" showMasterSp="0" preserve="1">
  <p:cSld name="Content 3 Chapterbox">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FDA5053-3D63-3C3B-F1E9-69CFF9FC43BA}"/>
              </a:ext>
            </a:extLst>
          </p:cNvPr>
          <p:cNvSpPr/>
          <p:nvPr/>
        </p:nvSpPr>
        <p:spPr>
          <a:xfrm rot="16200000" flipV="1">
            <a:off x="5715003" y="381000"/>
            <a:ext cx="6857998" cy="6096002"/>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0" name="Group 37">
            <a:extLst>
              <a:ext uri="{FF2B5EF4-FFF2-40B4-BE49-F238E27FC236}">
                <a16:creationId xmlns:a16="http://schemas.microsoft.com/office/drawing/2014/main" id="{C7484E95-42C9-8DB4-CE16-9F65A190121F}"/>
              </a:ext>
            </a:extLst>
          </p:cNvPr>
          <p:cNvGrpSpPr/>
          <p:nvPr/>
        </p:nvGrpSpPr>
        <p:grpSpPr>
          <a:xfrm>
            <a:off x="11770322" y="176700"/>
            <a:ext cx="260230" cy="240782"/>
            <a:chOff x="5481638" y="2859088"/>
            <a:chExt cx="1231900" cy="1139825"/>
          </a:xfrm>
          <a:solidFill>
            <a:schemeClr val="bg2"/>
          </a:solidFill>
        </p:grpSpPr>
        <p:sp>
          <p:nvSpPr>
            <p:cNvPr id="21" name="Freeform 320">
              <a:extLst>
                <a:ext uri="{FF2B5EF4-FFF2-40B4-BE49-F238E27FC236}">
                  <a16:creationId xmlns:a16="http://schemas.microsoft.com/office/drawing/2014/main" id="{1A559A5A-FF5B-C4A1-FBB9-17F04B2572FB}"/>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2" name="Freeform 321">
              <a:extLst>
                <a:ext uri="{FF2B5EF4-FFF2-40B4-BE49-F238E27FC236}">
                  <a16:creationId xmlns:a16="http://schemas.microsoft.com/office/drawing/2014/main" id="{AA3487D1-995C-B436-2407-E724FC0582FA}"/>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4" name="Date Placeholder 3">
            <a:extLst>
              <a:ext uri="{FF2B5EF4-FFF2-40B4-BE49-F238E27FC236}">
                <a16:creationId xmlns:a16="http://schemas.microsoft.com/office/drawing/2014/main" id="{358A13D8-885F-6258-82CC-EE1A7ED60DB2}"/>
              </a:ext>
            </a:extLst>
          </p:cNvPr>
          <p:cNvSpPr>
            <a:spLocks noGrp="1"/>
          </p:cNvSpPr>
          <p:nvPr>
            <p:ph type="dt" sz="half" idx="24"/>
          </p:nvPr>
        </p:nvSpPr>
        <p:spPr>
          <a:xfrm>
            <a:off x="9809927" y="6650661"/>
            <a:ext cx="1831210" cy="123111"/>
          </a:xfrm>
          <a:prstGeom prst="rect">
            <a:avLst/>
          </a:prstGeom>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6" name="Footer Placeholder 5">
            <a:extLst>
              <a:ext uri="{FF2B5EF4-FFF2-40B4-BE49-F238E27FC236}">
                <a16:creationId xmlns:a16="http://schemas.microsoft.com/office/drawing/2014/main" id="{F3CB3B34-F920-D8B3-B36B-15435A286DB2}"/>
              </a:ext>
            </a:extLst>
          </p:cNvPr>
          <p:cNvSpPr>
            <a:spLocks noGrp="1"/>
          </p:cNvSpPr>
          <p:nvPr>
            <p:ph type="ftr" sz="quarter" idx="25"/>
          </p:nvPr>
        </p:nvSpPr>
        <p:spPr>
          <a:xfrm>
            <a:off x="550863" y="6650661"/>
            <a:ext cx="4716524" cy="123111"/>
          </a:xfrm>
          <a:prstGeom prst="rect">
            <a:avLst/>
          </a:prstGeom>
        </p:spPr>
        <p:txBody>
          <a:bodyPr/>
          <a:lstStyle/>
          <a:p>
            <a:pPr>
              <a:spcBef>
                <a:spcPts val="1000"/>
              </a:spcBef>
              <a:buFont typeface="Arial" panose="020B0604020202020204" pitchFamily="34" charset="0"/>
              <a:buNone/>
            </a:pPr>
            <a:r>
              <a:rPr lang="en-US"/>
              <a:t>Presentation Title | Author | Date</a:t>
            </a:r>
          </a:p>
        </p:txBody>
      </p:sp>
      <p:sp>
        <p:nvSpPr>
          <p:cNvPr id="7" name="Slide Number Placeholder 6">
            <a:extLst>
              <a:ext uri="{FF2B5EF4-FFF2-40B4-BE49-F238E27FC236}">
                <a16:creationId xmlns:a16="http://schemas.microsoft.com/office/drawing/2014/main" id="{D2B44653-FCDA-83BF-7377-AD5F2E69077A}"/>
              </a:ext>
            </a:extLst>
          </p:cNvPr>
          <p:cNvSpPr>
            <a:spLocks noGrp="1"/>
          </p:cNvSpPr>
          <p:nvPr>
            <p:ph type="sldNum" sz="quarter" idx="26"/>
          </p:nvPr>
        </p:nvSpPr>
        <p:spPr>
          <a:xfrm>
            <a:off x="11778341" y="6650661"/>
            <a:ext cx="232665" cy="123111"/>
          </a:xfrm>
          <a:prstGeom prst="rect">
            <a:avLst/>
          </a:prstGeom>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B596F1C6-4A2C-32A4-F91B-7A46197FE40E}"/>
              </a:ext>
            </a:extLst>
          </p:cNvPr>
          <p:cNvSpPr>
            <a:spLocks noGrp="1"/>
          </p:cNvSpPr>
          <p:nvPr>
            <p:ph type="body" sz="quarter" idx="22" hasCustomPrompt="1"/>
          </p:nvPr>
        </p:nvSpPr>
        <p:spPr>
          <a:xfrm>
            <a:off x="550200" y="1634286"/>
            <a:ext cx="5112568"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2" name="Title 4">
            <a:extLst>
              <a:ext uri="{FF2B5EF4-FFF2-40B4-BE49-F238E27FC236}">
                <a16:creationId xmlns:a16="http://schemas.microsoft.com/office/drawing/2014/main" id="{028C5415-53AD-E669-9486-5FBA89A04F29}"/>
              </a:ext>
            </a:extLst>
          </p:cNvPr>
          <p:cNvSpPr>
            <a:spLocks noGrp="1"/>
          </p:cNvSpPr>
          <p:nvPr>
            <p:ph type="title"/>
          </p:nvPr>
        </p:nvSpPr>
        <p:spPr>
          <a:xfrm>
            <a:off x="551384" y="549274"/>
            <a:ext cx="5112568" cy="930372"/>
          </a:xfrm>
        </p:spPr>
        <p:txBody>
          <a:bodyPr/>
          <a:lstStyle/>
          <a:p>
            <a:r>
              <a:rPr lang="en-US"/>
              <a:t>Click to edit Master title style</a:t>
            </a:r>
          </a:p>
        </p:txBody>
      </p:sp>
      <p:sp>
        <p:nvSpPr>
          <p:cNvPr id="13" name="Content Placeholder 5">
            <a:extLst>
              <a:ext uri="{FF2B5EF4-FFF2-40B4-BE49-F238E27FC236}">
                <a16:creationId xmlns:a16="http://schemas.microsoft.com/office/drawing/2014/main" id="{1BEDBCBF-3BC8-AA4A-1F58-81530B90708A}"/>
              </a:ext>
            </a:extLst>
          </p:cNvPr>
          <p:cNvSpPr>
            <a:spLocks noGrp="1"/>
          </p:cNvSpPr>
          <p:nvPr>
            <p:ph sz="quarter" idx="31"/>
          </p:nvPr>
        </p:nvSpPr>
        <p:spPr>
          <a:xfrm>
            <a:off x="551384" y="2132856"/>
            <a:ext cx="511256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20">
            <a:extLst>
              <a:ext uri="{FF2B5EF4-FFF2-40B4-BE49-F238E27FC236}">
                <a16:creationId xmlns:a16="http://schemas.microsoft.com/office/drawing/2014/main" id="{1B7CBEC2-7246-C86B-4339-C14AFC3677BC}"/>
              </a:ext>
            </a:extLst>
          </p:cNvPr>
          <p:cNvSpPr>
            <a:spLocks noGrp="1"/>
          </p:cNvSpPr>
          <p:nvPr>
            <p:ph sz="quarter" idx="28"/>
          </p:nvPr>
        </p:nvSpPr>
        <p:spPr>
          <a:xfrm>
            <a:off x="6491381" y="2132856"/>
            <a:ext cx="5149757"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Chapter Placeholder 2">
            <a:extLst>
              <a:ext uri="{FF2B5EF4-FFF2-40B4-BE49-F238E27FC236}">
                <a16:creationId xmlns:a16="http://schemas.microsoft.com/office/drawing/2014/main" id="{81125B0F-654E-18D6-D135-80BD1EED9DED}"/>
              </a:ext>
            </a:extLst>
          </p:cNvPr>
          <p:cNvSpPr>
            <a:spLocks noGrp="1"/>
          </p:cNvSpPr>
          <p:nvPr>
            <p:ph type="body" sz="quarter" idx="13" hasCustomPrompt="1"/>
          </p:nvPr>
        </p:nvSpPr>
        <p:spPr>
          <a:xfrm>
            <a:off x="550863" y="266219"/>
            <a:ext cx="5111905"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18" name="Text Placeholder 10">
            <a:extLst>
              <a:ext uri="{FF2B5EF4-FFF2-40B4-BE49-F238E27FC236}">
                <a16:creationId xmlns:a16="http://schemas.microsoft.com/office/drawing/2014/main" id="{258EBFC3-CBC8-925F-B836-0EE26BFE8CF5}"/>
              </a:ext>
            </a:extLst>
          </p:cNvPr>
          <p:cNvSpPr>
            <a:spLocks noGrp="1"/>
          </p:cNvSpPr>
          <p:nvPr>
            <p:ph type="body" sz="quarter" idx="27"/>
          </p:nvPr>
        </p:nvSpPr>
        <p:spPr>
          <a:xfrm>
            <a:off x="6491381" y="1634285"/>
            <a:ext cx="514975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3015295792"/>
      </p:ext>
    </p:extLst>
  </p:cSld>
  <p:clrMapOvr>
    <a:masterClrMapping/>
  </p:clrMapOvr>
  <p:hf sldNum="0" hdr="0" ftr="0" dt="0"/>
</p:sldLayout>
</file>

<file path=ppt/slideLayouts/slideLayout162.xml><?xml version="1.0" encoding="utf-8"?>
<p:sldLayout xmlns:a="http://schemas.openxmlformats.org/drawingml/2006/main" xmlns:r="http://schemas.openxmlformats.org/officeDocument/2006/relationships" xmlns:p="http://schemas.openxmlformats.org/presentationml/2006/main" showMasterSp="0" preserve="1">
  <p:cSld name="Content 4">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6900C123-9D30-0EBC-5FF8-AB8833A92E04}"/>
              </a:ext>
            </a:extLst>
          </p:cNvPr>
          <p:cNvSpPr/>
          <p:nvPr/>
        </p:nvSpPr>
        <p:spPr>
          <a:xfrm rot="16200000" flipV="1">
            <a:off x="6640013" y="1306009"/>
            <a:ext cx="6857998" cy="4245983"/>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18" name="Group 37">
            <a:extLst>
              <a:ext uri="{FF2B5EF4-FFF2-40B4-BE49-F238E27FC236}">
                <a16:creationId xmlns:a16="http://schemas.microsoft.com/office/drawing/2014/main" id="{EAB09A99-143F-FC31-39FF-7DF7B4ACA5CF}"/>
              </a:ext>
            </a:extLst>
          </p:cNvPr>
          <p:cNvGrpSpPr/>
          <p:nvPr/>
        </p:nvGrpSpPr>
        <p:grpSpPr>
          <a:xfrm>
            <a:off x="11770322" y="176700"/>
            <a:ext cx="260230" cy="240782"/>
            <a:chOff x="5481638" y="2859088"/>
            <a:chExt cx="1231900" cy="1139825"/>
          </a:xfrm>
          <a:solidFill>
            <a:schemeClr val="bg2"/>
          </a:solidFill>
        </p:grpSpPr>
        <p:sp>
          <p:nvSpPr>
            <p:cNvPr id="19" name="Freeform 320">
              <a:extLst>
                <a:ext uri="{FF2B5EF4-FFF2-40B4-BE49-F238E27FC236}">
                  <a16:creationId xmlns:a16="http://schemas.microsoft.com/office/drawing/2014/main" id="{87F6F8F7-5BC0-8EDE-8130-67B046E555CF}"/>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0" name="Freeform 321">
              <a:extLst>
                <a:ext uri="{FF2B5EF4-FFF2-40B4-BE49-F238E27FC236}">
                  <a16:creationId xmlns:a16="http://schemas.microsoft.com/office/drawing/2014/main" id="{59BC8A90-2223-E3B3-3D95-0EBCFB812F2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545F7198-C878-E20D-1FB2-E42A8A78A28C}"/>
              </a:ext>
            </a:extLst>
          </p:cNvPr>
          <p:cNvSpPr>
            <a:spLocks noGrp="1"/>
          </p:cNvSpPr>
          <p:nvPr>
            <p:ph type="dt" sz="half" idx="24"/>
          </p:nvPr>
        </p:nvSpPr>
        <p:spPr>
          <a:xfrm>
            <a:off x="9809927" y="6650661"/>
            <a:ext cx="1831210" cy="123111"/>
          </a:xfrm>
          <a:prstGeom prst="rect">
            <a:avLst/>
          </a:prstGeom>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4" name="Footer Placeholder 3">
            <a:extLst>
              <a:ext uri="{FF2B5EF4-FFF2-40B4-BE49-F238E27FC236}">
                <a16:creationId xmlns:a16="http://schemas.microsoft.com/office/drawing/2014/main" id="{8F3B15C5-4190-C7AB-2CDF-2D3ACCBB15AD}"/>
              </a:ext>
            </a:extLst>
          </p:cNvPr>
          <p:cNvSpPr>
            <a:spLocks noGrp="1"/>
          </p:cNvSpPr>
          <p:nvPr>
            <p:ph type="ftr" sz="quarter" idx="25"/>
          </p:nvPr>
        </p:nvSpPr>
        <p:spPr>
          <a:xfrm>
            <a:off x="550863" y="6650661"/>
            <a:ext cx="4716524" cy="123111"/>
          </a:xfrm>
          <a:prstGeom prst="rect">
            <a:avLst/>
          </a:prstGeom>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65F939E0-4FD6-2BB5-5421-0B506A62A78F}"/>
              </a:ext>
            </a:extLst>
          </p:cNvPr>
          <p:cNvSpPr>
            <a:spLocks noGrp="1"/>
          </p:cNvSpPr>
          <p:nvPr>
            <p:ph type="sldNum" sz="quarter" idx="26"/>
          </p:nvPr>
        </p:nvSpPr>
        <p:spPr>
          <a:xfrm>
            <a:off x="11778341" y="6650661"/>
            <a:ext cx="232665" cy="123111"/>
          </a:xfrm>
          <a:prstGeom prst="rect">
            <a:avLst/>
          </a:prstGeom>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1ED26950-AB5A-C0D9-81A8-A04EA350762D}"/>
              </a:ext>
            </a:extLst>
          </p:cNvPr>
          <p:cNvSpPr>
            <a:spLocks noGrp="1"/>
          </p:cNvSpPr>
          <p:nvPr>
            <p:ph type="body" sz="quarter" idx="22" hasCustomPrompt="1"/>
          </p:nvPr>
        </p:nvSpPr>
        <p:spPr>
          <a:xfrm>
            <a:off x="550200" y="1634286"/>
            <a:ext cx="6984776"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0" name="Title 4">
            <a:extLst>
              <a:ext uri="{FF2B5EF4-FFF2-40B4-BE49-F238E27FC236}">
                <a16:creationId xmlns:a16="http://schemas.microsoft.com/office/drawing/2014/main" id="{8EC1972F-9263-1D56-27E9-E603C2AABB72}"/>
              </a:ext>
            </a:extLst>
          </p:cNvPr>
          <p:cNvSpPr>
            <a:spLocks noGrp="1"/>
          </p:cNvSpPr>
          <p:nvPr>
            <p:ph type="title"/>
          </p:nvPr>
        </p:nvSpPr>
        <p:spPr>
          <a:xfrm>
            <a:off x="551384" y="549274"/>
            <a:ext cx="6984776" cy="930372"/>
          </a:xfrm>
        </p:spPr>
        <p:txBody>
          <a:bodyPr/>
          <a:lstStyle/>
          <a:p>
            <a:r>
              <a:rPr lang="en-US"/>
              <a:t>Click to edit Master title style</a:t>
            </a:r>
          </a:p>
        </p:txBody>
      </p:sp>
      <p:sp>
        <p:nvSpPr>
          <p:cNvPr id="13" name="Content Placeholder 5">
            <a:extLst>
              <a:ext uri="{FF2B5EF4-FFF2-40B4-BE49-F238E27FC236}">
                <a16:creationId xmlns:a16="http://schemas.microsoft.com/office/drawing/2014/main" id="{7FBCB093-A7B1-0D7A-1FAF-74CB36D79D0C}"/>
              </a:ext>
            </a:extLst>
          </p:cNvPr>
          <p:cNvSpPr>
            <a:spLocks noGrp="1"/>
          </p:cNvSpPr>
          <p:nvPr>
            <p:ph sz="quarter" idx="31"/>
          </p:nvPr>
        </p:nvSpPr>
        <p:spPr>
          <a:xfrm>
            <a:off x="551384" y="2132856"/>
            <a:ext cx="6984776"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20">
            <a:extLst>
              <a:ext uri="{FF2B5EF4-FFF2-40B4-BE49-F238E27FC236}">
                <a16:creationId xmlns:a16="http://schemas.microsoft.com/office/drawing/2014/main" id="{392BB9FB-913E-27BD-009B-3894E1694801}"/>
              </a:ext>
            </a:extLst>
          </p:cNvPr>
          <p:cNvSpPr>
            <a:spLocks noGrp="1"/>
          </p:cNvSpPr>
          <p:nvPr>
            <p:ph sz="quarter" idx="28"/>
          </p:nvPr>
        </p:nvSpPr>
        <p:spPr>
          <a:xfrm>
            <a:off x="8341401" y="2132856"/>
            <a:ext cx="3299737"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10">
            <a:extLst>
              <a:ext uri="{FF2B5EF4-FFF2-40B4-BE49-F238E27FC236}">
                <a16:creationId xmlns:a16="http://schemas.microsoft.com/office/drawing/2014/main" id="{A2B384BF-001B-7351-C51D-C08A1F393AB6}"/>
              </a:ext>
            </a:extLst>
          </p:cNvPr>
          <p:cNvSpPr>
            <a:spLocks noGrp="1"/>
          </p:cNvSpPr>
          <p:nvPr>
            <p:ph type="body" sz="quarter" idx="27" hasCustomPrompt="1"/>
          </p:nvPr>
        </p:nvSpPr>
        <p:spPr>
          <a:xfrm>
            <a:off x="8341401" y="1634285"/>
            <a:ext cx="329973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GB"/>
              <a:t>Click to edit Master styles</a:t>
            </a:r>
          </a:p>
        </p:txBody>
      </p:sp>
    </p:spTree>
    <p:extLst>
      <p:ext uri="{BB962C8B-B14F-4D97-AF65-F5344CB8AC3E}">
        <p14:creationId xmlns:p14="http://schemas.microsoft.com/office/powerpoint/2010/main" val="1635760012"/>
      </p:ext>
    </p:extLst>
  </p:cSld>
  <p:clrMapOvr>
    <a:overrideClrMapping bg1="lt1" tx1="dk1" bg2="lt2" tx2="dk2" accent1="accent1" accent2="accent2" accent3="accent3" accent4="accent4" accent5="accent5" accent6="accent6" hlink="hlink" folHlink="folHlink"/>
  </p:clrMapOvr>
  <p:hf sldNum="0" hdr="0" ftr="0" dt="0"/>
</p:sldLayout>
</file>

<file path=ppt/slideLayouts/slideLayout163.xml><?xml version="1.0" encoding="utf-8"?>
<p:sldLayout xmlns:a="http://schemas.openxmlformats.org/drawingml/2006/main" xmlns:r="http://schemas.openxmlformats.org/officeDocument/2006/relationships" xmlns:p="http://schemas.openxmlformats.org/presentationml/2006/main" showMasterSp="0" preserve="1">
  <p:cSld name="Content 4 Chapterbox">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6900C123-9D30-0EBC-5FF8-AB8833A92E04}"/>
              </a:ext>
            </a:extLst>
          </p:cNvPr>
          <p:cNvSpPr/>
          <p:nvPr/>
        </p:nvSpPr>
        <p:spPr>
          <a:xfrm rot="16200000" flipV="1">
            <a:off x="6640013" y="1306009"/>
            <a:ext cx="6857998" cy="4245983"/>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18" name="Group 37">
            <a:extLst>
              <a:ext uri="{FF2B5EF4-FFF2-40B4-BE49-F238E27FC236}">
                <a16:creationId xmlns:a16="http://schemas.microsoft.com/office/drawing/2014/main" id="{EAB09A99-143F-FC31-39FF-7DF7B4ACA5CF}"/>
              </a:ext>
            </a:extLst>
          </p:cNvPr>
          <p:cNvGrpSpPr/>
          <p:nvPr/>
        </p:nvGrpSpPr>
        <p:grpSpPr>
          <a:xfrm>
            <a:off x="11770322" y="176700"/>
            <a:ext cx="260230" cy="240782"/>
            <a:chOff x="5481638" y="2859088"/>
            <a:chExt cx="1231900" cy="1139825"/>
          </a:xfrm>
          <a:solidFill>
            <a:schemeClr val="bg2"/>
          </a:solidFill>
        </p:grpSpPr>
        <p:sp>
          <p:nvSpPr>
            <p:cNvPr id="19" name="Freeform 320">
              <a:extLst>
                <a:ext uri="{FF2B5EF4-FFF2-40B4-BE49-F238E27FC236}">
                  <a16:creationId xmlns:a16="http://schemas.microsoft.com/office/drawing/2014/main" id="{87F6F8F7-5BC0-8EDE-8130-67B046E555CF}"/>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0" name="Freeform 321">
              <a:extLst>
                <a:ext uri="{FF2B5EF4-FFF2-40B4-BE49-F238E27FC236}">
                  <a16:creationId xmlns:a16="http://schemas.microsoft.com/office/drawing/2014/main" id="{59BC8A90-2223-E3B3-3D95-0EBCFB812F2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545F7198-C878-E20D-1FB2-E42A8A78A28C}"/>
              </a:ext>
            </a:extLst>
          </p:cNvPr>
          <p:cNvSpPr>
            <a:spLocks noGrp="1"/>
          </p:cNvSpPr>
          <p:nvPr>
            <p:ph type="dt" sz="half" idx="24"/>
          </p:nvPr>
        </p:nvSpPr>
        <p:spPr>
          <a:xfrm>
            <a:off x="9809927" y="6650661"/>
            <a:ext cx="1831210" cy="123111"/>
          </a:xfrm>
          <a:prstGeom prst="rect">
            <a:avLst/>
          </a:prstGeom>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4" name="Footer Placeholder 3">
            <a:extLst>
              <a:ext uri="{FF2B5EF4-FFF2-40B4-BE49-F238E27FC236}">
                <a16:creationId xmlns:a16="http://schemas.microsoft.com/office/drawing/2014/main" id="{8F3B15C5-4190-C7AB-2CDF-2D3ACCBB15AD}"/>
              </a:ext>
            </a:extLst>
          </p:cNvPr>
          <p:cNvSpPr>
            <a:spLocks noGrp="1"/>
          </p:cNvSpPr>
          <p:nvPr>
            <p:ph type="ftr" sz="quarter" idx="25"/>
          </p:nvPr>
        </p:nvSpPr>
        <p:spPr>
          <a:xfrm>
            <a:off x="550863" y="6650661"/>
            <a:ext cx="4716524" cy="123111"/>
          </a:xfrm>
          <a:prstGeom prst="rect">
            <a:avLst/>
          </a:prstGeom>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65F939E0-4FD6-2BB5-5421-0B506A62A78F}"/>
              </a:ext>
            </a:extLst>
          </p:cNvPr>
          <p:cNvSpPr>
            <a:spLocks noGrp="1"/>
          </p:cNvSpPr>
          <p:nvPr>
            <p:ph type="sldNum" sz="quarter" idx="26"/>
          </p:nvPr>
        </p:nvSpPr>
        <p:spPr>
          <a:xfrm>
            <a:off x="11778341" y="6650661"/>
            <a:ext cx="232665" cy="123111"/>
          </a:xfrm>
          <a:prstGeom prst="rect">
            <a:avLst/>
          </a:prstGeom>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239C7379-C19E-9AE6-CB5B-2451CFFD4A17}"/>
              </a:ext>
            </a:extLst>
          </p:cNvPr>
          <p:cNvSpPr>
            <a:spLocks noGrp="1"/>
          </p:cNvSpPr>
          <p:nvPr>
            <p:ph type="body" sz="quarter" idx="22" hasCustomPrompt="1"/>
          </p:nvPr>
        </p:nvSpPr>
        <p:spPr>
          <a:xfrm>
            <a:off x="550200" y="1634286"/>
            <a:ext cx="6984776"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3" name="Title 4">
            <a:extLst>
              <a:ext uri="{FF2B5EF4-FFF2-40B4-BE49-F238E27FC236}">
                <a16:creationId xmlns:a16="http://schemas.microsoft.com/office/drawing/2014/main" id="{21AAEB23-95CA-45A9-837B-CD7BF8DDE56C}"/>
              </a:ext>
            </a:extLst>
          </p:cNvPr>
          <p:cNvSpPr>
            <a:spLocks noGrp="1"/>
          </p:cNvSpPr>
          <p:nvPr>
            <p:ph type="title"/>
          </p:nvPr>
        </p:nvSpPr>
        <p:spPr>
          <a:xfrm>
            <a:off x="551384" y="549274"/>
            <a:ext cx="6984776" cy="930372"/>
          </a:xfrm>
        </p:spPr>
        <p:txBody>
          <a:bodyPr/>
          <a:lstStyle/>
          <a:p>
            <a:r>
              <a:rPr lang="en-US"/>
              <a:t>Click to edit Master title style</a:t>
            </a:r>
          </a:p>
        </p:txBody>
      </p:sp>
      <p:sp>
        <p:nvSpPr>
          <p:cNvPr id="14" name="Content Placeholder 5">
            <a:extLst>
              <a:ext uri="{FF2B5EF4-FFF2-40B4-BE49-F238E27FC236}">
                <a16:creationId xmlns:a16="http://schemas.microsoft.com/office/drawing/2014/main" id="{F9DB2775-E9C6-BBF6-4F21-AC89CB5A2445}"/>
              </a:ext>
            </a:extLst>
          </p:cNvPr>
          <p:cNvSpPr>
            <a:spLocks noGrp="1"/>
          </p:cNvSpPr>
          <p:nvPr>
            <p:ph sz="quarter" idx="31"/>
          </p:nvPr>
        </p:nvSpPr>
        <p:spPr>
          <a:xfrm>
            <a:off x="551384" y="2132856"/>
            <a:ext cx="6984776"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Content Placeholder 20">
            <a:extLst>
              <a:ext uri="{FF2B5EF4-FFF2-40B4-BE49-F238E27FC236}">
                <a16:creationId xmlns:a16="http://schemas.microsoft.com/office/drawing/2014/main" id="{C3ABAB46-458D-AA82-5E79-A54A7AF168E3}"/>
              </a:ext>
            </a:extLst>
          </p:cNvPr>
          <p:cNvSpPr>
            <a:spLocks noGrp="1"/>
          </p:cNvSpPr>
          <p:nvPr>
            <p:ph sz="quarter" idx="28"/>
          </p:nvPr>
        </p:nvSpPr>
        <p:spPr>
          <a:xfrm>
            <a:off x="8341401" y="2132856"/>
            <a:ext cx="3299737"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hapter Placeholder 2">
            <a:extLst>
              <a:ext uri="{FF2B5EF4-FFF2-40B4-BE49-F238E27FC236}">
                <a16:creationId xmlns:a16="http://schemas.microsoft.com/office/drawing/2014/main" id="{6A60C175-61A3-58D8-BABE-160BC93795DC}"/>
              </a:ext>
            </a:extLst>
          </p:cNvPr>
          <p:cNvSpPr>
            <a:spLocks noGrp="1"/>
          </p:cNvSpPr>
          <p:nvPr>
            <p:ph type="body" sz="quarter" idx="13" hasCustomPrompt="1"/>
          </p:nvPr>
        </p:nvSpPr>
        <p:spPr>
          <a:xfrm>
            <a:off x="550863" y="266219"/>
            <a:ext cx="6983870"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17" name="Text Placeholder 10">
            <a:extLst>
              <a:ext uri="{FF2B5EF4-FFF2-40B4-BE49-F238E27FC236}">
                <a16:creationId xmlns:a16="http://schemas.microsoft.com/office/drawing/2014/main" id="{6C357538-B7AF-C31E-63AB-4F5FF078BFCB}"/>
              </a:ext>
            </a:extLst>
          </p:cNvPr>
          <p:cNvSpPr>
            <a:spLocks noGrp="1"/>
          </p:cNvSpPr>
          <p:nvPr>
            <p:ph type="body" sz="quarter" idx="27" hasCustomPrompt="1"/>
          </p:nvPr>
        </p:nvSpPr>
        <p:spPr>
          <a:xfrm>
            <a:off x="8341401" y="1634285"/>
            <a:ext cx="329973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GB"/>
              <a:t>Click to edit Master styles</a:t>
            </a:r>
          </a:p>
        </p:txBody>
      </p:sp>
    </p:spTree>
    <p:extLst>
      <p:ext uri="{BB962C8B-B14F-4D97-AF65-F5344CB8AC3E}">
        <p14:creationId xmlns:p14="http://schemas.microsoft.com/office/powerpoint/2010/main" val="3357605763"/>
      </p:ext>
    </p:extLst>
  </p:cSld>
  <p:clrMapOvr>
    <a:overrideClrMapping bg1="lt1" tx1="dk1" bg2="lt2" tx2="dk2" accent1="accent1" accent2="accent2" accent3="accent3" accent4="accent4" accent5="accent5" accent6="accent6" hlink="hlink" folHlink="folHlink"/>
  </p:clrMapOvr>
  <p:hf sldNum="0" hdr="0" ftr="0" dt="0"/>
</p:sldLayout>
</file>

<file path=ppt/slideLayouts/slideLayout164.xml><?xml version="1.0" encoding="utf-8"?>
<p:sldLayout xmlns:a="http://schemas.openxmlformats.org/drawingml/2006/main" xmlns:r="http://schemas.openxmlformats.org/officeDocument/2006/relationships" xmlns:p="http://schemas.openxmlformats.org/presentationml/2006/main" showMasterSp="0" preserve="1">
  <p:cSld name="Content 5">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AAEFDD5A-0E10-35E6-046E-79E61257DDF1}"/>
              </a:ext>
            </a:extLst>
          </p:cNvPr>
          <p:cNvSpPr/>
          <p:nvPr/>
        </p:nvSpPr>
        <p:spPr>
          <a:xfrm rot="16200000" flipV="1">
            <a:off x="7103001" y="1768998"/>
            <a:ext cx="6857998" cy="3320006"/>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0" name="Group 37">
            <a:extLst>
              <a:ext uri="{FF2B5EF4-FFF2-40B4-BE49-F238E27FC236}">
                <a16:creationId xmlns:a16="http://schemas.microsoft.com/office/drawing/2014/main" id="{AA1EA1F2-A678-B9A4-119A-DA3923B39A3A}"/>
              </a:ext>
            </a:extLst>
          </p:cNvPr>
          <p:cNvGrpSpPr/>
          <p:nvPr/>
        </p:nvGrpSpPr>
        <p:grpSpPr>
          <a:xfrm>
            <a:off x="11770322" y="176700"/>
            <a:ext cx="260230" cy="240782"/>
            <a:chOff x="5481638" y="2859088"/>
            <a:chExt cx="1231900" cy="1139825"/>
          </a:xfrm>
          <a:solidFill>
            <a:schemeClr val="bg2"/>
          </a:solidFill>
        </p:grpSpPr>
        <p:sp>
          <p:nvSpPr>
            <p:cNvPr id="21" name="Freeform 320">
              <a:extLst>
                <a:ext uri="{FF2B5EF4-FFF2-40B4-BE49-F238E27FC236}">
                  <a16:creationId xmlns:a16="http://schemas.microsoft.com/office/drawing/2014/main" id="{F2CAAAB8-8F85-36D6-90A3-F9EF7CA3A4F1}"/>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2" name="Freeform 321">
              <a:extLst>
                <a:ext uri="{FF2B5EF4-FFF2-40B4-BE49-F238E27FC236}">
                  <a16:creationId xmlns:a16="http://schemas.microsoft.com/office/drawing/2014/main" id="{5CFC2EFB-5E04-2EE5-FF07-1211D0C87D5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2" name="Date Placeholder 1">
            <a:extLst>
              <a:ext uri="{FF2B5EF4-FFF2-40B4-BE49-F238E27FC236}">
                <a16:creationId xmlns:a16="http://schemas.microsoft.com/office/drawing/2014/main" id="{2B8F9C6F-5E55-F6B7-39D2-CF5A9A6F84BD}"/>
              </a:ext>
            </a:extLst>
          </p:cNvPr>
          <p:cNvSpPr>
            <a:spLocks noGrp="1"/>
          </p:cNvSpPr>
          <p:nvPr>
            <p:ph type="dt" sz="half" idx="24"/>
          </p:nvPr>
        </p:nvSpPr>
        <p:spPr>
          <a:xfrm>
            <a:off x="9809927" y="6650661"/>
            <a:ext cx="1831210" cy="123111"/>
          </a:xfrm>
          <a:prstGeom prst="rect">
            <a:avLst/>
          </a:prstGeom>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3" name="Footer Placeholder 2">
            <a:extLst>
              <a:ext uri="{FF2B5EF4-FFF2-40B4-BE49-F238E27FC236}">
                <a16:creationId xmlns:a16="http://schemas.microsoft.com/office/drawing/2014/main" id="{230850CD-89CD-C34B-151D-32B983A0A5B1}"/>
              </a:ext>
            </a:extLst>
          </p:cNvPr>
          <p:cNvSpPr>
            <a:spLocks noGrp="1"/>
          </p:cNvSpPr>
          <p:nvPr>
            <p:ph type="ftr" sz="quarter" idx="25"/>
          </p:nvPr>
        </p:nvSpPr>
        <p:spPr>
          <a:xfrm>
            <a:off x="550863" y="6650661"/>
            <a:ext cx="4716524" cy="123111"/>
          </a:xfrm>
          <a:prstGeom prst="rect">
            <a:avLst/>
          </a:prstGeom>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C3F4590F-315C-56B0-3B3E-63266FA764B6}"/>
              </a:ext>
            </a:extLst>
          </p:cNvPr>
          <p:cNvSpPr>
            <a:spLocks noGrp="1"/>
          </p:cNvSpPr>
          <p:nvPr>
            <p:ph type="sldNum" sz="quarter" idx="26"/>
          </p:nvPr>
        </p:nvSpPr>
        <p:spPr>
          <a:xfrm>
            <a:off x="11778341" y="6650661"/>
            <a:ext cx="232665" cy="123111"/>
          </a:xfrm>
          <a:prstGeom prst="rect">
            <a:avLst/>
          </a:prstGeom>
        </p:spPr>
        <p:txBody>
          <a:bodyPr/>
          <a:lstStyle/>
          <a:p>
            <a:pPr algn="r"/>
            <a:fld id="{5D9A5160-6218-4E5A-B9E6-B93E3DAE377C}" type="slidenum">
              <a:rPr lang="en-US" smtClean="0"/>
              <a:pPr algn="r"/>
              <a:t>‹#›</a:t>
            </a:fld>
            <a:endParaRPr lang="en-US"/>
          </a:p>
        </p:txBody>
      </p:sp>
      <p:sp>
        <p:nvSpPr>
          <p:cNvPr id="5" name="Text Placeholder 9">
            <a:extLst>
              <a:ext uri="{FF2B5EF4-FFF2-40B4-BE49-F238E27FC236}">
                <a16:creationId xmlns:a16="http://schemas.microsoft.com/office/drawing/2014/main" id="{1FD69EF5-DC55-0043-E707-9957A11A30E5}"/>
              </a:ext>
            </a:extLst>
          </p:cNvPr>
          <p:cNvSpPr>
            <a:spLocks noGrp="1"/>
          </p:cNvSpPr>
          <p:nvPr>
            <p:ph type="body" sz="quarter" idx="22" hasCustomPrompt="1"/>
          </p:nvPr>
        </p:nvSpPr>
        <p:spPr>
          <a:xfrm>
            <a:off x="550200" y="1634286"/>
            <a:ext cx="7920880"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7" name="Title 4">
            <a:extLst>
              <a:ext uri="{FF2B5EF4-FFF2-40B4-BE49-F238E27FC236}">
                <a16:creationId xmlns:a16="http://schemas.microsoft.com/office/drawing/2014/main" id="{C93203A2-28D5-E542-8692-E8BEA6720D63}"/>
              </a:ext>
            </a:extLst>
          </p:cNvPr>
          <p:cNvSpPr>
            <a:spLocks noGrp="1"/>
          </p:cNvSpPr>
          <p:nvPr>
            <p:ph type="title"/>
          </p:nvPr>
        </p:nvSpPr>
        <p:spPr>
          <a:xfrm>
            <a:off x="551384" y="549274"/>
            <a:ext cx="7920880" cy="930372"/>
          </a:xfrm>
        </p:spPr>
        <p:txBody>
          <a:bodyPr/>
          <a:lstStyle/>
          <a:p>
            <a:r>
              <a:rPr lang="en-US"/>
              <a:t>Click to edit Master title style</a:t>
            </a:r>
          </a:p>
        </p:txBody>
      </p:sp>
      <p:sp>
        <p:nvSpPr>
          <p:cNvPr id="9" name="Content Placeholder 5">
            <a:extLst>
              <a:ext uri="{FF2B5EF4-FFF2-40B4-BE49-F238E27FC236}">
                <a16:creationId xmlns:a16="http://schemas.microsoft.com/office/drawing/2014/main" id="{D5680A08-73A9-5D82-7781-A59825059862}"/>
              </a:ext>
            </a:extLst>
          </p:cNvPr>
          <p:cNvSpPr>
            <a:spLocks noGrp="1"/>
          </p:cNvSpPr>
          <p:nvPr>
            <p:ph sz="quarter" idx="31"/>
          </p:nvPr>
        </p:nvSpPr>
        <p:spPr>
          <a:xfrm>
            <a:off x="551384" y="2132856"/>
            <a:ext cx="7920880"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20">
            <a:extLst>
              <a:ext uri="{FF2B5EF4-FFF2-40B4-BE49-F238E27FC236}">
                <a16:creationId xmlns:a16="http://schemas.microsoft.com/office/drawing/2014/main" id="{2D43B5A9-14F0-DD78-070F-A995030041DA}"/>
              </a:ext>
            </a:extLst>
          </p:cNvPr>
          <p:cNvSpPr>
            <a:spLocks noGrp="1"/>
          </p:cNvSpPr>
          <p:nvPr>
            <p:ph sz="quarter" idx="28"/>
          </p:nvPr>
        </p:nvSpPr>
        <p:spPr>
          <a:xfrm>
            <a:off x="9264352" y="2132856"/>
            <a:ext cx="2376786"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10">
            <a:extLst>
              <a:ext uri="{FF2B5EF4-FFF2-40B4-BE49-F238E27FC236}">
                <a16:creationId xmlns:a16="http://schemas.microsoft.com/office/drawing/2014/main" id="{5F56F677-F5B9-1784-B704-0F0DD8F83E23}"/>
              </a:ext>
            </a:extLst>
          </p:cNvPr>
          <p:cNvSpPr>
            <a:spLocks noGrp="1"/>
          </p:cNvSpPr>
          <p:nvPr>
            <p:ph type="body" sz="quarter" idx="27"/>
          </p:nvPr>
        </p:nvSpPr>
        <p:spPr>
          <a:xfrm>
            <a:off x="9264351" y="1635328"/>
            <a:ext cx="2376787"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2805306010"/>
      </p:ext>
    </p:extLst>
  </p:cSld>
  <p:clrMapOvr>
    <a:masterClrMapping/>
  </p:clrMapOvr>
  <p:hf sldNum="0" hdr="0" ftr="0" dt="0"/>
</p:sldLayout>
</file>

<file path=ppt/slideLayouts/slideLayout165.xml><?xml version="1.0" encoding="utf-8"?>
<p:sldLayout xmlns:a="http://schemas.openxmlformats.org/drawingml/2006/main" xmlns:r="http://schemas.openxmlformats.org/officeDocument/2006/relationships" xmlns:p="http://schemas.openxmlformats.org/presentationml/2006/main" showMasterSp="0" preserve="1">
  <p:cSld name="Content 5 Chapterbox">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AAEFDD5A-0E10-35E6-046E-79E61257DDF1}"/>
              </a:ext>
            </a:extLst>
          </p:cNvPr>
          <p:cNvSpPr/>
          <p:nvPr/>
        </p:nvSpPr>
        <p:spPr>
          <a:xfrm rot="16200000" flipV="1">
            <a:off x="7103001" y="1768998"/>
            <a:ext cx="6857998" cy="3320006"/>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0" name="Group 37">
            <a:extLst>
              <a:ext uri="{FF2B5EF4-FFF2-40B4-BE49-F238E27FC236}">
                <a16:creationId xmlns:a16="http://schemas.microsoft.com/office/drawing/2014/main" id="{AA1EA1F2-A678-B9A4-119A-DA3923B39A3A}"/>
              </a:ext>
            </a:extLst>
          </p:cNvPr>
          <p:cNvGrpSpPr/>
          <p:nvPr/>
        </p:nvGrpSpPr>
        <p:grpSpPr>
          <a:xfrm>
            <a:off x="11770322" y="176700"/>
            <a:ext cx="260230" cy="240782"/>
            <a:chOff x="5481638" y="2859088"/>
            <a:chExt cx="1231900" cy="1139825"/>
          </a:xfrm>
          <a:solidFill>
            <a:schemeClr val="bg2"/>
          </a:solidFill>
        </p:grpSpPr>
        <p:sp>
          <p:nvSpPr>
            <p:cNvPr id="21" name="Freeform 320">
              <a:extLst>
                <a:ext uri="{FF2B5EF4-FFF2-40B4-BE49-F238E27FC236}">
                  <a16:creationId xmlns:a16="http://schemas.microsoft.com/office/drawing/2014/main" id="{F2CAAAB8-8F85-36D6-90A3-F9EF7CA3A4F1}"/>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2" name="Freeform 321">
              <a:extLst>
                <a:ext uri="{FF2B5EF4-FFF2-40B4-BE49-F238E27FC236}">
                  <a16:creationId xmlns:a16="http://schemas.microsoft.com/office/drawing/2014/main" id="{5CFC2EFB-5E04-2EE5-FF07-1211D0C87D5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2" name="Date Placeholder 1">
            <a:extLst>
              <a:ext uri="{FF2B5EF4-FFF2-40B4-BE49-F238E27FC236}">
                <a16:creationId xmlns:a16="http://schemas.microsoft.com/office/drawing/2014/main" id="{2B8F9C6F-5E55-F6B7-39D2-CF5A9A6F84BD}"/>
              </a:ext>
            </a:extLst>
          </p:cNvPr>
          <p:cNvSpPr>
            <a:spLocks noGrp="1"/>
          </p:cNvSpPr>
          <p:nvPr>
            <p:ph type="dt" sz="half" idx="24"/>
          </p:nvPr>
        </p:nvSpPr>
        <p:spPr>
          <a:xfrm>
            <a:off x="9809927" y="6650661"/>
            <a:ext cx="1831210" cy="123111"/>
          </a:xfrm>
          <a:prstGeom prst="rect">
            <a:avLst/>
          </a:prstGeom>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3" name="Footer Placeholder 2">
            <a:extLst>
              <a:ext uri="{FF2B5EF4-FFF2-40B4-BE49-F238E27FC236}">
                <a16:creationId xmlns:a16="http://schemas.microsoft.com/office/drawing/2014/main" id="{230850CD-89CD-C34B-151D-32B983A0A5B1}"/>
              </a:ext>
            </a:extLst>
          </p:cNvPr>
          <p:cNvSpPr>
            <a:spLocks noGrp="1"/>
          </p:cNvSpPr>
          <p:nvPr>
            <p:ph type="ftr" sz="quarter" idx="25"/>
          </p:nvPr>
        </p:nvSpPr>
        <p:spPr>
          <a:xfrm>
            <a:off x="550863" y="6650661"/>
            <a:ext cx="4716524" cy="123111"/>
          </a:xfrm>
          <a:prstGeom prst="rect">
            <a:avLst/>
          </a:prstGeom>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C3F4590F-315C-56B0-3B3E-63266FA764B6}"/>
              </a:ext>
            </a:extLst>
          </p:cNvPr>
          <p:cNvSpPr>
            <a:spLocks noGrp="1"/>
          </p:cNvSpPr>
          <p:nvPr>
            <p:ph type="sldNum" sz="quarter" idx="26"/>
          </p:nvPr>
        </p:nvSpPr>
        <p:spPr>
          <a:xfrm>
            <a:off x="11778341" y="6650661"/>
            <a:ext cx="232665" cy="123111"/>
          </a:xfrm>
          <a:prstGeom prst="rect">
            <a:avLst/>
          </a:prstGeom>
        </p:spPr>
        <p:txBody>
          <a:bodyPr/>
          <a:lstStyle/>
          <a:p>
            <a:pPr algn="r"/>
            <a:fld id="{5D9A5160-6218-4E5A-B9E6-B93E3DAE377C}" type="slidenum">
              <a:rPr lang="en-US" smtClean="0"/>
              <a:pPr algn="r"/>
              <a:t>‹#›</a:t>
            </a:fld>
            <a:endParaRPr lang="en-US"/>
          </a:p>
        </p:txBody>
      </p:sp>
      <p:sp>
        <p:nvSpPr>
          <p:cNvPr id="5" name="Text Placeholder 9">
            <a:extLst>
              <a:ext uri="{FF2B5EF4-FFF2-40B4-BE49-F238E27FC236}">
                <a16:creationId xmlns:a16="http://schemas.microsoft.com/office/drawing/2014/main" id="{77CB4701-5EA8-F228-EB41-0CFF2D895F32}"/>
              </a:ext>
            </a:extLst>
          </p:cNvPr>
          <p:cNvSpPr>
            <a:spLocks noGrp="1"/>
          </p:cNvSpPr>
          <p:nvPr>
            <p:ph type="body" sz="quarter" idx="22" hasCustomPrompt="1"/>
          </p:nvPr>
        </p:nvSpPr>
        <p:spPr>
          <a:xfrm>
            <a:off x="550200" y="1634286"/>
            <a:ext cx="7920880"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9" name="Title 4">
            <a:extLst>
              <a:ext uri="{FF2B5EF4-FFF2-40B4-BE49-F238E27FC236}">
                <a16:creationId xmlns:a16="http://schemas.microsoft.com/office/drawing/2014/main" id="{A5D329F4-F440-1971-934F-BB7E30406179}"/>
              </a:ext>
            </a:extLst>
          </p:cNvPr>
          <p:cNvSpPr>
            <a:spLocks noGrp="1"/>
          </p:cNvSpPr>
          <p:nvPr>
            <p:ph type="title"/>
          </p:nvPr>
        </p:nvSpPr>
        <p:spPr>
          <a:xfrm>
            <a:off x="551384" y="549274"/>
            <a:ext cx="7920880" cy="930372"/>
          </a:xfrm>
        </p:spPr>
        <p:txBody>
          <a:bodyPr/>
          <a:lstStyle/>
          <a:p>
            <a:r>
              <a:rPr lang="en-US"/>
              <a:t>Click to edit Master title style</a:t>
            </a:r>
          </a:p>
        </p:txBody>
      </p:sp>
      <p:sp>
        <p:nvSpPr>
          <p:cNvPr id="11" name="Content Placeholder 5">
            <a:extLst>
              <a:ext uri="{FF2B5EF4-FFF2-40B4-BE49-F238E27FC236}">
                <a16:creationId xmlns:a16="http://schemas.microsoft.com/office/drawing/2014/main" id="{C57AAAE3-15FB-8EBD-D80A-38D40EBDDEBF}"/>
              </a:ext>
            </a:extLst>
          </p:cNvPr>
          <p:cNvSpPr>
            <a:spLocks noGrp="1"/>
          </p:cNvSpPr>
          <p:nvPr>
            <p:ph sz="quarter" idx="31"/>
          </p:nvPr>
        </p:nvSpPr>
        <p:spPr>
          <a:xfrm>
            <a:off x="551384" y="2132856"/>
            <a:ext cx="7920880"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20">
            <a:extLst>
              <a:ext uri="{FF2B5EF4-FFF2-40B4-BE49-F238E27FC236}">
                <a16:creationId xmlns:a16="http://schemas.microsoft.com/office/drawing/2014/main" id="{D9F4F301-816D-BBA5-0D4F-7106C88BF450}"/>
              </a:ext>
            </a:extLst>
          </p:cNvPr>
          <p:cNvSpPr>
            <a:spLocks noGrp="1"/>
          </p:cNvSpPr>
          <p:nvPr>
            <p:ph sz="quarter" idx="28"/>
          </p:nvPr>
        </p:nvSpPr>
        <p:spPr>
          <a:xfrm>
            <a:off x="9264352" y="2132856"/>
            <a:ext cx="2376786"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Chapter Placeholder 2">
            <a:extLst>
              <a:ext uri="{FF2B5EF4-FFF2-40B4-BE49-F238E27FC236}">
                <a16:creationId xmlns:a16="http://schemas.microsoft.com/office/drawing/2014/main" id="{E584A6CD-5C38-ABB3-1278-14FD6AFFF366}"/>
              </a:ext>
            </a:extLst>
          </p:cNvPr>
          <p:cNvSpPr>
            <a:spLocks noGrp="1"/>
          </p:cNvSpPr>
          <p:nvPr>
            <p:ph type="body" sz="quarter" idx="13" hasCustomPrompt="1"/>
          </p:nvPr>
        </p:nvSpPr>
        <p:spPr>
          <a:xfrm>
            <a:off x="550862" y="266219"/>
            <a:ext cx="7919853"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17" name="Text Placeholder 10">
            <a:extLst>
              <a:ext uri="{FF2B5EF4-FFF2-40B4-BE49-F238E27FC236}">
                <a16:creationId xmlns:a16="http://schemas.microsoft.com/office/drawing/2014/main" id="{3D4DF89C-E36B-311B-F8AD-FE3524EF4EF8}"/>
              </a:ext>
            </a:extLst>
          </p:cNvPr>
          <p:cNvSpPr>
            <a:spLocks noGrp="1"/>
          </p:cNvSpPr>
          <p:nvPr>
            <p:ph type="body" sz="quarter" idx="27"/>
          </p:nvPr>
        </p:nvSpPr>
        <p:spPr>
          <a:xfrm>
            <a:off x="9264351" y="1634285"/>
            <a:ext cx="2376787"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1655433870"/>
      </p:ext>
    </p:extLst>
  </p:cSld>
  <p:clrMapOvr>
    <a:masterClrMapping/>
  </p:clrMapOvr>
  <p:hf sldNum="0" hdr="0" ftr="0" dt="0"/>
</p:sldLayout>
</file>

<file path=ppt/slideLayouts/slideLayout166.xml><?xml version="1.0" encoding="utf-8"?>
<p:sldLayout xmlns:a="http://schemas.openxmlformats.org/drawingml/2006/main" xmlns:r="http://schemas.openxmlformats.org/officeDocument/2006/relationships" xmlns:p="http://schemas.openxmlformats.org/presentationml/2006/main" showMasterSp="0" preserve="1">
  <p:cSld name="Content 6">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44142192-00F6-71C9-9A77-489CD275D234}"/>
              </a:ext>
            </a:extLst>
          </p:cNvPr>
          <p:cNvSpPr/>
          <p:nvPr/>
        </p:nvSpPr>
        <p:spPr>
          <a:xfrm rot="16200000" flipV="1">
            <a:off x="7563095" y="2229091"/>
            <a:ext cx="6857998" cy="2399819"/>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5" name="Group 37">
            <a:extLst>
              <a:ext uri="{FF2B5EF4-FFF2-40B4-BE49-F238E27FC236}">
                <a16:creationId xmlns:a16="http://schemas.microsoft.com/office/drawing/2014/main" id="{3DFDE37E-5420-F85E-8E48-40542DA08033}"/>
              </a:ext>
            </a:extLst>
          </p:cNvPr>
          <p:cNvGrpSpPr/>
          <p:nvPr/>
        </p:nvGrpSpPr>
        <p:grpSpPr>
          <a:xfrm>
            <a:off x="11770322" y="176700"/>
            <a:ext cx="260230" cy="240782"/>
            <a:chOff x="5481638" y="2859088"/>
            <a:chExt cx="1231900" cy="1139825"/>
          </a:xfrm>
          <a:solidFill>
            <a:schemeClr val="bg2"/>
          </a:solidFill>
        </p:grpSpPr>
        <p:sp>
          <p:nvSpPr>
            <p:cNvPr id="26" name="Freeform 320">
              <a:extLst>
                <a:ext uri="{FF2B5EF4-FFF2-40B4-BE49-F238E27FC236}">
                  <a16:creationId xmlns:a16="http://schemas.microsoft.com/office/drawing/2014/main" id="{AD48A599-A45D-8D69-AEA6-662642AD9D93}"/>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7" name="Freeform 321">
              <a:extLst>
                <a:ext uri="{FF2B5EF4-FFF2-40B4-BE49-F238E27FC236}">
                  <a16:creationId xmlns:a16="http://schemas.microsoft.com/office/drawing/2014/main" id="{D65A51CC-4C31-51CB-14AC-6B1601AB8AD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D5AE9DA6-521B-F449-72BF-F6B58357D1E2}"/>
              </a:ext>
            </a:extLst>
          </p:cNvPr>
          <p:cNvSpPr>
            <a:spLocks noGrp="1"/>
          </p:cNvSpPr>
          <p:nvPr>
            <p:ph type="dt" sz="half" idx="25"/>
          </p:nvPr>
        </p:nvSpPr>
        <p:spPr>
          <a:xfrm>
            <a:off x="9809927" y="6650661"/>
            <a:ext cx="1831210" cy="123111"/>
          </a:xfrm>
          <a:prstGeom prst="rect">
            <a:avLst/>
          </a:prstGeom>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4" name="Footer Placeholder 3">
            <a:extLst>
              <a:ext uri="{FF2B5EF4-FFF2-40B4-BE49-F238E27FC236}">
                <a16:creationId xmlns:a16="http://schemas.microsoft.com/office/drawing/2014/main" id="{B8E5A5A4-4ABB-75D4-0347-730FFE4FE623}"/>
              </a:ext>
            </a:extLst>
          </p:cNvPr>
          <p:cNvSpPr>
            <a:spLocks noGrp="1"/>
          </p:cNvSpPr>
          <p:nvPr>
            <p:ph type="ftr" sz="quarter" idx="26"/>
          </p:nvPr>
        </p:nvSpPr>
        <p:spPr>
          <a:xfrm>
            <a:off x="550863" y="6650661"/>
            <a:ext cx="4716524" cy="123111"/>
          </a:xfrm>
          <a:prstGeom prst="rect">
            <a:avLst/>
          </a:prstGeom>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1D8486EB-33DC-2A07-4FA3-E55575E4F077}"/>
              </a:ext>
            </a:extLst>
          </p:cNvPr>
          <p:cNvSpPr>
            <a:spLocks noGrp="1"/>
          </p:cNvSpPr>
          <p:nvPr>
            <p:ph type="sldNum" sz="quarter" idx="27"/>
          </p:nvPr>
        </p:nvSpPr>
        <p:spPr>
          <a:xfrm>
            <a:off x="11778341" y="6650661"/>
            <a:ext cx="232665" cy="123111"/>
          </a:xfrm>
          <a:prstGeom prst="rect">
            <a:avLst/>
          </a:prstGeom>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F49FFE9F-318B-AD07-86E6-3D605204274E}"/>
              </a:ext>
            </a:extLst>
          </p:cNvPr>
          <p:cNvSpPr>
            <a:spLocks noGrp="1"/>
          </p:cNvSpPr>
          <p:nvPr>
            <p:ph type="body" sz="quarter" idx="22" hasCustomPrompt="1"/>
          </p:nvPr>
        </p:nvSpPr>
        <p:spPr>
          <a:xfrm>
            <a:off x="550200" y="1634286"/>
            <a:ext cx="8954190"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0" name="Title 4">
            <a:extLst>
              <a:ext uri="{FF2B5EF4-FFF2-40B4-BE49-F238E27FC236}">
                <a16:creationId xmlns:a16="http://schemas.microsoft.com/office/drawing/2014/main" id="{6B5BE04E-C718-08CB-4873-0698E24EE643}"/>
              </a:ext>
            </a:extLst>
          </p:cNvPr>
          <p:cNvSpPr>
            <a:spLocks noGrp="1"/>
          </p:cNvSpPr>
          <p:nvPr>
            <p:ph type="title"/>
          </p:nvPr>
        </p:nvSpPr>
        <p:spPr>
          <a:xfrm>
            <a:off x="551384" y="549274"/>
            <a:ext cx="8954190" cy="930372"/>
          </a:xfrm>
        </p:spPr>
        <p:txBody>
          <a:bodyPr/>
          <a:lstStyle/>
          <a:p>
            <a:r>
              <a:rPr lang="en-US"/>
              <a:t>Click to edit Master title style</a:t>
            </a:r>
          </a:p>
        </p:txBody>
      </p:sp>
      <p:sp>
        <p:nvSpPr>
          <p:cNvPr id="12" name="Content Placeholder 5">
            <a:extLst>
              <a:ext uri="{FF2B5EF4-FFF2-40B4-BE49-F238E27FC236}">
                <a16:creationId xmlns:a16="http://schemas.microsoft.com/office/drawing/2014/main" id="{2AE819EF-5661-07DD-8D8E-3816C9C948FA}"/>
              </a:ext>
            </a:extLst>
          </p:cNvPr>
          <p:cNvSpPr>
            <a:spLocks noGrp="1"/>
          </p:cNvSpPr>
          <p:nvPr>
            <p:ph sz="quarter" idx="31"/>
          </p:nvPr>
        </p:nvSpPr>
        <p:spPr>
          <a:xfrm>
            <a:off x="551384" y="2132856"/>
            <a:ext cx="8954190"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20">
            <a:extLst>
              <a:ext uri="{FF2B5EF4-FFF2-40B4-BE49-F238E27FC236}">
                <a16:creationId xmlns:a16="http://schemas.microsoft.com/office/drawing/2014/main" id="{6FD27327-DD4E-745F-BEE6-F2456262CD9F}"/>
              </a:ext>
            </a:extLst>
          </p:cNvPr>
          <p:cNvSpPr>
            <a:spLocks noGrp="1"/>
          </p:cNvSpPr>
          <p:nvPr>
            <p:ph sz="quarter" idx="28"/>
          </p:nvPr>
        </p:nvSpPr>
        <p:spPr>
          <a:xfrm>
            <a:off x="10056440" y="2132856"/>
            <a:ext cx="1584698"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10">
            <a:extLst>
              <a:ext uri="{FF2B5EF4-FFF2-40B4-BE49-F238E27FC236}">
                <a16:creationId xmlns:a16="http://schemas.microsoft.com/office/drawing/2014/main" id="{50CD247E-0744-79CF-8F93-524394145128}"/>
              </a:ext>
            </a:extLst>
          </p:cNvPr>
          <p:cNvSpPr>
            <a:spLocks noGrp="1"/>
          </p:cNvSpPr>
          <p:nvPr>
            <p:ph type="body" sz="quarter" idx="32"/>
          </p:nvPr>
        </p:nvSpPr>
        <p:spPr>
          <a:xfrm>
            <a:off x="10056439" y="1634286"/>
            <a:ext cx="1584699"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1969588340"/>
      </p:ext>
    </p:extLst>
  </p:cSld>
  <p:clrMapOvr>
    <a:masterClrMapping/>
  </p:clrMapOvr>
  <p:hf sldNum="0" hdr="0" ftr="0" dt="0"/>
</p:sldLayout>
</file>

<file path=ppt/slideLayouts/slideLayout167.xml><?xml version="1.0" encoding="utf-8"?>
<p:sldLayout xmlns:a="http://schemas.openxmlformats.org/drawingml/2006/main" xmlns:r="http://schemas.openxmlformats.org/officeDocument/2006/relationships" xmlns:p="http://schemas.openxmlformats.org/presentationml/2006/main" showMasterSp="0" preserve="1">
  <p:cSld name="Content 6  Chapterbox">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44142192-00F6-71C9-9A77-489CD275D234}"/>
              </a:ext>
            </a:extLst>
          </p:cNvPr>
          <p:cNvSpPr/>
          <p:nvPr/>
        </p:nvSpPr>
        <p:spPr>
          <a:xfrm rot="16200000" flipV="1">
            <a:off x="7563095" y="2229091"/>
            <a:ext cx="6857998" cy="2399819"/>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5" name="Group 37">
            <a:extLst>
              <a:ext uri="{FF2B5EF4-FFF2-40B4-BE49-F238E27FC236}">
                <a16:creationId xmlns:a16="http://schemas.microsoft.com/office/drawing/2014/main" id="{3DFDE37E-5420-F85E-8E48-40542DA08033}"/>
              </a:ext>
            </a:extLst>
          </p:cNvPr>
          <p:cNvGrpSpPr/>
          <p:nvPr/>
        </p:nvGrpSpPr>
        <p:grpSpPr>
          <a:xfrm>
            <a:off x="11770322" y="176700"/>
            <a:ext cx="260230" cy="240782"/>
            <a:chOff x="5481638" y="2859088"/>
            <a:chExt cx="1231900" cy="1139825"/>
          </a:xfrm>
          <a:solidFill>
            <a:schemeClr val="bg2"/>
          </a:solidFill>
        </p:grpSpPr>
        <p:sp>
          <p:nvSpPr>
            <p:cNvPr id="26" name="Freeform 320">
              <a:extLst>
                <a:ext uri="{FF2B5EF4-FFF2-40B4-BE49-F238E27FC236}">
                  <a16:creationId xmlns:a16="http://schemas.microsoft.com/office/drawing/2014/main" id="{AD48A599-A45D-8D69-AEA6-662642AD9D93}"/>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7" name="Freeform 321">
              <a:extLst>
                <a:ext uri="{FF2B5EF4-FFF2-40B4-BE49-F238E27FC236}">
                  <a16:creationId xmlns:a16="http://schemas.microsoft.com/office/drawing/2014/main" id="{D65A51CC-4C31-51CB-14AC-6B1601AB8AD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D5AE9DA6-521B-F449-72BF-F6B58357D1E2}"/>
              </a:ext>
            </a:extLst>
          </p:cNvPr>
          <p:cNvSpPr>
            <a:spLocks noGrp="1"/>
          </p:cNvSpPr>
          <p:nvPr>
            <p:ph type="dt" sz="half" idx="25"/>
          </p:nvPr>
        </p:nvSpPr>
        <p:spPr>
          <a:xfrm>
            <a:off x="9809927" y="6650661"/>
            <a:ext cx="1831210" cy="123111"/>
          </a:xfrm>
          <a:prstGeom prst="rect">
            <a:avLst/>
          </a:prstGeom>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4" name="Footer Placeholder 3">
            <a:extLst>
              <a:ext uri="{FF2B5EF4-FFF2-40B4-BE49-F238E27FC236}">
                <a16:creationId xmlns:a16="http://schemas.microsoft.com/office/drawing/2014/main" id="{B8E5A5A4-4ABB-75D4-0347-730FFE4FE623}"/>
              </a:ext>
            </a:extLst>
          </p:cNvPr>
          <p:cNvSpPr>
            <a:spLocks noGrp="1"/>
          </p:cNvSpPr>
          <p:nvPr>
            <p:ph type="ftr" sz="quarter" idx="26"/>
          </p:nvPr>
        </p:nvSpPr>
        <p:spPr>
          <a:xfrm>
            <a:off x="550863" y="6650661"/>
            <a:ext cx="4716524" cy="123111"/>
          </a:xfrm>
          <a:prstGeom prst="rect">
            <a:avLst/>
          </a:prstGeom>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1D8486EB-33DC-2A07-4FA3-E55575E4F077}"/>
              </a:ext>
            </a:extLst>
          </p:cNvPr>
          <p:cNvSpPr>
            <a:spLocks noGrp="1"/>
          </p:cNvSpPr>
          <p:nvPr>
            <p:ph type="sldNum" sz="quarter" idx="27"/>
          </p:nvPr>
        </p:nvSpPr>
        <p:spPr>
          <a:xfrm>
            <a:off x="11778341" y="6650661"/>
            <a:ext cx="232665" cy="123111"/>
          </a:xfrm>
          <a:prstGeom prst="rect">
            <a:avLst/>
          </a:prstGeom>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73D4D2DE-857C-432B-542C-776B73D12295}"/>
              </a:ext>
            </a:extLst>
          </p:cNvPr>
          <p:cNvSpPr>
            <a:spLocks noGrp="1"/>
          </p:cNvSpPr>
          <p:nvPr>
            <p:ph type="body" sz="quarter" idx="22" hasCustomPrompt="1"/>
          </p:nvPr>
        </p:nvSpPr>
        <p:spPr>
          <a:xfrm>
            <a:off x="550200" y="1634286"/>
            <a:ext cx="8954190"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2" name="Title 4">
            <a:extLst>
              <a:ext uri="{FF2B5EF4-FFF2-40B4-BE49-F238E27FC236}">
                <a16:creationId xmlns:a16="http://schemas.microsoft.com/office/drawing/2014/main" id="{D58330D2-B44D-B4BF-A2E5-010DDD74BFE7}"/>
              </a:ext>
            </a:extLst>
          </p:cNvPr>
          <p:cNvSpPr>
            <a:spLocks noGrp="1"/>
          </p:cNvSpPr>
          <p:nvPr>
            <p:ph type="title"/>
          </p:nvPr>
        </p:nvSpPr>
        <p:spPr>
          <a:xfrm>
            <a:off x="551384" y="549274"/>
            <a:ext cx="8954190" cy="930372"/>
          </a:xfrm>
        </p:spPr>
        <p:txBody>
          <a:bodyPr/>
          <a:lstStyle/>
          <a:p>
            <a:r>
              <a:rPr lang="en-US"/>
              <a:t>Click to edit Master title style</a:t>
            </a:r>
          </a:p>
        </p:txBody>
      </p:sp>
      <p:sp>
        <p:nvSpPr>
          <p:cNvPr id="13" name="Content Placeholder 5">
            <a:extLst>
              <a:ext uri="{FF2B5EF4-FFF2-40B4-BE49-F238E27FC236}">
                <a16:creationId xmlns:a16="http://schemas.microsoft.com/office/drawing/2014/main" id="{BD895A44-21D8-7652-F6B3-A65F96845F49}"/>
              </a:ext>
            </a:extLst>
          </p:cNvPr>
          <p:cNvSpPr>
            <a:spLocks noGrp="1"/>
          </p:cNvSpPr>
          <p:nvPr>
            <p:ph sz="quarter" idx="31"/>
          </p:nvPr>
        </p:nvSpPr>
        <p:spPr>
          <a:xfrm>
            <a:off x="551384" y="2132856"/>
            <a:ext cx="8954190"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20">
            <a:extLst>
              <a:ext uri="{FF2B5EF4-FFF2-40B4-BE49-F238E27FC236}">
                <a16:creationId xmlns:a16="http://schemas.microsoft.com/office/drawing/2014/main" id="{B7B3AFE6-55A3-42D9-6DD3-DA26A44341E4}"/>
              </a:ext>
            </a:extLst>
          </p:cNvPr>
          <p:cNvSpPr>
            <a:spLocks noGrp="1"/>
          </p:cNvSpPr>
          <p:nvPr>
            <p:ph sz="quarter" idx="28"/>
          </p:nvPr>
        </p:nvSpPr>
        <p:spPr>
          <a:xfrm>
            <a:off x="10056440" y="2132856"/>
            <a:ext cx="1584698"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Chapter Placeholder 2">
            <a:extLst>
              <a:ext uri="{FF2B5EF4-FFF2-40B4-BE49-F238E27FC236}">
                <a16:creationId xmlns:a16="http://schemas.microsoft.com/office/drawing/2014/main" id="{32B7BC2A-9784-4487-0ABA-5451BC0797E4}"/>
              </a:ext>
            </a:extLst>
          </p:cNvPr>
          <p:cNvSpPr>
            <a:spLocks noGrp="1"/>
          </p:cNvSpPr>
          <p:nvPr>
            <p:ph type="body" sz="quarter" idx="13" hasCustomPrompt="1"/>
          </p:nvPr>
        </p:nvSpPr>
        <p:spPr>
          <a:xfrm>
            <a:off x="550862" y="266219"/>
            <a:ext cx="8953029"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16" name="Text Placeholder 10">
            <a:extLst>
              <a:ext uri="{FF2B5EF4-FFF2-40B4-BE49-F238E27FC236}">
                <a16:creationId xmlns:a16="http://schemas.microsoft.com/office/drawing/2014/main" id="{5A4921A4-14DE-EAC1-42A7-044F67135397}"/>
              </a:ext>
            </a:extLst>
          </p:cNvPr>
          <p:cNvSpPr>
            <a:spLocks noGrp="1"/>
          </p:cNvSpPr>
          <p:nvPr>
            <p:ph type="body" sz="quarter" idx="32"/>
          </p:nvPr>
        </p:nvSpPr>
        <p:spPr>
          <a:xfrm>
            <a:off x="10056439" y="1635328"/>
            <a:ext cx="1584699"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2454694872"/>
      </p:ext>
    </p:extLst>
  </p:cSld>
  <p:clrMapOvr>
    <a:masterClrMapping/>
  </p:clrMapOvr>
  <p:hf sldNum="0" hdr="0" ftr="0" dt="0"/>
</p:sldLayout>
</file>

<file path=ppt/slideLayouts/slideLayout168.xml><?xml version="1.0" encoding="utf-8"?>
<p:sldLayout xmlns:a="http://schemas.openxmlformats.org/drawingml/2006/main" xmlns:r="http://schemas.openxmlformats.org/officeDocument/2006/relationships" xmlns:p="http://schemas.openxmlformats.org/presentationml/2006/main" preserve="1">
  <p:cSld name="Content 7">
    <p:spTree>
      <p:nvGrpSpPr>
        <p:cNvPr id="1" name=""/>
        <p:cNvGrpSpPr/>
        <p:nvPr/>
      </p:nvGrpSpPr>
      <p:grpSpPr>
        <a:xfrm>
          <a:off x="0" y="0"/>
          <a:ext cx="0" cy="0"/>
          <a:chOff x="0" y="0"/>
          <a:chExt cx="0" cy="0"/>
        </a:xfrm>
      </p:grpSpPr>
      <p:sp>
        <p:nvSpPr>
          <p:cNvPr id="7" name="Content Placeholder 17">
            <a:extLst>
              <a:ext uri="{FF2B5EF4-FFF2-40B4-BE49-F238E27FC236}">
                <a16:creationId xmlns:a16="http://schemas.microsoft.com/office/drawing/2014/main" id="{9419F9B9-A3F9-F338-CA95-2522ADFD9276}"/>
              </a:ext>
            </a:extLst>
          </p:cNvPr>
          <p:cNvSpPr>
            <a:spLocks noGrp="1"/>
          </p:cNvSpPr>
          <p:nvPr>
            <p:ph sz="quarter" idx="23"/>
          </p:nvPr>
        </p:nvSpPr>
        <p:spPr>
          <a:xfrm>
            <a:off x="6646863" y="1772816"/>
            <a:ext cx="4993753" cy="4535909"/>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3" name="Date Placeholder 2">
            <a:extLst>
              <a:ext uri="{FF2B5EF4-FFF2-40B4-BE49-F238E27FC236}">
                <a16:creationId xmlns:a16="http://schemas.microsoft.com/office/drawing/2014/main" id="{885B9FD2-6048-2D15-B439-6975CB885DBE}"/>
              </a:ext>
            </a:extLst>
          </p:cNvPr>
          <p:cNvSpPr>
            <a:spLocks noGrp="1"/>
          </p:cNvSpPr>
          <p:nvPr>
            <p:ph type="dt" sz="half" idx="24"/>
          </p:nvPr>
        </p:nvSpPr>
        <p:spPr>
          <a:xfrm>
            <a:off x="9809927" y="6650661"/>
            <a:ext cx="1831210" cy="123111"/>
          </a:xfrm>
          <a:prstGeom prst="rect">
            <a:avLst/>
          </a:prstGeom>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4" name="Footer Placeholder 3">
            <a:extLst>
              <a:ext uri="{FF2B5EF4-FFF2-40B4-BE49-F238E27FC236}">
                <a16:creationId xmlns:a16="http://schemas.microsoft.com/office/drawing/2014/main" id="{043C87BC-20D2-3A31-20C8-5F67B34C6548}"/>
              </a:ext>
            </a:extLst>
          </p:cNvPr>
          <p:cNvSpPr>
            <a:spLocks noGrp="1"/>
          </p:cNvSpPr>
          <p:nvPr>
            <p:ph type="ftr" sz="quarter" idx="25"/>
          </p:nvPr>
        </p:nvSpPr>
        <p:spPr>
          <a:xfrm>
            <a:off x="550863" y="6650661"/>
            <a:ext cx="4716524" cy="123111"/>
          </a:xfrm>
          <a:prstGeom prst="rect">
            <a:avLst/>
          </a:prstGeom>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0288BCF5-D034-A931-945B-6AA231F982A9}"/>
              </a:ext>
            </a:extLst>
          </p:cNvPr>
          <p:cNvSpPr>
            <a:spLocks noGrp="1"/>
          </p:cNvSpPr>
          <p:nvPr>
            <p:ph type="sldNum" sz="quarter" idx="26"/>
          </p:nvPr>
        </p:nvSpPr>
        <p:spPr>
          <a:xfrm>
            <a:off x="11778341" y="6650661"/>
            <a:ext cx="232665" cy="123111"/>
          </a:xfrm>
          <a:prstGeom prst="rect">
            <a:avLst/>
          </a:prstGeom>
        </p:spPr>
        <p:txBody>
          <a:bodyPr/>
          <a:lstStyle/>
          <a:p>
            <a:pPr algn="r"/>
            <a:fld id="{5D9A5160-6218-4E5A-B9E6-B93E3DAE377C}" type="slidenum">
              <a:rPr lang="en-US" smtClean="0"/>
              <a:pPr algn="r"/>
              <a:t>‹#›</a:t>
            </a:fld>
            <a:endParaRPr lang="en-US"/>
          </a:p>
        </p:txBody>
      </p:sp>
      <p:sp>
        <p:nvSpPr>
          <p:cNvPr id="8" name="Title 7">
            <a:extLst>
              <a:ext uri="{FF2B5EF4-FFF2-40B4-BE49-F238E27FC236}">
                <a16:creationId xmlns:a16="http://schemas.microsoft.com/office/drawing/2014/main" id="{0AB69793-A772-75BC-7546-86D4C99DA295}"/>
              </a:ext>
            </a:extLst>
          </p:cNvPr>
          <p:cNvSpPr>
            <a:spLocks noGrp="1"/>
          </p:cNvSpPr>
          <p:nvPr>
            <p:ph type="title"/>
          </p:nvPr>
        </p:nvSpPr>
        <p:spPr/>
        <p:txBody>
          <a:bodyPr/>
          <a:lstStyle/>
          <a:p>
            <a:r>
              <a:rPr lang="en-US"/>
              <a:t>Click to edit Master title style</a:t>
            </a:r>
          </a:p>
        </p:txBody>
      </p:sp>
      <p:sp>
        <p:nvSpPr>
          <p:cNvPr id="5" name="Text Placeholder 9">
            <a:extLst>
              <a:ext uri="{FF2B5EF4-FFF2-40B4-BE49-F238E27FC236}">
                <a16:creationId xmlns:a16="http://schemas.microsoft.com/office/drawing/2014/main" id="{3CDC2611-10F8-E402-48FE-760013A0A338}"/>
              </a:ext>
            </a:extLst>
          </p:cNvPr>
          <p:cNvSpPr>
            <a:spLocks noGrp="1"/>
          </p:cNvSpPr>
          <p:nvPr>
            <p:ph type="body" sz="quarter" idx="22" hasCustomPrompt="1"/>
          </p:nvPr>
        </p:nvSpPr>
        <p:spPr>
          <a:xfrm>
            <a:off x="550200" y="1634286"/>
            <a:ext cx="5545800"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Tree>
    <p:extLst>
      <p:ext uri="{BB962C8B-B14F-4D97-AF65-F5344CB8AC3E}">
        <p14:creationId xmlns:p14="http://schemas.microsoft.com/office/powerpoint/2010/main" val="2425781521"/>
      </p:ext>
    </p:extLst>
  </p:cSld>
  <p:clrMapOvr>
    <a:masterClrMapping/>
  </p:clrMapOvr>
  <p:hf sldNum="0" hdr="0" ftr="0" dt="0"/>
</p:sldLayout>
</file>

<file path=ppt/slideLayouts/slideLayout169.xml><?xml version="1.0" encoding="utf-8"?>
<p:sldLayout xmlns:a="http://schemas.openxmlformats.org/drawingml/2006/main" xmlns:r="http://schemas.openxmlformats.org/officeDocument/2006/relationships" xmlns:p="http://schemas.openxmlformats.org/presentationml/2006/main" preserve="1">
  <p:cSld name="Content 7 Chapterbox">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885B9FD2-6048-2D15-B439-6975CB885DBE}"/>
              </a:ext>
            </a:extLst>
          </p:cNvPr>
          <p:cNvSpPr>
            <a:spLocks noGrp="1"/>
          </p:cNvSpPr>
          <p:nvPr>
            <p:ph type="dt" sz="half" idx="24"/>
          </p:nvPr>
        </p:nvSpPr>
        <p:spPr>
          <a:xfrm>
            <a:off x="9809927" y="6650661"/>
            <a:ext cx="1831210" cy="123111"/>
          </a:xfrm>
          <a:prstGeom prst="rect">
            <a:avLst/>
          </a:prstGeom>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4" name="Footer Placeholder 3">
            <a:extLst>
              <a:ext uri="{FF2B5EF4-FFF2-40B4-BE49-F238E27FC236}">
                <a16:creationId xmlns:a16="http://schemas.microsoft.com/office/drawing/2014/main" id="{043C87BC-20D2-3A31-20C8-5F67B34C6548}"/>
              </a:ext>
            </a:extLst>
          </p:cNvPr>
          <p:cNvSpPr>
            <a:spLocks noGrp="1"/>
          </p:cNvSpPr>
          <p:nvPr>
            <p:ph type="ftr" sz="quarter" idx="25"/>
          </p:nvPr>
        </p:nvSpPr>
        <p:spPr>
          <a:xfrm>
            <a:off x="550863" y="6650661"/>
            <a:ext cx="4716524" cy="123111"/>
          </a:xfrm>
          <a:prstGeom prst="rect">
            <a:avLst/>
          </a:prstGeom>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0288BCF5-D034-A931-945B-6AA231F982A9}"/>
              </a:ext>
            </a:extLst>
          </p:cNvPr>
          <p:cNvSpPr>
            <a:spLocks noGrp="1"/>
          </p:cNvSpPr>
          <p:nvPr>
            <p:ph type="sldNum" sz="quarter" idx="26"/>
          </p:nvPr>
        </p:nvSpPr>
        <p:spPr>
          <a:xfrm>
            <a:off x="11778341" y="6650661"/>
            <a:ext cx="232665" cy="123111"/>
          </a:xfrm>
          <a:prstGeom prst="rect">
            <a:avLst/>
          </a:prstGeom>
        </p:spPr>
        <p:txBody>
          <a:bodyPr/>
          <a:lstStyle/>
          <a:p>
            <a:pPr algn="r"/>
            <a:fld id="{5D9A5160-6218-4E5A-B9E6-B93E3DAE377C}" type="slidenum">
              <a:rPr lang="en-US" smtClean="0"/>
              <a:pPr algn="r"/>
              <a:t>‹#›</a:t>
            </a:fld>
            <a:endParaRPr lang="en-US"/>
          </a:p>
        </p:txBody>
      </p:sp>
      <p:sp>
        <p:nvSpPr>
          <p:cNvPr id="5" name="Content Placeholder 17">
            <a:extLst>
              <a:ext uri="{FF2B5EF4-FFF2-40B4-BE49-F238E27FC236}">
                <a16:creationId xmlns:a16="http://schemas.microsoft.com/office/drawing/2014/main" id="{2A1A29B9-2771-6C2E-7B5A-537C6A3853DB}"/>
              </a:ext>
            </a:extLst>
          </p:cNvPr>
          <p:cNvSpPr>
            <a:spLocks noGrp="1"/>
          </p:cNvSpPr>
          <p:nvPr>
            <p:ph sz="quarter" idx="23"/>
          </p:nvPr>
        </p:nvSpPr>
        <p:spPr>
          <a:xfrm>
            <a:off x="6646863" y="1772816"/>
            <a:ext cx="4993753" cy="4535909"/>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0" name="Title 7">
            <a:extLst>
              <a:ext uri="{FF2B5EF4-FFF2-40B4-BE49-F238E27FC236}">
                <a16:creationId xmlns:a16="http://schemas.microsoft.com/office/drawing/2014/main" id="{52EA2223-D8E1-77DA-D101-DFCD3DC98210}"/>
              </a:ext>
            </a:extLst>
          </p:cNvPr>
          <p:cNvSpPr>
            <a:spLocks noGrp="1"/>
          </p:cNvSpPr>
          <p:nvPr>
            <p:ph type="title"/>
          </p:nvPr>
        </p:nvSpPr>
        <p:spPr>
          <a:xfrm>
            <a:off x="551384" y="549274"/>
            <a:ext cx="11090938" cy="930372"/>
          </a:xfrm>
        </p:spPr>
        <p:txBody>
          <a:bodyPr/>
          <a:lstStyle/>
          <a:p>
            <a:r>
              <a:rPr lang="en-US"/>
              <a:t>Click to edit Master title style</a:t>
            </a:r>
          </a:p>
        </p:txBody>
      </p:sp>
      <p:sp>
        <p:nvSpPr>
          <p:cNvPr id="11" name="Text Placeholder 9">
            <a:extLst>
              <a:ext uri="{FF2B5EF4-FFF2-40B4-BE49-F238E27FC236}">
                <a16:creationId xmlns:a16="http://schemas.microsoft.com/office/drawing/2014/main" id="{BC80BDE3-7543-F16D-453F-B5134E4E1B35}"/>
              </a:ext>
            </a:extLst>
          </p:cNvPr>
          <p:cNvSpPr>
            <a:spLocks noGrp="1"/>
          </p:cNvSpPr>
          <p:nvPr>
            <p:ph type="body" sz="quarter" idx="22" hasCustomPrompt="1"/>
          </p:nvPr>
        </p:nvSpPr>
        <p:spPr>
          <a:xfrm>
            <a:off x="550200" y="1634286"/>
            <a:ext cx="5545800"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2" name="Chapter Placeholder 2">
            <a:extLst>
              <a:ext uri="{FF2B5EF4-FFF2-40B4-BE49-F238E27FC236}">
                <a16:creationId xmlns:a16="http://schemas.microsoft.com/office/drawing/2014/main" id="{0AA21B56-8077-BFD8-789F-17BFDAAE3DB4}"/>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4194026911"/>
      </p:ext>
    </p:extLst>
  </p:cSld>
  <p:clrMapOvr>
    <a:masterClrMapping/>
  </p:clrMapOvr>
  <p:hf sldNum="0" hdr="0" ftr="0" dt="0"/>
</p:sldLayout>
</file>

<file path=ppt/slideLayouts/slideLayout170.xml><?xml version="1.0" encoding="utf-8"?>
<p:sldLayout xmlns:a="http://schemas.openxmlformats.org/drawingml/2006/main" xmlns:r="http://schemas.openxmlformats.org/officeDocument/2006/relationships" xmlns:p="http://schemas.openxmlformats.org/presentationml/2006/main" preserve="1">
  <p:cSld name="Content 3 Boxes">
    <p:spTree>
      <p:nvGrpSpPr>
        <p:cNvPr id="1" name=""/>
        <p:cNvGrpSpPr/>
        <p:nvPr/>
      </p:nvGrpSpPr>
      <p:grpSpPr>
        <a:xfrm>
          <a:off x="0" y="0"/>
          <a:ext cx="0" cy="0"/>
          <a:chOff x="0" y="0"/>
          <a:chExt cx="0" cy="0"/>
        </a:xfrm>
      </p:grpSpPr>
      <p:sp>
        <p:nvSpPr>
          <p:cNvPr id="16" name="Text Placeholder 9">
            <a:extLst>
              <a:ext uri="{FF2B5EF4-FFF2-40B4-BE49-F238E27FC236}">
                <a16:creationId xmlns:a16="http://schemas.microsoft.com/office/drawing/2014/main" id="{4075E3DD-DFAB-FD26-4572-504E4FADE53C}"/>
              </a:ext>
            </a:extLst>
          </p:cNvPr>
          <p:cNvSpPr>
            <a:spLocks noGrp="1"/>
          </p:cNvSpPr>
          <p:nvPr>
            <p:ph type="body" sz="quarter" idx="22"/>
          </p:nvPr>
        </p:nvSpPr>
        <p:spPr>
          <a:xfrm>
            <a:off x="550863" y="1628800"/>
            <a:ext cx="3546000" cy="615553"/>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17" name="Text Placeholder 9">
            <a:extLst>
              <a:ext uri="{FF2B5EF4-FFF2-40B4-BE49-F238E27FC236}">
                <a16:creationId xmlns:a16="http://schemas.microsoft.com/office/drawing/2014/main" id="{8E9CAB7D-9C7B-E2E2-9B30-A81C31152C20}"/>
              </a:ext>
            </a:extLst>
          </p:cNvPr>
          <p:cNvSpPr>
            <a:spLocks noGrp="1"/>
          </p:cNvSpPr>
          <p:nvPr>
            <p:ph type="body" sz="quarter" idx="35"/>
          </p:nvPr>
        </p:nvSpPr>
        <p:spPr>
          <a:xfrm>
            <a:off x="4324134" y="1628800"/>
            <a:ext cx="3546000" cy="615553"/>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23" name="Text Placeholder 9">
            <a:extLst>
              <a:ext uri="{FF2B5EF4-FFF2-40B4-BE49-F238E27FC236}">
                <a16:creationId xmlns:a16="http://schemas.microsoft.com/office/drawing/2014/main" id="{D6B28239-8A4A-2BC4-1B13-1201AC1B835B}"/>
              </a:ext>
            </a:extLst>
          </p:cNvPr>
          <p:cNvSpPr>
            <a:spLocks noGrp="1"/>
          </p:cNvSpPr>
          <p:nvPr>
            <p:ph type="body" sz="quarter" idx="36"/>
          </p:nvPr>
        </p:nvSpPr>
        <p:spPr>
          <a:xfrm>
            <a:off x="8097719" y="1628800"/>
            <a:ext cx="3509377" cy="615553"/>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24" name="Content Placeholder 2">
            <a:extLst>
              <a:ext uri="{FF2B5EF4-FFF2-40B4-BE49-F238E27FC236}">
                <a16:creationId xmlns:a16="http://schemas.microsoft.com/office/drawing/2014/main" id="{0228FE89-58D3-520A-49C5-58E95AF8757A}"/>
              </a:ext>
            </a:extLst>
          </p:cNvPr>
          <p:cNvSpPr>
            <a:spLocks noGrp="1"/>
          </p:cNvSpPr>
          <p:nvPr>
            <p:ph sz="quarter" idx="37"/>
          </p:nvPr>
        </p:nvSpPr>
        <p:spPr>
          <a:xfrm>
            <a:off x="550864" y="2471738"/>
            <a:ext cx="3544934" cy="38623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25" name="Content Placeholder 2">
            <a:extLst>
              <a:ext uri="{FF2B5EF4-FFF2-40B4-BE49-F238E27FC236}">
                <a16:creationId xmlns:a16="http://schemas.microsoft.com/office/drawing/2014/main" id="{CBF39E6D-DB1F-781A-6BDD-7C107DD91974}"/>
              </a:ext>
            </a:extLst>
          </p:cNvPr>
          <p:cNvSpPr>
            <a:spLocks noGrp="1"/>
          </p:cNvSpPr>
          <p:nvPr>
            <p:ph sz="quarter" idx="43"/>
          </p:nvPr>
        </p:nvSpPr>
        <p:spPr>
          <a:xfrm>
            <a:off x="4322749" y="2471738"/>
            <a:ext cx="3544934" cy="38623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26" name="Content Placeholder 2">
            <a:extLst>
              <a:ext uri="{FF2B5EF4-FFF2-40B4-BE49-F238E27FC236}">
                <a16:creationId xmlns:a16="http://schemas.microsoft.com/office/drawing/2014/main" id="{1CB95990-A777-8921-215A-C8A73F186031}"/>
              </a:ext>
            </a:extLst>
          </p:cNvPr>
          <p:cNvSpPr>
            <a:spLocks noGrp="1"/>
          </p:cNvSpPr>
          <p:nvPr>
            <p:ph sz="quarter" idx="44"/>
          </p:nvPr>
        </p:nvSpPr>
        <p:spPr>
          <a:xfrm>
            <a:off x="8062162" y="2471738"/>
            <a:ext cx="3544934" cy="38623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5" name="Title 4">
            <a:extLst>
              <a:ext uri="{FF2B5EF4-FFF2-40B4-BE49-F238E27FC236}">
                <a16:creationId xmlns:a16="http://schemas.microsoft.com/office/drawing/2014/main" id="{7D17B910-3BBD-74AE-2117-34ABBECEE37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305822564"/>
      </p:ext>
    </p:extLst>
  </p:cSld>
  <p:clrMapOvr>
    <a:masterClrMapping/>
  </p:clrMapOvr>
  <p:hf sldNum="0" hdr="0" ftr="0" dt="0"/>
</p:sldLayout>
</file>

<file path=ppt/slideLayouts/slideLayout171.xml><?xml version="1.0" encoding="utf-8"?>
<p:sldLayout xmlns:a="http://schemas.openxmlformats.org/drawingml/2006/main" xmlns:r="http://schemas.openxmlformats.org/officeDocument/2006/relationships" xmlns:p="http://schemas.openxmlformats.org/presentationml/2006/main" preserve="1">
  <p:cSld name="Content 3 Boxes Chapterbox">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C75832D-4FE3-EA04-12B9-E1273FD483F9}"/>
              </a:ext>
            </a:extLst>
          </p:cNvPr>
          <p:cNvSpPr>
            <a:spLocks noGrp="1"/>
          </p:cNvSpPr>
          <p:nvPr>
            <p:ph type="dt" sz="half" idx="45"/>
          </p:nvPr>
        </p:nvSpPr>
        <p:spPr>
          <a:xfrm>
            <a:off x="9809927" y="6650661"/>
            <a:ext cx="1831210" cy="123111"/>
          </a:xfrm>
          <a:prstGeom prst="rect">
            <a:avLst/>
          </a:prstGeom>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3" name="Footer Placeholder 2">
            <a:extLst>
              <a:ext uri="{FF2B5EF4-FFF2-40B4-BE49-F238E27FC236}">
                <a16:creationId xmlns:a16="http://schemas.microsoft.com/office/drawing/2014/main" id="{5B94528A-812C-C7DE-A787-ABF5508E4B6F}"/>
              </a:ext>
            </a:extLst>
          </p:cNvPr>
          <p:cNvSpPr>
            <a:spLocks noGrp="1"/>
          </p:cNvSpPr>
          <p:nvPr>
            <p:ph type="ftr" sz="quarter" idx="46"/>
          </p:nvPr>
        </p:nvSpPr>
        <p:spPr>
          <a:xfrm>
            <a:off x="550863" y="6650661"/>
            <a:ext cx="4716524" cy="123111"/>
          </a:xfrm>
          <a:prstGeom prst="rect">
            <a:avLst/>
          </a:prstGeom>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29042902-22AE-CB28-435A-B90F5D3E43B3}"/>
              </a:ext>
            </a:extLst>
          </p:cNvPr>
          <p:cNvSpPr>
            <a:spLocks noGrp="1"/>
          </p:cNvSpPr>
          <p:nvPr>
            <p:ph type="sldNum" sz="quarter" idx="47"/>
          </p:nvPr>
        </p:nvSpPr>
        <p:spPr>
          <a:xfrm>
            <a:off x="11778341" y="6650661"/>
            <a:ext cx="232665" cy="123111"/>
          </a:xfrm>
          <a:prstGeom prst="rect">
            <a:avLst/>
          </a:prstGeom>
        </p:spPr>
        <p:txBody>
          <a:bodyPr/>
          <a:lstStyle/>
          <a:p>
            <a:pPr algn="r"/>
            <a:fld id="{5D9A5160-6218-4E5A-B9E6-B93E3DAE377C}" type="slidenum">
              <a:rPr lang="en-US" smtClean="0"/>
              <a:pPr algn="r"/>
              <a:t>‹#›</a:t>
            </a:fld>
            <a:endParaRPr lang="en-US"/>
          </a:p>
        </p:txBody>
      </p:sp>
      <p:sp>
        <p:nvSpPr>
          <p:cNvPr id="5" name="Text Placeholder 9">
            <a:extLst>
              <a:ext uri="{FF2B5EF4-FFF2-40B4-BE49-F238E27FC236}">
                <a16:creationId xmlns:a16="http://schemas.microsoft.com/office/drawing/2014/main" id="{C00665E5-BDA3-E8BD-B7E9-82C2A9449AC5}"/>
              </a:ext>
            </a:extLst>
          </p:cNvPr>
          <p:cNvSpPr>
            <a:spLocks noGrp="1"/>
          </p:cNvSpPr>
          <p:nvPr>
            <p:ph type="body" sz="quarter" idx="22"/>
          </p:nvPr>
        </p:nvSpPr>
        <p:spPr>
          <a:xfrm>
            <a:off x="550863" y="1628800"/>
            <a:ext cx="3546000" cy="615553"/>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8" name="Text Placeholder 9">
            <a:extLst>
              <a:ext uri="{FF2B5EF4-FFF2-40B4-BE49-F238E27FC236}">
                <a16:creationId xmlns:a16="http://schemas.microsoft.com/office/drawing/2014/main" id="{5DCD0BDB-5B44-5F28-AE7C-A6DDA74FA4C6}"/>
              </a:ext>
            </a:extLst>
          </p:cNvPr>
          <p:cNvSpPr>
            <a:spLocks noGrp="1"/>
          </p:cNvSpPr>
          <p:nvPr>
            <p:ph type="body" sz="quarter" idx="35"/>
          </p:nvPr>
        </p:nvSpPr>
        <p:spPr>
          <a:xfrm>
            <a:off x="4324134" y="1628800"/>
            <a:ext cx="3546000" cy="615553"/>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9" name="Text Placeholder 9">
            <a:extLst>
              <a:ext uri="{FF2B5EF4-FFF2-40B4-BE49-F238E27FC236}">
                <a16:creationId xmlns:a16="http://schemas.microsoft.com/office/drawing/2014/main" id="{E5A9C862-F068-5FA8-B790-33B9E92B9717}"/>
              </a:ext>
            </a:extLst>
          </p:cNvPr>
          <p:cNvSpPr>
            <a:spLocks noGrp="1"/>
          </p:cNvSpPr>
          <p:nvPr>
            <p:ph type="body" sz="quarter" idx="36"/>
          </p:nvPr>
        </p:nvSpPr>
        <p:spPr>
          <a:xfrm>
            <a:off x="8097719" y="1628800"/>
            <a:ext cx="3509377" cy="615553"/>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10" name="Content Placeholder 2">
            <a:extLst>
              <a:ext uri="{FF2B5EF4-FFF2-40B4-BE49-F238E27FC236}">
                <a16:creationId xmlns:a16="http://schemas.microsoft.com/office/drawing/2014/main" id="{03D01268-B758-D427-140C-0987162EAFE5}"/>
              </a:ext>
            </a:extLst>
          </p:cNvPr>
          <p:cNvSpPr>
            <a:spLocks noGrp="1"/>
          </p:cNvSpPr>
          <p:nvPr>
            <p:ph sz="quarter" idx="37"/>
          </p:nvPr>
        </p:nvSpPr>
        <p:spPr>
          <a:xfrm>
            <a:off x="550864" y="2471738"/>
            <a:ext cx="3544934" cy="38623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1" name="Content Placeholder 2">
            <a:extLst>
              <a:ext uri="{FF2B5EF4-FFF2-40B4-BE49-F238E27FC236}">
                <a16:creationId xmlns:a16="http://schemas.microsoft.com/office/drawing/2014/main" id="{4EAE12CE-6A8B-E8C1-80C3-2C87D81A22C3}"/>
              </a:ext>
            </a:extLst>
          </p:cNvPr>
          <p:cNvSpPr>
            <a:spLocks noGrp="1"/>
          </p:cNvSpPr>
          <p:nvPr>
            <p:ph sz="quarter" idx="43"/>
          </p:nvPr>
        </p:nvSpPr>
        <p:spPr>
          <a:xfrm>
            <a:off x="4322749" y="2471738"/>
            <a:ext cx="3544934" cy="38623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2" name="Content Placeholder 2">
            <a:extLst>
              <a:ext uri="{FF2B5EF4-FFF2-40B4-BE49-F238E27FC236}">
                <a16:creationId xmlns:a16="http://schemas.microsoft.com/office/drawing/2014/main" id="{A1EE52F1-A13F-231A-A204-62146E8BB729}"/>
              </a:ext>
            </a:extLst>
          </p:cNvPr>
          <p:cNvSpPr>
            <a:spLocks noGrp="1"/>
          </p:cNvSpPr>
          <p:nvPr>
            <p:ph sz="quarter" idx="44"/>
          </p:nvPr>
        </p:nvSpPr>
        <p:spPr>
          <a:xfrm>
            <a:off x="8062162" y="2471738"/>
            <a:ext cx="3544934" cy="38623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3" name="Title 4">
            <a:extLst>
              <a:ext uri="{FF2B5EF4-FFF2-40B4-BE49-F238E27FC236}">
                <a16:creationId xmlns:a16="http://schemas.microsoft.com/office/drawing/2014/main" id="{A6EAC310-8D5D-2E10-9194-8635143AE73C}"/>
              </a:ext>
            </a:extLst>
          </p:cNvPr>
          <p:cNvSpPr>
            <a:spLocks noGrp="1"/>
          </p:cNvSpPr>
          <p:nvPr>
            <p:ph type="title"/>
          </p:nvPr>
        </p:nvSpPr>
        <p:spPr>
          <a:xfrm>
            <a:off x="551384" y="549274"/>
            <a:ext cx="11090938" cy="930372"/>
          </a:xfrm>
        </p:spPr>
        <p:txBody>
          <a:bodyPr/>
          <a:lstStyle/>
          <a:p>
            <a:r>
              <a:rPr lang="en-US"/>
              <a:t>Click to edit Master title style</a:t>
            </a:r>
          </a:p>
        </p:txBody>
      </p:sp>
      <p:sp>
        <p:nvSpPr>
          <p:cNvPr id="14" name="Chapter Placeholder 2">
            <a:extLst>
              <a:ext uri="{FF2B5EF4-FFF2-40B4-BE49-F238E27FC236}">
                <a16:creationId xmlns:a16="http://schemas.microsoft.com/office/drawing/2014/main" id="{0198E6F0-06BA-7AF7-87A6-64D7D7D3B402}"/>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4006914578"/>
      </p:ext>
    </p:extLst>
  </p:cSld>
  <p:clrMapOvr>
    <a:masterClrMapping/>
  </p:clrMapOvr>
  <p:hf sldNum="0" hdr="0" ftr="0" dt="0"/>
</p:sldLayout>
</file>

<file path=ppt/slideLayouts/slideLayout172.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5" name="Text Placeholder 9">
            <a:extLst>
              <a:ext uri="{FF2B5EF4-FFF2-40B4-BE49-F238E27FC236}">
                <a16:creationId xmlns:a16="http://schemas.microsoft.com/office/drawing/2014/main" id="{A0B15415-1D8C-B1CF-007F-AF25F5E8B5E0}"/>
              </a:ext>
            </a:extLst>
          </p:cNvPr>
          <p:cNvSpPr>
            <a:spLocks noGrp="1"/>
          </p:cNvSpPr>
          <p:nvPr>
            <p:ph type="body" sz="quarter" idx="22"/>
          </p:nvPr>
        </p:nvSpPr>
        <p:spPr>
          <a:xfrm>
            <a:off x="550864" y="1628800"/>
            <a:ext cx="5330138" cy="307777"/>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8" name="Content Placeholder 17">
            <a:extLst>
              <a:ext uri="{FF2B5EF4-FFF2-40B4-BE49-F238E27FC236}">
                <a16:creationId xmlns:a16="http://schemas.microsoft.com/office/drawing/2014/main" id="{88A06028-7957-3D06-79FE-33A3DA8C8299}"/>
              </a:ext>
            </a:extLst>
          </p:cNvPr>
          <p:cNvSpPr>
            <a:spLocks noGrp="1"/>
          </p:cNvSpPr>
          <p:nvPr>
            <p:ph sz="quarter" idx="23"/>
          </p:nvPr>
        </p:nvSpPr>
        <p:spPr>
          <a:xfrm>
            <a:off x="550862" y="2492896"/>
            <a:ext cx="5330138" cy="385075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0" name="Text Placeholder 9">
            <a:extLst>
              <a:ext uri="{FF2B5EF4-FFF2-40B4-BE49-F238E27FC236}">
                <a16:creationId xmlns:a16="http://schemas.microsoft.com/office/drawing/2014/main" id="{DCC3AC80-AAB0-BD9C-DCE4-4B771F2625EE}"/>
              </a:ext>
            </a:extLst>
          </p:cNvPr>
          <p:cNvSpPr>
            <a:spLocks noGrp="1"/>
          </p:cNvSpPr>
          <p:nvPr>
            <p:ph type="body" sz="quarter" idx="24"/>
          </p:nvPr>
        </p:nvSpPr>
        <p:spPr>
          <a:xfrm>
            <a:off x="6310478" y="1628800"/>
            <a:ext cx="5330138" cy="307777"/>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11" name="Content Placeholder 17">
            <a:extLst>
              <a:ext uri="{FF2B5EF4-FFF2-40B4-BE49-F238E27FC236}">
                <a16:creationId xmlns:a16="http://schemas.microsoft.com/office/drawing/2014/main" id="{163C3FEF-254F-65E1-67F0-E654CC319296}"/>
              </a:ext>
            </a:extLst>
          </p:cNvPr>
          <p:cNvSpPr>
            <a:spLocks noGrp="1"/>
          </p:cNvSpPr>
          <p:nvPr>
            <p:ph sz="quarter" idx="25"/>
          </p:nvPr>
        </p:nvSpPr>
        <p:spPr>
          <a:xfrm>
            <a:off x="6310476" y="2492896"/>
            <a:ext cx="5330138" cy="385075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2" name="Date Placeholder 1">
            <a:extLst>
              <a:ext uri="{FF2B5EF4-FFF2-40B4-BE49-F238E27FC236}">
                <a16:creationId xmlns:a16="http://schemas.microsoft.com/office/drawing/2014/main" id="{9E19822C-D354-F2FB-1C56-D296F7B12974}"/>
              </a:ext>
            </a:extLst>
          </p:cNvPr>
          <p:cNvSpPr>
            <a:spLocks noGrp="1"/>
          </p:cNvSpPr>
          <p:nvPr>
            <p:ph type="dt" sz="half" idx="26"/>
          </p:nvPr>
        </p:nvSpPr>
        <p:spPr>
          <a:xfrm>
            <a:off x="9809927" y="6650661"/>
            <a:ext cx="1831210" cy="123111"/>
          </a:xfrm>
          <a:prstGeom prst="rect">
            <a:avLst/>
          </a:prstGeom>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3" name="Footer Placeholder 2">
            <a:extLst>
              <a:ext uri="{FF2B5EF4-FFF2-40B4-BE49-F238E27FC236}">
                <a16:creationId xmlns:a16="http://schemas.microsoft.com/office/drawing/2014/main" id="{79AA8835-108D-EC01-28A9-036F9DC1ED24}"/>
              </a:ext>
            </a:extLst>
          </p:cNvPr>
          <p:cNvSpPr>
            <a:spLocks noGrp="1"/>
          </p:cNvSpPr>
          <p:nvPr>
            <p:ph type="ftr" sz="quarter" idx="27"/>
          </p:nvPr>
        </p:nvSpPr>
        <p:spPr>
          <a:xfrm>
            <a:off x="550863" y="6650661"/>
            <a:ext cx="4716524" cy="123111"/>
          </a:xfrm>
          <a:prstGeom prst="rect">
            <a:avLst/>
          </a:prstGeom>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97F09F6A-36AF-74AE-86F3-4627D658998C}"/>
              </a:ext>
            </a:extLst>
          </p:cNvPr>
          <p:cNvSpPr>
            <a:spLocks noGrp="1"/>
          </p:cNvSpPr>
          <p:nvPr>
            <p:ph type="sldNum" sz="quarter" idx="28"/>
          </p:nvPr>
        </p:nvSpPr>
        <p:spPr>
          <a:xfrm>
            <a:off x="11778341" y="6650661"/>
            <a:ext cx="232665" cy="123111"/>
          </a:xfrm>
          <a:prstGeom prst="rect">
            <a:avLst/>
          </a:prstGeom>
        </p:spPr>
        <p:txBody>
          <a:bodyPr/>
          <a:lstStyle/>
          <a:p>
            <a:pPr algn="r"/>
            <a:fld id="{5D9A5160-6218-4E5A-B9E6-B93E3DAE377C}" type="slidenum">
              <a:rPr lang="en-US" smtClean="0"/>
              <a:pPr algn="r"/>
              <a:t>‹#›</a:t>
            </a:fld>
            <a:endParaRPr lang="en-US"/>
          </a:p>
        </p:txBody>
      </p:sp>
      <p:sp>
        <p:nvSpPr>
          <p:cNvPr id="6" name="Title 5">
            <a:extLst>
              <a:ext uri="{FF2B5EF4-FFF2-40B4-BE49-F238E27FC236}">
                <a16:creationId xmlns:a16="http://schemas.microsoft.com/office/drawing/2014/main" id="{29DB7F80-D4E2-48A2-55A8-57B6588B83AC}"/>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249081256"/>
      </p:ext>
    </p:extLst>
  </p:cSld>
  <p:clrMapOvr>
    <a:masterClrMapping/>
  </p:clrMapOvr>
  <p:hf sldNum="0" hdr="0" ftr="0" dt="0"/>
</p:sldLayout>
</file>

<file path=ppt/slideLayouts/slideLayout173.xml><?xml version="1.0" encoding="utf-8"?>
<p:sldLayout xmlns:a="http://schemas.openxmlformats.org/drawingml/2006/main" xmlns:r="http://schemas.openxmlformats.org/officeDocument/2006/relationships" xmlns:p="http://schemas.openxmlformats.org/presentationml/2006/main" preserve="1">
  <p:cSld name="Comparison Chapterbox">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E19822C-D354-F2FB-1C56-D296F7B12974}"/>
              </a:ext>
            </a:extLst>
          </p:cNvPr>
          <p:cNvSpPr>
            <a:spLocks noGrp="1"/>
          </p:cNvSpPr>
          <p:nvPr>
            <p:ph type="dt" sz="half" idx="26"/>
          </p:nvPr>
        </p:nvSpPr>
        <p:spPr>
          <a:xfrm>
            <a:off x="9809927" y="6650661"/>
            <a:ext cx="1831210" cy="123111"/>
          </a:xfrm>
          <a:prstGeom prst="rect">
            <a:avLst/>
          </a:prstGeom>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3" name="Footer Placeholder 2">
            <a:extLst>
              <a:ext uri="{FF2B5EF4-FFF2-40B4-BE49-F238E27FC236}">
                <a16:creationId xmlns:a16="http://schemas.microsoft.com/office/drawing/2014/main" id="{79AA8835-108D-EC01-28A9-036F9DC1ED24}"/>
              </a:ext>
            </a:extLst>
          </p:cNvPr>
          <p:cNvSpPr>
            <a:spLocks noGrp="1"/>
          </p:cNvSpPr>
          <p:nvPr>
            <p:ph type="ftr" sz="quarter" idx="27"/>
          </p:nvPr>
        </p:nvSpPr>
        <p:spPr>
          <a:xfrm>
            <a:off x="550863" y="6650661"/>
            <a:ext cx="4716524" cy="123111"/>
          </a:xfrm>
          <a:prstGeom prst="rect">
            <a:avLst/>
          </a:prstGeom>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97F09F6A-36AF-74AE-86F3-4627D658998C}"/>
              </a:ext>
            </a:extLst>
          </p:cNvPr>
          <p:cNvSpPr>
            <a:spLocks noGrp="1"/>
          </p:cNvSpPr>
          <p:nvPr>
            <p:ph type="sldNum" sz="quarter" idx="28"/>
          </p:nvPr>
        </p:nvSpPr>
        <p:spPr>
          <a:xfrm>
            <a:off x="11778341" y="6650661"/>
            <a:ext cx="232665" cy="123111"/>
          </a:xfrm>
          <a:prstGeom prst="rect">
            <a:avLst/>
          </a:prstGeom>
        </p:spPr>
        <p:txBody>
          <a:bodyPr/>
          <a:lstStyle/>
          <a:p>
            <a:pPr algn="r"/>
            <a:fld id="{5D9A5160-6218-4E5A-B9E6-B93E3DAE377C}" type="slidenum">
              <a:rPr lang="en-US" smtClean="0"/>
              <a:pPr algn="r"/>
              <a:t>‹#›</a:t>
            </a:fld>
            <a:endParaRPr lang="en-US"/>
          </a:p>
        </p:txBody>
      </p:sp>
      <p:sp>
        <p:nvSpPr>
          <p:cNvPr id="7" name="Text Placeholder 9">
            <a:extLst>
              <a:ext uri="{FF2B5EF4-FFF2-40B4-BE49-F238E27FC236}">
                <a16:creationId xmlns:a16="http://schemas.microsoft.com/office/drawing/2014/main" id="{A9858FC9-E31E-22A5-20E6-DF65368E51BD}"/>
              </a:ext>
            </a:extLst>
          </p:cNvPr>
          <p:cNvSpPr>
            <a:spLocks noGrp="1"/>
          </p:cNvSpPr>
          <p:nvPr>
            <p:ph type="body" sz="quarter" idx="22"/>
          </p:nvPr>
        </p:nvSpPr>
        <p:spPr>
          <a:xfrm>
            <a:off x="550864" y="1628800"/>
            <a:ext cx="5330138" cy="307777"/>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12" name="Content Placeholder 17">
            <a:extLst>
              <a:ext uri="{FF2B5EF4-FFF2-40B4-BE49-F238E27FC236}">
                <a16:creationId xmlns:a16="http://schemas.microsoft.com/office/drawing/2014/main" id="{CCA19B0D-8B57-D85C-1011-1CAC62D2F0F3}"/>
              </a:ext>
            </a:extLst>
          </p:cNvPr>
          <p:cNvSpPr>
            <a:spLocks noGrp="1"/>
          </p:cNvSpPr>
          <p:nvPr>
            <p:ph sz="quarter" idx="23"/>
          </p:nvPr>
        </p:nvSpPr>
        <p:spPr>
          <a:xfrm>
            <a:off x="550862" y="2492896"/>
            <a:ext cx="5330138" cy="385075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3" name="Text Placeholder 9">
            <a:extLst>
              <a:ext uri="{FF2B5EF4-FFF2-40B4-BE49-F238E27FC236}">
                <a16:creationId xmlns:a16="http://schemas.microsoft.com/office/drawing/2014/main" id="{CF6F8FCA-8DFE-AD50-412B-AE814DC29656}"/>
              </a:ext>
            </a:extLst>
          </p:cNvPr>
          <p:cNvSpPr>
            <a:spLocks noGrp="1"/>
          </p:cNvSpPr>
          <p:nvPr>
            <p:ph type="body" sz="quarter" idx="24"/>
          </p:nvPr>
        </p:nvSpPr>
        <p:spPr>
          <a:xfrm>
            <a:off x="6310478" y="1628800"/>
            <a:ext cx="5330138" cy="307777"/>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14" name="Content Placeholder 17">
            <a:extLst>
              <a:ext uri="{FF2B5EF4-FFF2-40B4-BE49-F238E27FC236}">
                <a16:creationId xmlns:a16="http://schemas.microsoft.com/office/drawing/2014/main" id="{343A3AFA-D7DE-39DF-996B-43D9E51B8BE2}"/>
              </a:ext>
            </a:extLst>
          </p:cNvPr>
          <p:cNvSpPr>
            <a:spLocks noGrp="1"/>
          </p:cNvSpPr>
          <p:nvPr>
            <p:ph sz="quarter" idx="25"/>
          </p:nvPr>
        </p:nvSpPr>
        <p:spPr>
          <a:xfrm>
            <a:off x="6310476" y="2492896"/>
            <a:ext cx="5330138" cy="385075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5" name="Title 5">
            <a:extLst>
              <a:ext uri="{FF2B5EF4-FFF2-40B4-BE49-F238E27FC236}">
                <a16:creationId xmlns:a16="http://schemas.microsoft.com/office/drawing/2014/main" id="{D9482294-3454-D856-0C2D-E66155DFBC45}"/>
              </a:ext>
            </a:extLst>
          </p:cNvPr>
          <p:cNvSpPr>
            <a:spLocks noGrp="1"/>
          </p:cNvSpPr>
          <p:nvPr>
            <p:ph type="title"/>
          </p:nvPr>
        </p:nvSpPr>
        <p:spPr>
          <a:xfrm>
            <a:off x="551384" y="549274"/>
            <a:ext cx="11090938" cy="930372"/>
          </a:xfrm>
        </p:spPr>
        <p:txBody>
          <a:bodyPr/>
          <a:lstStyle/>
          <a:p>
            <a:r>
              <a:rPr lang="en-US"/>
              <a:t>Click to edit Master title style</a:t>
            </a:r>
          </a:p>
        </p:txBody>
      </p:sp>
      <p:sp>
        <p:nvSpPr>
          <p:cNvPr id="16" name="Chapter Placeholder 2">
            <a:extLst>
              <a:ext uri="{FF2B5EF4-FFF2-40B4-BE49-F238E27FC236}">
                <a16:creationId xmlns:a16="http://schemas.microsoft.com/office/drawing/2014/main" id="{517FBB4B-5A68-7765-35D5-7BEE297C6AAB}"/>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1653779518"/>
      </p:ext>
    </p:extLst>
  </p:cSld>
  <p:clrMapOvr>
    <a:masterClrMapping/>
  </p:clrMapOvr>
  <p:hf sldNum="0" hdr="0" ftr="0" dt="0"/>
</p:sldLayout>
</file>

<file path=ppt/slideLayouts/slideLayout174.xml><?xml version="1.0" encoding="utf-8"?>
<p:sldLayout xmlns:a="http://schemas.openxmlformats.org/drawingml/2006/main" xmlns:r="http://schemas.openxmlformats.org/officeDocument/2006/relationships" xmlns:p="http://schemas.openxmlformats.org/presentationml/2006/main" preserve="1">
  <p:cSld name="Content Photo 1">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6C4F5EE7-6CA6-23D5-2788-911B0B2A43B3}"/>
              </a:ext>
            </a:extLst>
          </p:cNvPr>
          <p:cNvSpPr>
            <a:spLocks noGrp="1"/>
          </p:cNvSpPr>
          <p:nvPr>
            <p:ph type="pic" sz="quarter" idx="10" hasCustomPrompt="1"/>
          </p:nvPr>
        </p:nvSpPr>
        <p:spPr>
          <a:xfrm>
            <a:off x="7943743" y="1"/>
            <a:ext cx="4248257"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0" name="Date Placeholder 9">
            <a:extLst>
              <a:ext uri="{FF2B5EF4-FFF2-40B4-BE49-F238E27FC236}">
                <a16:creationId xmlns:a16="http://schemas.microsoft.com/office/drawing/2014/main" id="{46783FFD-9F48-C402-1C8B-428607819FB0}"/>
              </a:ext>
            </a:extLst>
          </p:cNvPr>
          <p:cNvSpPr>
            <a:spLocks noGrp="1"/>
          </p:cNvSpPr>
          <p:nvPr>
            <p:ph type="dt" sz="half" idx="24"/>
          </p:nvPr>
        </p:nvSpPr>
        <p:spPr>
          <a:xfrm>
            <a:off x="9809927" y="6650661"/>
            <a:ext cx="1831210" cy="123111"/>
          </a:xfrm>
          <a:prstGeom prst="rect">
            <a:avLst/>
          </a:prstGeom>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11" name="Footer Placeholder 10">
            <a:extLst>
              <a:ext uri="{FF2B5EF4-FFF2-40B4-BE49-F238E27FC236}">
                <a16:creationId xmlns:a16="http://schemas.microsoft.com/office/drawing/2014/main" id="{86AD5ECD-D6D3-FD2C-E095-2E1A79FDA02A}"/>
              </a:ext>
            </a:extLst>
          </p:cNvPr>
          <p:cNvSpPr>
            <a:spLocks noGrp="1"/>
          </p:cNvSpPr>
          <p:nvPr>
            <p:ph type="ftr" sz="quarter" idx="25"/>
          </p:nvPr>
        </p:nvSpPr>
        <p:spPr>
          <a:xfrm>
            <a:off x="550863" y="6650661"/>
            <a:ext cx="4716524" cy="123111"/>
          </a:xfrm>
          <a:prstGeom prst="rect">
            <a:avLst/>
          </a:prstGeom>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C3781C8A-9DD0-4577-58C6-4DB8551B5B02}"/>
              </a:ext>
            </a:extLst>
          </p:cNvPr>
          <p:cNvSpPr>
            <a:spLocks noGrp="1"/>
          </p:cNvSpPr>
          <p:nvPr>
            <p:ph type="sldNum" sz="quarter" idx="26"/>
          </p:nvPr>
        </p:nvSpPr>
        <p:spPr>
          <a:xfrm>
            <a:off x="11778341" y="6650661"/>
            <a:ext cx="232665" cy="123111"/>
          </a:xfrm>
          <a:prstGeom prst="rect">
            <a:avLst/>
          </a:prstGeom>
        </p:spPr>
        <p:txBody>
          <a:bodyPr/>
          <a:lstStyle/>
          <a:p>
            <a:pPr algn="r"/>
            <a:fld id="{5D9A5160-6218-4E5A-B9E6-B93E3DAE377C}" type="slidenum">
              <a:rPr lang="en-US" smtClean="0"/>
              <a:pPr algn="r"/>
              <a:t>‹#›</a:t>
            </a:fld>
            <a:endParaRPr lang="en-US"/>
          </a:p>
        </p:txBody>
      </p:sp>
      <p:sp>
        <p:nvSpPr>
          <p:cNvPr id="7" name="Logo Placeholder 7">
            <a:extLst>
              <a:ext uri="{FF2B5EF4-FFF2-40B4-BE49-F238E27FC236}">
                <a16:creationId xmlns:a16="http://schemas.microsoft.com/office/drawing/2014/main" id="{AE6646BC-32F6-9AC6-5DA3-6CA08C229501}"/>
              </a:ext>
            </a:extLst>
          </p:cNvPr>
          <p:cNvSpPr>
            <a:spLocks noGrp="1"/>
          </p:cNvSpPr>
          <p:nvPr>
            <p:ph type="body" sz="quarter" idx="40" hasCustomPrompt="1"/>
          </p:nvPr>
        </p:nvSpPr>
        <p:spPr>
          <a:xfrm>
            <a:off x="11765626" y="128961"/>
            <a:ext cx="26904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
        <p:nvSpPr>
          <p:cNvPr id="16" name="Text Placeholder 9">
            <a:extLst>
              <a:ext uri="{FF2B5EF4-FFF2-40B4-BE49-F238E27FC236}">
                <a16:creationId xmlns:a16="http://schemas.microsoft.com/office/drawing/2014/main" id="{935FD019-48D6-983C-6B94-E0976FB8783C}"/>
              </a:ext>
            </a:extLst>
          </p:cNvPr>
          <p:cNvSpPr>
            <a:spLocks noGrp="1"/>
          </p:cNvSpPr>
          <p:nvPr>
            <p:ph type="body" sz="quarter" idx="22" hasCustomPrompt="1"/>
          </p:nvPr>
        </p:nvSpPr>
        <p:spPr>
          <a:xfrm>
            <a:off x="550200" y="1634286"/>
            <a:ext cx="6984776"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7" name="Title 4">
            <a:extLst>
              <a:ext uri="{FF2B5EF4-FFF2-40B4-BE49-F238E27FC236}">
                <a16:creationId xmlns:a16="http://schemas.microsoft.com/office/drawing/2014/main" id="{FC4953BF-CA63-7307-BB05-264598E5B859}"/>
              </a:ext>
            </a:extLst>
          </p:cNvPr>
          <p:cNvSpPr>
            <a:spLocks noGrp="1"/>
          </p:cNvSpPr>
          <p:nvPr>
            <p:ph type="title"/>
          </p:nvPr>
        </p:nvSpPr>
        <p:spPr>
          <a:xfrm>
            <a:off x="551384" y="549274"/>
            <a:ext cx="6984776" cy="930372"/>
          </a:xfrm>
        </p:spPr>
        <p:txBody>
          <a:bodyPr/>
          <a:lstStyle/>
          <a:p>
            <a:r>
              <a:rPr lang="en-US"/>
              <a:t>Click to edit Master title style</a:t>
            </a:r>
          </a:p>
        </p:txBody>
      </p:sp>
      <p:sp>
        <p:nvSpPr>
          <p:cNvPr id="18" name="Content Placeholder 5">
            <a:extLst>
              <a:ext uri="{FF2B5EF4-FFF2-40B4-BE49-F238E27FC236}">
                <a16:creationId xmlns:a16="http://schemas.microsoft.com/office/drawing/2014/main" id="{AEC7E24F-95DB-9C78-60A3-E8139D06C8F3}"/>
              </a:ext>
            </a:extLst>
          </p:cNvPr>
          <p:cNvSpPr>
            <a:spLocks noGrp="1"/>
          </p:cNvSpPr>
          <p:nvPr>
            <p:ph sz="quarter" idx="31"/>
          </p:nvPr>
        </p:nvSpPr>
        <p:spPr>
          <a:xfrm>
            <a:off x="551384" y="2132856"/>
            <a:ext cx="6984776"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10339650"/>
      </p:ext>
    </p:extLst>
  </p:cSld>
  <p:clrMapOvr>
    <a:masterClrMapping/>
  </p:clrMapOvr>
  <p:hf sldNum="0" hdr="0" ftr="0" dt="0"/>
  <p:extLst>
    <p:ext uri="{DCECCB84-F9BA-43D5-87BE-67443E8EF086}">
      <p15:sldGuideLst xmlns:p15="http://schemas.microsoft.com/office/powerpoint/2012/main">
        <p15:guide id="1" pos="5110">
          <p15:clr>
            <a:srgbClr val="FBAE40"/>
          </p15:clr>
        </p15:guide>
      </p15:sldGuideLst>
    </p:ext>
  </p:extLst>
</p:sldLayout>
</file>

<file path=ppt/slideLayouts/slideLayout175.xml><?xml version="1.0" encoding="utf-8"?>
<p:sldLayout xmlns:a="http://schemas.openxmlformats.org/drawingml/2006/main" xmlns:r="http://schemas.openxmlformats.org/officeDocument/2006/relationships" xmlns:p="http://schemas.openxmlformats.org/presentationml/2006/main" preserve="1">
  <p:cSld name="Content Photo 1 Chapterbox">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6C4F5EE7-6CA6-23D5-2788-911B0B2A43B3}"/>
              </a:ext>
            </a:extLst>
          </p:cNvPr>
          <p:cNvSpPr>
            <a:spLocks noGrp="1"/>
          </p:cNvSpPr>
          <p:nvPr>
            <p:ph type="pic" sz="quarter" idx="10" hasCustomPrompt="1"/>
          </p:nvPr>
        </p:nvSpPr>
        <p:spPr>
          <a:xfrm>
            <a:off x="7943743" y="1"/>
            <a:ext cx="4248257"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0" name="Date Placeholder 9">
            <a:extLst>
              <a:ext uri="{FF2B5EF4-FFF2-40B4-BE49-F238E27FC236}">
                <a16:creationId xmlns:a16="http://schemas.microsoft.com/office/drawing/2014/main" id="{46783FFD-9F48-C402-1C8B-428607819FB0}"/>
              </a:ext>
            </a:extLst>
          </p:cNvPr>
          <p:cNvSpPr>
            <a:spLocks noGrp="1"/>
          </p:cNvSpPr>
          <p:nvPr>
            <p:ph type="dt" sz="half" idx="24"/>
          </p:nvPr>
        </p:nvSpPr>
        <p:spPr>
          <a:xfrm>
            <a:off x="9809927" y="6650661"/>
            <a:ext cx="1831210" cy="123111"/>
          </a:xfrm>
          <a:prstGeom prst="rect">
            <a:avLst/>
          </a:prstGeom>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11" name="Footer Placeholder 10">
            <a:extLst>
              <a:ext uri="{FF2B5EF4-FFF2-40B4-BE49-F238E27FC236}">
                <a16:creationId xmlns:a16="http://schemas.microsoft.com/office/drawing/2014/main" id="{86AD5ECD-D6D3-FD2C-E095-2E1A79FDA02A}"/>
              </a:ext>
            </a:extLst>
          </p:cNvPr>
          <p:cNvSpPr>
            <a:spLocks noGrp="1"/>
          </p:cNvSpPr>
          <p:nvPr>
            <p:ph type="ftr" sz="quarter" idx="25"/>
          </p:nvPr>
        </p:nvSpPr>
        <p:spPr>
          <a:xfrm>
            <a:off x="550863" y="6650661"/>
            <a:ext cx="4716524" cy="123111"/>
          </a:xfrm>
          <a:prstGeom prst="rect">
            <a:avLst/>
          </a:prstGeom>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C3781C8A-9DD0-4577-58C6-4DB8551B5B02}"/>
              </a:ext>
            </a:extLst>
          </p:cNvPr>
          <p:cNvSpPr>
            <a:spLocks noGrp="1"/>
          </p:cNvSpPr>
          <p:nvPr>
            <p:ph type="sldNum" sz="quarter" idx="26"/>
          </p:nvPr>
        </p:nvSpPr>
        <p:spPr>
          <a:xfrm>
            <a:off x="11778341" y="6650661"/>
            <a:ext cx="232665" cy="123111"/>
          </a:xfrm>
          <a:prstGeom prst="rect">
            <a:avLst/>
          </a:prstGeom>
        </p:spPr>
        <p:txBody>
          <a:bodyPr/>
          <a:lstStyle/>
          <a:p>
            <a:pPr algn="r"/>
            <a:fld id="{5D9A5160-6218-4E5A-B9E6-B93E3DAE377C}" type="slidenum">
              <a:rPr lang="en-US" smtClean="0"/>
              <a:pPr algn="r"/>
              <a:t>‹#›</a:t>
            </a:fld>
            <a:endParaRPr lang="en-US"/>
          </a:p>
        </p:txBody>
      </p:sp>
      <p:sp>
        <p:nvSpPr>
          <p:cNvPr id="4" name="Logo Placeholder 7">
            <a:extLst>
              <a:ext uri="{FF2B5EF4-FFF2-40B4-BE49-F238E27FC236}">
                <a16:creationId xmlns:a16="http://schemas.microsoft.com/office/drawing/2014/main" id="{3BF0ED60-C129-C9C6-4501-946318C0FF02}"/>
              </a:ext>
            </a:extLst>
          </p:cNvPr>
          <p:cNvSpPr>
            <a:spLocks noGrp="1"/>
          </p:cNvSpPr>
          <p:nvPr>
            <p:ph type="body" sz="quarter" idx="40" hasCustomPrompt="1"/>
          </p:nvPr>
        </p:nvSpPr>
        <p:spPr>
          <a:xfrm>
            <a:off x="11765626" y="128961"/>
            <a:ext cx="26904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
        <p:nvSpPr>
          <p:cNvPr id="7" name="Text Placeholder 9">
            <a:extLst>
              <a:ext uri="{FF2B5EF4-FFF2-40B4-BE49-F238E27FC236}">
                <a16:creationId xmlns:a16="http://schemas.microsoft.com/office/drawing/2014/main" id="{B273940D-E1AD-EA8E-78DF-498922FA8A2F}"/>
              </a:ext>
            </a:extLst>
          </p:cNvPr>
          <p:cNvSpPr>
            <a:spLocks noGrp="1"/>
          </p:cNvSpPr>
          <p:nvPr>
            <p:ph type="body" sz="quarter" idx="22" hasCustomPrompt="1"/>
          </p:nvPr>
        </p:nvSpPr>
        <p:spPr>
          <a:xfrm>
            <a:off x="550200" y="1634286"/>
            <a:ext cx="6984776"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9" name="Title 4">
            <a:extLst>
              <a:ext uri="{FF2B5EF4-FFF2-40B4-BE49-F238E27FC236}">
                <a16:creationId xmlns:a16="http://schemas.microsoft.com/office/drawing/2014/main" id="{F3029A13-E493-A8ED-E3D0-507AF2339260}"/>
              </a:ext>
            </a:extLst>
          </p:cNvPr>
          <p:cNvSpPr>
            <a:spLocks noGrp="1"/>
          </p:cNvSpPr>
          <p:nvPr>
            <p:ph type="title"/>
          </p:nvPr>
        </p:nvSpPr>
        <p:spPr>
          <a:xfrm>
            <a:off x="551384" y="549274"/>
            <a:ext cx="6984776" cy="930372"/>
          </a:xfrm>
        </p:spPr>
        <p:txBody>
          <a:bodyPr/>
          <a:lstStyle/>
          <a:p>
            <a:r>
              <a:rPr lang="en-US"/>
              <a:t>Click to edit Master title style</a:t>
            </a:r>
          </a:p>
        </p:txBody>
      </p:sp>
      <p:sp>
        <p:nvSpPr>
          <p:cNvPr id="13" name="Content Placeholder 5">
            <a:extLst>
              <a:ext uri="{FF2B5EF4-FFF2-40B4-BE49-F238E27FC236}">
                <a16:creationId xmlns:a16="http://schemas.microsoft.com/office/drawing/2014/main" id="{633CAED3-6535-92CF-7EA8-42F3243AE7D0}"/>
              </a:ext>
            </a:extLst>
          </p:cNvPr>
          <p:cNvSpPr>
            <a:spLocks noGrp="1"/>
          </p:cNvSpPr>
          <p:nvPr>
            <p:ph sz="quarter" idx="31"/>
          </p:nvPr>
        </p:nvSpPr>
        <p:spPr>
          <a:xfrm>
            <a:off x="551384" y="2132856"/>
            <a:ext cx="6984776"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hapter Placeholder 2">
            <a:extLst>
              <a:ext uri="{FF2B5EF4-FFF2-40B4-BE49-F238E27FC236}">
                <a16:creationId xmlns:a16="http://schemas.microsoft.com/office/drawing/2014/main" id="{937EC11D-9FEA-3207-FBA5-942D0A99E49C}"/>
              </a:ext>
            </a:extLst>
          </p:cNvPr>
          <p:cNvSpPr>
            <a:spLocks noGrp="1"/>
          </p:cNvSpPr>
          <p:nvPr>
            <p:ph type="body" sz="quarter" idx="13" hasCustomPrompt="1"/>
          </p:nvPr>
        </p:nvSpPr>
        <p:spPr>
          <a:xfrm>
            <a:off x="550863" y="266219"/>
            <a:ext cx="6983870"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1517073508"/>
      </p:ext>
    </p:extLst>
  </p:cSld>
  <p:clrMapOvr>
    <a:masterClrMapping/>
  </p:clrMapOvr>
  <p:hf sldNum="0" hdr="0" ftr="0" dt="0"/>
  <p:extLst>
    <p:ext uri="{DCECCB84-F9BA-43D5-87BE-67443E8EF086}">
      <p15:sldGuideLst xmlns:p15="http://schemas.microsoft.com/office/powerpoint/2012/main">
        <p15:guide id="1" pos="5110">
          <p15:clr>
            <a:srgbClr val="FBAE40"/>
          </p15:clr>
        </p15:guide>
      </p15:sldGuideLst>
    </p:ext>
  </p:extLst>
</p:sldLayout>
</file>

<file path=ppt/slideLayouts/slideLayout176.xml><?xml version="1.0" encoding="utf-8"?>
<p:sldLayout xmlns:a="http://schemas.openxmlformats.org/drawingml/2006/main" xmlns:r="http://schemas.openxmlformats.org/officeDocument/2006/relationships" xmlns:p="http://schemas.openxmlformats.org/presentationml/2006/main" preserve="1">
  <p:cSld name="Content Photo 2">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97BD40BB-A2F0-F646-3CC2-596CC4195838}"/>
              </a:ext>
            </a:extLst>
          </p:cNvPr>
          <p:cNvSpPr>
            <a:spLocks noGrp="1"/>
          </p:cNvSpPr>
          <p:nvPr>
            <p:ph type="pic" sz="quarter" idx="18" hasCustomPrompt="1"/>
          </p:nvPr>
        </p:nvSpPr>
        <p:spPr>
          <a:xfrm>
            <a:off x="6095937" y="1"/>
            <a:ext cx="6096064"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0" name="Date Placeholder 9">
            <a:extLst>
              <a:ext uri="{FF2B5EF4-FFF2-40B4-BE49-F238E27FC236}">
                <a16:creationId xmlns:a16="http://schemas.microsoft.com/office/drawing/2014/main" id="{6132EE43-B817-E2F8-9E7F-509C8F5C333F}"/>
              </a:ext>
            </a:extLst>
          </p:cNvPr>
          <p:cNvSpPr>
            <a:spLocks noGrp="1"/>
          </p:cNvSpPr>
          <p:nvPr>
            <p:ph type="dt" sz="half" idx="24"/>
          </p:nvPr>
        </p:nvSpPr>
        <p:spPr>
          <a:xfrm>
            <a:off x="9809927" y="6650661"/>
            <a:ext cx="1831210" cy="123111"/>
          </a:xfrm>
          <a:prstGeom prst="rect">
            <a:avLst/>
          </a:prstGeom>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11" name="Footer Placeholder 10">
            <a:extLst>
              <a:ext uri="{FF2B5EF4-FFF2-40B4-BE49-F238E27FC236}">
                <a16:creationId xmlns:a16="http://schemas.microsoft.com/office/drawing/2014/main" id="{9D40FDFE-5D39-1793-49A7-C223A0B5A728}"/>
              </a:ext>
            </a:extLst>
          </p:cNvPr>
          <p:cNvSpPr>
            <a:spLocks noGrp="1"/>
          </p:cNvSpPr>
          <p:nvPr>
            <p:ph type="ftr" sz="quarter" idx="25"/>
          </p:nvPr>
        </p:nvSpPr>
        <p:spPr>
          <a:xfrm>
            <a:off x="550863" y="6650661"/>
            <a:ext cx="4716524" cy="123111"/>
          </a:xfrm>
          <a:prstGeom prst="rect">
            <a:avLst/>
          </a:prstGeom>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D3F18AC0-D398-EFCE-8D4E-EBBC42BA70A1}"/>
              </a:ext>
            </a:extLst>
          </p:cNvPr>
          <p:cNvSpPr>
            <a:spLocks noGrp="1"/>
          </p:cNvSpPr>
          <p:nvPr>
            <p:ph type="sldNum" sz="quarter" idx="26"/>
          </p:nvPr>
        </p:nvSpPr>
        <p:spPr>
          <a:xfrm>
            <a:off x="11778341" y="6650661"/>
            <a:ext cx="232665" cy="123111"/>
          </a:xfrm>
          <a:prstGeom prst="rect">
            <a:avLst/>
          </a:prstGeom>
        </p:spPr>
        <p:txBody>
          <a:bodyPr/>
          <a:lstStyle/>
          <a:p>
            <a:pPr algn="r"/>
            <a:fld id="{5D9A5160-6218-4E5A-B9E6-B93E3DAE377C}" type="slidenum">
              <a:rPr lang="en-US" smtClean="0"/>
              <a:pPr algn="r"/>
              <a:t>‹#›</a:t>
            </a:fld>
            <a:endParaRPr lang="en-US"/>
          </a:p>
        </p:txBody>
      </p:sp>
      <p:sp>
        <p:nvSpPr>
          <p:cNvPr id="7" name="Logo Placeholder 7">
            <a:extLst>
              <a:ext uri="{FF2B5EF4-FFF2-40B4-BE49-F238E27FC236}">
                <a16:creationId xmlns:a16="http://schemas.microsoft.com/office/drawing/2014/main" id="{F1E24017-441F-489D-7EA7-E9C24BDAD8CE}"/>
              </a:ext>
            </a:extLst>
          </p:cNvPr>
          <p:cNvSpPr>
            <a:spLocks noGrp="1"/>
          </p:cNvSpPr>
          <p:nvPr>
            <p:ph type="body" sz="quarter" idx="40" hasCustomPrompt="1"/>
          </p:nvPr>
        </p:nvSpPr>
        <p:spPr>
          <a:xfrm>
            <a:off x="11765626" y="128961"/>
            <a:ext cx="26904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
        <p:nvSpPr>
          <p:cNvPr id="4" name="Text Placeholder 9">
            <a:extLst>
              <a:ext uri="{FF2B5EF4-FFF2-40B4-BE49-F238E27FC236}">
                <a16:creationId xmlns:a16="http://schemas.microsoft.com/office/drawing/2014/main" id="{E82105FD-7542-270F-7352-05CF2F1A1301}"/>
              </a:ext>
            </a:extLst>
          </p:cNvPr>
          <p:cNvSpPr>
            <a:spLocks noGrp="1"/>
          </p:cNvSpPr>
          <p:nvPr>
            <p:ph type="body" sz="quarter" idx="22" hasCustomPrompt="1"/>
          </p:nvPr>
        </p:nvSpPr>
        <p:spPr>
          <a:xfrm>
            <a:off x="550200" y="1634286"/>
            <a:ext cx="5112568"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8" name="Title 4">
            <a:extLst>
              <a:ext uri="{FF2B5EF4-FFF2-40B4-BE49-F238E27FC236}">
                <a16:creationId xmlns:a16="http://schemas.microsoft.com/office/drawing/2014/main" id="{7E0ED469-AF66-6808-9971-F90514B01F21}"/>
              </a:ext>
            </a:extLst>
          </p:cNvPr>
          <p:cNvSpPr>
            <a:spLocks noGrp="1"/>
          </p:cNvSpPr>
          <p:nvPr>
            <p:ph type="title"/>
          </p:nvPr>
        </p:nvSpPr>
        <p:spPr>
          <a:xfrm>
            <a:off x="551384" y="549274"/>
            <a:ext cx="5112568" cy="930372"/>
          </a:xfrm>
        </p:spPr>
        <p:txBody>
          <a:bodyPr/>
          <a:lstStyle/>
          <a:p>
            <a:r>
              <a:rPr lang="en-US"/>
              <a:t>Click to edit Master title style</a:t>
            </a:r>
          </a:p>
        </p:txBody>
      </p:sp>
      <p:sp>
        <p:nvSpPr>
          <p:cNvPr id="9" name="Content Placeholder 5">
            <a:extLst>
              <a:ext uri="{FF2B5EF4-FFF2-40B4-BE49-F238E27FC236}">
                <a16:creationId xmlns:a16="http://schemas.microsoft.com/office/drawing/2014/main" id="{8214CFC2-24F6-6CA0-147F-B56E32136118}"/>
              </a:ext>
            </a:extLst>
          </p:cNvPr>
          <p:cNvSpPr>
            <a:spLocks noGrp="1"/>
          </p:cNvSpPr>
          <p:nvPr>
            <p:ph sz="quarter" idx="31"/>
          </p:nvPr>
        </p:nvSpPr>
        <p:spPr>
          <a:xfrm>
            <a:off x="551384" y="2132856"/>
            <a:ext cx="511256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43528277"/>
      </p:ext>
    </p:extLst>
  </p:cSld>
  <p:clrMapOvr>
    <a:masterClrMapping/>
  </p:clrMapOvr>
  <p:hf sldNum="0" hdr="0" ftr="0" dt="0"/>
</p:sldLayout>
</file>

<file path=ppt/slideLayouts/slideLayout177.xml><?xml version="1.0" encoding="utf-8"?>
<p:sldLayout xmlns:a="http://schemas.openxmlformats.org/drawingml/2006/main" xmlns:r="http://schemas.openxmlformats.org/officeDocument/2006/relationships" xmlns:p="http://schemas.openxmlformats.org/presentationml/2006/main" preserve="1">
  <p:cSld name="Content Photo 2 Chapterbox">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97BD40BB-A2F0-F646-3CC2-596CC4195838}"/>
              </a:ext>
            </a:extLst>
          </p:cNvPr>
          <p:cNvSpPr>
            <a:spLocks noGrp="1"/>
          </p:cNvSpPr>
          <p:nvPr>
            <p:ph type="pic" sz="quarter" idx="18" hasCustomPrompt="1"/>
          </p:nvPr>
        </p:nvSpPr>
        <p:spPr>
          <a:xfrm>
            <a:off x="6095937" y="1"/>
            <a:ext cx="6096064"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0" name="Date Placeholder 9">
            <a:extLst>
              <a:ext uri="{FF2B5EF4-FFF2-40B4-BE49-F238E27FC236}">
                <a16:creationId xmlns:a16="http://schemas.microsoft.com/office/drawing/2014/main" id="{6132EE43-B817-E2F8-9E7F-509C8F5C333F}"/>
              </a:ext>
            </a:extLst>
          </p:cNvPr>
          <p:cNvSpPr>
            <a:spLocks noGrp="1"/>
          </p:cNvSpPr>
          <p:nvPr>
            <p:ph type="dt" sz="half" idx="24"/>
          </p:nvPr>
        </p:nvSpPr>
        <p:spPr>
          <a:xfrm>
            <a:off x="9809927" y="6650661"/>
            <a:ext cx="1831210" cy="123111"/>
          </a:xfrm>
          <a:prstGeom prst="rect">
            <a:avLst/>
          </a:prstGeom>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11" name="Footer Placeholder 10">
            <a:extLst>
              <a:ext uri="{FF2B5EF4-FFF2-40B4-BE49-F238E27FC236}">
                <a16:creationId xmlns:a16="http://schemas.microsoft.com/office/drawing/2014/main" id="{9D40FDFE-5D39-1793-49A7-C223A0B5A728}"/>
              </a:ext>
            </a:extLst>
          </p:cNvPr>
          <p:cNvSpPr>
            <a:spLocks noGrp="1"/>
          </p:cNvSpPr>
          <p:nvPr>
            <p:ph type="ftr" sz="quarter" idx="25"/>
          </p:nvPr>
        </p:nvSpPr>
        <p:spPr>
          <a:xfrm>
            <a:off x="550863" y="6650661"/>
            <a:ext cx="4716524" cy="123111"/>
          </a:xfrm>
          <a:prstGeom prst="rect">
            <a:avLst/>
          </a:prstGeom>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D3F18AC0-D398-EFCE-8D4E-EBBC42BA70A1}"/>
              </a:ext>
            </a:extLst>
          </p:cNvPr>
          <p:cNvSpPr>
            <a:spLocks noGrp="1"/>
          </p:cNvSpPr>
          <p:nvPr>
            <p:ph type="sldNum" sz="quarter" idx="26"/>
          </p:nvPr>
        </p:nvSpPr>
        <p:spPr>
          <a:xfrm>
            <a:off x="11778341" y="6650661"/>
            <a:ext cx="232665" cy="123111"/>
          </a:xfrm>
          <a:prstGeom prst="rect">
            <a:avLst/>
          </a:prstGeom>
        </p:spPr>
        <p:txBody>
          <a:bodyPr/>
          <a:lstStyle/>
          <a:p>
            <a:pPr algn="r"/>
            <a:fld id="{5D9A5160-6218-4E5A-B9E6-B93E3DAE377C}" type="slidenum">
              <a:rPr lang="en-US" smtClean="0"/>
              <a:pPr algn="r"/>
              <a:t>‹#›</a:t>
            </a:fld>
            <a:endParaRPr lang="en-US"/>
          </a:p>
        </p:txBody>
      </p:sp>
      <p:sp>
        <p:nvSpPr>
          <p:cNvPr id="7" name="Logo Placeholder 7">
            <a:extLst>
              <a:ext uri="{FF2B5EF4-FFF2-40B4-BE49-F238E27FC236}">
                <a16:creationId xmlns:a16="http://schemas.microsoft.com/office/drawing/2014/main" id="{B32B524C-36D8-214C-7B43-091DB75F191F}"/>
              </a:ext>
            </a:extLst>
          </p:cNvPr>
          <p:cNvSpPr>
            <a:spLocks noGrp="1"/>
          </p:cNvSpPr>
          <p:nvPr>
            <p:ph type="body" sz="quarter" idx="40" hasCustomPrompt="1"/>
          </p:nvPr>
        </p:nvSpPr>
        <p:spPr>
          <a:xfrm>
            <a:off x="11765626" y="128961"/>
            <a:ext cx="26904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
        <p:nvSpPr>
          <p:cNvPr id="4" name="Text Placeholder 9">
            <a:extLst>
              <a:ext uri="{FF2B5EF4-FFF2-40B4-BE49-F238E27FC236}">
                <a16:creationId xmlns:a16="http://schemas.microsoft.com/office/drawing/2014/main" id="{996F9181-C057-270C-1482-2E5EF4D4FDA6}"/>
              </a:ext>
            </a:extLst>
          </p:cNvPr>
          <p:cNvSpPr>
            <a:spLocks noGrp="1"/>
          </p:cNvSpPr>
          <p:nvPr>
            <p:ph type="body" sz="quarter" idx="22" hasCustomPrompt="1"/>
          </p:nvPr>
        </p:nvSpPr>
        <p:spPr>
          <a:xfrm>
            <a:off x="550200" y="1634286"/>
            <a:ext cx="5112568"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9" name="Title 4">
            <a:extLst>
              <a:ext uri="{FF2B5EF4-FFF2-40B4-BE49-F238E27FC236}">
                <a16:creationId xmlns:a16="http://schemas.microsoft.com/office/drawing/2014/main" id="{99BF8019-65AA-9B32-C80C-D9AA0C654AFD}"/>
              </a:ext>
            </a:extLst>
          </p:cNvPr>
          <p:cNvSpPr>
            <a:spLocks noGrp="1"/>
          </p:cNvSpPr>
          <p:nvPr>
            <p:ph type="title"/>
          </p:nvPr>
        </p:nvSpPr>
        <p:spPr>
          <a:xfrm>
            <a:off x="551384" y="549274"/>
            <a:ext cx="5112568" cy="930372"/>
          </a:xfrm>
        </p:spPr>
        <p:txBody>
          <a:bodyPr/>
          <a:lstStyle/>
          <a:p>
            <a:r>
              <a:rPr lang="en-US"/>
              <a:t>Click to edit Master title style</a:t>
            </a:r>
          </a:p>
        </p:txBody>
      </p:sp>
      <p:sp>
        <p:nvSpPr>
          <p:cNvPr id="13" name="Content Placeholder 5">
            <a:extLst>
              <a:ext uri="{FF2B5EF4-FFF2-40B4-BE49-F238E27FC236}">
                <a16:creationId xmlns:a16="http://schemas.microsoft.com/office/drawing/2014/main" id="{A479EEE0-B2C4-D132-D3CB-B4FB16D1D6A0}"/>
              </a:ext>
            </a:extLst>
          </p:cNvPr>
          <p:cNvSpPr>
            <a:spLocks noGrp="1"/>
          </p:cNvSpPr>
          <p:nvPr>
            <p:ph sz="quarter" idx="31"/>
          </p:nvPr>
        </p:nvSpPr>
        <p:spPr>
          <a:xfrm>
            <a:off x="551384" y="2132856"/>
            <a:ext cx="511256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hapter Placeholder 2">
            <a:extLst>
              <a:ext uri="{FF2B5EF4-FFF2-40B4-BE49-F238E27FC236}">
                <a16:creationId xmlns:a16="http://schemas.microsoft.com/office/drawing/2014/main" id="{4A59B460-E10E-1660-E567-B4AB0E3F3C38}"/>
              </a:ext>
            </a:extLst>
          </p:cNvPr>
          <p:cNvSpPr>
            <a:spLocks noGrp="1"/>
          </p:cNvSpPr>
          <p:nvPr>
            <p:ph type="body" sz="quarter" idx="13" hasCustomPrompt="1"/>
          </p:nvPr>
        </p:nvSpPr>
        <p:spPr>
          <a:xfrm>
            <a:off x="550863" y="266219"/>
            <a:ext cx="5111905"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402887750"/>
      </p:ext>
    </p:extLst>
  </p:cSld>
  <p:clrMapOvr>
    <a:masterClrMapping/>
  </p:clrMapOvr>
  <p:hf sldNum="0" hdr="0" ftr="0" dt="0"/>
</p:sldLayout>
</file>

<file path=ppt/slideLayouts/slideLayout178.xml><?xml version="1.0" encoding="utf-8"?>
<p:sldLayout xmlns:a="http://schemas.openxmlformats.org/drawingml/2006/main" xmlns:r="http://schemas.openxmlformats.org/officeDocument/2006/relationships" xmlns:p="http://schemas.openxmlformats.org/presentationml/2006/main" preserve="1">
  <p:cSld name="Content Photo 3">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0DD7751A-AC4E-473A-B544-73973FAE9468}"/>
              </a:ext>
            </a:extLst>
          </p:cNvPr>
          <p:cNvSpPr>
            <a:spLocks noGrp="1"/>
          </p:cNvSpPr>
          <p:nvPr>
            <p:ph type="pic" sz="quarter" idx="19" hasCustomPrompt="1"/>
          </p:nvPr>
        </p:nvSpPr>
        <p:spPr>
          <a:xfrm>
            <a:off x="1" y="0"/>
            <a:ext cx="4242121"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10" name="Date Placeholder 9">
            <a:extLst>
              <a:ext uri="{FF2B5EF4-FFF2-40B4-BE49-F238E27FC236}">
                <a16:creationId xmlns:a16="http://schemas.microsoft.com/office/drawing/2014/main" id="{7C228C6D-3BD8-F7A9-DA9D-DCE9B373CC09}"/>
              </a:ext>
            </a:extLst>
          </p:cNvPr>
          <p:cNvSpPr>
            <a:spLocks noGrp="1"/>
          </p:cNvSpPr>
          <p:nvPr>
            <p:ph type="dt" sz="half" idx="24"/>
          </p:nvPr>
        </p:nvSpPr>
        <p:spPr>
          <a:xfrm>
            <a:off x="9809927" y="6650661"/>
            <a:ext cx="1831210" cy="123111"/>
          </a:xfrm>
          <a:prstGeom prst="rect">
            <a:avLst/>
          </a:prstGeom>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11" name="Footer Placeholder 10">
            <a:extLst>
              <a:ext uri="{FF2B5EF4-FFF2-40B4-BE49-F238E27FC236}">
                <a16:creationId xmlns:a16="http://schemas.microsoft.com/office/drawing/2014/main" id="{81656793-2C07-1E16-6CE1-3C4AD69759DF}"/>
              </a:ext>
            </a:extLst>
          </p:cNvPr>
          <p:cNvSpPr>
            <a:spLocks noGrp="1"/>
          </p:cNvSpPr>
          <p:nvPr>
            <p:ph type="ftr" sz="quarter" idx="25"/>
          </p:nvPr>
        </p:nvSpPr>
        <p:spPr>
          <a:xfrm>
            <a:off x="550863" y="6650661"/>
            <a:ext cx="4716524" cy="123111"/>
          </a:xfrm>
          <a:prstGeom prst="rect">
            <a:avLst/>
          </a:prstGeom>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C166A976-F780-55C8-4310-792D90B73CC9}"/>
              </a:ext>
            </a:extLst>
          </p:cNvPr>
          <p:cNvSpPr>
            <a:spLocks noGrp="1"/>
          </p:cNvSpPr>
          <p:nvPr>
            <p:ph type="sldNum" sz="quarter" idx="26"/>
          </p:nvPr>
        </p:nvSpPr>
        <p:spPr>
          <a:xfrm>
            <a:off x="11778341" y="6650661"/>
            <a:ext cx="232665" cy="123111"/>
          </a:xfrm>
          <a:prstGeom prst="rect">
            <a:avLst/>
          </a:prstGeom>
        </p:spPr>
        <p:txBody>
          <a:bodyPr/>
          <a:lstStyle/>
          <a:p>
            <a:pPr algn="r"/>
            <a:fld id="{5D9A5160-6218-4E5A-B9E6-B93E3DAE377C}" type="slidenum">
              <a:rPr lang="en-US" smtClean="0"/>
              <a:pPr algn="r"/>
              <a:t>‹#›</a:t>
            </a:fld>
            <a:endParaRPr lang="en-US"/>
          </a:p>
        </p:txBody>
      </p:sp>
      <p:sp>
        <p:nvSpPr>
          <p:cNvPr id="3" name="Text Placeholder 9">
            <a:extLst>
              <a:ext uri="{FF2B5EF4-FFF2-40B4-BE49-F238E27FC236}">
                <a16:creationId xmlns:a16="http://schemas.microsoft.com/office/drawing/2014/main" id="{A565FC55-C9E0-8386-F514-48C3B7C08BBF}"/>
              </a:ext>
            </a:extLst>
          </p:cNvPr>
          <p:cNvSpPr>
            <a:spLocks noGrp="1"/>
          </p:cNvSpPr>
          <p:nvPr>
            <p:ph type="body" sz="quarter" idx="22" hasCustomPrompt="1"/>
          </p:nvPr>
        </p:nvSpPr>
        <p:spPr>
          <a:xfrm>
            <a:off x="4655177" y="1634286"/>
            <a:ext cx="6984776"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6" name="Title 4">
            <a:extLst>
              <a:ext uri="{FF2B5EF4-FFF2-40B4-BE49-F238E27FC236}">
                <a16:creationId xmlns:a16="http://schemas.microsoft.com/office/drawing/2014/main" id="{2E864913-7A4C-BC47-749C-8EA82C1F3460}"/>
              </a:ext>
            </a:extLst>
          </p:cNvPr>
          <p:cNvSpPr>
            <a:spLocks noGrp="1"/>
          </p:cNvSpPr>
          <p:nvPr>
            <p:ph type="title"/>
          </p:nvPr>
        </p:nvSpPr>
        <p:spPr>
          <a:xfrm>
            <a:off x="4656361" y="549274"/>
            <a:ext cx="6984776" cy="930372"/>
          </a:xfrm>
        </p:spPr>
        <p:txBody>
          <a:bodyPr/>
          <a:lstStyle/>
          <a:p>
            <a:r>
              <a:rPr lang="en-US"/>
              <a:t>Click to edit Master title style</a:t>
            </a:r>
          </a:p>
        </p:txBody>
      </p:sp>
      <p:sp>
        <p:nvSpPr>
          <p:cNvPr id="8" name="Content Placeholder 5">
            <a:extLst>
              <a:ext uri="{FF2B5EF4-FFF2-40B4-BE49-F238E27FC236}">
                <a16:creationId xmlns:a16="http://schemas.microsoft.com/office/drawing/2014/main" id="{3DAD7E2F-319F-BE0B-BE23-06049D48435D}"/>
              </a:ext>
            </a:extLst>
          </p:cNvPr>
          <p:cNvSpPr>
            <a:spLocks noGrp="1"/>
          </p:cNvSpPr>
          <p:nvPr>
            <p:ph sz="quarter" idx="31"/>
          </p:nvPr>
        </p:nvSpPr>
        <p:spPr>
          <a:xfrm>
            <a:off x="4656361" y="2132856"/>
            <a:ext cx="6984776"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044698536"/>
      </p:ext>
    </p:extLst>
  </p:cSld>
  <p:clrMapOvr>
    <a:masterClrMapping/>
  </p:clrMapOvr>
  <p:hf sldNum="0" hdr="0" ftr="0" dt="0"/>
</p:sldLayout>
</file>

<file path=ppt/slideLayouts/slideLayout179.xml><?xml version="1.0" encoding="utf-8"?>
<p:sldLayout xmlns:a="http://schemas.openxmlformats.org/drawingml/2006/main" xmlns:r="http://schemas.openxmlformats.org/officeDocument/2006/relationships" xmlns:p="http://schemas.openxmlformats.org/presentationml/2006/main" preserve="1">
  <p:cSld name="Content Photo 3 Chapterbox">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0DD7751A-AC4E-473A-B544-73973FAE9468}"/>
              </a:ext>
            </a:extLst>
          </p:cNvPr>
          <p:cNvSpPr>
            <a:spLocks noGrp="1"/>
          </p:cNvSpPr>
          <p:nvPr>
            <p:ph type="pic" sz="quarter" idx="19" hasCustomPrompt="1"/>
          </p:nvPr>
        </p:nvSpPr>
        <p:spPr>
          <a:xfrm>
            <a:off x="1" y="0"/>
            <a:ext cx="4242121"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10" name="Date Placeholder 9">
            <a:extLst>
              <a:ext uri="{FF2B5EF4-FFF2-40B4-BE49-F238E27FC236}">
                <a16:creationId xmlns:a16="http://schemas.microsoft.com/office/drawing/2014/main" id="{7C228C6D-3BD8-F7A9-DA9D-DCE9B373CC09}"/>
              </a:ext>
            </a:extLst>
          </p:cNvPr>
          <p:cNvSpPr>
            <a:spLocks noGrp="1"/>
          </p:cNvSpPr>
          <p:nvPr>
            <p:ph type="dt" sz="half" idx="24"/>
          </p:nvPr>
        </p:nvSpPr>
        <p:spPr>
          <a:xfrm>
            <a:off x="9809927" y="6650661"/>
            <a:ext cx="1831210" cy="123111"/>
          </a:xfrm>
          <a:prstGeom prst="rect">
            <a:avLst/>
          </a:prstGeom>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11" name="Footer Placeholder 10">
            <a:extLst>
              <a:ext uri="{FF2B5EF4-FFF2-40B4-BE49-F238E27FC236}">
                <a16:creationId xmlns:a16="http://schemas.microsoft.com/office/drawing/2014/main" id="{81656793-2C07-1E16-6CE1-3C4AD69759DF}"/>
              </a:ext>
            </a:extLst>
          </p:cNvPr>
          <p:cNvSpPr>
            <a:spLocks noGrp="1"/>
          </p:cNvSpPr>
          <p:nvPr>
            <p:ph type="ftr" sz="quarter" idx="25"/>
          </p:nvPr>
        </p:nvSpPr>
        <p:spPr>
          <a:xfrm>
            <a:off x="550863" y="6650661"/>
            <a:ext cx="4716524" cy="123111"/>
          </a:xfrm>
          <a:prstGeom prst="rect">
            <a:avLst/>
          </a:prstGeom>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C166A976-F780-55C8-4310-792D90B73CC9}"/>
              </a:ext>
            </a:extLst>
          </p:cNvPr>
          <p:cNvSpPr>
            <a:spLocks noGrp="1"/>
          </p:cNvSpPr>
          <p:nvPr>
            <p:ph type="sldNum" sz="quarter" idx="26"/>
          </p:nvPr>
        </p:nvSpPr>
        <p:spPr>
          <a:xfrm>
            <a:off x="11778341" y="6650661"/>
            <a:ext cx="232665" cy="123111"/>
          </a:xfrm>
          <a:prstGeom prst="rect">
            <a:avLst/>
          </a:prstGeom>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CBEA6FBE-B35F-FDFB-0A0C-E6D7CB1D2878}"/>
              </a:ext>
            </a:extLst>
          </p:cNvPr>
          <p:cNvSpPr>
            <a:spLocks noGrp="1"/>
          </p:cNvSpPr>
          <p:nvPr>
            <p:ph type="body" sz="quarter" idx="22" hasCustomPrompt="1"/>
          </p:nvPr>
        </p:nvSpPr>
        <p:spPr>
          <a:xfrm>
            <a:off x="4655177" y="1634286"/>
            <a:ext cx="6984776"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9" name="Title 4">
            <a:extLst>
              <a:ext uri="{FF2B5EF4-FFF2-40B4-BE49-F238E27FC236}">
                <a16:creationId xmlns:a16="http://schemas.microsoft.com/office/drawing/2014/main" id="{A1AA51F8-C182-DAF5-4FEA-53839C3797E8}"/>
              </a:ext>
            </a:extLst>
          </p:cNvPr>
          <p:cNvSpPr>
            <a:spLocks noGrp="1"/>
          </p:cNvSpPr>
          <p:nvPr>
            <p:ph type="title"/>
          </p:nvPr>
        </p:nvSpPr>
        <p:spPr>
          <a:xfrm>
            <a:off x="4656361" y="549274"/>
            <a:ext cx="6984776" cy="930372"/>
          </a:xfrm>
        </p:spPr>
        <p:txBody>
          <a:bodyPr/>
          <a:lstStyle/>
          <a:p>
            <a:r>
              <a:rPr lang="en-US"/>
              <a:t>Click to edit Master title style</a:t>
            </a:r>
          </a:p>
        </p:txBody>
      </p:sp>
      <p:sp>
        <p:nvSpPr>
          <p:cNvPr id="13" name="Content Placeholder 5">
            <a:extLst>
              <a:ext uri="{FF2B5EF4-FFF2-40B4-BE49-F238E27FC236}">
                <a16:creationId xmlns:a16="http://schemas.microsoft.com/office/drawing/2014/main" id="{CEB0183E-EAE6-947E-A4B9-331A991402A1}"/>
              </a:ext>
            </a:extLst>
          </p:cNvPr>
          <p:cNvSpPr>
            <a:spLocks noGrp="1"/>
          </p:cNvSpPr>
          <p:nvPr>
            <p:ph sz="quarter" idx="31"/>
          </p:nvPr>
        </p:nvSpPr>
        <p:spPr>
          <a:xfrm>
            <a:off x="4656361" y="2132856"/>
            <a:ext cx="6984776"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hapter Placeholder 2">
            <a:extLst>
              <a:ext uri="{FF2B5EF4-FFF2-40B4-BE49-F238E27FC236}">
                <a16:creationId xmlns:a16="http://schemas.microsoft.com/office/drawing/2014/main" id="{A135B96E-A880-0991-4B6E-A591E9B65964}"/>
              </a:ext>
            </a:extLst>
          </p:cNvPr>
          <p:cNvSpPr>
            <a:spLocks noGrp="1"/>
          </p:cNvSpPr>
          <p:nvPr>
            <p:ph type="body" sz="quarter" idx="13" hasCustomPrompt="1"/>
          </p:nvPr>
        </p:nvSpPr>
        <p:spPr>
          <a:xfrm>
            <a:off x="4655840" y="266219"/>
            <a:ext cx="6983870"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1532013034"/>
      </p:ext>
    </p:extLst>
  </p:cSld>
  <p:clrMapOvr>
    <a:masterClrMapping/>
  </p:clrMapOvr>
  <p:hf sldNum="0" hdr="0" ftr="0" dt="0"/>
</p:sldLayout>
</file>

<file path=ppt/slideLayouts/slideLayout180.xml><?xml version="1.0" encoding="utf-8"?>
<p:sldLayout xmlns:a="http://schemas.openxmlformats.org/drawingml/2006/main" xmlns:r="http://schemas.openxmlformats.org/officeDocument/2006/relationships" xmlns:p="http://schemas.openxmlformats.org/presentationml/2006/main" preserve="1">
  <p:cSld name="Content Photo 4">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3AAAC9D4-CD35-41A1-A14D-B18A58A2866E}"/>
              </a:ext>
            </a:extLst>
          </p:cNvPr>
          <p:cNvSpPr>
            <a:spLocks noGrp="1"/>
          </p:cNvSpPr>
          <p:nvPr>
            <p:ph type="pic" sz="quarter" idx="18" hasCustomPrompt="1"/>
          </p:nvPr>
        </p:nvSpPr>
        <p:spPr>
          <a:xfrm>
            <a:off x="0" y="0"/>
            <a:ext cx="6096000"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10" name="Date Placeholder 9">
            <a:extLst>
              <a:ext uri="{FF2B5EF4-FFF2-40B4-BE49-F238E27FC236}">
                <a16:creationId xmlns:a16="http://schemas.microsoft.com/office/drawing/2014/main" id="{F18ACBAA-5616-6B76-6F3E-019A776E4E01}"/>
              </a:ext>
            </a:extLst>
          </p:cNvPr>
          <p:cNvSpPr>
            <a:spLocks noGrp="1"/>
          </p:cNvSpPr>
          <p:nvPr>
            <p:ph type="dt" sz="half" idx="24"/>
          </p:nvPr>
        </p:nvSpPr>
        <p:spPr>
          <a:xfrm>
            <a:off x="9809927" y="6650661"/>
            <a:ext cx="1831210" cy="123111"/>
          </a:xfrm>
          <a:prstGeom prst="rect">
            <a:avLst/>
          </a:prstGeom>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11" name="Footer Placeholder 10">
            <a:extLst>
              <a:ext uri="{FF2B5EF4-FFF2-40B4-BE49-F238E27FC236}">
                <a16:creationId xmlns:a16="http://schemas.microsoft.com/office/drawing/2014/main" id="{84A3242F-2D46-5913-5CA7-B4AB8C7C413D}"/>
              </a:ext>
            </a:extLst>
          </p:cNvPr>
          <p:cNvSpPr>
            <a:spLocks noGrp="1"/>
          </p:cNvSpPr>
          <p:nvPr>
            <p:ph type="ftr" sz="quarter" idx="25"/>
          </p:nvPr>
        </p:nvSpPr>
        <p:spPr>
          <a:xfrm>
            <a:off x="550863" y="6650661"/>
            <a:ext cx="4716524" cy="123111"/>
          </a:xfrm>
          <a:prstGeom prst="rect">
            <a:avLst/>
          </a:prstGeom>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D72DABC1-51BB-C9B2-6119-ED5F9C849345}"/>
              </a:ext>
            </a:extLst>
          </p:cNvPr>
          <p:cNvSpPr>
            <a:spLocks noGrp="1"/>
          </p:cNvSpPr>
          <p:nvPr>
            <p:ph type="sldNum" sz="quarter" idx="26"/>
          </p:nvPr>
        </p:nvSpPr>
        <p:spPr>
          <a:xfrm>
            <a:off x="11778341" y="6650661"/>
            <a:ext cx="232665" cy="123111"/>
          </a:xfrm>
          <a:prstGeom prst="rect">
            <a:avLst/>
          </a:prstGeom>
        </p:spPr>
        <p:txBody>
          <a:bodyPr/>
          <a:lstStyle/>
          <a:p>
            <a:pPr algn="r"/>
            <a:fld id="{5D9A5160-6218-4E5A-B9E6-B93E3DAE377C}" type="slidenum">
              <a:rPr lang="en-US" smtClean="0"/>
              <a:pPr algn="r"/>
              <a:t>‹#›</a:t>
            </a:fld>
            <a:endParaRPr lang="en-US"/>
          </a:p>
        </p:txBody>
      </p:sp>
      <p:sp>
        <p:nvSpPr>
          <p:cNvPr id="3" name="Text Placeholder 9">
            <a:extLst>
              <a:ext uri="{FF2B5EF4-FFF2-40B4-BE49-F238E27FC236}">
                <a16:creationId xmlns:a16="http://schemas.microsoft.com/office/drawing/2014/main" id="{5AD8D628-6C3F-5725-7D6C-4D172AFCFA27}"/>
              </a:ext>
            </a:extLst>
          </p:cNvPr>
          <p:cNvSpPr>
            <a:spLocks noGrp="1"/>
          </p:cNvSpPr>
          <p:nvPr>
            <p:ph type="body" sz="quarter" idx="22" hasCustomPrompt="1"/>
          </p:nvPr>
        </p:nvSpPr>
        <p:spPr>
          <a:xfrm>
            <a:off x="6598871" y="1634286"/>
            <a:ext cx="5041081"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6" name="Title 4">
            <a:extLst>
              <a:ext uri="{FF2B5EF4-FFF2-40B4-BE49-F238E27FC236}">
                <a16:creationId xmlns:a16="http://schemas.microsoft.com/office/drawing/2014/main" id="{A4159BB2-FE6F-6556-D582-03780A441E3A}"/>
              </a:ext>
            </a:extLst>
          </p:cNvPr>
          <p:cNvSpPr>
            <a:spLocks noGrp="1"/>
          </p:cNvSpPr>
          <p:nvPr>
            <p:ph type="title"/>
          </p:nvPr>
        </p:nvSpPr>
        <p:spPr>
          <a:xfrm>
            <a:off x="6600055" y="549274"/>
            <a:ext cx="5041081" cy="930372"/>
          </a:xfrm>
        </p:spPr>
        <p:txBody>
          <a:bodyPr/>
          <a:lstStyle/>
          <a:p>
            <a:r>
              <a:rPr lang="en-US"/>
              <a:t>Click to edit Master title style</a:t>
            </a:r>
          </a:p>
        </p:txBody>
      </p:sp>
      <p:sp>
        <p:nvSpPr>
          <p:cNvPr id="7" name="Content Placeholder 5">
            <a:extLst>
              <a:ext uri="{FF2B5EF4-FFF2-40B4-BE49-F238E27FC236}">
                <a16:creationId xmlns:a16="http://schemas.microsoft.com/office/drawing/2014/main" id="{387C021A-14D7-948B-96C0-F734A59BFDC8}"/>
              </a:ext>
            </a:extLst>
          </p:cNvPr>
          <p:cNvSpPr>
            <a:spLocks noGrp="1"/>
          </p:cNvSpPr>
          <p:nvPr>
            <p:ph sz="quarter" idx="31"/>
          </p:nvPr>
        </p:nvSpPr>
        <p:spPr>
          <a:xfrm>
            <a:off x="6600055" y="2132856"/>
            <a:ext cx="5041081"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5381279"/>
      </p:ext>
    </p:extLst>
  </p:cSld>
  <p:clrMapOvr>
    <a:masterClrMapping/>
  </p:clrMapOvr>
  <p:hf sldNum="0" hdr="0" ftr="0" dt="0"/>
</p:sldLayout>
</file>

<file path=ppt/slideLayouts/slideLayout181.xml><?xml version="1.0" encoding="utf-8"?>
<p:sldLayout xmlns:a="http://schemas.openxmlformats.org/drawingml/2006/main" xmlns:r="http://schemas.openxmlformats.org/officeDocument/2006/relationships" xmlns:p="http://schemas.openxmlformats.org/presentationml/2006/main" preserve="1">
  <p:cSld name="Content Photo Chapterbox">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3AAAC9D4-CD35-41A1-A14D-B18A58A2866E}"/>
              </a:ext>
            </a:extLst>
          </p:cNvPr>
          <p:cNvSpPr>
            <a:spLocks noGrp="1"/>
          </p:cNvSpPr>
          <p:nvPr>
            <p:ph type="pic" sz="quarter" idx="18" hasCustomPrompt="1"/>
          </p:nvPr>
        </p:nvSpPr>
        <p:spPr>
          <a:xfrm>
            <a:off x="0" y="0"/>
            <a:ext cx="6096000"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10" name="Date Placeholder 9">
            <a:extLst>
              <a:ext uri="{FF2B5EF4-FFF2-40B4-BE49-F238E27FC236}">
                <a16:creationId xmlns:a16="http://schemas.microsoft.com/office/drawing/2014/main" id="{F18ACBAA-5616-6B76-6F3E-019A776E4E01}"/>
              </a:ext>
            </a:extLst>
          </p:cNvPr>
          <p:cNvSpPr>
            <a:spLocks noGrp="1"/>
          </p:cNvSpPr>
          <p:nvPr>
            <p:ph type="dt" sz="half" idx="24"/>
          </p:nvPr>
        </p:nvSpPr>
        <p:spPr>
          <a:xfrm>
            <a:off x="9809927" y="6650661"/>
            <a:ext cx="1831210" cy="123111"/>
          </a:xfrm>
          <a:prstGeom prst="rect">
            <a:avLst/>
          </a:prstGeom>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11" name="Footer Placeholder 10">
            <a:extLst>
              <a:ext uri="{FF2B5EF4-FFF2-40B4-BE49-F238E27FC236}">
                <a16:creationId xmlns:a16="http://schemas.microsoft.com/office/drawing/2014/main" id="{84A3242F-2D46-5913-5CA7-B4AB8C7C413D}"/>
              </a:ext>
            </a:extLst>
          </p:cNvPr>
          <p:cNvSpPr>
            <a:spLocks noGrp="1"/>
          </p:cNvSpPr>
          <p:nvPr>
            <p:ph type="ftr" sz="quarter" idx="25"/>
          </p:nvPr>
        </p:nvSpPr>
        <p:spPr>
          <a:xfrm>
            <a:off x="550863" y="6650661"/>
            <a:ext cx="4716524" cy="123111"/>
          </a:xfrm>
          <a:prstGeom prst="rect">
            <a:avLst/>
          </a:prstGeom>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D72DABC1-51BB-C9B2-6119-ED5F9C849345}"/>
              </a:ext>
            </a:extLst>
          </p:cNvPr>
          <p:cNvSpPr>
            <a:spLocks noGrp="1"/>
          </p:cNvSpPr>
          <p:nvPr>
            <p:ph type="sldNum" sz="quarter" idx="26"/>
          </p:nvPr>
        </p:nvSpPr>
        <p:spPr>
          <a:xfrm>
            <a:off x="11778341" y="6650661"/>
            <a:ext cx="232665" cy="123111"/>
          </a:xfrm>
          <a:prstGeom prst="rect">
            <a:avLst/>
          </a:prstGeom>
        </p:spPr>
        <p:txBody>
          <a:bodyPr/>
          <a:lstStyle/>
          <a:p>
            <a:pPr algn="r"/>
            <a:fld id="{5D9A5160-6218-4E5A-B9E6-B93E3DAE377C}" type="slidenum">
              <a:rPr lang="en-US" smtClean="0"/>
              <a:pPr algn="r"/>
              <a:t>‹#›</a:t>
            </a:fld>
            <a:endParaRPr lang="en-US"/>
          </a:p>
        </p:txBody>
      </p:sp>
      <p:sp>
        <p:nvSpPr>
          <p:cNvPr id="3" name="Text Placeholder 9">
            <a:extLst>
              <a:ext uri="{FF2B5EF4-FFF2-40B4-BE49-F238E27FC236}">
                <a16:creationId xmlns:a16="http://schemas.microsoft.com/office/drawing/2014/main" id="{47F7FF35-2721-0BAA-75C4-6C366F98F288}"/>
              </a:ext>
            </a:extLst>
          </p:cNvPr>
          <p:cNvSpPr>
            <a:spLocks noGrp="1"/>
          </p:cNvSpPr>
          <p:nvPr>
            <p:ph type="body" sz="quarter" idx="22" hasCustomPrompt="1"/>
          </p:nvPr>
        </p:nvSpPr>
        <p:spPr>
          <a:xfrm>
            <a:off x="6598871" y="1634286"/>
            <a:ext cx="5041081"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7" name="Title 4">
            <a:extLst>
              <a:ext uri="{FF2B5EF4-FFF2-40B4-BE49-F238E27FC236}">
                <a16:creationId xmlns:a16="http://schemas.microsoft.com/office/drawing/2014/main" id="{40E338D3-47D6-48A9-A9A2-DE7DEE2FD7CA}"/>
              </a:ext>
            </a:extLst>
          </p:cNvPr>
          <p:cNvSpPr>
            <a:spLocks noGrp="1"/>
          </p:cNvSpPr>
          <p:nvPr>
            <p:ph type="title"/>
          </p:nvPr>
        </p:nvSpPr>
        <p:spPr>
          <a:xfrm>
            <a:off x="6600055" y="549274"/>
            <a:ext cx="5041081" cy="930372"/>
          </a:xfrm>
        </p:spPr>
        <p:txBody>
          <a:bodyPr/>
          <a:lstStyle/>
          <a:p>
            <a:r>
              <a:rPr lang="en-US"/>
              <a:t>Click to edit Master title style</a:t>
            </a:r>
          </a:p>
        </p:txBody>
      </p:sp>
      <p:sp>
        <p:nvSpPr>
          <p:cNvPr id="9" name="Content Placeholder 5">
            <a:extLst>
              <a:ext uri="{FF2B5EF4-FFF2-40B4-BE49-F238E27FC236}">
                <a16:creationId xmlns:a16="http://schemas.microsoft.com/office/drawing/2014/main" id="{033232B2-7C3B-2B58-B586-A9D5EB0DC635}"/>
              </a:ext>
            </a:extLst>
          </p:cNvPr>
          <p:cNvSpPr>
            <a:spLocks noGrp="1"/>
          </p:cNvSpPr>
          <p:nvPr>
            <p:ph sz="quarter" idx="31"/>
          </p:nvPr>
        </p:nvSpPr>
        <p:spPr>
          <a:xfrm>
            <a:off x="6600055" y="2132856"/>
            <a:ext cx="5041081"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hapter Placeholder 2">
            <a:extLst>
              <a:ext uri="{FF2B5EF4-FFF2-40B4-BE49-F238E27FC236}">
                <a16:creationId xmlns:a16="http://schemas.microsoft.com/office/drawing/2014/main" id="{F68C8930-7643-1654-C79F-A429828E03BC}"/>
              </a:ext>
            </a:extLst>
          </p:cNvPr>
          <p:cNvSpPr>
            <a:spLocks noGrp="1"/>
          </p:cNvSpPr>
          <p:nvPr>
            <p:ph type="body" sz="quarter" idx="13" hasCustomPrompt="1"/>
          </p:nvPr>
        </p:nvSpPr>
        <p:spPr>
          <a:xfrm>
            <a:off x="6599282" y="266219"/>
            <a:ext cx="5040427"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2595832568"/>
      </p:ext>
    </p:extLst>
  </p:cSld>
  <p:clrMapOvr>
    <a:masterClrMapping/>
  </p:clrMapOvr>
  <p:hf sldNum="0" hdr="0" ftr="0" dt="0"/>
</p:sldLayout>
</file>

<file path=ppt/slideLayouts/slideLayout182.xml><?xml version="1.0" encoding="utf-8"?>
<p:sldLayout xmlns:a="http://schemas.openxmlformats.org/drawingml/2006/main" xmlns:r="http://schemas.openxmlformats.org/officeDocument/2006/relationships" xmlns:p="http://schemas.openxmlformats.org/presentationml/2006/main" preserve="1">
  <p:cSld name="Content Photo 6">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3AAAC9D4-CD35-41A1-A14D-B18A58A2866E}"/>
              </a:ext>
            </a:extLst>
          </p:cNvPr>
          <p:cNvSpPr>
            <a:spLocks noGrp="1"/>
          </p:cNvSpPr>
          <p:nvPr>
            <p:ph type="pic" sz="quarter" idx="18" hasCustomPrompt="1"/>
          </p:nvPr>
        </p:nvSpPr>
        <p:spPr>
          <a:xfrm>
            <a:off x="0" y="1"/>
            <a:ext cx="12191999" cy="4383654"/>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2" name="Title 1">
            <a:extLst>
              <a:ext uri="{FF2B5EF4-FFF2-40B4-BE49-F238E27FC236}">
                <a16:creationId xmlns:a16="http://schemas.microsoft.com/office/drawing/2014/main" id="{CA1A3C3A-247E-AD3F-3C93-BDD315BB7F29}"/>
              </a:ext>
            </a:extLst>
          </p:cNvPr>
          <p:cNvSpPr>
            <a:spLocks noGrp="1"/>
          </p:cNvSpPr>
          <p:nvPr>
            <p:ph type="title"/>
          </p:nvPr>
        </p:nvSpPr>
        <p:spPr>
          <a:xfrm>
            <a:off x="550863" y="4581128"/>
            <a:ext cx="4981137" cy="785352"/>
          </a:xfrm>
        </p:spPr>
        <p:txBody>
          <a:bodyPr anchor="t"/>
          <a:lstStyle/>
          <a:p>
            <a:r>
              <a:rPr lang="en-US"/>
              <a:t>Click to edit Master title style</a:t>
            </a:r>
            <a:endParaRPr lang="de-DE"/>
          </a:p>
        </p:txBody>
      </p:sp>
      <p:sp>
        <p:nvSpPr>
          <p:cNvPr id="9" name="Text Placeholder 9">
            <a:extLst>
              <a:ext uri="{FF2B5EF4-FFF2-40B4-BE49-F238E27FC236}">
                <a16:creationId xmlns:a16="http://schemas.microsoft.com/office/drawing/2014/main" id="{34F1BAE4-1DA8-A534-E46A-001AE4E9CADB}"/>
              </a:ext>
            </a:extLst>
          </p:cNvPr>
          <p:cNvSpPr>
            <a:spLocks noGrp="1"/>
          </p:cNvSpPr>
          <p:nvPr>
            <p:ph type="body" sz="quarter" idx="24"/>
          </p:nvPr>
        </p:nvSpPr>
        <p:spPr>
          <a:xfrm>
            <a:off x="550863" y="5854682"/>
            <a:ext cx="5112000" cy="307777"/>
          </a:xfrm>
          <a:prstGeom prst="rect">
            <a:avLst/>
          </a:prstGeom>
        </p:spPr>
        <p:txBody>
          <a:bodyPr wrap="square" anchor="b">
            <a:spAutoFit/>
          </a:bodyPr>
          <a:lstStyle>
            <a:lvl1pPr>
              <a:defRPr sz="2000" b="0">
                <a:solidFill>
                  <a:schemeClr val="tx2"/>
                </a:solidFill>
                <a:latin typeface="+mj-lt"/>
              </a:defRPr>
            </a:lvl1pPr>
          </a:lstStyle>
          <a:p>
            <a:pPr lvl="0"/>
            <a:r>
              <a:rPr lang="en-US"/>
              <a:t>Click to edit Master text styles</a:t>
            </a:r>
          </a:p>
        </p:txBody>
      </p:sp>
      <p:sp>
        <p:nvSpPr>
          <p:cNvPr id="10" name="Content Placeholder 17">
            <a:extLst>
              <a:ext uri="{FF2B5EF4-FFF2-40B4-BE49-F238E27FC236}">
                <a16:creationId xmlns:a16="http://schemas.microsoft.com/office/drawing/2014/main" id="{60E57257-3112-054C-0B58-3B89619EC3E7}"/>
              </a:ext>
            </a:extLst>
          </p:cNvPr>
          <p:cNvSpPr>
            <a:spLocks noGrp="1"/>
          </p:cNvSpPr>
          <p:nvPr>
            <p:ph sz="quarter" idx="25"/>
          </p:nvPr>
        </p:nvSpPr>
        <p:spPr>
          <a:xfrm>
            <a:off x="6093246" y="4581128"/>
            <a:ext cx="5112000" cy="176252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6" name="Date Placeholder 5">
            <a:extLst>
              <a:ext uri="{FF2B5EF4-FFF2-40B4-BE49-F238E27FC236}">
                <a16:creationId xmlns:a16="http://schemas.microsoft.com/office/drawing/2014/main" id="{2F70AC82-D733-3487-AE00-D177A5A43581}"/>
              </a:ext>
            </a:extLst>
          </p:cNvPr>
          <p:cNvSpPr>
            <a:spLocks noGrp="1"/>
          </p:cNvSpPr>
          <p:nvPr>
            <p:ph type="dt" sz="half" idx="26"/>
          </p:nvPr>
        </p:nvSpPr>
        <p:spPr>
          <a:xfrm>
            <a:off x="9809927" y="6650661"/>
            <a:ext cx="1831210" cy="123111"/>
          </a:xfrm>
          <a:prstGeom prst="rect">
            <a:avLst/>
          </a:prstGeom>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13" name="Footer Placeholder 12">
            <a:extLst>
              <a:ext uri="{FF2B5EF4-FFF2-40B4-BE49-F238E27FC236}">
                <a16:creationId xmlns:a16="http://schemas.microsoft.com/office/drawing/2014/main" id="{31E8CB07-AB40-15A0-08C7-BF54DC438B34}"/>
              </a:ext>
            </a:extLst>
          </p:cNvPr>
          <p:cNvSpPr>
            <a:spLocks noGrp="1"/>
          </p:cNvSpPr>
          <p:nvPr>
            <p:ph type="ftr" sz="quarter" idx="27"/>
          </p:nvPr>
        </p:nvSpPr>
        <p:spPr>
          <a:xfrm>
            <a:off x="550863" y="6650661"/>
            <a:ext cx="4716524" cy="123111"/>
          </a:xfrm>
          <a:prstGeom prst="rect">
            <a:avLst/>
          </a:prstGeom>
        </p:spPr>
        <p:txBody>
          <a:bodyPr/>
          <a:lstStyle/>
          <a:p>
            <a:pPr>
              <a:spcBef>
                <a:spcPts val="1000"/>
              </a:spcBef>
              <a:buFont typeface="Arial" panose="020B0604020202020204" pitchFamily="34" charset="0"/>
              <a:buNone/>
            </a:pPr>
            <a:r>
              <a:rPr lang="en-US"/>
              <a:t>Presentation Title | Author | Date</a:t>
            </a:r>
          </a:p>
        </p:txBody>
      </p:sp>
      <p:sp>
        <p:nvSpPr>
          <p:cNvPr id="15" name="Slide Number Placeholder 14">
            <a:extLst>
              <a:ext uri="{FF2B5EF4-FFF2-40B4-BE49-F238E27FC236}">
                <a16:creationId xmlns:a16="http://schemas.microsoft.com/office/drawing/2014/main" id="{C41FA911-A4A1-34D1-BF04-9F22140C28D1}"/>
              </a:ext>
            </a:extLst>
          </p:cNvPr>
          <p:cNvSpPr>
            <a:spLocks noGrp="1"/>
          </p:cNvSpPr>
          <p:nvPr>
            <p:ph type="sldNum" sz="quarter" idx="28"/>
          </p:nvPr>
        </p:nvSpPr>
        <p:spPr>
          <a:xfrm>
            <a:off x="11778341" y="6650661"/>
            <a:ext cx="232665" cy="123111"/>
          </a:xfrm>
          <a:prstGeom prst="rect">
            <a:avLst/>
          </a:prstGeom>
        </p:spPr>
        <p:txBody>
          <a:bodyPr/>
          <a:lstStyle/>
          <a:p>
            <a:pPr algn="r"/>
            <a:fld id="{5D9A5160-6218-4E5A-B9E6-B93E3DAE377C}" type="slidenum">
              <a:rPr lang="en-US" smtClean="0"/>
              <a:pPr algn="r"/>
              <a:t>‹#›</a:t>
            </a:fld>
            <a:endParaRPr lang="en-US"/>
          </a:p>
        </p:txBody>
      </p:sp>
      <p:sp>
        <p:nvSpPr>
          <p:cNvPr id="3" name="Logo Placeholder 7">
            <a:extLst>
              <a:ext uri="{FF2B5EF4-FFF2-40B4-BE49-F238E27FC236}">
                <a16:creationId xmlns:a16="http://schemas.microsoft.com/office/drawing/2014/main" id="{33B9F062-225C-9146-1129-335505116C76}"/>
              </a:ext>
            </a:extLst>
          </p:cNvPr>
          <p:cNvSpPr>
            <a:spLocks noGrp="1"/>
          </p:cNvSpPr>
          <p:nvPr>
            <p:ph type="body" sz="quarter" idx="40" hasCustomPrompt="1"/>
          </p:nvPr>
        </p:nvSpPr>
        <p:spPr>
          <a:xfrm>
            <a:off x="11765626" y="128961"/>
            <a:ext cx="26904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Tree>
    <p:extLst>
      <p:ext uri="{BB962C8B-B14F-4D97-AF65-F5344CB8AC3E}">
        <p14:creationId xmlns:p14="http://schemas.microsoft.com/office/powerpoint/2010/main" val="2379306857"/>
      </p:ext>
    </p:extLst>
  </p:cSld>
  <p:clrMapOvr>
    <a:masterClrMapping/>
  </p:clrMapOvr>
  <p:hf sldNum="0" hdr="0" ftr="0" dt="0"/>
</p:sldLayout>
</file>

<file path=ppt/slideLayouts/slideLayout183.xml><?xml version="1.0" encoding="utf-8"?>
<p:sldLayout xmlns:a="http://schemas.openxmlformats.org/drawingml/2006/main" xmlns:r="http://schemas.openxmlformats.org/officeDocument/2006/relationships" xmlns:p="http://schemas.openxmlformats.org/presentationml/2006/main" preserve="1">
  <p:cSld name="Text 1">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8ABFE959-AAB6-76DF-7517-8AE8C424F99C}"/>
              </a:ext>
            </a:extLst>
          </p:cNvPr>
          <p:cNvSpPr>
            <a:spLocks noGrp="1"/>
          </p:cNvSpPr>
          <p:nvPr>
            <p:ph type="title"/>
          </p:nvPr>
        </p:nvSpPr>
        <p:spPr>
          <a:xfrm>
            <a:off x="2402003" y="1916112"/>
            <a:ext cx="7387993" cy="1512887"/>
          </a:xfrm>
        </p:spPr>
        <p:txBody>
          <a:bodyPr wrap="square" anchor="b">
            <a:noAutofit/>
          </a:bodyPr>
          <a:lstStyle>
            <a:lvl1pPr algn="ctr">
              <a:defRPr sz="3200"/>
            </a:lvl1pPr>
          </a:lstStyle>
          <a:p>
            <a:r>
              <a:rPr lang="en-US"/>
              <a:t>Click to edit Master title style</a:t>
            </a:r>
          </a:p>
        </p:txBody>
      </p:sp>
      <p:sp>
        <p:nvSpPr>
          <p:cNvPr id="6" name="Text Placeholder 8">
            <a:extLst>
              <a:ext uri="{FF2B5EF4-FFF2-40B4-BE49-F238E27FC236}">
                <a16:creationId xmlns:a16="http://schemas.microsoft.com/office/drawing/2014/main" id="{B8EC071D-C9EA-D72D-472D-47AC8DAE4AFA}"/>
              </a:ext>
            </a:extLst>
          </p:cNvPr>
          <p:cNvSpPr>
            <a:spLocks noGrp="1"/>
          </p:cNvSpPr>
          <p:nvPr>
            <p:ph type="body" sz="quarter" idx="13"/>
          </p:nvPr>
        </p:nvSpPr>
        <p:spPr>
          <a:xfrm>
            <a:off x="2402003" y="4025468"/>
            <a:ext cx="7387993" cy="916420"/>
          </a:xfrm>
          <a:prstGeom prst="rect">
            <a:avLst/>
          </a:prstGeom>
        </p:spPr>
        <p:txBody>
          <a:bodyPr wrap="square">
            <a:noAutofit/>
          </a:bodyPr>
          <a:lstStyle>
            <a:lvl1pPr algn="ctr">
              <a:defRPr sz="2000"/>
            </a:lvl1pPr>
            <a:lvl2pPr>
              <a:defRPr sz="2000"/>
            </a:lvl2pPr>
            <a:lvl3pPr>
              <a:defRPr sz="2000"/>
            </a:lvl3pPr>
            <a:lvl4pPr>
              <a:defRPr sz="2000"/>
            </a:lvl4pPr>
            <a:lvl5pPr>
              <a:defRPr sz="2000"/>
            </a:lvl5pPr>
          </a:lstStyle>
          <a:p>
            <a:pPr lvl="0"/>
            <a:r>
              <a:rPr lang="en-US"/>
              <a:t>Click to edit Master text styles</a:t>
            </a:r>
          </a:p>
        </p:txBody>
      </p:sp>
      <p:sp>
        <p:nvSpPr>
          <p:cNvPr id="7" name="Date Placeholder 6">
            <a:extLst>
              <a:ext uri="{FF2B5EF4-FFF2-40B4-BE49-F238E27FC236}">
                <a16:creationId xmlns:a16="http://schemas.microsoft.com/office/drawing/2014/main" id="{1C4C92CE-41EC-4D2F-4311-92100A79FE86}"/>
              </a:ext>
            </a:extLst>
          </p:cNvPr>
          <p:cNvSpPr>
            <a:spLocks noGrp="1"/>
          </p:cNvSpPr>
          <p:nvPr>
            <p:ph type="dt" sz="half" idx="14"/>
          </p:nvPr>
        </p:nvSpPr>
        <p:spPr>
          <a:xfrm>
            <a:off x="9809927" y="6650661"/>
            <a:ext cx="1831210" cy="123111"/>
          </a:xfrm>
          <a:prstGeom prst="rect">
            <a:avLst/>
          </a:prstGeom>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8" name="Footer Placeholder 7">
            <a:extLst>
              <a:ext uri="{FF2B5EF4-FFF2-40B4-BE49-F238E27FC236}">
                <a16:creationId xmlns:a16="http://schemas.microsoft.com/office/drawing/2014/main" id="{8C0A6AFF-C176-E59D-2165-DE17D66BCAA1}"/>
              </a:ext>
            </a:extLst>
          </p:cNvPr>
          <p:cNvSpPr>
            <a:spLocks noGrp="1"/>
          </p:cNvSpPr>
          <p:nvPr>
            <p:ph type="ftr" sz="quarter" idx="15"/>
          </p:nvPr>
        </p:nvSpPr>
        <p:spPr>
          <a:xfrm>
            <a:off x="550863" y="6650661"/>
            <a:ext cx="4716524" cy="123111"/>
          </a:xfrm>
          <a:prstGeom prst="rect">
            <a:avLst/>
          </a:prstGeom>
        </p:spPr>
        <p:txBody>
          <a:bodyPr/>
          <a:lstStyle/>
          <a:p>
            <a:pPr>
              <a:spcBef>
                <a:spcPts val="1000"/>
              </a:spcBef>
              <a:buFont typeface="Arial" panose="020B0604020202020204" pitchFamily="34" charset="0"/>
              <a:buNone/>
            </a:pPr>
            <a:r>
              <a:rPr lang="en-US"/>
              <a:t>Presentation Title | Author | Date</a:t>
            </a:r>
          </a:p>
        </p:txBody>
      </p:sp>
      <p:sp>
        <p:nvSpPr>
          <p:cNvPr id="9" name="Slide Number Placeholder 8">
            <a:extLst>
              <a:ext uri="{FF2B5EF4-FFF2-40B4-BE49-F238E27FC236}">
                <a16:creationId xmlns:a16="http://schemas.microsoft.com/office/drawing/2014/main" id="{22B9BB3B-51E8-595D-BE01-2881F99A8D5E}"/>
              </a:ext>
            </a:extLst>
          </p:cNvPr>
          <p:cNvSpPr>
            <a:spLocks noGrp="1"/>
          </p:cNvSpPr>
          <p:nvPr>
            <p:ph type="sldNum" sz="quarter" idx="16"/>
          </p:nvPr>
        </p:nvSpPr>
        <p:spPr>
          <a:xfrm>
            <a:off x="11778341" y="6650661"/>
            <a:ext cx="232665" cy="123111"/>
          </a:xfrm>
          <a:prstGeom prst="rect">
            <a:avLst/>
          </a:prstGeom>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1378701883"/>
      </p:ext>
    </p:extLst>
  </p:cSld>
  <p:clrMapOvr>
    <a:masterClrMapping/>
  </p:clrMapOvr>
  <p:hf sldNum="0" hdr="0" ftr="0" dt="0"/>
</p:sldLayout>
</file>

<file path=ppt/slideLayouts/slideLayout184.xml><?xml version="1.0" encoding="utf-8"?>
<p:sldLayout xmlns:a="http://schemas.openxmlformats.org/drawingml/2006/main" xmlns:r="http://schemas.openxmlformats.org/officeDocument/2006/relationships" xmlns:p="http://schemas.openxmlformats.org/presentationml/2006/main" preserve="1">
  <p:cSld name="Text 2">
    <p:spTree>
      <p:nvGrpSpPr>
        <p:cNvPr id="1" name=""/>
        <p:cNvGrpSpPr/>
        <p:nvPr/>
      </p:nvGrpSpPr>
      <p:grpSpPr>
        <a:xfrm>
          <a:off x="0" y="0"/>
          <a:ext cx="0" cy="0"/>
          <a:chOff x="0" y="0"/>
          <a:chExt cx="0" cy="0"/>
        </a:xfrm>
      </p:grpSpPr>
      <p:sp>
        <p:nvSpPr>
          <p:cNvPr id="3" name="Picture Placeholder 10">
            <a:extLst>
              <a:ext uri="{FF2B5EF4-FFF2-40B4-BE49-F238E27FC236}">
                <a16:creationId xmlns:a16="http://schemas.microsoft.com/office/drawing/2014/main" id="{92A14B44-A6BB-FD7D-633A-78C683F4F269}"/>
              </a:ext>
            </a:extLst>
          </p:cNvPr>
          <p:cNvSpPr>
            <a:spLocks noGrp="1"/>
          </p:cNvSpPr>
          <p:nvPr>
            <p:ph type="pic" sz="quarter" idx="14" hasCustomPrompt="1"/>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sp>
        <p:nvSpPr>
          <p:cNvPr id="5" name="Title 1">
            <a:extLst>
              <a:ext uri="{FF2B5EF4-FFF2-40B4-BE49-F238E27FC236}">
                <a16:creationId xmlns:a16="http://schemas.microsoft.com/office/drawing/2014/main" id="{8ABFE959-AAB6-76DF-7517-8AE8C424F99C}"/>
              </a:ext>
            </a:extLst>
          </p:cNvPr>
          <p:cNvSpPr>
            <a:spLocks noGrp="1"/>
          </p:cNvSpPr>
          <p:nvPr>
            <p:ph type="title"/>
          </p:nvPr>
        </p:nvSpPr>
        <p:spPr>
          <a:xfrm>
            <a:off x="2402003" y="1916112"/>
            <a:ext cx="7387993" cy="1512887"/>
          </a:xfrm>
        </p:spPr>
        <p:txBody>
          <a:bodyPr wrap="square" anchor="b">
            <a:noAutofit/>
          </a:bodyPr>
          <a:lstStyle>
            <a:lvl1pPr algn="ctr">
              <a:defRPr sz="3200">
                <a:solidFill>
                  <a:schemeClr val="bg1"/>
                </a:solidFill>
                <a:effectLst>
                  <a:outerShdw blurRad="1016000" dir="5400000" algn="ctr" rotWithShape="0">
                    <a:schemeClr val="tx1">
                      <a:alpha val="49641"/>
                    </a:schemeClr>
                  </a:outerShdw>
                </a:effectLst>
              </a:defRPr>
            </a:lvl1pPr>
          </a:lstStyle>
          <a:p>
            <a:r>
              <a:rPr lang="en-US"/>
              <a:t>Click to edit Master title style</a:t>
            </a:r>
          </a:p>
        </p:txBody>
      </p:sp>
      <p:sp>
        <p:nvSpPr>
          <p:cNvPr id="6" name="Text Placeholder 8">
            <a:extLst>
              <a:ext uri="{FF2B5EF4-FFF2-40B4-BE49-F238E27FC236}">
                <a16:creationId xmlns:a16="http://schemas.microsoft.com/office/drawing/2014/main" id="{B8EC071D-C9EA-D72D-472D-47AC8DAE4AFA}"/>
              </a:ext>
            </a:extLst>
          </p:cNvPr>
          <p:cNvSpPr>
            <a:spLocks noGrp="1"/>
          </p:cNvSpPr>
          <p:nvPr>
            <p:ph type="body" sz="quarter" idx="13"/>
          </p:nvPr>
        </p:nvSpPr>
        <p:spPr>
          <a:xfrm>
            <a:off x="2402003" y="4025468"/>
            <a:ext cx="7387993" cy="916420"/>
          </a:xfrm>
          <a:prstGeom prst="rect">
            <a:avLst/>
          </a:prstGeom>
        </p:spPr>
        <p:txBody>
          <a:bodyPr wrap="square">
            <a:noAutofit/>
          </a:bodyPr>
          <a:lstStyle>
            <a:lvl1pPr algn="ctr">
              <a:defRPr sz="2000">
                <a:solidFill>
                  <a:schemeClr val="bg1"/>
                </a:solidFill>
              </a:defRPr>
            </a:lvl1pPr>
            <a:lvl2pPr>
              <a:defRPr sz="2000"/>
            </a:lvl2pPr>
            <a:lvl3pPr>
              <a:defRPr sz="2000"/>
            </a:lvl3pPr>
            <a:lvl4pPr>
              <a:defRPr sz="2000"/>
            </a:lvl4pPr>
            <a:lvl5pPr>
              <a:defRPr sz="2000"/>
            </a:lvl5pPr>
          </a:lstStyle>
          <a:p>
            <a:pPr lvl="0"/>
            <a:r>
              <a:rPr lang="en-US"/>
              <a:t>Click to edit Master text styles</a:t>
            </a:r>
          </a:p>
        </p:txBody>
      </p:sp>
      <p:sp>
        <p:nvSpPr>
          <p:cNvPr id="8" name="Date Placeholder 7">
            <a:extLst>
              <a:ext uri="{FF2B5EF4-FFF2-40B4-BE49-F238E27FC236}">
                <a16:creationId xmlns:a16="http://schemas.microsoft.com/office/drawing/2014/main" id="{A113035B-9AB2-FCA1-E3D6-B54ADD883094}"/>
              </a:ext>
            </a:extLst>
          </p:cNvPr>
          <p:cNvSpPr>
            <a:spLocks noGrp="1"/>
          </p:cNvSpPr>
          <p:nvPr>
            <p:ph type="dt" sz="half" idx="15"/>
          </p:nvPr>
        </p:nvSpPr>
        <p:spPr>
          <a:xfrm>
            <a:off x="9809927" y="6650661"/>
            <a:ext cx="1831210" cy="123111"/>
          </a:xfrm>
          <a:prstGeom prst="rect">
            <a:avLst/>
          </a:prstGeom>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9" name="Footer Placeholder 8">
            <a:extLst>
              <a:ext uri="{FF2B5EF4-FFF2-40B4-BE49-F238E27FC236}">
                <a16:creationId xmlns:a16="http://schemas.microsoft.com/office/drawing/2014/main" id="{6C422829-3285-536E-9A1D-C1461DD7772E}"/>
              </a:ext>
            </a:extLst>
          </p:cNvPr>
          <p:cNvSpPr>
            <a:spLocks noGrp="1"/>
          </p:cNvSpPr>
          <p:nvPr>
            <p:ph type="ftr" sz="quarter" idx="16"/>
          </p:nvPr>
        </p:nvSpPr>
        <p:spPr>
          <a:xfrm>
            <a:off x="550863" y="6650661"/>
            <a:ext cx="4716524" cy="123111"/>
          </a:xfrm>
          <a:prstGeom prst="rect">
            <a:avLst/>
          </a:prstGeom>
        </p:spPr>
        <p:txBody>
          <a:bodyPr/>
          <a:lstStyle/>
          <a:p>
            <a:pPr>
              <a:spcBef>
                <a:spcPts val="1000"/>
              </a:spcBef>
              <a:buFont typeface="Arial" panose="020B0604020202020204" pitchFamily="34" charset="0"/>
              <a:buNone/>
            </a:pPr>
            <a:r>
              <a:rPr lang="en-US"/>
              <a:t>Presentation Title | Author | Date</a:t>
            </a:r>
          </a:p>
        </p:txBody>
      </p:sp>
      <p:sp>
        <p:nvSpPr>
          <p:cNvPr id="14" name="Slide Number Placeholder 13">
            <a:extLst>
              <a:ext uri="{FF2B5EF4-FFF2-40B4-BE49-F238E27FC236}">
                <a16:creationId xmlns:a16="http://schemas.microsoft.com/office/drawing/2014/main" id="{F8824F2D-932D-C110-76B1-E57FB6242005}"/>
              </a:ext>
            </a:extLst>
          </p:cNvPr>
          <p:cNvSpPr>
            <a:spLocks noGrp="1"/>
          </p:cNvSpPr>
          <p:nvPr>
            <p:ph type="sldNum" sz="quarter" idx="17"/>
          </p:nvPr>
        </p:nvSpPr>
        <p:spPr>
          <a:xfrm>
            <a:off x="11778341" y="6650661"/>
            <a:ext cx="232665" cy="123111"/>
          </a:xfrm>
          <a:prstGeom prst="rect">
            <a:avLst/>
          </a:prstGeom>
        </p:spPr>
        <p:txBody>
          <a:bodyPr/>
          <a:lstStyle/>
          <a:p>
            <a:pPr algn="r"/>
            <a:fld id="{5D9A5160-6218-4E5A-B9E6-B93E3DAE377C}" type="slidenum">
              <a:rPr lang="en-US" smtClean="0"/>
              <a:pPr algn="r"/>
              <a:t>‹#›</a:t>
            </a:fld>
            <a:endParaRPr lang="en-US"/>
          </a:p>
        </p:txBody>
      </p:sp>
      <p:sp>
        <p:nvSpPr>
          <p:cNvPr id="2" name="Logo Placeholder 7">
            <a:extLst>
              <a:ext uri="{FF2B5EF4-FFF2-40B4-BE49-F238E27FC236}">
                <a16:creationId xmlns:a16="http://schemas.microsoft.com/office/drawing/2014/main" id="{F2C6038E-E13F-AE5B-E1D9-974A91E4E127}"/>
              </a:ext>
            </a:extLst>
          </p:cNvPr>
          <p:cNvSpPr>
            <a:spLocks noGrp="1"/>
          </p:cNvSpPr>
          <p:nvPr>
            <p:ph type="body" sz="quarter" idx="40" hasCustomPrompt="1"/>
          </p:nvPr>
        </p:nvSpPr>
        <p:spPr>
          <a:xfrm>
            <a:off x="11765626" y="128961"/>
            <a:ext cx="26904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Tree>
    <p:extLst>
      <p:ext uri="{BB962C8B-B14F-4D97-AF65-F5344CB8AC3E}">
        <p14:creationId xmlns:p14="http://schemas.microsoft.com/office/powerpoint/2010/main" val="2656921988"/>
      </p:ext>
    </p:extLst>
  </p:cSld>
  <p:clrMapOvr>
    <a:masterClrMapping/>
  </p:clrMapOvr>
  <p:hf sldNum="0" hdr="0" ftr="0" dt="0"/>
</p:sldLayout>
</file>

<file path=ppt/slideLayouts/slideLayout185.xml><?xml version="1.0" encoding="utf-8"?>
<p:sldLayout xmlns:a="http://schemas.openxmlformats.org/drawingml/2006/main" xmlns:r="http://schemas.openxmlformats.org/officeDocument/2006/relationships" xmlns:p="http://schemas.openxmlformats.org/presentationml/2006/main" preserve="1">
  <p:cSld name="Conclusion 1">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F50CBB0B-9D54-C4B7-F774-A406AEB759DC}"/>
              </a:ext>
            </a:extLst>
          </p:cNvPr>
          <p:cNvSpPr>
            <a:spLocks noGrp="1"/>
          </p:cNvSpPr>
          <p:nvPr>
            <p:ph type="title"/>
          </p:nvPr>
        </p:nvSpPr>
        <p:spPr>
          <a:xfrm>
            <a:off x="550863" y="2154596"/>
            <a:ext cx="4170329" cy="2737444"/>
          </a:xfrm>
        </p:spPr>
        <p:txBody>
          <a:bodyPr anchor="t">
            <a:noAutofit/>
          </a:bodyPr>
          <a:lstStyle>
            <a:lvl1pPr>
              <a:defRPr sz="4800"/>
            </a:lvl1pPr>
          </a:lstStyle>
          <a:p>
            <a:r>
              <a:rPr lang="en-US"/>
              <a:t>Click to edit Master title style</a:t>
            </a:r>
          </a:p>
        </p:txBody>
      </p:sp>
      <p:sp>
        <p:nvSpPr>
          <p:cNvPr id="14" name="Content Placeholder 3">
            <a:extLst>
              <a:ext uri="{FF2B5EF4-FFF2-40B4-BE49-F238E27FC236}">
                <a16:creationId xmlns:a16="http://schemas.microsoft.com/office/drawing/2014/main" id="{D898CD75-E929-80D9-7E35-D845DA59F5F4}"/>
              </a:ext>
            </a:extLst>
          </p:cNvPr>
          <p:cNvSpPr>
            <a:spLocks noGrp="1"/>
          </p:cNvSpPr>
          <p:nvPr>
            <p:ph sz="quarter" idx="17"/>
          </p:nvPr>
        </p:nvSpPr>
        <p:spPr>
          <a:xfrm>
            <a:off x="6096000" y="2154597"/>
            <a:ext cx="5524500" cy="4154128"/>
          </a:xfrm>
          <a:prstGeom prst="rect">
            <a:avLst/>
          </a:prstGeom>
        </p:spPr>
        <p:txBody>
          <a:bodyPr/>
          <a:lstStyle>
            <a:lvl1pPr>
              <a:defRPr sz="2000"/>
            </a:lvl1pPr>
            <a:lvl2pPr>
              <a:defRPr sz="2000"/>
            </a:lvl2pPr>
            <a:lvl3pPr>
              <a:defRPr sz="2000"/>
            </a:lvl3pPr>
            <a:lvl4pPr>
              <a:defRPr sz="2000"/>
            </a:lvl4pPr>
            <a:lvl5pP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3" name="Date Placeholder 2">
            <a:extLst>
              <a:ext uri="{FF2B5EF4-FFF2-40B4-BE49-F238E27FC236}">
                <a16:creationId xmlns:a16="http://schemas.microsoft.com/office/drawing/2014/main" id="{DDEDA374-C587-779E-8AE1-6CD7F4553941}"/>
              </a:ext>
            </a:extLst>
          </p:cNvPr>
          <p:cNvSpPr>
            <a:spLocks noGrp="1"/>
          </p:cNvSpPr>
          <p:nvPr>
            <p:ph type="dt" sz="half" idx="18"/>
          </p:nvPr>
        </p:nvSpPr>
        <p:spPr>
          <a:xfrm>
            <a:off x="9809927" y="6650661"/>
            <a:ext cx="1831210" cy="123111"/>
          </a:xfrm>
          <a:prstGeom prst="rect">
            <a:avLst/>
          </a:prstGeom>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4" name="Footer Placeholder 3">
            <a:extLst>
              <a:ext uri="{FF2B5EF4-FFF2-40B4-BE49-F238E27FC236}">
                <a16:creationId xmlns:a16="http://schemas.microsoft.com/office/drawing/2014/main" id="{1A46EF84-E452-DF73-A462-F323675455D6}"/>
              </a:ext>
            </a:extLst>
          </p:cNvPr>
          <p:cNvSpPr>
            <a:spLocks noGrp="1"/>
          </p:cNvSpPr>
          <p:nvPr>
            <p:ph type="ftr" sz="quarter" idx="19"/>
          </p:nvPr>
        </p:nvSpPr>
        <p:spPr>
          <a:xfrm>
            <a:off x="550863" y="6650661"/>
            <a:ext cx="4716524" cy="123111"/>
          </a:xfrm>
          <a:prstGeom prst="rect">
            <a:avLst/>
          </a:prstGeom>
        </p:spPr>
        <p:txBody>
          <a:bodyPr/>
          <a:lstStyle/>
          <a:p>
            <a:pPr>
              <a:spcBef>
                <a:spcPts val="1000"/>
              </a:spcBef>
              <a:buFont typeface="Arial" panose="020B0604020202020204" pitchFamily="34" charset="0"/>
              <a:buNone/>
            </a:pPr>
            <a:r>
              <a:rPr lang="en-US"/>
              <a:t>Presentation Title | Author | Date</a:t>
            </a:r>
          </a:p>
        </p:txBody>
      </p:sp>
      <p:sp>
        <p:nvSpPr>
          <p:cNvPr id="5" name="Slide Number Placeholder 4">
            <a:extLst>
              <a:ext uri="{FF2B5EF4-FFF2-40B4-BE49-F238E27FC236}">
                <a16:creationId xmlns:a16="http://schemas.microsoft.com/office/drawing/2014/main" id="{70216EAB-E162-DA2D-EE00-98D4A5012C1D}"/>
              </a:ext>
            </a:extLst>
          </p:cNvPr>
          <p:cNvSpPr>
            <a:spLocks noGrp="1"/>
          </p:cNvSpPr>
          <p:nvPr>
            <p:ph type="sldNum" sz="quarter" idx="20"/>
          </p:nvPr>
        </p:nvSpPr>
        <p:spPr>
          <a:xfrm>
            <a:off x="11778341" y="6650661"/>
            <a:ext cx="232665" cy="123111"/>
          </a:xfrm>
          <a:prstGeom prst="rect">
            <a:avLst/>
          </a:prstGeom>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336636743"/>
      </p:ext>
    </p:extLst>
  </p:cSld>
  <p:clrMapOvr>
    <a:masterClrMapping/>
  </p:clrMapOvr>
  <p:hf sldNum="0" hdr="0" ftr="0" dt="0"/>
</p:sldLayout>
</file>

<file path=ppt/slideLayouts/slideLayout186.xml><?xml version="1.0" encoding="utf-8"?>
<p:sldLayout xmlns:a="http://schemas.openxmlformats.org/drawingml/2006/main" xmlns:r="http://schemas.openxmlformats.org/officeDocument/2006/relationships" xmlns:p="http://schemas.openxmlformats.org/presentationml/2006/main" preserve="1">
  <p:cSld name="Conclusion 1 Photo">
    <p:spTree>
      <p:nvGrpSpPr>
        <p:cNvPr id="1" name=""/>
        <p:cNvGrpSpPr/>
        <p:nvPr/>
      </p:nvGrpSpPr>
      <p:grpSpPr>
        <a:xfrm>
          <a:off x="0" y="0"/>
          <a:ext cx="0" cy="0"/>
          <a:chOff x="0" y="0"/>
          <a:chExt cx="0" cy="0"/>
        </a:xfrm>
      </p:grpSpPr>
      <p:sp>
        <p:nvSpPr>
          <p:cNvPr id="12" name="Picture Placeholder 10">
            <a:extLst>
              <a:ext uri="{FF2B5EF4-FFF2-40B4-BE49-F238E27FC236}">
                <a16:creationId xmlns:a16="http://schemas.microsoft.com/office/drawing/2014/main" id="{1C08FB90-AF58-85B5-3914-77B3471EE049}"/>
              </a:ext>
            </a:extLst>
          </p:cNvPr>
          <p:cNvSpPr>
            <a:spLocks noGrp="1"/>
          </p:cNvSpPr>
          <p:nvPr>
            <p:ph type="pic" sz="quarter" idx="13" hasCustomPrompt="1"/>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sp>
        <p:nvSpPr>
          <p:cNvPr id="21" name="Title 1">
            <a:extLst>
              <a:ext uri="{FF2B5EF4-FFF2-40B4-BE49-F238E27FC236}">
                <a16:creationId xmlns:a16="http://schemas.microsoft.com/office/drawing/2014/main" id="{28231349-D5BA-64A4-A1C7-EDC789C8DEEB}"/>
              </a:ext>
            </a:extLst>
          </p:cNvPr>
          <p:cNvSpPr>
            <a:spLocks noGrp="1"/>
          </p:cNvSpPr>
          <p:nvPr>
            <p:ph type="title"/>
          </p:nvPr>
        </p:nvSpPr>
        <p:spPr>
          <a:xfrm>
            <a:off x="550863" y="2154596"/>
            <a:ext cx="4170329" cy="2737444"/>
          </a:xfrm>
        </p:spPr>
        <p:txBody>
          <a:bodyPr anchor="t">
            <a:noAutofit/>
          </a:bodyPr>
          <a:lstStyle>
            <a:lvl1pPr>
              <a:defRPr sz="4800"/>
            </a:lvl1pPr>
          </a:lstStyle>
          <a:p>
            <a:r>
              <a:rPr lang="en-US"/>
              <a:t>Click to edit Master title style</a:t>
            </a:r>
          </a:p>
        </p:txBody>
      </p:sp>
      <p:sp>
        <p:nvSpPr>
          <p:cNvPr id="22" name="Content Placeholder 3">
            <a:extLst>
              <a:ext uri="{FF2B5EF4-FFF2-40B4-BE49-F238E27FC236}">
                <a16:creationId xmlns:a16="http://schemas.microsoft.com/office/drawing/2014/main" id="{6B455CB3-CA48-68B3-77F6-EB2C98EE7BD0}"/>
              </a:ext>
            </a:extLst>
          </p:cNvPr>
          <p:cNvSpPr>
            <a:spLocks noGrp="1"/>
          </p:cNvSpPr>
          <p:nvPr>
            <p:ph sz="quarter" idx="17"/>
          </p:nvPr>
        </p:nvSpPr>
        <p:spPr>
          <a:xfrm>
            <a:off x="6096000" y="2154597"/>
            <a:ext cx="5524500" cy="4154128"/>
          </a:xfrm>
          <a:prstGeom prst="rect">
            <a:avLst/>
          </a:prstGeom>
        </p:spPr>
        <p:txBody>
          <a:bodyPr/>
          <a:lstStyle>
            <a:lvl1pPr>
              <a:defRPr sz="2000"/>
            </a:lvl1pPr>
            <a:lvl2pPr>
              <a:defRPr sz="2000"/>
            </a:lvl2pPr>
            <a:lvl3pPr>
              <a:defRPr sz="2000"/>
            </a:lvl3pPr>
            <a:lvl4pPr>
              <a:defRPr sz="2000"/>
            </a:lvl4pPr>
            <a:lvl5pP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6" name="Date Placeholder 5">
            <a:extLst>
              <a:ext uri="{FF2B5EF4-FFF2-40B4-BE49-F238E27FC236}">
                <a16:creationId xmlns:a16="http://schemas.microsoft.com/office/drawing/2014/main" id="{A8F2C4DE-6A1C-4BAF-CEDB-0741A198E0C1}"/>
              </a:ext>
            </a:extLst>
          </p:cNvPr>
          <p:cNvSpPr>
            <a:spLocks noGrp="1"/>
          </p:cNvSpPr>
          <p:nvPr>
            <p:ph type="dt" sz="half" idx="18"/>
          </p:nvPr>
        </p:nvSpPr>
        <p:spPr>
          <a:xfrm>
            <a:off x="9809927" y="6650661"/>
            <a:ext cx="1831210" cy="123111"/>
          </a:xfrm>
          <a:prstGeom prst="rect">
            <a:avLst/>
          </a:prstGeom>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7" name="Footer Placeholder 6">
            <a:extLst>
              <a:ext uri="{FF2B5EF4-FFF2-40B4-BE49-F238E27FC236}">
                <a16:creationId xmlns:a16="http://schemas.microsoft.com/office/drawing/2014/main" id="{B5A666D7-760F-C3E7-2C45-537A38AB18BC}"/>
              </a:ext>
            </a:extLst>
          </p:cNvPr>
          <p:cNvSpPr>
            <a:spLocks noGrp="1"/>
          </p:cNvSpPr>
          <p:nvPr>
            <p:ph type="ftr" sz="quarter" idx="19"/>
          </p:nvPr>
        </p:nvSpPr>
        <p:spPr>
          <a:xfrm>
            <a:off x="550863" y="6650661"/>
            <a:ext cx="4716524" cy="123111"/>
          </a:xfrm>
          <a:prstGeom prst="rect">
            <a:avLst/>
          </a:prstGeom>
        </p:spPr>
        <p:txBody>
          <a:bodyPr/>
          <a:lstStyle/>
          <a:p>
            <a:pPr>
              <a:spcBef>
                <a:spcPts val="1000"/>
              </a:spcBef>
              <a:buFont typeface="Arial" panose="020B0604020202020204" pitchFamily="34" charset="0"/>
              <a:buNone/>
            </a:pPr>
            <a:r>
              <a:rPr lang="en-US"/>
              <a:t>Presentation Title | Author | Date</a:t>
            </a:r>
          </a:p>
        </p:txBody>
      </p:sp>
      <p:sp>
        <p:nvSpPr>
          <p:cNvPr id="8" name="Slide Number Placeholder 7">
            <a:extLst>
              <a:ext uri="{FF2B5EF4-FFF2-40B4-BE49-F238E27FC236}">
                <a16:creationId xmlns:a16="http://schemas.microsoft.com/office/drawing/2014/main" id="{94953DC7-FBD0-D234-515C-B70C65FA03DD}"/>
              </a:ext>
            </a:extLst>
          </p:cNvPr>
          <p:cNvSpPr>
            <a:spLocks noGrp="1"/>
          </p:cNvSpPr>
          <p:nvPr>
            <p:ph type="sldNum" sz="quarter" idx="20"/>
          </p:nvPr>
        </p:nvSpPr>
        <p:spPr>
          <a:xfrm>
            <a:off x="11778341" y="6650661"/>
            <a:ext cx="232665" cy="123111"/>
          </a:xfrm>
          <a:prstGeom prst="rect">
            <a:avLst/>
          </a:prstGeom>
        </p:spPr>
        <p:txBody>
          <a:bodyPr/>
          <a:lstStyle/>
          <a:p>
            <a:pPr algn="r"/>
            <a:fld id="{5D9A5160-6218-4E5A-B9E6-B93E3DAE377C}" type="slidenum">
              <a:rPr lang="en-US" smtClean="0"/>
              <a:pPr algn="r"/>
              <a:t>‹#›</a:t>
            </a:fld>
            <a:endParaRPr lang="en-US"/>
          </a:p>
        </p:txBody>
      </p:sp>
      <p:sp>
        <p:nvSpPr>
          <p:cNvPr id="2" name="Logo Placeholder 7">
            <a:extLst>
              <a:ext uri="{FF2B5EF4-FFF2-40B4-BE49-F238E27FC236}">
                <a16:creationId xmlns:a16="http://schemas.microsoft.com/office/drawing/2014/main" id="{5459D9FD-10B1-F1DE-30EA-A0D3AFDA68E8}"/>
              </a:ext>
            </a:extLst>
          </p:cNvPr>
          <p:cNvSpPr>
            <a:spLocks noGrp="1"/>
          </p:cNvSpPr>
          <p:nvPr>
            <p:ph type="body" sz="quarter" idx="40" hasCustomPrompt="1"/>
          </p:nvPr>
        </p:nvSpPr>
        <p:spPr>
          <a:xfrm>
            <a:off x="11765626" y="128961"/>
            <a:ext cx="26904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Tree>
    <p:extLst>
      <p:ext uri="{BB962C8B-B14F-4D97-AF65-F5344CB8AC3E}">
        <p14:creationId xmlns:p14="http://schemas.microsoft.com/office/powerpoint/2010/main" val="3252395741"/>
      </p:ext>
    </p:extLst>
  </p:cSld>
  <p:clrMapOvr>
    <a:masterClrMapping/>
  </p:clrMapOvr>
  <p:hf sldNum="0" hdr="0" ftr="0" dt="0"/>
</p:sldLayout>
</file>

<file path=ppt/slideLayouts/slideLayout187.xml><?xml version="1.0" encoding="utf-8"?>
<p:sldLayout xmlns:a="http://schemas.openxmlformats.org/drawingml/2006/main" xmlns:r="http://schemas.openxmlformats.org/officeDocument/2006/relationships" xmlns:p="http://schemas.openxmlformats.org/presentationml/2006/main" preserve="1">
  <p:cSld name="Conclusion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481328" y="1517904"/>
            <a:ext cx="3685032" cy="3185499"/>
          </a:xfrm>
        </p:spPr>
        <p:txBody>
          <a:bodyPr anchor="t">
            <a:noAutofit/>
          </a:bodyPr>
          <a:lstStyle>
            <a:lvl1pPr>
              <a:defRPr sz="2400"/>
            </a:lvl1pPr>
          </a:lstStyle>
          <a:p>
            <a:r>
              <a:rPr lang="en-US"/>
              <a:t>Click to edit Master title style</a:t>
            </a:r>
          </a:p>
        </p:txBody>
      </p:sp>
      <p:sp>
        <p:nvSpPr>
          <p:cNvPr id="4" name="Content Placeholder 3">
            <a:extLst>
              <a:ext uri="{FF2B5EF4-FFF2-40B4-BE49-F238E27FC236}">
                <a16:creationId xmlns:a16="http://schemas.microsoft.com/office/drawing/2014/main" id="{64F9B09F-7191-4FCF-3B0D-173D1B5BE8AA}"/>
              </a:ext>
            </a:extLst>
          </p:cNvPr>
          <p:cNvSpPr>
            <a:spLocks noGrp="1"/>
          </p:cNvSpPr>
          <p:nvPr>
            <p:ph sz="quarter" idx="17"/>
          </p:nvPr>
        </p:nvSpPr>
        <p:spPr>
          <a:xfrm>
            <a:off x="7949096" y="4882895"/>
            <a:ext cx="3671404" cy="1425829"/>
          </a:xfrm>
          <a:prstGeom prst="rect">
            <a:avLst/>
          </a:prstGeom>
        </p:spPr>
        <p:txBody>
          <a:bodyPr/>
          <a:lstStyle>
            <a:lvl1pPr>
              <a:defRPr sz="3200"/>
            </a:lvl1pPr>
            <a:lvl2pPr>
              <a:defRPr sz="3200"/>
            </a:lvl2pPr>
            <a:lvl3pPr>
              <a:defRPr sz="3200"/>
            </a:lvl3pPr>
            <a:lvl4pPr>
              <a:defRPr sz="3200"/>
            </a:lvl4pPr>
            <a:lvl5pPr>
              <a:defRPr sz="3200"/>
            </a:lvl5pPr>
          </a:lstStyle>
          <a:p>
            <a:pPr lvl="0"/>
            <a:r>
              <a:rPr lang="en-US"/>
              <a:t>Click to edit Master text styles</a:t>
            </a:r>
          </a:p>
        </p:txBody>
      </p:sp>
      <p:sp>
        <p:nvSpPr>
          <p:cNvPr id="5" name="Date Placeholder 4">
            <a:extLst>
              <a:ext uri="{FF2B5EF4-FFF2-40B4-BE49-F238E27FC236}">
                <a16:creationId xmlns:a16="http://schemas.microsoft.com/office/drawing/2014/main" id="{958CA01C-7827-82F6-2479-87C946BAD318}"/>
              </a:ext>
            </a:extLst>
          </p:cNvPr>
          <p:cNvSpPr>
            <a:spLocks noGrp="1"/>
          </p:cNvSpPr>
          <p:nvPr>
            <p:ph type="dt" sz="half" idx="18"/>
          </p:nvPr>
        </p:nvSpPr>
        <p:spPr>
          <a:xfrm>
            <a:off x="9809927" y="6650661"/>
            <a:ext cx="1831210" cy="123111"/>
          </a:xfrm>
          <a:prstGeom prst="rect">
            <a:avLst/>
          </a:prstGeom>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6" name="Footer Placeholder 5">
            <a:extLst>
              <a:ext uri="{FF2B5EF4-FFF2-40B4-BE49-F238E27FC236}">
                <a16:creationId xmlns:a16="http://schemas.microsoft.com/office/drawing/2014/main" id="{F5A9AE5F-A9DC-699F-D478-39BC3367EDFE}"/>
              </a:ext>
            </a:extLst>
          </p:cNvPr>
          <p:cNvSpPr>
            <a:spLocks noGrp="1"/>
          </p:cNvSpPr>
          <p:nvPr>
            <p:ph type="ftr" sz="quarter" idx="19"/>
          </p:nvPr>
        </p:nvSpPr>
        <p:spPr>
          <a:xfrm>
            <a:off x="550863" y="6650661"/>
            <a:ext cx="4716524" cy="123111"/>
          </a:xfrm>
          <a:prstGeom prst="rect">
            <a:avLst/>
          </a:prstGeom>
        </p:spPr>
        <p:txBody>
          <a:bodyPr/>
          <a:lstStyle/>
          <a:p>
            <a:pPr>
              <a:spcBef>
                <a:spcPts val="1000"/>
              </a:spcBef>
              <a:buFont typeface="Arial" panose="020B0604020202020204" pitchFamily="34" charset="0"/>
              <a:buNone/>
            </a:pPr>
            <a:r>
              <a:rPr lang="en-US"/>
              <a:t>Presentation Title | Author | Date</a:t>
            </a:r>
          </a:p>
        </p:txBody>
      </p:sp>
      <p:sp>
        <p:nvSpPr>
          <p:cNvPr id="7" name="Slide Number Placeholder 6">
            <a:extLst>
              <a:ext uri="{FF2B5EF4-FFF2-40B4-BE49-F238E27FC236}">
                <a16:creationId xmlns:a16="http://schemas.microsoft.com/office/drawing/2014/main" id="{23C200B6-39EA-19E8-344A-F12A2E6EBA26}"/>
              </a:ext>
            </a:extLst>
          </p:cNvPr>
          <p:cNvSpPr>
            <a:spLocks noGrp="1"/>
          </p:cNvSpPr>
          <p:nvPr>
            <p:ph type="sldNum" sz="quarter" idx="20"/>
          </p:nvPr>
        </p:nvSpPr>
        <p:spPr>
          <a:xfrm>
            <a:off x="11778341" y="6650661"/>
            <a:ext cx="232665" cy="123111"/>
          </a:xfrm>
          <a:prstGeom prst="rect">
            <a:avLst/>
          </a:prstGeom>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338577420"/>
      </p:ext>
    </p:extLst>
  </p:cSld>
  <p:clrMapOvr>
    <a:masterClrMapping/>
  </p:clrMapOvr>
  <p:hf sldNum="0" hdr="0" ftr="0" dt="0"/>
</p:sldLayout>
</file>

<file path=ppt/slideLayouts/slideLayout188.xml><?xml version="1.0" encoding="utf-8"?>
<p:sldLayout xmlns:a="http://schemas.openxmlformats.org/drawingml/2006/main" xmlns:r="http://schemas.openxmlformats.org/officeDocument/2006/relationships" xmlns:p="http://schemas.openxmlformats.org/presentationml/2006/main" preserve="1">
  <p:cSld name="Conclusion 2 Photo">
    <p:spTree>
      <p:nvGrpSpPr>
        <p:cNvPr id="1" name=""/>
        <p:cNvGrpSpPr/>
        <p:nvPr/>
      </p:nvGrpSpPr>
      <p:grpSpPr>
        <a:xfrm>
          <a:off x="0" y="0"/>
          <a:ext cx="0" cy="0"/>
          <a:chOff x="0" y="0"/>
          <a:chExt cx="0" cy="0"/>
        </a:xfrm>
      </p:grpSpPr>
      <p:sp>
        <p:nvSpPr>
          <p:cNvPr id="3" name="Picture Placeholder 10">
            <a:extLst>
              <a:ext uri="{FF2B5EF4-FFF2-40B4-BE49-F238E27FC236}">
                <a16:creationId xmlns:a16="http://schemas.microsoft.com/office/drawing/2014/main" id="{B4DEBDB5-5781-B892-9D45-BC7289836339}"/>
              </a:ext>
            </a:extLst>
          </p:cNvPr>
          <p:cNvSpPr>
            <a:spLocks noGrp="1"/>
          </p:cNvSpPr>
          <p:nvPr>
            <p:ph type="pic" sz="quarter" idx="13" hasCustomPrompt="1"/>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481328" y="1517904"/>
            <a:ext cx="3685032" cy="3185499"/>
          </a:xfrm>
        </p:spPr>
        <p:txBody>
          <a:bodyPr anchor="t">
            <a:noAutofit/>
          </a:bodyPr>
          <a:lstStyle>
            <a:lvl1pPr>
              <a:defRPr sz="2400">
                <a:solidFill>
                  <a:schemeClr val="bg1"/>
                </a:solidFill>
              </a:defRPr>
            </a:lvl1pPr>
          </a:lstStyle>
          <a:p>
            <a:r>
              <a:rPr lang="en-US"/>
              <a:t>Click to edit Master title style</a:t>
            </a:r>
          </a:p>
        </p:txBody>
      </p:sp>
      <p:sp>
        <p:nvSpPr>
          <p:cNvPr id="4" name="Content Placeholder 3">
            <a:extLst>
              <a:ext uri="{FF2B5EF4-FFF2-40B4-BE49-F238E27FC236}">
                <a16:creationId xmlns:a16="http://schemas.microsoft.com/office/drawing/2014/main" id="{64F9B09F-7191-4FCF-3B0D-173D1B5BE8AA}"/>
              </a:ext>
            </a:extLst>
          </p:cNvPr>
          <p:cNvSpPr>
            <a:spLocks noGrp="1"/>
          </p:cNvSpPr>
          <p:nvPr>
            <p:ph sz="quarter" idx="17"/>
          </p:nvPr>
        </p:nvSpPr>
        <p:spPr>
          <a:xfrm>
            <a:off x="7949096" y="4882895"/>
            <a:ext cx="3671404" cy="1425829"/>
          </a:xfrm>
          <a:prstGeom prst="rect">
            <a:avLst/>
          </a:prstGeom>
        </p:spPr>
        <p:txBody>
          <a:bodyPr/>
          <a:lstStyle>
            <a:lvl1pPr>
              <a:defRPr sz="3200">
                <a:solidFill>
                  <a:schemeClr val="bg1"/>
                </a:solidFill>
              </a:defRPr>
            </a:lvl1pPr>
            <a:lvl2pPr>
              <a:defRPr sz="3200"/>
            </a:lvl2pPr>
            <a:lvl3pPr>
              <a:defRPr sz="3200"/>
            </a:lvl3pPr>
            <a:lvl4pPr>
              <a:defRPr sz="3200"/>
            </a:lvl4pPr>
            <a:lvl5pPr>
              <a:defRPr sz="3200"/>
            </a:lvl5pPr>
          </a:lstStyle>
          <a:p>
            <a:pPr lvl="0"/>
            <a:r>
              <a:rPr lang="en-US"/>
              <a:t>Click to edit Master text styles</a:t>
            </a:r>
          </a:p>
        </p:txBody>
      </p:sp>
      <p:sp>
        <p:nvSpPr>
          <p:cNvPr id="6" name="Date Placeholder 5">
            <a:extLst>
              <a:ext uri="{FF2B5EF4-FFF2-40B4-BE49-F238E27FC236}">
                <a16:creationId xmlns:a16="http://schemas.microsoft.com/office/drawing/2014/main" id="{EAED4CBA-FED0-60CF-6658-5821F1968589}"/>
              </a:ext>
            </a:extLst>
          </p:cNvPr>
          <p:cNvSpPr>
            <a:spLocks noGrp="1"/>
          </p:cNvSpPr>
          <p:nvPr>
            <p:ph type="dt" sz="half" idx="18"/>
          </p:nvPr>
        </p:nvSpPr>
        <p:spPr>
          <a:xfrm>
            <a:off x="9809927" y="6650661"/>
            <a:ext cx="1831210" cy="123111"/>
          </a:xfrm>
          <a:prstGeom prst="rect">
            <a:avLst/>
          </a:prstGeom>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7" name="Footer Placeholder 6">
            <a:extLst>
              <a:ext uri="{FF2B5EF4-FFF2-40B4-BE49-F238E27FC236}">
                <a16:creationId xmlns:a16="http://schemas.microsoft.com/office/drawing/2014/main" id="{973E460F-1F60-3564-8377-BF259B8D5F20}"/>
              </a:ext>
            </a:extLst>
          </p:cNvPr>
          <p:cNvSpPr>
            <a:spLocks noGrp="1"/>
          </p:cNvSpPr>
          <p:nvPr>
            <p:ph type="ftr" sz="quarter" idx="19"/>
          </p:nvPr>
        </p:nvSpPr>
        <p:spPr>
          <a:xfrm>
            <a:off x="550863" y="6650661"/>
            <a:ext cx="4716524" cy="123111"/>
          </a:xfrm>
          <a:prstGeom prst="rect">
            <a:avLst/>
          </a:prstGeom>
        </p:spPr>
        <p:txBody>
          <a:bodyPr/>
          <a:lstStyle/>
          <a:p>
            <a:pPr>
              <a:spcBef>
                <a:spcPts val="1000"/>
              </a:spcBef>
              <a:buFont typeface="Arial" panose="020B0604020202020204" pitchFamily="34" charset="0"/>
              <a:buNone/>
            </a:pPr>
            <a:r>
              <a:rPr lang="en-US"/>
              <a:t>Presentation Title | Author | Date</a:t>
            </a:r>
          </a:p>
        </p:txBody>
      </p:sp>
      <p:sp>
        <p:nvSpPr>
          <p:cNvPr id="14" name="Slide Number Placeholder 13">
            <a:extLst>
              <a:ext uri="{FF2B5EF4-FFF2-40B4-BE49-F238E27FC236}">
                <a16:creationId xmlns:a16="http://schemas.microsoft.com/office/drawing/2014/main" id="{0D493F99-C63F-0DED-2802-307160340314}"/>
              </a:ext>
            </a:extLst>
          </p:cNvPr>
          <p:cNvSpPr>
            <a:spLocks noGrp="1"/>
          </p:cNvSpPr>
          <p:nvPr>
            <p:ph type="sldNum" sz="quarter" idx="20"/>
          </p:nvPr>
        </p:nvSpPr>
        <p:spPr>
          <a:xfrm>
            <a:off x="11778341" y="6650661"/>
            <a:ext cx="232665" cy="123111"/>
          </a:xfrm>
          <a:prstGeom prst="rect">
            <a:avLst/>
          </a:prstGeom>
        </p:spPr>
        <p:txBody>
          <a:bodyPr/>
          <a:lstStyle/>
          <a:p>
            <a:pPr algn="r"/>
            <a:fld id="{5D9A5160-6218-4E5A-B9E6-B93E3DAE377C}" type="slidenum">
              <a:rPr lang="en-US" smtClean="0"/>
              <a:pPr algn="r"/>
              <a:t>‹#›</a:t>
            </a:fld>
            <a:endParaRPr lang="en-US"/>
          </a:p>
        </p:txBody>
      </p:sp>
      <p:sp>
        <p:nvSpPr>
          <p:cNvPr id="8" name="Logo Placeholder 7">
            <a:extLst>
              <a:ext uri="{FF2B5EF4-FFF2-40B4-BE49-F238E27FC236}">
                <a16:creationId xmlns:a16="http://schemas.microsoft.com/office/drawing/2014/main" id="{6ED7570D-FB24-0E99-F979-503094A97154}"/>
              </a:ext>
            </a:extLst>
          </p:cNvPr>
          <p:cNvSpPr>
            <a:spLocks noGrp="1"/>
          </p:cNvSpPr>
          <p:nvPr>
            <p:ph type="body" sz="quarter" idx="40" hasCustomPrompt="1"/>
          </p:nvPr>
        </p:nvSpPr>
        <p:spPr>
          <a:xfrm>
            <a:off x="11765626" y="128961"/>
            <a:ext cx="26904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Tree>
    <p:extLst>
      <p:ext uri="{BB962C8B-B14F-4D97-AF65-F5344CB8AC3E}">
        <p14:creationId xmlns:p14="http://schemas.microsoft.com/office/powerpoint/2010/main" val="1405486803"/>
      </p:ext>
    </p:extLst>
  </p:cSld>
  <p:clrMapOvr>
    <a:masterClrMapping/>
  </p:clrMapOvr>
  <p:hf sldNum="0" hdr="0" ftr="0" dt="0"/>
</p:sldLayout>
</file>

<file path=ppt/slideLayouts/slideLayout189.xml><?xml version="1.0" encoding="utf-8"?>
<p:sldLayout xmlns:a="http://schemas.openxmlformats.org/drawingml/2006/main" xmlns:r="http://schemas.openxmlformats.org/officeDocument/2006/relationships" xmlns:p="http://schemas.openxmlformats.org/presentationml/2006/main" preserve="1">
  <p:cSld name="Conclusion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50EB54-2DDF-50B7-9D98-A038DEF17892}"/>
              </a:ext>
            </a:extLst>
          </p:cNvPr>
          <p:cNvSpPr>
            <a:spLocks noGrp="1"/>
          </p:cNvSpPr>
          <p:nvPr>
            <p:ph type="title"/>
          </p:nvPr>
        </p:nvSpPr>
        <p:spPr>
          <a:xfrm>
            <a:off x="7450171" y="2154596"/>
            <a:ext cx="4170329" cy="2737444"/>
          </a:xfrm>
        </p:spPr>
        <p:txBody>
          <a:bodyPr anchor="b">
            <a:noAutofit/>
          </a:bodyPr>
          <a:lstStyle>
            <a:lvl1pPr algn="r">
              <a:defRPr sz="4800"/>
            </a:lvl1pPr>
          </a:lstStyle>
          <a:p>
            <a:r>
              <a:rPr lang="en-US"/>
              <a:t>Click to edit Master title style</a:t>
            </a:r>
          </a:p>
        </p:txBody>
      </p:sp>
      <p:sp>
        <p:nvSpPr>
          <p:cNvPr id="3" name="Date Placeholder 2">
            <a:extLst>
              <a:ext uri="{FF2B5EF4-FFF2-40B4-BE49-F238E27FC236}">
                <a16:creationId xmlns:a16="http://schemas.microsoft.com/office/drawing/2014/main" id="{AE44684F-D794-29DA-96BD-7FDCFE9BBC83}"/>
              </a:ext>
            </a:extLst>
          </p:cNvPr>
          <p:cNvSpPr>
            <a:spLocks noGrp="1"/>
          </p:cNvSpPr>
          <p:nvPr>
            <p:ph type="dt" sz="half" idx="10"/>
          </p:nvPr>
        </p:nvSpPr>
        <p:spPr>
          <a:xfrm>
            <a:off x="9809927" y="6650661"/>
            <a:ext cx="1831210" cy="123111"/>
          </a:xfrm>
          <a:prstGeom prst="rect">
            <a:avLst/>
          </a:prstGeom>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4" name="Footer Placeholder 3">
            <a:extLst>
              <a:ext uri="{FF2B5EF4-FFF2-40B4-BE49-F238E27FC236}">
                <a16:creationId xmlns:a16="http://schemas.microsoft.com/office/drawing/2014/main" id="{810692F0-1502-0611-DB5D-DCB4C1B2D896}"/>
              </a:ext>
            </a:extLst>
          </p:cNvPr>
          <p:cNvSpPr>
            <a:spLocks noGrp="1"/>
          </p:cNvSpPr>
          <p:nvPr>
            <p:ph type="ftr" sz="quarter" idx="11"/>
          </p:nvPr>
        </p:nvSpPr>
        <p:spPr>
          <a:xfrm>
            <a:off x="550863" y="6650661"/>
            <a:ext cx="4716524" cy="123111"/>
          </a:xfrm>
          <a:prstGeom prst="rect">
            <a:avLst/>
          </a:prstGeom>
        </p:spPr>
        <p:txBody>
          <a:bodyPr/>
          <a:lstStyle/>
          <a:p>
            <a:pPr>
              <a:spcBef>
                <a:spcPts val="1000"/>
              </a:spcBef>
              <a:buFont typeface="Arial" panose="020B0604020202020204" pitchFamily="34" charset="0"/>
              <a:buNone/>
            </a:pPr>
            <a:r>
              <a:rPr lang="en-US"/>
              <a:t>Presentation Title | Author | Date</a:t>
            </a:r>
          </a:p>
        </p:txBody>
      </p:sp>
      <p:sp>
        <p:nvSpPr>
          <p:cNvPr id="5" name="Slide Number Placeholder 4">
            <a:extLst>
              <a:ext uri="{FF2B5EF4-FFF2-40B4-BE49-F238E27FC236}">
                <a16:creationId xmlns:a16="http://schemas.microsoft.com/office/drawing/2014/main" id="{D9D88EBB-9A16-B41B-C8AC-2FB3BD40ECDE}"/>
              </a:ext>
            </a:extLst>
          </p:cNvPr>
          <p:cNvSpPr>
            <a:spLocks noGrp="1"/>
          </p:cNvSpPr>
          <p:nvPr>
            <p:ph type="sldNum" sz="quarter" idx="12"/>
          </p:nvPr>
        </p:nvSpPr>
        <p:spPr>
          <a:xfrm>
            <a:off x="11778341" y="6650661"/>
            <a:ext cx="232665" cy="123111"/>
          </a:xfrm>
          <a:prstGeom prst="rect">
            <a:avLst/>
          </a:prstGeom>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455420490"/>
      </p:ext>
    </p:extLst>
  </p:cSld>
  <p:clrMapOvr>
    <a:masterClrMapping/>
  </p:clrMapOvr>
  <p:hf sldNum="0" hdr="0" ftr="0" dt="0"/>
</p:sldLayout>
</file>

<file path=ppt/slideLayouts/slideLayout190.xml><?xml version="1.0" encoding="utf-8"?>
<p:sldLayout xmlns:a="http://schemas.openxmlformats.org/drawingml/2006/main" xmlns:r="http://schemas.openxmlformats.org/officeDocument/2006/relationships" xmlns:p="http://schemas.openxmlformats.org/presentationml/2006/main" preserve="1">
  <p:cSld name="Conclusion 3 Photo">
    <p:spTree>
      <p:nvGrpSpPr>
        <p:cNvPr id="1" name=""/>
        <p:cNvGrpSpPr/>
        <p:nvPr/>
      </p:nvGrpSpPr>
      <p:grpSpPr>
        <a:xfrm>
          <a:off x="0" y="0"/>
          <a:ext cx="0" cy="0"/>
          <a:chOff x="0" y="0"/>
          <a:chExt cx="0" cy="0"/>
        </a:xfrm>
      </p:grpSpPr>
      <p:sp>
        <p:nvSpPr>
          <p:cNvPr id="12" name="Picture Placeholder 10">
            <a:extLst>
              <a:ext uri="{FF2B5EF4-FFF2-40B4-BE49-F238E27FC236}">
                <a16:creationId xmlns:a16="http://schemas.microsoft.com/office/drawing/2014/main" id="{1C08FB90-AF58-85B5-3914-77B3471EE049}"/>
              </a:ext>
            </a:extLst>
          </p:cNvPr>
          <p:cNvSpPr>
            <a:spLocks noGrp="1"/>
          </p:cNvSpPr>
          <p:nvPr>
            <p:ph type="pic" sz="quarter" idx="13" hasCustomPrompt="1"/>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sp>
        <p:nvSpPr>
          <p:cNvPr id="21" name="Title 1">
            <a:extLst>
              <a:ext uri="{FF2B5EF4-FFF2-40B4-BE49-F238E27FC236}">
                <a16:creationId xmlns:a16="http://schemas.microsoft.com/office/drawing/2014/main" id="{28231349-D5BA-64A4-A1C7-EDC789C8DEEB}"/>
              </a:ext>
            </a:extLst>
          </p:cNvPr>
          <p:cNvSpPr>
            <a:spLocks noGrp="1"/>
          </p:cNvSpPr>
          <p:nvPr>
            <p:ph type="title"/>
          </p:nvPr>
        </p:nvSpPr>
        <p:spPr>
          <a:xfrm>
            <a:off x="7450171" y="2154596"/>
            <a:ext cx="4170329" cy="2737444"/>
          </a:xfrm>
        </p:spPr>
        <p:txBody>
          <a:bodyPr anchor="b">
            <a:noAutofit/>
          </a:bodyPr>
          <a:lstStyle>
            <a:lvl1pPr algn="r">
              <a:defRPr sz="4800">
                <a:solidFill>
                  <a:schemeClr val="bg1"/>
                </a:solidFill>
              </a:defRPr>
            </a:lvl1pPr>
          </a:lstStyle>
          <a:p>
            <a:r>
              <a:rPr lang="en-US"/>
              <a:t>Click to edit Master title style</a:t>
            </a:r>
          </a:p>
        </p:txBody>
      </p:sp>
      <p:sp>
        <p:nvSpPr>
          <p:cNvPr id="6" name="Date Placeholder 5">
            <a:extLst>
              <a:ext uri="{FF2B5EF4-FFF2-40B4-BE49-F238E27FC236}">
                <a16:creationId xmlns:a16="http://schemas.microsoft.com/office/drawing/2014/main" id="{A4A388B3-FA4E-30F1-CC6B-BEF5D50CA00B}"/>
              </a:ext>
            </a:extLst>
          </p:cNvPr>
          <p:cNvSpPr>
            <a:spLocks noGrp="1"/>
          </p:cNvSpPr>
          <p:nvPr>
            <p:ph type="dt" sz="half" idx="14"/>
          </p:nvPr>
        </p:nvSpPr>
        <p:spPr>
          <a:xfrm>
            <a:off x="9809927" y="6650661"/>
            <a:ext cx="1831210" cy="123111"/>
          </a:xfrm>
          <a:prstGeom prst="rect">
            <a:avLst/>
          </a:prstGeom>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7" name="Footer Placeholder 6">
            <a:extLst>
              <a:ext uri="{FF2B5EF4-FFF2-40B4-BE49-F238E27FC236}">
                <a16:creationId xmlns:a16="http://schemas.microsoft.com/office/drawing/2014/main" id="{8AC7AD12-0DD4-D7FD-F186-59426836A189}"/>
              </a:ext>
            </a:extLst>
          </p:cNvPr>
          <p:cNvSpPr>
            <a:spLocks noGrp="1"/>
          </p:cNvSpPr>
          <p:nvPr>
            <p:ph type="ftr" sz="quarter" idx="15"/>
          </p:nvPr>
        </p:nvSpPr>
        <p:spPr>
          <a:xfrm>
            <a:off x="550863" y="6650661"/>
            <a:ext cx="4716524" cy="123111"/>
          </a:xfrm>
          <a:prstGeom prst="rect">
            <a:avLst/>
          </a:prstGeom>
        </p:spPr>
        <p:txBody>
          <a:bodyPr/>
          <a:lstStyle/>
          <a:p>
            <a:pPr>
              <a:spcBef>
                <a:spcPts val="1000"/>
              </a:spcBef>
              <a:buFont typeface="Arial" panose="020B0604020202020204" pitchFamily="34" charset="0"/>
              <a:buNone/>
            </a:pPr>
            <a:r>
              <a:rPr lang="en-US"/>
              <a:t>Presentation Title | Author | Date</a:t>
            </a:r>
          </a:p>
        </p:txBody>
      </p:sp>
      <p:sp>
        <p:nvSpPr>
          <p:cNvPr id="8" name="Slide Number Placeholder 7">
            <a:extLst>
              <a:ext uri="{FF2B5EF4-FFF2-40B4-BE49-F238E27FC236}">
                <a16:creationId xmlns:a16="http://schemas.microsoft.com/office/drawing/2014/main" id="{18457B4D-EEFD-198C-15F3-0A77696494B6}"/>
              </a:ext>
            </a:extLst>
          </p:cNvPr>
          <p:cNvSpPr>
            <a:spLocks noGrp="1"/>
          </p:cNvSpPr>
          <p:nvPr>
            <p:ph type="sldNum" sz="quarter" idx="16"/>
          </p:nvPr>
        </p:nvSpPr>
        <p:spPr>
          <a:xfrm>
            <a:off x="11778341" y="6650661"/>
            <a:ext cx="232665" cy="123111"/>
          </a:xfrm>
          <a:prstGeom prst="rect">
            <a:avLst/>
          </a:prstGeom>
        </p:spPr>
        <p:txBody>
          <a:bodyPr/>
          <a:lstStyle/>
          <a:p>
            <a:pPr algn="r"/>
            <a:fld id="{5D9A5160-6218-4E5A-B9E6-B93E3DAE377C}" type="slidenum">
              <a:rPr lang="en-US" smtClean="0"/>
              <a:pPr algn="r"/>
              <a:t>‹#›</a:t>
            </a:fld>
            <a:endParaRPr lang="en-US"/>
          </a:p>
        </p:txBody>
      </p:sp>
      <p:sp>
        <p:nvSpPr>
          <p:cNvPr id="2" name="Logo Placeholder 7">
            <a:extLst>
              <a:ext uri="{FF2B5EF4-FFF2-40B4-BE49-F238E27FC236}">
                <a16:creationId xmlns:a16="http://schemas.microsoft.com/office/drawing/2014/main" id="{84DB15FA-DBE5-94F0-C763-DAB527467EF9}"/>
              </a:ext>
            </a:extLst>
          </p:cNvPr>
          <p:cNvSpPr>
            <a:spLocks noGrp="1"/>
          </p:cNvSpPr>
          <p:nvPr>
            <p:ph type="body" sz="quarter" idx="40" hasCustomPrompt="1"/>
          </p:nvPr>
        </p:nvSpPr>
        <p:spPr>
          <a:xfrm>
            <a:off x="11765626" y="128961"/>
            <a:ext cx="26904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Tree>
    <p:extLst>
      <p:ext uri="{BB962C8B-B14F-4D97-AF65-F5344CB8AC3E}">
        <p14:creationId xmlns:p14="http://schemas.microsoft.com/office/powerpoint/2010/main" val="2053244668"/>
      </p:ext>
    </p:extLst>
  </p:cSld>
  <p:clrMapOvr>
    <a:masterClrMapping/>
  </p:clrMapOvr>
  <p:hf sldNum="0" hdr="0" ftr="0" dt="0"/>
</p:sldLayout>
</file>

<file path=ppt/slideLayouts/slideLayout191.xml><?xml version="1.0" encoding="utf-8"?>
<p:sldLayout xmlns:a="http://schemas.openxmlformats.org/drawingml/2006/main" xmlns:r="http://schemas.openxmlformats.org/officeDocument/2006/relationships" xmlns:p="http://schemas.openxmlformats.org/presentationml/2006/main" showMasterSp="0" preserve="1">
  <p:cSld name="End Slide 1">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BE9A7C0-1B19-CA66-4300-296F0EE9926E}"/>
              </a:ext>
            </a:extLst>
          </p:cNvPr>
          <p:cNvSpPr/>
          <p:nvPr>
            <p:custDataLst>
              <p:tags r:id="rId1"/>
            </p:custDataLst>
          </p:nvPr>
        </p:nvSpPr>
        <p:spPr>
          <a:xfrm>
            <a:off x="6096000" y="854464"/>
            <a:ext cx="2240280" cy="1031051"/>
          </a:xfrm>
          <a:prstGeom prst="rect">
            <a:avLst/>
          </a:prstGeom>
        </p:spPr>
        <p:txBody>
          <a:bodyPr wrap="square" lIns="0" tIns="0" rIns="0" bIns="0">
            <a:spAutoFit/>
          </a:bodyPr>
          <a:lstStyle/>
          <a:p>
            <a:pPr>
              <a:spcAft>
                <a:spcPts val="600"/>
              </a:spcAft>
            </a:pPr>
            <a:r>
              <a:rPr lang="en-US" sz="1200" b="0" i="0">
                <a:solidFill>
                  <a:schemeClr val="tx1"/>
                </a:solidFill>
                <a:cs typeface="Arial"/>
              </a:rPr>
              <a:t>Name, Last Name</a:t>
            </a:r>
          </a:p>
          <a:p>
            <a:pPr>
              <a:lnSpc>
                <a:spcPts val="1200"/>
              </a:lnSpc>
            </a:pPr>
            <a:r>
              <a:rPr lang="en-US" sz="1000" b="0" i="0">
                <a:solidFill>
                  <a:schemeClr val="tx1"/>
                </a:solidFill>
                <a:cs typeface="Arial"/>
              </a:rPr>
              <a:t>Title/Role</a:t>
            </a:r>
          </a:p>
          <a:p>
            <a:pPr>
              <a:lnSpc>
                <a:spcPts val="1200"/>
              </a:lnSpc>
            </a:pPr>
            <a:r>
              <a:rPr lang="en-US" sz="1000" b="0" i="0">
                <a:solidFill>
                  <a:schemeClr val="tx1"/>
                </a:solidFill>
                <a:cs typeface="Arial"/>
              </a:rPr>
              <a:t>Capgemini Office (Optional)</a:t>
            </a:r>
          </a:p>
          <a:p>
            <a:pPr>
              <a:lnSpc>
                <a:spcPts val="1200"/>
              </a:lnSpc>
            </a:pPr>
            <a:r>
              <a:rPr lang="en-US" sz="1000" b="0" i="0">
                <a:solidFill>
                  <a:schemeClr val="tx1"/>
                </a:solidFill>
                <a:cs typeface="Arial"/>
              </a:rPr>
              <a:t>Address Line 1</a:t>
            </a:r>
          </a:p>
          <a:p>
            <a:pPr>
              <a:lnSpc>
                <a:spcPts val="1200"/>
              </a:lnSpc>
            </a:pPr>
            <a:r>
              <a:rPr lang="en-US" sz="1000" b="0" i="0">
                <a:solidFill>
                  <a:schemeClr val="tx1"/>
                </a:solidFill>
                <a:cs typeface="Arial"/>
              </a:rPr>
              <a:t>Address Line 2 </a:t>
            </a:r>
          </a:p>
          <a:p>
            <a:pPr>
              <a:lnSpc>
                <a:spcPts val="1200"/>
              </a:lnSpc>
            </a:pPr>
            <a:r>
              <a:rPr lang="en-US" sz="1000" b="0" i="0">
                <a:solidFill>
                  <a:schemeClr val="tx1"/>
                </a:solidFill>
                <a:cs typeface="Arial"/>
              </a:rPr>
              <a:t>Address Line 3</a:t>
            </a:r>
          </a:p>
        </p:txBody>
      </p:sp>
      <p:sp>
        <p:nvSpPr>
          <p:cNvPr id="8" name="Rectangle 7">
            <a:extLst>
              <a:ext uri="{FF2B5EF4-FFF2-40B4-BE49-F238E27FC236}">
                <a16:creationId xmlns:a16="http://schemas.microsoft.com/office/drawing/2014/main" id="{BC47918D-2D25-E44E-317A-2C575CFA6201}"/>
              </a:ext>
            </a:extLst>
          </p:cNvPr>
          <p:cNvSpPr/>
          <p:nvPr>
            <p:custDataLst>
              <p:tags r:id="rId2"/>
            </p:custDataLst>
          </p:nvPr>
        </p:nvSpPr>
        <p:spPr>
          <a:xfrm>
            <a:off x="9499996" y="854464"/>
            <a:ext cx="2240280" cy="1031051"/>
          </a:xfrm>
          <a:prstGeom prst="rect">
            <a:avLst/>
          </a:prstGeom>
        </p:spPr>
        <p:txBody>
          <a:bodyPr wrap="square" lIns="0" tIns="0" rIns="0" bIns="0">
            <a:spAutoFit/>
          </a:bodyPr>
          <a:lstStyle/>
          <a:p>
            <a:pPr>
              <a:spcAft>
                <a:spcPts val="600"/>
              </a:spcAft>
            </a:pPr>
            <a:r>
              <a:rPr lang="en-US" sz="1200" b="0" i="0">
                <a:solidFill>
                  <a:schemeClr val="tx1"/>
                </a:solidFill>
                <a:cs typeface="Arial"/>
              </a:rPr>
              <a:t>Name, Last Name</a:t>
            </a:r>
          </a:p>
          <a:p>
            <a:pPr>
              <a:lnSpc>
                <a:spcPts val="1200"/>
              </a:lnSpc>
            </a:pPr>
            <a:r>
              <a:rPr lang="en-US" sz="1000" b="0" i="0">
                <a:solidFill>
                  <a:schemeClr val="tx1"/>
                </a:solidFill>
                <a:cs typeface="Arial"/>
              </a:rPr>
              <a:t>Title/Role</a:t>
            </a:r>
          </a:p>
          <a:p>
            <a:pPr>
              <a:lnSpc>
                <a:spcPts val="1200"/>
              </a:lnSpc>
            </a:pPr>
            <a:r>
              <a:rPr lang="en-US" sz="1000" b="0" i="0">
                <a:solidFill>
                  <a:schemeClr val="tx1"/>
                </a:solidFill>
                <a:cs typeface="Arial"/>
              </a:rPr>
              <a:t>Capgemini Office (Optional)</a:t>
            </a:r>
          </a:p>
          <a:p>
            <a:pPr>
              <a:lnSpc>
                <a:spcPts val="1200"/>
              </a:lnSpc>
            </a:pPr>
            <a:r>
              <a:rPr lang="en-US" sz="1000" b="0" i="0">
                <a:solidFill>
                  <a:schemeClr val="tx1"/>
                </a:solidFill>
                <a:cs typeface="Arial"/>
              </a:rPr>
              <a:t>Address Line 1</a:t>
            </a:r>
          </a:p>
          <a:p>
            <a:pPr>
              <a:lnSpc>
                <a:spcPts val="1200"/>
              </a:lnSpc>
            </a:pPr>
            <a:r>
              <a:rPr lang="en-US" sz="1000" b="0" i="0">
                <a:solidFill>
                  <a:schemeClr val="tx1"/>
                </a:solidFill>
                <a:cs typeface="Arial"/>
              </a:rPr>
              <a:t>Address Line 2 </a:t>
            </a:r>
          </a:p>
          <a:p>
            <a:pPr>
              <a:lnSpc>
                <a:spcPts val="1200"/>
              </a:lnSpc>
            </a:pPr>
            <a:r>
              <a:rPr lang="en-US" sz="1000" b="0" i="0">
                <a:solidFill>
                  <a:schemeClr val="tx1"/>
                </a:solidFill>
                <a:cs typeface="Arial"/>
              </a:rPr>
              <a:t>Address Line 3</a:t>
            </a:r>
          </a:p>
        </p:txBody>
      </p:sp>
      <p:sp>
        <p:nvSpPr>
          <p:cNvPr id="9" name="Rectangle 8">
            <a:extLst>
              <a:ext uri="{FF2B5EF4-FFF2-40B4-BE49-F238E27FC236}">
                <a16:creationId xmlns:a16="http://schemas.microsoft.com/office/drawing/2014/main" id="{223DD2BC-6CFE-2C0D-CC83-30E20FA868FB}"/>
              </a:ext>
            </a:extLst>
          </p:cNvPr>
          <p:cNvSpPr/>
          <p:nvPr>
            <p:custDataLst>
              <p:tags r:id="rId3"/>
            </p:custDataLst>
          </p:nvPr>
        </p:nvSpPr>
        <p:spPr>
          <a:xfrm>
            <a:off x="6096000" y="2118389"/>
            <a:ext cx="2240280" cy="1031051"/>
          </a:xfrm>
          <a:prstGeom prst="rect">
            <a:avLst/>
          </a:prstGeom>
        </p:spPr>
        <p:txBody>
          <a:bodyPr wrap="square" lIns="0" tIns="0" rIns="0" bIns="0">
            <a:spAutoFit/>
          </a:bodyPr>
          <a:lstStyle/>
          <a:p>
            <a:pPr>
              <a:spcAft>
                <a:spcPts val="600"/>
              </a:spcAft>
            </a:pPr>
            <a:r>
              <a:rPr lang="en-US" sz="1200" b="0" i="0">
                <a:solidFill>
                  <a:schemeClr val="tx1"/>
                </a:solidFill>
                <a:cs typeface="Arial"/>
              </a:rPr>
              <a:t>Name, Last Name</a:t>
            </a:r>
          </a:p>
          <a:p>
            <a:pPr>
              <a:lnSpc>
                <a:spcPts val="1200"/>
              </a:lnSpc>
            </a:pPr>
            <a:r>
              <a:rPr lang="en-US" sz="1000" b="0" i="0">
                <a:solidFill>
                  <a:schemeClr val="tx1"/>
                </a:solidFill>
                <a:cs typeface="Arial"/>
              </a:rPr>
              <a:t>Title/Role</a:t>
            </a:r>
          </a:p>
          <a:p>
            <a:pPr>
              <a:lnSpc>
                <a:spcPts val="1200"/>
              </a:lnSpc>
            </a:pPr>
            <a:r>
              <a:rPr lang="en-US" sz="1000" b="0" i="0">
                <a:solidFill>
                  <a:schemeClr val="tx1"/>
                </a:solidFill>
                <a:cs typeface="Arial"/>
              </a:rPr>
              <a:t>Capgemini Office (Optional)</a:t>
            </a:r>
          </a:p>
          <a:p>
            <a:pPr>
              <a:lnSpc>
                <a:spcPts val="1200"/>
              </a:lnSpc>
            </a:pPr>
            <a:r>
              <a:rPr lang="en-US" sz="1000" b="0" i="0">
                <a:solidFill>
                  <a:schemeClr val="tx1"/>
                </a:solidFill>
                <a:cs typeface="Arial"/>
              </a:rPr>
              <a:t>Address Line 1</a:t>
            </a:r>
          </a:p>
          <a:p>
            <a:pPr>
              <a:lnSpc>
                <a:spcPts val="1200"/>
              </a:lnSpc>
            </a:pPr>
            <a:r>
              <a:rPr lang="en-US" sz="1000" b="0" i="0">
                <a:solidFill>
                  <a:schemeClr val="tx1"/>
                </a:solidFill>
                <a:cs typeface="Arial"/>
              </a:rPr>
              <a:t>Address Line 2 </a:t>
            </a:r>
          </a:p>
          <a:p>
            <a:pPr>
              <a:lnSpc>
                <a:spcPts val="1200"/>
              </a:lnSpc>
            </a:pPr>
            <a:r>
              <a:rPr lang="en-US" sz="1000" b="0" i="0">
                <a:solidFill>
                  <a:schemeClr val="tx1"/>
                </a:solidFill>
                <a:cs typeface="Arial"/>
              </a:rPr>
              <a:t>Address Line 3</a:t>
            </a:r>
          </a:p>
        </p:txBody>
      </p:sp>
      <p:sp>
        <p:nvSpPr>
          <p:cNvPr id="10" name="Rectangle 9">
            <a:extLst>
              <a:ext uri="{FF2B5EF4-FFF2-40B4-BE49-F238E27FC236}">
                <a16:creationId xmlns:a16="http://schemas.microsoft.com/office/drawing/2014/main" id="{4CD48234-BC4B-8C1A-A80D-4730B8F6FA54}"/>
              </a:ext>
            </a:extLst>
          </p:cNvPr>
          <p:cNvSpPr/>
          <p:nvPr>
            <p:custDataLst>
              <p:tags r:id="rId4"/>
            </p:custDataLst>
          </p:nvPr>
        </p:nvSpPr>
        <p:spPr>
          <a:xfrm>
            <a:off x="9499996" y="2118389"/>
            <a:ext cx="2240280" cy="1031051"/>
          </a:xfrm>
          <a:prstGeom prst="rect">
            <a:avLst/>
          </a:prstGeom>
        </p:spPr>
        <p:txBody>
          <a:bodyPr wrap="square" lIns="0" tIns="0" rIns="0" bIns="0">
            <a:spAutoFit/>
          </a:bodyPr>
          <a:lstStyle/>
          <a:p>
            <a:pPr>
              <a:spcAft>
                <a:spcPts val="600"/>
              </a:spcAft>
            </a:pPr>
            <a:r>
              <a:rPr lang="en-US" sz="1200" b="0" i="0">
                <a:solidFill>
                  <a:schemeClr val="tx1"/>
                </a:solidFill>
                <a:cs typeface="Arial"/>
              </a:rPr>
              <a:t>Name, Last Name</a:t>
            </a:r>
          </a:p>
          <a:p>
            <a:pPr>
              <a:lnSpc>
                <a:spcPts val="1200"/>
              </a:lnSpc>
            </a:pPr>
            <a:r>
              <a:rPr lang="en-US" sz="1000" b="0" i="0">
                <a:solidFill>
                  <a:schemeClr val="tx1"/>
                </a:solidFill>
                <a:cs typeface="Arial"/>
              </a:rPr>
              <a:t>Title/Role</a:t>
            </a:r>
          </a:p>
          <a:p>
            <a:pPr>
              <a:lnSpc>
                <a:spcPts val="1200"/>
              </a:lnSpc>
            </a:pPr>
            <a:r>
              <a:rPr lang="en-US" sz="1000" b="0" i="0">
                <a:solidFill>
                  <a:schemeClr val="tx1"/>
                </a:solidFill>
                <a:cs typeface="Arial"/>
              </a:rPr>
              <a:t>Capgemini Office (Optional)</a:t>
            </a:r>
          </a:p>
          <a:p>
            <a:pPr>
              <a:lnSpc>
                <a:spcPts val="1200"/>
              </a:lnSpc>
            </a:pPr>
            <a:r>
              <a:rPr lang="en-US" sz="1000" b="0" i="0">
                <a:solidFill>
                  <a:schemeClr val="tx1"/>
                </a:solidFill>
                <a:cs typeface="Arial"/>
              </a:rPr>
              <a:t>Address Line 1</a:t>
            </a:r>
          </a:p>
          <a:p>
            <a:pPr>
              <a:lnSpc>
                <a:spcPts val="1200"/>
              </a:lnSpc>
            </a:pPr>
            <a:r>
              <a:rPr lang="en-US" sz="1000" b="0" i="0">
                <a:solidFill>
                  <a:schemeClr val="tx1"/>
                </a:solidFill>
                <a:cs typeface="Arial"/>
              </a:rPr>
              <a:t>Address Line 2 </a:t>
            </a:r>
          </a:p>
          <a:p>
            <a:pPr>
              <a:lnSpc>
                <a:spcPts val="1200"/>
              </a:lnSpc>
            </a:pPr>
            <a:r>
              <a:rPr lang="en-US" sz="1000" b="0" i="0">
                <a:solidFill>
                  <a:schemeClr val="tx1"/>
                </a:solidFill>
                <a:cs typeface="Arial"/>
              </a:rPr>
              <a:t>Address Line 3</a:t>
            </a:r>
          </a:p>
        </p:txBody>
      </p:sp>
      <p:sp>
        <p:nvSpPr>
          <p:cNvPr id="12" name="Rectangle 11">
            <a:extLst>
              <a:ext uri="{FF2B5EF4-FFF2-40B4-BE49-F238E27FC236}">
                <a16:creationId xmlns:a16="http://schemas.microsoft.com/office/drawing/2014/main" id="{F2AB464E-5373-7E4D-F692-A0E675F2B196}"/>
              </a:ext>
            </a:extLst>
          </p:cNvPr>
          <p:cNvSpPr/>
          <p:nvPr/>
        </p:nvSpPr>
        <p:spPr>
          <a:xfrm>
            <a:off x="8904288" y="6053226"/>
            <a:ext cx="2879725" cy="400110"/>
          </a:xfrm>
          <a:prstGeom prst="rect">
            <a:avLst/>
          </a:prstGeom>
        </p:spPr>
        <p:txBody>
          <a:bodyPr wrap="square" lIns="0" tIns="0" rIns="0" bIns="0" anchor="b" anchorCtr="0">
            <a:spAutoFit/>
          </a:bodyPr>
          <a:lstStyle/>
          <a:p>
            <a:pPr>
              <a:spcAft>
                <a:spcPts val="600"/>
              </a:spcAft>
            </a:pPr>
            <a:r>
              <a:rPr lang="en-US" sz="700" b="0" i="0" noProof="0">
                <a:solidFill>
                  <a:schemeClr val="tx1"/>
                </a:solidFill>
                <a:latin typeface="+mn-lt"/>
                <a:cs typeface="Arial"/>
              </a:rPr>
              <a:t>This presentation contains information that may be privileged or confidential and is the property of the Capgemini Group.</a:t>
            </a:r>
          </a:p>
          <a:p>
            <a:pPr>
              <a:spcAft>
                <a:spcPts val="600"/>
              </a:spcAft>
            </a:pPr>
            <a:r>
              <a:rPr lang="en-US" sz="700" b="0" i="0" noProof="0">
                <a:solidFill>
                  <a:schemeClr val="tx1"/>
                </a:solidFill>
                <a:latin typeface="+mn-lt"/>
                <a:cs typeface="Arial"/>
              </a:rPr>
              <a:t>Copyright © 2025 Capgemini. All rights reserved.</a:t>
            </a:r>
          </a:p>
        </p:txBody>
      </p:sp>
      <p:grpSp>
        <p:nvGrpSpPr>
          <p:cNvPr id="13" name="Group 2">
            <a:extLst>
              <a:ext uri="{FF2B5EF4-FFF2-40B4-BE49-F238E27FC236}">
                <a16:creationId xmlns:a16="http://schemas.microsoft.com/office/drawing/2014/main" id="{05772BD3-A81C-1CF6-82C7-FB11ED473A69}"/>
              </a:ext>
            </a:extLst>
          </p:cNvPr>
          <p:cNvGrpSpPr>
            <a:grpSpLocks noChangeAspect="1"/>
          </p:cNvGrpSpPr>
          <p:nvPr/>
        </p:nvGrpSpPr>
        <p:grpSpPr>
          <a:xfrm>
            <a:off x="550863" y="6021288"/>
            <a:ext cx="1872000" cy="420870"/>
            <a:chOff x="5094083" y="5360390"/>
            <a:chExt cx="3039349" cy="683316"/>
          </a:xfrm>
          <a:solidFill>
            <a:schemeClr val="tx2"/>
          </a:solidFill>
        </p:grpSpPr>
        <p:sp>
          <p:nvSpPr>
            <p:cNvPr id="14" name="Freeform: Shape 4">
              <a:extLst>
                <a:ext uri="{FF2B5EF4-FFF2-40B4-BE49-F238E27FC236}">
                  <a16:creationId xmlns:a16="http://schemas.microsoft.com/office/drawing/2014/main" id="{65F4C06B-3F4B-043B-465F-2B296AB672AA}"/>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lstStyle/>
            <a:p>
              <a:endParaRPr lang="en-US" sz="1800"/>
            </a:p>
          </p:txBody>
        </p:sp>
        <p:sp>
          <p:nvSpPr>
            <p:cNvPr id="15" name="Freeform: Shape 5">
              <a:extLst>
                <a:ext uri="{FF2B5EF4-FFF2-40B4-BE49-F238E27FC236}">
                  <a16:creationId xmlns:a16="http://schemas.microsoft.com/office/drawing/2014/main" id="{0453F664-4E3E-18BB-40D3-004FB3A82BF3}"/>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lstStyle/>
            <a:p>
              <a:endParaRPr lang="en-US" sz="1800"/>
            </a:p>
          </p:txBody>
        </p:sp>
        <p:sp>
          <p:nvSpPr>
            <p:cNvPr id="16" name="Freeform: Shape 6">
              <a:extLst>
                <a:ext uri="{FF2B5EF4-FFF2-40B4-BE49-F238E27FC236}">
                  <a16:creationId xmlns:a16="http://schemas.microsoft.com/office/drawing/2014/main" id="{3AB8D922-277A-8D02-3B17-31150F2469B1}"/>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lstStyle/>
            <a:p>
              <a:endParaRPr lang="en-US" sz="1800"/>
            </a:p>
          </p:txBody>
        </p:sp>
        <p:sp>
          <p:nvSpPr>
            <p:cNvPr id="17" name="Freeform: Shape 7">
              <a:extLst>
                <a:ext uri="{FF2B5EF4-FFF2-40B4-BE49-F238E27FC236}">
                  <a16:creationId xmlns:a16="http://schemas.microsoft.com/office/drawing/2014/main" id="{3D3851EE-A1E2-2A22-50AE-7CA5E1ABE91F}"/>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lstStyle/>
            <a:p>
              <a:endParaRPr lang="en-US" sz="1800"/>
            </a:p>
          </p:txBody>
        </p:sp>
        <p:sp>
          <p:nvSpPr>
            <p:cNvPr id="18" name="Freeform: Shape 8">
              <a:extLst>
                <a:ext uri="{FF2B5EF4-FFF2-40B4-BE49-F238E27FC236}">
                  <a16:creationId xmlns:a16="http://schemas.microsoft.com/office/drawing/2014/main" id="{5A7D9DCF-973E-E84F-5D6E-861D2543EC15}"/>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lstStyle/>
            <a:p>
              <a:endParaRPr lang="en-US" sz="1800"/>
            </a:p>
          </p:txBody>
        </p:sp>
      </p:grpSp>
      <p:sp>
        <p:nvSpPr>
          <p:cNvPr id="46" name="Rectangle 45">
            <a:extLst>
              <a:ext uri="{FF2B5EF4-FFF2-40B4-BE49-F238E27FC236}">
                <a16:creationId xmlns:a16="http://schemas.microsoft.com/office/drawing/2014/main" id="{518C19CA-236B-538A-7BAE-5BEFF8D5CC22}"/>
              </a:ext>
            </a:extLst>
          </p:cNvPr>
          <p:cNvSpPr/>
          <p:nvPr/>
        </p:nvSpPr>
        <p:spPr>
          <a:xfrm>
            <a:off x="550863" y="2834640"/>
            <a:ext cx="4345176" cy="8102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US" sz="1100" b="1" i="0" kern="1200">
                <a:solidFill>
                  <a:schemeClr val="tx2"/>
                </a:solidFill>
                <a:latin typeface="Ubuntu" panose="020B0504030602030204" pitchFamily="34" charset="0"/>
                <a:ea typeface="+mn-ea"/>
                <a:cs typeface="+mn-cs"/>
              </a:rPr>
              <a:t>Make it real.</a:t>
            </a:r>
          </a:p>
          <a:p>
            <a:pPr marL="0" marR="0" lvl="0" indent="0" algn="l" defTabSz="914400" rtl="0" eaLnBrk="1" fontAlgn="auto" latinLnBrk="0" hangingPunct="1">
              <a:lnSpc>
                <a:spcPts val="1200"/>
              </a:lnSpc>
              <a:spcBef>
                <a:spcPts val="0"/>
              </a:spcBef>
              <a:spcAft>
                <a:spcPts val="0"/>
              </a:spcAft>
              <a:buClrTx/>
              <a:buSzTx/>
              <a:buFontTx/>
              <a:buNone/>
              <a:tabLst/>
              <a:defRPr/>
            </a:pPr>
            <a:r>
              <a:rPr lang="en-US" sz="1050" b="0" i="0" err="1">
                <a:solidFill>
                  <a:schemeClr val="tx1"/>
                </a:solidFill>
                <a:latin typeface="Ubuntu" panose="020B0504030602030204" pitchFamily="34" charset="0"/>
              </a:rPr>
              <a:t>w</a:t>
            </a:r>
            <a:r>
              <a:rPr lang="en-US" sz="1050" err="1">
                <a:solidFill>
                  <a:schemeClr val="tx1"/>
                </a:solidFill>
                <a:latin typeface="Ubuntu" panose="020B0504030602030204" pitchFamily="34" charset="0"/>
              </a:rPr>
              <a:t>ww.capgemini.com</a:t>
            </a:r>
            <a:endParaRPr lang="en-US" sz="1050">
              <a:solidFill>
                <a:schemeClr val="tx1"/>
              </a:solidFill>
              <a:latin typeface="Ubuntu" panose="020B0504030602030204" pitchFamily="34" charset="0"/>
            </a:endParaRPr>
          </a:p>
        </p:txBody>
      </p:sp>
      <p:sp>
        <p:nvSpPr>
          <p:cNvPr id="47" name="Rectangle 46">
            <a:extLst>
              <a:ext uri="{FF2B5EF4-FFF2-40B4-BE49-F238E27FC236}">
                <a16:creationId xmlns:a16="http://schemas.microsoft.com/office/drawing/2014/main" id="{5177A11C-B996-1AA2-5148-35CA703F28CC}"/>
              </a:ext>
            </a:extLst>
          </p:cNvPr>
          <p:cNvSpPr/>
          <p:nvPr/>
        </p:nvSpPr>
        <p:spPr>
          <a:xfrm>
            <a:off x="550864" y="854464"/>
            <a:ext cx="4248471" cy="185445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indent="0" algn="just" defTabSz="914400" rtl="0" eaLnBrk="1" fontAlgn="auto" latinLnBrk="0" hangingPunct="1">
              <a:lnSpc>
                <a:spcPct val="100000"/>
              </a:lnSpc>
              <a:spcBef>
                <a:spcPts val="0"/>
              </a:spcBef>
              <a:spcAft>
                <a:spcPts val="1200"/>
              </a:spcAft>
              <a:buClrTx/>
              <a:buSzTx/>
              <a:buFontTx/>
              <a:buNone/>
              <a:tabLst/>
              <a:defRPr/>
            </a:pPr>
            <a:r>
              <a:rPr kumimoji="0" lang="en-US" sz="1400" b="0" i="0" u="none" strike="noStrike" kern="1200" cap="none" spc="0" normalizeH="0" baseline="0" noProof="0">
                <a:ln>
                  <a:noFill/>
                </a:ln>
                <a:solidFill>
                  <a:schemeClr val="tx1"/>
                </a:solidFill>
                <a:effectLst/>
                <a:uLnTx/>
                <a:uFillTx/>
                <a:latin typeface="+mn-lt"/>
                <a:ea typeface="+mn-ea"/>
                <a:cs typeface="+mn-cs"/>
              </a:rPr>
              <a:t>About Capgemini</a:t>
            </a:r>
          </a:p>
          <a:p>
            <a:pPr marL="0" marR="0" lvl="0" indent="0" algn="just" defTabSz="914400" rtl="0" eaLnBrk="1" fontAlgn="auto" latinLnBrk="0" hangingPunct="1">
              <a:lnSpc>
                <a:spcPct val="100000"/>
              </a:lnSpc>
              <a:spcBef>
                <a:spcPts val="0"/>
              </a:spcBef>
              <a:spcAft>
                <a:spcPts val="0"/>
              </a:spcAft>
              <a:buClrTx/>
              <a:buSzTx/>
              <a:buFontTx/>
              <a:buNone/>
              <a:tabLst/>
              <a:defRPr/>
            </a:pPr>
            <a:r>
              <a:rPr lang="en-GB" sz="900">
                <a:solidFill>
                  <a:schemeClr val="tx1"/>
                </a:solidFill>
              </a:rPr>
              <a:t>Capgemini is an AI-powered global business and technology transformation partner, delivering tangible business value. We imagine the future of organizations and make it real with AI, technology and people. With our strong heritage of nearly 60 years, we are a responsible and diverse group of 420,000 team members in more than 50 countries. We deliver end-to-end services and solutions with our deep industry expertise and strong partner ecosystem, leveraging our capabilities across strategy, technology, design, engineering and business operations. The Group reported 2024 global revenues of €22.1 billion.</a:t>
            </a:r>
            <a:endParaRPr kumimoji="0" lang="en-US" sz="900" b="0" i="0" u="none" strike="noStrike" kern="1200" cap="none" spc="0" normalizeH="0" baseline="0" noProof="0">
              <a:ln>
                <a:noFill/>
              </a:ln>
              <a:solidFill>
                <a:schemeClr val="tx1"/>
              </a:solidFill>
              <a:effectLst/>
              <a:uLnTx/>
              <a:uFillTx/>
              <a:latin typeface="+mn-lt"/>
              <a:ea typeface="+mn-ea"/>
              <a:cs typeface="+mn-cs"/>
            </a:endParaRPr>
          </a:p>
        </p:txBody>
      </p:sp>
      <p:sp>
        <p:nvSpPr>
          <p:cNvPr id="2" name="Rectangle 1">
            <a:extLst>
              <a:ext uri="{FF2B5EF4-FFF2-40B4-BE49-F238E27FC236}">
                <a16:creationId xmlns:a16="http://schemas.microsoft.com/office/drawing/2014/main" id="{B4F0B3F9-CBA2-7856-C464-2561C30F55EA}"/>
              </a:ext>
            </a:extLst>
          </p:cNvPr>
          <p:cNvSpPr/>
          <p:nvPr/>
        </p:nvSpPr>
        <p:spPr>
          <a:xfrm>
            <a:off x="470430" y="3657600"/>
            <a:ext cx="4345176" cy="55431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l" defTabSz="914400" rtl="0" eaLnBrk="1" fontAlgn="auto" latinLnBrk="0" hangingPunct="1">
              <a:lnSpc>
                <a:spcPts val="1200"/>
              </a:lnSpc>
              <a:spcBef>
                <a:spcPts val="0"/>
              </a:spcBef>
              <a:spcAft>
                <a:spcPts val="0"/>
              </a:spcAft>
              <a:buClrTx/>
              <a:buSzTx/>
              <a:buFontTx/>
              <a:buNone/>
              <a:tabLst/>
              <a:defRPr/>
            </a:pPr>
            <a:endParaRPr lang="en-US" sz="1600">
              <a:solidFill>
                <a:schemeClr val="tx2"/>
              </a:solidFill>
              <a:latin typeface="Ubuntu" panose="020B0504030602030204" pitchFamily="34" charset="0"/>
            </a:endParaRPr>
          </a:p>
        </p:txBody>
      </p:sp>
      <p:grpSp>
        <p:nvGrpSpPr>
          <p:cNvPr id="3" name="Group 2">
            <a:extLst>
              <a:ext uri="{FF2B5EF4-FFF2-40B4-BE49-F238E27FC236}">
                <a16:creationId xmlns:a16="http://schemas.microsoft.com/office/drawing/2014/main" id="{032EA5D1-01BC-8547-E583-F4461E337B07}"/>
              </a:ext>
            </a:extLst>
          </p:cNvPr>
          <p:cNvGrpSpPr/>
          <p:nvPr/>
        </p:nvGrpSpPr>
        <p:grpSpPr>
          <a:xfrm>
            <a:off x="8904288" y="5569004"/>
            <a:ext cx="1951070" cy="335280"/>
            <a:chOff x="8904288" y="5569004"/>
            <a:chExt cx="1951070" cy="335280"/>
          </a:xfrm>
        </p:grpSpPr>
        <p:pic>
          <p:nvPicPr>
            <p:cNvPr id="4" name="Picture 3">
              <a:hlinkClick r:id="rId6"/>
              <a:extLst>
                <a:ext uri="{FF2B5EF4-FFF2-40B4-BE49-F238E27FC236}">
                  <a16:creationId xmlns:a16="http://schemas.microsoft.com/office/drawing/2014/main" id="{C1B41439-3F63-921A-4BD5-954D4B0AE65E}"/>
                </a:ext>
              </a:extLst>
            </p:cNvPr>
            <p:cNvPicPr>
              <a:picLocks noChangeAspect="1"/>
            </p:cNvPicPr>
            <p:nvPr userDrawn="1"/>
          </p:nvPicPr>
          <p:blipFill rotWithShape="1">
            <a:blip r:embed="rId7" cstate="screen">
              <a:extLst>
                <a:ext uri="{28A0092B-C50C-407E-A947-70E740481C1C}">
                  <a14:useLocalDpi xmlns:a14="http://schemas.microsoft.com/office/drawing/2010/main"/>
                </a:ext>
              </a:extLst>
            </a:blip>
            <a:srcRect l="-15803" t="-15499" r="-15008" b="-15313"/>
            <a:stretch>
              <a:fillRect/>
            </a:stretch>
          </p:blipFill>
          <p:spPr>
            <a:xfrm>
              <a:off x="10520558" y="5569004"/>
              <a:ext cx="334800" cy="334800"/>
            </a:xfrm>
            <a:prstGeom prst="ellipse">
              <a:avLst/>
            </a:prstGeom>
            <a:ln>
              <a:solidFill>
                <a:schemeClr val="tx1"/>
              </a:solidFill>
            </a:ln>
          </p:spPr>
        </p:pic>
        <p:pic>
          <p:nvPicPr>
            <p:cNvPr id="5" name="Picture 4">
              <a:hlinkClick r:id="rId8"/>
              <a:extLst>
                <a:ext uri="{FF2B5EF4-FFF2-40B4-BE49-F238E27FC236}">
                  <a16:creationId xmlns:a16="http://schemas.microsoft.com/office/drawing/2014/main" id="{37B0DA3B-A3DD-C023-D858-9A326B5F72BD}"/>
                </a:ext>
              </a:extLst>
            </p:cNvPr>
            <p:cNvPicPr>
              <a:picLocks noChangeAspect="1"/>
            </p:cNvPicPr>
            <p:nvPr userDrawn="1"/>
          </p:nvPicPr>
          <p:blipFill rotWithShape="1">
            <a:blip r:embed="rId9" cstate="screen">
              <a:extLst>
                <a:ext uri="{28A0092B-C50C-407E-A947-70E740481C1C}">
                  <a14:useLocalDpi xmlns:a14="http://schemas.microsoft.com/office/drawing/2010/main"/>
                </a:ext>
              </a:extLst>
            </a:blip>
            <a:srcRect l="-11970" t="-13244" r="-14518" b="-13244"/>
            <a:stretch>
              <a:fillRect/>
            </a:stretch>
          </p:blipFill>
          <p:spPr>
            <a:xfrm>
              <a:off x="10119213" y="5569004"/>
              <a:ext cx="335280" cy="335280"/>
            </a:xfrm>
            <a:prstGeom prst="ellipse">
              <a:avLst/>
            </a:prstGeom>
            <a:ln>
              <a:solidFill>
                <a:schemeClr val="tx1"/>
              </a:solidFill>
            </a:ln>
          </p:spPr>
        </p:pic>
        <p:pic>
          <p:nvPicPr>
            <p:cNvPr id="6" name="Picture 5">
              <a:hlinkClick r:id="rId10"/>
              <a:extLst>
                <a:ext uri="{FF2B5EF4-FFF2-40B4-BE49-F238E27FC236}">
                  <a16:creationId xmlns:a16="http://schemas.microsoft.com/office/drawing/2014/main" id="{3394EDB2-3A11-9E1B-C773-9456BC7E3880}"/>
                </a:ext>
              </a:extLst>
            </p:cNvPr>
            <p:cNvPicPr>
              <a:picLocks noChangeAspect="1"/>
            </p:cNvPicPr>
            <p:nvPr userDrawn="1"/>
          </p:nvPicPr>
          <p:blipFill rotWithShape="1">
            <a:blip r:embed="rId11" cstate="screen">
              <a:extLst>
                <a:ext uri="{28A0092B-C50C-407E-A947-70E740481C1C}">
                  <a14:useLocalDpi xmlns:a14="http://schemas.microsoft.com/office/drawing/2010/main"/>
                </a:ext>
              </a:extLst>
            </a:blip>
            <a:srcRect l="-19298" t="-20188" r="-21078" b="-20188"/>
            <a:stretch>
              <a:fillRect/>
            </a:stretch>
          </p:blipFill>
          <p:spPr>
            <a:xfrm>
              <a:off x="9714238" y="5569004"/>
              <a:ext cx="335280" cy="335280"/>
            </a:xfrm>
            <a:prstGeom prst="ellipse">
              <a:avLst/>
            </a:prstGeom>
            <a:ln>
              <a:solidFill>
                <a:schemeClr val="tx1"/>
              </a:solidFill>
            </a:ln>
          </p:spPr>
        </p:pic>
        <p:pic>
          <p:nvPicPr>
            <p:cNvPr id="11" name="Picture 10">
              <a:hlinkClick r:id="rId12"/>
              <a:extLst>
                <a:ext uri="{FF2B5EF4-FFF2-40B4-BE49-F238E27FC236}">
                  <a16:creationId xmlns:a16="http://schemas.microsoft.com/office/drawing/2014/main" id="{3C9E59E1-109A-2B7A-17AB-C8C07EDBA3F4}"/>
                </a:ext>
              </a:extLst>
            </p:cNvPr>
            <p:cNvPicPr>
              <a:picLocks noChangeAspect="1"/>
            </p:cNvPicPr>
            <p:nvPr userDrawn="1"/>
          </p:nvPicPr>
          <p:blipFill rotWithShape="1">
            <a:blip r:embed="rId13" cstate="screen">
              <a:extLst>
                <a:ext uri="{28A0092B-C50C-407E-A947-70E740481C1C}">
                  <a14:useLocalDpi xmlns:a14="http://schemas.microsoft.com/office/drawing/2010/main"/>
                </a:ext>
              </a:extLst>
            </a:blip>
            <a:srcRect l="-23025" t="-21407" r="-19995" b="-21613"/>
            <a:stretch>
              <a:fillRect/>
            </a:stretch>
          </p:blipFill>
          <p:spPr>
            <a:xfrm>
              <a:off x="8904288" y="5569004"/>
              <a:ext cx="335280" cy="335280"/>
            </a:xfrm>
            <a:prstGeom prst="ellipse">
              <a:avLst/>
            </a:prstGeom>
            <a:ln>
              <a:solidFill>
                <a:schemeClr val="tx1"/>
              </a:solidFill>
            </a:ln>
          </p:spPr>
        </p:pic>
        <p:pic>
          <p:nvPicPr>
            <p:cNvPr id="21" name="Picture 20">
              <a:hlinkClick r:id="rId14"/>
              <a:extLst>
                <a:ext uri="{FF2B5EF4-FFF2-40B4-BE49-F238E27FC236}">
                  <a16:creationId xmlns:a16="http://schemas.microsoft.com/office/drawing/2014/main" id="{9C4FF414-462F-3E96-E9B0-58F7C38DE8F7}"/>
                </a:ext>
              </a:extLst>
            </p:cNvPr>
            <p:cNvPicPr>
              <a:picLocks noChangeAspect="1"/>
            </p:cNvPicPr>
            <p:nvPr userDrawn="1"/>
          </p:nvPicPr>
          <p:blipFill rotWithShape="1">
            <a:blip r:embed="rId15" cstate="screen">
              <a:extLst>
                <a:ext uri="{28A0092B-C50C-407E-A947-70E740481C1C}">
                  <a14:useLocalDpi xmlns:a14="http://schemas.microsoft.com/office/drawing/2010/main"/>
                </a:ext>
              </a:extLst>
            </a:blip>
            <a:srcRect l="-16187" t="-16601" r="-17015" b="-16601"/>
            <a:stretch>
              <a:fillRect/>
            </a:stretch>
          </p:blipFill>
          <p:spPr>
            <a:xfrm>
              <a:off x="9309263" y="5569004"/>
              <a:ext cx="335280" cy="335280"/>
            </a:xfrm>
            <a:prstGeom prst="ellipse">
              <a:avLst/>
            </a:prstGeom>
            <a:ln>
              <a:solidFill>
                <a:schemeClr val="tx1"/>
              </a:solidFill>
            </a:ln>
          </p:spPr>
        </p:pic>
      </p:grpSp>
      <p:sp>
        <p:nvSpPr>
          <p:cNvPr id="19" name="Rectangle 18">
            <a:extLst>
              <a:ext uri="{FF2B5EF4-FFF2-40B4-BE49-F238E27FC236}">
                <a16:creationId xmlns:a16="http://schemas.microsoft.com/office/drawing/2014/main" id="{AB8926FF-D001-F0F8-2F91-96975E5F641A}"/>
              </a:ext>
            </a:extLst>
          </p:cNvPr>
          <p:cNvSpPr/>
          <p:nvPr/>
        </p:nvSpPr>
        <p:spPr>
          <a:xfrm rot="16200000">
            <a:off x="1826323"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L" sz="1400" b="0" i="0" u="none" strike="noStrike" kern="1200" cap="none" spc="0" normalizeH="0" baseline="0" noProof="0" err="1">
              <a:ln>
                <a:noFill/>
              </a:ln>
              <a:solidFill>
                <a:srgbClr val="000000"/>
              </a:solidFill>
              <a:effectLst/>
              <a:uLnTx/>
              <a:uFillTx/>
              <a:latin typeface="Ubuntu"/>
              <a:ea typeface="+mn-ea"/>
              <a:cs typeface="+mn-cs"/>
            </a:endParaRPr>
          </a:p>
        </p:txBody>
      </p:sp>
    </p:spTree>
    <p:extLst>
      <p:ext uri="{BB962C8B-B14F-4D97-AF65-F5344CB8AC3E}">
        <p14:creationId xmlns:p14="http://schemas.microsoft.com/office/powerpoint/2010/main" val="2288492808"/>
      </p:ext>
    </p:extLst>
  </p:cSld>
  <p:clrMapOvr>
    <a:masterClrMapping/>
  </p:clrMapOvr>
  <p:hf sldNum="0" hdr="0" ftr="0" dt="0"/>
</p:sldLayout>
</file>

<file path=ppt/slideLayouts/slideLayout192.xml><?xml version="1.0" encoding="utf-8"?>
<p:sldLayout xmlns:a="http://schemas.openxmlformats.org/drawingml/2006/main" xmlns:r="http://schemas.openxmlformats.org/officeDocument/2006/relationships" xmlns:p="http://schemas.openxmlformats.org/presentationml/2006/main" showMasterSp="0" preserve="1">
  <p:cSld name="End Slide 2">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E828FFA5-3FBC-D174-A267-398AD796B6A1}"/>
              </a:ext>
            </a:extLst>
          </p:cNvPr>
          <p:cNvSpPr/>
          <p:nvPr/>
        </p:nvSpPr>
        <p:spPr>
          <a:xfrm>
            <a:off x="550862" y="3325369"/>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US" sz="1100" b="1" i="0" kern="1200">
                <a:solidFill>
                  <a:schemeClr val="tx2"/>
                </a:solidFill>
                <a:latin typeface="+mn-lt"/>
                <a:ea typeface="+mn-ea"/>
                <a:cs typeface="+mn-cs"/>
              </a:rPr>
              <a:t>Make it real.</a:t>
            </a:r>
          </a:p>
          <a:p>
            <a:pPr marL="0" marR="0" lvl="0" indent="0" algn="l" defTabSz="914400" rtl="0" eaLnBrk="1" fontAlgn="auto" latinLnBrk="0" hangingPunct="1">
              <a:lnSpc>
                <a:spcPts val="1200"/>
              </a:lnSpc>
              <a:spcBef>
                <a:spcPts val="0"/>
              </a:spcBef>
              <a:spcAft>
                <a:spcPts val="0"/>
              </a:spcAft>
              <a:buClrTx/>
              <a:buSzTx/>
              <a:buFontTx/>
              <a:buNone/>
              <a:tabLst/>
              <a:defRPr/>
            </a:pPr>
            <a:r>
              <a:rPr lang="en-US" sz="1050" b="0" i="0" err="1">
                <a:solidFill>
                  <a:schemeClr val="tx1"/>
                </a:solidFill>
                <a:latin typeface="+mn-lt"/>
              </a:rPr>
              <a:t>w</a:t>
            </a:r>
            <a:r>
              <a:rPr lang="en-US" sz="1050" err="1">
                <a:solidFill>
                  <a:schemeClr val="tx1"/>
                </a:solidFill>
                <a:latin typeface="+mn-lt"/>
              </a:rPr>
              <a:t>ww.capgemini.com</a:t>
            </a:r>
            <a:endParaRPr lang="en-US" sz="1050">
              <a:solidFill>
                <a:schemeClr val="tx1"/>
              </a:solidFill>
              <a:latin typeface="+mn-lt"/>
            </a:endParaRPr>
          </a:p>
        </p:txBody>
      </p:sp>
      <p:sp>
        <p:nvSpPr>
          <p:cNvPr id="30" name="Rectangle 29">
            <a:extLst>
              <a:ext uri="{FF2B5EF4-FFF2-40B4-BE49-F238E27FC236}">
                <a16:creationId xmlns:a16="http://schemas.microsoft.com/office/drawing/2014/main" id="{42F7D594-54F5-66A3-9AE8-EFE5D6CA5A39}"/>
              </a:ext>
            </a:extLst>
          </p:cNvPr>
          <p:cNvSpPr/>
          <p:nvPr/>
        </p:nvSpPr>
        <p:spPr>
          <a:xfrm>
            <a:off x="550863" y="1384200"/>
            <a:ext cx="4248471" cy="18287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just" defTabSz="914400" rtl="0" eaLnBrk="1" fontAlgn="auto" latinLnBrk="0" hangingPunct="1">
              <a:lnSpc>
                <a:spcPct val="100000"/>
              </a:lnSpc>
              <a:spcBef>
                <a:spcPts val="0"/>
              </a:spcBef>
              <a:spcAft>
                <a:spcPts val="1200"/>
              </a:spcAft>
              <a:buClrTx/>
              <a:buSzTx/>
              <a:buFontTx/>
              <a:buNone/>
              <a:tabLst/>
              <a:defRPr/>
            </a:pPr>
            <a:r>
              <a:rPr kumimoji="0" lang="en-US" sz="1400" b="0" i="0" u="none" strike="noStrike" kern="1200" cap="none" spc="0" normalizeH="0" baseline="0" noProof="0">
                <a:ln>
                  <a:noFill/>
                </a:ln>
                <a:solidFill>
                  <a:schemeClr val="tx1"/>
                </a:solidFill>
                <a:effectLst/>
                <a:uLnTx/>
                <a:uFillTx/>
                <a:latin typeface="+mn-lt"/>
                <a:ea typeface="+mn-ea"/>
                <a:cs typeface="+mn-cs"/>
              </a:rPr>
              <a:t>About Capgemini</a:t>
            </a:r>
          </a:p>
          <a:p>
            <a:pPr marL="0" marR="0" lvl="0" indent="0" algn="just" defTabSz="914400" rtl="0" eaLnBrk="1" fontAlgn="auto" latinLnBrk="0" hangingPunct="1">
              <a:lnSpc>
                <a:spcPct val="100000"/>
              </a:lnSpc>
              <a:spcBef>
                <a:spcPts val="0"/>
              </a:spcBef>
              <a:spcAft>
                <a:spcPts val="0"/>
              </a:spcAft>
              <a:buClrTx/>
              <a:buSzTx/>
              <a:buFontTx/>
              <a:buNone/>
              <a:tabLst/>
              <a:defRPr/>
            </a:pPr>
            <a:r>
              <a:rPr lang="en-GB" sz="900">
                <a:solidFill>
                  <a:schemeClr val="tx1"/>
                </a:solidFill>
              </a:rPr>
              <a:t>Capgemini is an AI-powered global business and technology transformation partner, delivering tangible business value. We imagine the future of organizations and make it real with AI, technology and people. With our strong heritage of nearly 60 years, we are a responsible and diverse group of 420,000 team members in more than 50 countries. We deliver end-to-end services and solutions with our deep industry expertise and strong partner ecosystem, leveraging our capabilities across strategy, technology, design, engineering and business operations. The Group reported 2024 global revenues of €22.1 billion.</a:t>
            </a:r>
            <a:endParaRPr kumimoji="0" lang="en-US" sz="900" b="0" i="0" u="none" strike="noStrike" kern="1200" cap="none" spc="0" normalizeH="0" baseline="0" noProof="0">
              <a:ln>
                <a:noFill/>
              </a:ln>
              <a:solidFill>
                <a:schemeClr val="tx1"/>
              </a:solidFill>
              <a:effectLst/>
              <a:uLnTx/>
              <a:uFillTx/>
              <a:latin typeface="+mn-lt"/>
              <a:ea typeface="+mn-ea"/>
              <a:cs typeface="+mn-cs"/>
            </a:endParaRPr>
          </a:p>
        </p:txBody>
      </p:sp>
      <p:sp>
        <p:nvSpPr>
          <p:cNvPr id="31" name="Rectangle 30">
            <a:extLst>
              <a:ext uri="{FF2B5EF4-FFF2-40B4-BE49-F238E27FC236}">
                <a16:creationId xmlns:a16="http://schemas.microsoft.com/office/drawing/2014/main" id="{C78622B2-B191-08A7-15CB-8C95D883649E}"/>
              </a:ext>
            </a:extLst>
          </p:cNvPr>
          <p:cNvSpPr/>
          <p:nvPr/>
        </p:nvSpPr>
        <p:spPr>
          <a:xfrm>
            <a:off x="8904288" y="6053226"/>
            <a:ext cx="2879725" cy="400110"/>
          </a:xfrm>
          <a:prstGeom prst="rect">
            <a:avLst/>
          </a:prstGeom>
        </p:spPr>
        <p:txBody>
          <a:bodyPr wrap="square" lIns="0" tIns="0" rIns="0" bIns="0" anchor="b" anchorCtr="0">
            <a:spAutoFit/>
          </a:bodyPr>
          <a:lstStyle/>
          <a:p>
            <a:pPr>
              <a:spcAft>
                <a:spcPts val="600"/>
              </a:spcAft>
            </a:pPr>
            <a:r>
              <a:rPr lang="en-US" sz="700" b="0" i="0" noProof="0">
                <a:solidFill>
                  <a:schemeClr val="tx1"/>
                </a:solidFill>
                <a:latin typeface="+mn-lt"/>
                <a:cs typeface="Arial"/>
              </a:rPr>
              <a:t>This presentation contains information that may be privileged or confidential and is the property of the Capgemini Group.</a:t>
            </a:r>
          </a:p>
          <a:p>
            <a:pPr>
              <a:spcAft>
                <a:spcPts val="600"/>
              </a:spcAft>
            </a:pPr>
            <a:r>
              <a:rPr lang="en-US" sz="700" b="0" i="0" noProof="0">
                <a:solidFill>
                  <a:schemeClr val="tx1"/>
                </a:solidFill>
                <a:latin typeface="+mn-lt"/>
                <a:cs typeface="Arial"/>
              </a:rPr>
              <a:t>Copyright © 2025 Capgemini. All rights reserved.</a:t>
            </a:r>
          </a:p>
        </p:txBody>
      </p:sp>
      <p:grpSp>
        <p:nvGrpSpPr>
          <p:cNvPr id="43" name="Group 2">
            <a:extLst>
              <a:ext uri="{FF2B5EF4-FFF2-40B4-BE49-F238E27FC236}">
                <a16:creationId xmlns:a16="http://schemas.microsoft.com/office/drawing/2014/main" id="{CD4310B4-5ADE-C2D0-DB4C-AF69D93A1DF5}"/>
              </a:ext>
            </a:extLst>
          </p:cNvPr>
          <p:cNvGrpSpPr>
            <a:grpSpLocks noChangeAspect="1"/>
          </p:cNvGrpSpPr>
          <p:nvPr/>
        </p:nvGrpSpPr>
        <p:grpSpPr>
          <a:xfrm>
            <a:off x="550862" y="6021288"/>
            <a:ext cx="1872000" cy="420870"/>
            <a:chOff x="5094083" y="5360390"/>
            <a:chExt cx="3039349" cy="683316"/>
          </a:xfrm>
          <a:solidFill>
            <a:schemeClr val="tx2"/>
          </a:solidFill>
        </p:grpSpPr>
        <p:sp>
          <p:nvSpPr>
            <p:cNvPr id="44" name="Freeform: Shape 4">
              <a:extLst>
                <a:ext uri="{FF2B5EF4-FFF2-40B4-BE49-F238E27FC236}">
                  <a16:creationId xmlns:a16="http://schemas.microsoft.com/office/drawing/2014/main" id="{089E09DC-D2DF-E25B-B85C-6EA1D98E1CA5}"/>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lstStyle/>
            <a:p>
              <a:endParaRPr lang="en-US" sz="1800"/>
            </a:p>
          </p:txBody>
        </p:sp>
        <p:sp>
          <p:nvSpPr>
            <p:cNvPr id="45" name="Freeform: Shape 5">
              <a:extLst>
                <a:ext uri="{FF2B5EF4-FFF2-40B4-BE49-F238E27FC236}">
                  <a16:creationId xmlns:a16="http://schemas.microsoft.com/office/drawing/2014/main" id="{CFFDC692-B337-393E-311F-6135E50AC699}"/>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lstStyle/>
            <a:p>
              <a:endParaRPr lang="en-US" sz="1800"/>
            </a:p>
          </p:txBody>
        </p:sp>
        <p:sp>
          <p:nvSpPr>
            <p:cNvPr id="46" name="Freeform: Shape 6">
              <a:extLst>
                <a:ext uri="{FF2B5EF4-FFF2-40B4-BE49-F238E27FC236}">
                  <a16:creationId xmlns:a16="http://schemas.microsoft.com/office/drawing/2014/main" id="{79F624AF-8CAF-1C4F-6AF4-0D3BAB6883DE}"/>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lstStyle/>
            <a:p>
              <a:endParaRPr lang="en-US" sz="1800"/>
            </a:p>
          </p:txBody>
        </p:sp>
        <p:sp>
          <p:nvSpPr>
            <p:cNvPr id="47" name="Freeform: Shape 7">
              <a:extLst>
                <a:ext uri="{FF2B5EF4-FFF2-40B4-BE49-F238E27FC236}">
                  <a16:creationId xmlns:a16="http://schemas.microsoft.com/office/drawing/2014/main" id="{CC7B72C0-ED2F-06D1-872B-CC0A248A4A55}"/>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lstStyle/>
            <a:p>
              <a:endParaRPr lang="en-US" sz="1800"/>
            </a:p>
          </p:txBody>
        </p:sp>
        <p:sp>
          <p:nvSpPr>
            <p:cNvPr id="48" name="Freeform: Shape 8">
              <a:extLst>
                <a:ext uri="{FF2B5EF4-FFF2-40B4-BE49-F238E27FC236}">
                  <a16:creationId xmlns:a16="http://schemas.microsoft.com/office/drawing/2014/main" id="{4387627B-473F-668B-D2BC-7D0705259BFC}"/>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lstStyle/>
            <a:p>
              <a:endParaRPr lang="en-US" sz="1800"/>
            </a:p>
          </p:txBody>
        </p:sp>
      </p:grpSp>
      <p:grpSp>
        <p:nvGrpSpPr>
          <p:cNvPr id="2" name="Group 1">
            <a:extLst>
              <a:ext uri="{FF2B5EF4-FFF2-40B4-BE49-F238E27FC236}">
                <a16:creationId xmlns:a16="http://schemas.microsoft.com/office/drawing/2014/main" id="{33CF6172-FAD6-301F-3990-BA19BDCBDD10}"/>
              </a:ext>
            </a:extLst>
          </p:cNvPr>
          <p:cNvGrpSpPr/>
          <p:nvPr/>
        </p:nvGrpSpPr>
        <p:grpSpPr>
          <a:xfrm>
            <a:off x="8904288" y="5569004"/>
            <a:ext cx="1951070" cy="335280"/>
            <a:chOff x="8904288" y="5569004"/>
            <a:chExt cx="1951070" cy="335280"/>
          </a:xfrm>
        </p:grpSpPr>
        <p:pic>
          <p:nvPicPr>
            <p:cNvPr id="3" name="Picture 2">
              <a:hlinkClick r:id="rId2"/>
              <a:extLst>
                <a:ext uri="{FF2B5EF4-FFF2-40B4-BE49-F238E27FC236}">
                  <a16:creationId xmlns:a16="http://schemas.microsoft.com/office/drawing/2014/main" id="{C80B44BA-49DA-9F84-82D3-870627147924}"/>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l="-15803" t="-15499" r="-15008" b="-15313"/>
            <a:stretch>
              <a:fillRect/>
            </a:stretch>
          </p:blipFill>
          <p:spPr>
            <a:xfrm>
              <a:off x="10520558" y="5569004"/>
              <a:ext cx="334800" cy="334800"/>
            </a:xfrm>
            <a:prstGeom prst="ellipse">
              <a:avLst/>
            </a:prstGeom>
            <a:ln>
              <a:solidFill>
                <a:schemeClr val="tx1"/>
              </a:solidFill>
            </a:ln>
          </p:spPr>
        </p:pic>
        <p:pic>
          <p:nvPicPr>
            <p:cNvPr id="4" name="Picture 3">
              <a:hlinkClick r:id="rId4"/>
              <a:extLst>
                <a:ext uri="{FF2B5EF4-FFF2-40B4-BE49-F238E27FC236}">
                  <a16:creationId xmlns:a16="http://schemas.microsoft.com/office/drawing/2014/main" id="{3F910AE5-DC10-6A3E-284B-4AA4EADB83AB}"/>
                </a:ext>
              </a:extLst>
            </p:cNvPr>
            <p:cNvPicPr>
              <a:picLocks noChangeAspect="1"/>
            </p:cNvPicPr>
            <p:nvPr userDrawn="1"/>
          </p:nvPicPr>
          <p:blipFill rotWithShape="1">
            <a:blip r:embed="rId5" cstate="screen">
              <a:extLst>
                <a:ext uri="{28A0092B-C50C-407E-A947-70E740481C1C}">
                  <a14:useLocalDpi xmlns:a14="http://schemas.microsoft.com/office/drawing/2010/main"/>
                </a:ext>
              </a:extLst>
            </a:blip>
            <a:srcRect l="-11970" t="-13244" r="-14518" b="-13244"/>
            <a:stretch>
              <a:fillRect/>
            </a:stretch>
          </p:blipFill>
          <p:spPr>
            <a:xfrm>
              <a:off x="10119213" y="5569004"/>
              <a:ext cx="335280" cy="335280"/>
            </a:xfrm>
            <a:prstGeom prst="ellipse">
              <a:avLst/>
            </a:prstGeom>
            <a:ln>
              <a:solidFill>
                <a:schemeClr val="tx1"/>
              </a:solidFill>
            </a:ln>
          </p:spPr>
        </p:pic>
        <p:pic>
          <p:nvPicPr>
            <p:cNvPr id="5" name="Picture 4">
              <a:hlinkClick r:id="rId6"/>
              <a:extLst>
                <a:ext uri="{FF2B5EF4-FFF2-40B4-BE49-F238E27FC236}">
                  <a16:creationId xmlns:a16="http://schemas.microsoft.com/office/drawing/2014/main" id="{38FCE476-10F1-8A4F-DF82-27A04965BB65}"/>
                </a:ext>
              </a:extLst>
            </p:cNvPr>
            <p:cNvPicPr>
              <a:picLocks noChangeAspect="1"/>
            </p:cNvPicPr>
            <p:nvPr userDrawn="1"/>
          </p:nvPicPr>
          <p:blipFill rotWithShape="1">
            <a:blip r:embed="rId7" cstate="screen">
              <a:extLst>
                <a:ext uri="{28A0092B-C50C-407E-A947-70E740481C1C}">
                  <a14:useLocalDpi xmlns:a14="http://schemas.microsoft.com/office/drawing/2010/main"/>
                </a:ext>
              </a:extLst>
            </a:blip>
            <a:srcRect l="-19298" t="-20188" r="-21078" b="-20188"/>
            <a:stretch>
              <a:fillRect/>
            </a:stretch>
          </p:blipFill>
          <p:spPr>
            <a:xfrm>
              <a:off x="9714238" y="5569004"/>
              <a:ext cx="335280" cy="335280"/>
            </a:xfrm>
            <a:prstGeom prst="ellipse">
              <a:avLst/>
            </a:prstGeom>
            <a:ln>
              <a:solidFill>
                <a:schemeClr val="tx1"/>
              </a:solidFill>
            </a:ln>
          </p:spPr>
        </p:pic>
        <p:pic>
          <p:nvPicPr>
            <p:cNvPr id="6" name="Picture 5">
              <a:hlinkClick r:id="rId8"/>
              <a:extLst>
                <a:ext uri="{FF2B5EF4-FFF2-40B4-BE49-F238E27FC236}">
                  <a16:creationId xmlns:a16="http://schemas.microsoft.com/office/drawing/2014/main" id="{97AF43E1-E2D3-3572-59C0-6B864F4B3F70}"/>
                </a:ext>
              </a:extLst>
            </p:cNvPr>
            <p:cNvPicPr>
              <a:picLocks noChangeAspect="1"/>
            </p:cNvPicPr>
            <p:nvPr userDrawn="1"/>
          </p:nvPicPr>
          <p:blipFill rotWithShape="1">
            <a:blip r:embed="rId9" cstate="screen">
              <a:extLst>
                <a:ext uri="{28A0092B-C50C-407E-A947-70E740481C1C}">
                  <a14:useLocalDpi xmlns:a14="http://schemas.microsoft.com/office/drawing/2010/main"/>
                </a:ext>
              </a:extLst>
            </a:blip>
            <a:srcRect l="-23025" t="-21407" r="-19995" b="-21613"/>
            <a:stretch>
              <a:fillRect/>
            </a:stretch>
          </p:blipFill>
          <p:spPr>
            <a:xfrm>
              <a:off x="8904288" y="5569004"/>
              <a:ext cx="335280" cy="335280"/>
            </a:xfrm>
            <a:prstGeom prst="ellipse">
              <a:avLst/>
            </a:prstGeom>
            <a:ln>
              <a:solidFill>
                <a:schemeClr val="tx1"/>
              </a:solidFill>
            </a:ln>
          </p:spPr>
        </p:pic>
        <p:pic>
          <p:nvPicPr>
            <p:cNvPr id="7" name="Picture 6">
              <a:hlinkClick r:id="rId10"/>
              <a:extLst>
                <a:ext uri="{FF2B5EF4-FFF2-40B4-BE49-F238E27FC236}">
                  <a16:creationId xmlns:a16="http://schemas.microsoft.com/office/drawing/2014/main" id="{FE9806D4-7438-2762-EAEC-92F2B68803AC}"/>
                </a:ext>
              </a:extLst>
            </p:cNvPr>
            <p:cNvPicPr>
              <a:picLocks noChangeAspect="1"/>
            </p:cNvPicPr>
            <p:nvPr userDrawn="1"/>
          </p:nvPicPr>
          <p:blipFill rotWithShape="1">
            <a:blip r:embed="rId11" cstate="screen">
              <a:extLst>
                <a:ext uri="{28A0092B-C50C-407E-A947-70E740481C1C}">
                  <a14:useLocalDpi xmlns:a14="http://schemas.microsoft.com/office/drawing/2010/main"/>
                </a:ext>
              </a:extLst>
            </a:blip>
            <a:srcRect l="-16187" t="-16601" r="-17015" b="-16601"/>
            <a:stretch>
              <a:fillRect/>
            </a:stretch>
          </p:blipFill>
          <p:spPr>
            <a:xfrm>
              <a:off x="9309263" y="5569004"/>
              <a:ext cx="335280" cy="335280"/>
            </a:xfrm>
            <a:prstGeom prst="ellipse">
              <a:avLst/>
            </a:prstGeom>
            <a:ln>
              <a:solidFill>
                <a:schemeClr val="tx1"/>
              </a:solidFill>
            </a:ln>
          </p:spPr>
        </p:pic>
      </p:grpSp>
    </p:spTree>
    <p:extLst>
      <p:ext uri="{BB962C8B-B14F-4D97-AF65-F5344CB8AC3E}">
        <p14:creationId xmlns:p14="http://schemas.microsoft.com/office/powerpoint/2010/main" val="4058783037"/>
      </p:ext>
    </p:extLst>
  </p:cSld>
  <p:clrMapOvr>
    <a:masterClrMapping/>
  </p:clrMapOvr>
  <p:hf sldNum="0" hdr="0" ftr="0" dt="0"/>
</p:sldLayout>
</file>

<file path=ppt/slideLayouts/slideLayout193.xml><?xml version="1.0" encoding="utf-8"?>
<p:sldLayout xmlns:a="http://schemas.openxmlformats.org/drawingml/2006/main" xmlns:r="http://schemas.openxmlformats.org/officeDocument/2006/relationships" xmlns:p="http://schemas.openxmlformats.org/presentationml/2006/main" showMasterSp="0" preserve="1">
  <p:cSld name="End Slide 3">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D1D17019-0BF4-2D81-E041-AFBAAFE615A7}"/>
              </a:ext>
            </a:extLst>
          </p:cNvPr>
          <p:cNvSpPr/>
          <p:nvPr/>
        </p:nvSpPr>
        <p:spPr>
          <a:xfrm>
            <a:off x="8146580" y="0"/>
            <a:ext cx="4045420" cy="6858000"/>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43" name="Group 2">
            <a:extLst>
              <a:ext uri="{FF2B5EF4-FFF2-40B4-BE49-F238E27FC236}">
                <a16:creationId xmlns:a16="http://schemas.microsoft.com/office/drawing/2014/main" id="{CD4310B4-5ADE-C2D0-DB4C-AF69D93A1DF5}"/>
              </a:ext>
            </a:extLst>
          </p:cNvPr>
          <p:cNvGrpSpPr>
            <a:grpSpLocks noChangeAspect="1"/>
          </p:cNvGrpSpPr>
          <p:nvPr/>
        </p:nvGrpSpPr>
        <p:grpSpPr>
          <a:xfrm>
            <a:off x="550863" y="6021288"/>
            <a:ext cx="1872000" cy="420870"/>
            <a:chOff x="5094083" y="5360390"/>
            <a:chExt cx="3039349" cy="683316"/>
          </a:xfrm>
          <a:solidFill>
            <a:schemeClr val="tx2"/>
          </a:solidFill>
        </p:grpSpPr>
        <p:sp>
          <p:nvSpPr>
            <p:cNvPr id="44" name="Freeform: Shape 4">
              <a:extLst>
                <a:ext uri="{FF2B5EF4-FFF2-40B4-BE49-F238E27FC236}">
                  <a16:creationId xmlns:a16="http://schemas.microsoft.com/office/drawing/2014/main" id="{089E09DC-D2DF-E25B-B85C-6EA1D98E1CA5}"/>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lstStyle/>
            <a:p>
              <a:endParaRPr lang="en-US" sz="1800">
                <a:solidFill>
                  <a:schemeClr val="bg1"/>
                </a:solidFill>
              </a:endParaRPr>
            </a:p>
          </p:txBody>
        </p:sp>
        <p:sp>
          <p:nvSpPr>
            <p:cNvPr id="45" name="Freeform: Shape 5">
              <a:extLst>
                <a:ext uri="{FF2B5EF4-FFF2-40B4-BE49-F238E27FC236}">
                  <a16:creationId xmlns:a16="http://schemas.microsoft.com/office/drawing/2014/main" id="{CFFDC692-B337-393E-311F-6135E50AC699}"/>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lstStyle/>
            <a:p>
              <a:endParaRPr lang="en-US" sz="1800">
                <a:solidFill>
                  <a:schemeClr val="bg1"/>
                </a:solidFill>
              </a:endParaRPr>
            </a:p>
          </p:txBody>
        </p:sp>
        <p:sp>
          <p:nvSpPr>
            <p:cNvPr id="46" name="Freeform: Shape 6">
              <a:extLst>
                <a:ext uri="{FF2B5EF4-FFF2-40B4-BE49-F238E27FC236}">
                  <a16:creationId xmlns:a16="http://schemas.microsoft.com/office/drawing/2014/main" id="{79F624AF-8CAF-1C4F-6AF4-0D3BAB6883DE}"/>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lstStyle/>
            <a:p>
              <a:endParaRPr lang="en-US" sz="1800">
                <a:solidFill>
                  <a:schemeClr val="bg1"/>
                </a:solidFill>
              </a:endParaRPr>
            </a:p>
          </p:txBody>
        </p:sp>
        <p:sp>
          <p:nvSpPr>
            <p:cNvPr id="47" name="Freeform: Shape 7">
              <a:extLst>
                <a:ext uri="{FF2B5EF4-FFF2-40B4-BE49-F238E27FC236}">
                  <a16:creationId xmlns:a16="http://schemas.microsoft.com/office/drawing/2014/main" id="{CC7B72C0-ED2F-06D1-872B-CC0A248A4A55}"/>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lstStyle/>
            <a:p>
              <a:endParaRPr lang="en-US" sz="1800">
                <a:solidFill>
                  <a:schemeClr val="bg1"/>
                </a:solidFill>
              </a:endParaRPr>
            </a:p>
          </p:txBody>
        </p:sp>
        <p:sp>
          <p:nvSpPr>
            <p:cNvPr id="48" name="Freeform: Shape 8">
              <a:extLst>
                <a:ext uri="{FF2B5EF4-FFF2-40B4-BE49-F238E27FC236}">
                  <a16:creationId xmlns:a16="http://schemas.microsoft.com/office/drawing/2014/main" id="{4387627B-473F-668B-D2BC-7D0705259BFC}"/>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lstStyle/>
            <a:p>
              <a:endParaRPr lang="en-US" sz="1800">
                <a:solidFill>
                  <a:schemeClr val="bg1"/>
                </a:solidFill>
              </a:endParaRPr>
            </a:p>
          </p:txBody>
        </p:sp>
      </p:grpSp>
      <p:sp>
        <p:nvSpPr>
          <p:cNvPr id="2" name="Rectangle 1">
            <a:extLst>
              <a:ext uri="{FF2B5EF4-FFF2-40B4-BE49-F238E27FC236}">
                <a16:creationId xmlns:a16="http://schemas.microsoft.com/office/drawing/2014/main" id="{BFA81E17-F832-B5EB-3D5D-25AE712EB4A5}"/>
              </a:ext>
            </a:extLst>
          </p:cNvPr>
          <p:cNvSpPr/>
          <p:nvPr/>
        </p:nvSpPr>
        <p:spPr>
          <a:xfrm>
            <a:off x="8904288" y="6053226"/>
            <a:ext cx="2879725" cy="400110"/>
          </a:xfrm>
          <a:prstGeom prst="rect">
            <a:avLst/>
          </a:prstGeom>
        </p:spPr>
        <p:txBody>
          <a:bodyPr wrap="square" lIns="0" tIns="0" rIns="0" bIns="0" anchor="b" anchorCtr="0">
            <a:spAutoFit/>
          </a:bodyPr>
          <a:lstStyle/>
          <a:p>
            <a:pPr>
              <a:spcAft>
                <a:spcPts val="600"/>
              </a:spcAft>
            </a:pPr>
            <a:r>
              <a:rPr lang="en-US" sz="700" b="0" i="0" noProof="0">
                <a:solidFill>
                  <a:schemeClr val="bg1"/>
                </a:solidFill>
                <a:latin typeface="+mn-lt"/>
                <a:cs typeface="Arial"/>
              </a:rPr>
              <a:t>This presentation contains information that may be privileged or confidential and is the property of the Capgemini Group.</a:t>
            </a:r>
          </a:p>
          <a:p>
            <a:pPr>
              <a:spcAft>
                <a:spcPts val="600"/>
              </a:spcAft>
            </a:pPr>
            <a:r>
              <a:rPr lang="en-US" sz="700" b="0" i="0" noProof="0">
                <a:solidFill>
                  <a:schemeClr val="bg1"/>
                </a:solidFill>
                <a:latin typeface="+mn-lt"/>
                <a:cs typeface="Arial"/>
              </a:rPr>
              <a:t>Copyright © 2026 Capgemini. All rights reserved.</a:t>
            </a:r>
          </a:p>
        </p:txBody>
      </p:sp>
      <p:sp>
        <p:nvSpPr>
          <p:cNvPr id="9" name="Rectangle 8">
            <a:extLst>
              <a:ext uri="{FF2B5EF4-FFF2-40B4-BE49-F238E27FC236}">
                <a16:creationId xmlns:a16="http://schemas.microsoft.com/office/drawing/2014/main" id="{FA5EFF19-B281-F0C9-FB01-070197B8DB96}"/>
              </a:ext>
            </a:extLst>
          </p:cNvPr>
          <p:cNvSpPr/>
          <p:nvPr/>
        </p:nvSpPr>
        <p:spPr>
          <a:xfrm>
            <a:off x="550864" y="1384200"/>
            <a:ext cx="4248471" cy="175676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just" defTabSz="914400" rtl="0" eaLnBrk="1" fontAlgn="auto" latinLnBrk="0" hangingPunct="1">
              <a:lnSpc>
                <a:spcPct val="100000"/>
              </a:lnSpc>
              <a:spcBef>
                <a:spcPts val="0"/>
              </a:spcBef>
              <a:spcAft>
                <a:spcPts val="1200"/>
              </a:spcAft>
              <a:buClrTx/>
              <a:buSzTx/>
              <a:buFontTx/>
              <a:buNone/>
              <a:tabLst/>
              <a:defRPr/>
            </a:pPr>
            <a:r>
              <a:rPr kumimoji="0" lang="en-US" sz="1400" b="0" i="0" u="none" strike="noStrike" kern="1200" cap="none" spc="0" normalizeH="0" baseline="0" noProof="0">
                <a:ln>
                  <a:noFill/>
                </a:ln>
                <a:solidFill>
                  <a:schemeClr val="tx1"/>
                </a:solidFill>
                <a:effectLst/>
                <a:uLnTx/>
                <a:uFillTx/>
                <a:latin typeface="+mn-lt"/>
                <a:ea typeface="+mn-ea"/>
                <a:cs typeface="+mn-cs"/>
              </a:rPr>
              <a:t>About Capgemini</a:t>
            </a:r>
          </a:p>
          <a:p>
            <a:pPr marL="0" marR="0" lvl="0" indent="0" algn="just" defTabSz="914400" rtl="0" eaLnBrk="1" fontAlgn="auto" latinLnBrk="0" hangingPunct="1">
              <a:lnSpc>
                <a:spcPct val="100000"/>
              </a:lnSpc>
              <a:spcBef>
                <a:spcPts val="0"/>
              </a:spcBef>
              <a:spcAft>
                <a:spcPts val="0"/>
              </a:spcAft>
              <a:buClrTx/>
              <a:buSzTx/>
              <a:buFontTx/>
              <a:buNone/>
              <a:tabLst/>
              <a:defRPr/>
            </a:pPr>
            <a:r>
              <a:rPr lang="en-GB" sz="900">
                <a:solidFill>
                  <a:schemeClr val="tx1"/>
                </a:solidFill>
              </a:rPr>
              <a:t>Capgemini is an AI-powered global business and technology transformation partner, delivering tangible business value. We imagine the future of organizations and make it real with AI, technology and people. With our strong heritage of nearly 60 years, we are a responsible and diverse group of 420,000 team members in more than 50 countries. We deliver end-to-end services and solutions with our deep industry expertise and strong partner ecosystem, leveraging our capabilities across strategy, technology, design, engineering and business operations. The Group reported 2024 global revenues of €22.1 billion.</a:t>
            </a:r>
            <a:endParaRPr kumimoji="0" lang="en-US" sz="900" b="0" i="0" u="none" strike="noStrike" kern="1200" cap="none" spc="0" normalizeH="0" baseline="0" noProof="0">
              <a:ln>
                <a:noFill/>
              </a:ln>
              <a:solidFill>
                <a:schemeClr val="tx1"/>
              </a:solidFill>
              <a:effectLst/>
              <a:uLnTx/>
              <a:uFillTx/>
              <a:latin typeface="+mn-lt"/>
              <a:ea typeface="+mn-ea"/>
              <a:cs typeface="+mn-cs"/>
            </a:endParaRPr>
          </a:p>
        </p:txBody>
      </p:sp>
      <p:sp>
        <p:nvSpPr>
          <p:cNvPr id="10" name="Rectangle 9">
            <a:extLst>
              <a:ext uri="{FF2B5EF4-FFF2-40B4-BE49-F238E27FC236}">
                <a16:creationId xmlns:a16="http://schemas.microsoft.com/office/drawing/2014/main" id="{456848E4-9E3E-BD1A-A82D-C9F95359644C}"/>
              </a:ext>
            </a:extLst>
          </p:cNvPr>
          <p:cNvSpPr/>
          <p:nvPr/>
        </p:nvSpPr>
        <p:spPr>
          <a:xfrm>
            <a:off x="550863" y="3325369"/>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US" sz="1100" b="1" i="0" kern="1200">
                <a:solidFill>
                  <a:schemeClr val="tx2"/>
                </a:solidFill>
                <a:latin typeface="+mn-lt"/>
                <a:ea typeface="+mn-ea"/>
                <a:cs typeface="+mn-cs"/>
              </a:rPr>
              <a:t>Make it real.</a:t>
            </a:r>
          </a:p>
          <a:p>
            <a:pPr marL="0" marR="0" lvl="0" indent="0" algn="l" defTabSz="914400" rtl="0" eaLnBrk="1" fontAlgn="auto" latinLnBrk="0" hangingPunct="1">
              <a:lnSpc>
                <a:spcPts val="1200"/>
              </a:lnSpc>
              <a:spcBef>
                <a:spcPts val="0"/>
              </a:spcBef>
              <a:spcAft>
                <a:spcPts val="0"/>
              </a:spcAft>
              <a:buClrTx/>
              <a:buSzTx/>
              <a:buFontTx/>
              <a:buNone/>
              <a:tabLst/>
              <a:defRPr/>
            </a:pPr>
            <a:r>
              <a:rPr lang="en-US" sz="1050" b="0" i="0">
                <a:solidFill>
                  <a:schemeClr val="tx1"/>
                </a:solidFill>
                <a:latin typeface="+mn-lt"/>
              </a:rPr>
              <a:t>w</a:t>
            </a:r>
            <a:r>
              <a:rPr lang="en-US" sz="1050">
                <a:solidFill>
                  <a:schemeClr val="tx1"/>
                </a:solidFill>
                <a:latin typeface="+mn-lt"/>
              </a:rPr>
              <a:t>ww.capgemini.com</a:t>
            </a:r>
          </a:p>
        </p:txBody>
      </p:sp>
      <p:sp>
        <p:nvSpPr>
          <p:cNvPr id="11" name="Rectangle 10">
            <a:extLst>
              <a:ext uri="{FF2B5EF4-FFF2-40B4-BE49-F238E27FC236}">
                <a16:creationId xmlns:a16="http://schemas.microsoft.com/office/drawing/2014/main" id="{243A1DDC-0EE3-87D7-B55C-C8336892FA90}"/>
              </a:ext>
            </a:extLst>
          </p:cNvPr>
          <p:cNvSpPr/>
          <p:nvPr/>
        </p:nvSpPr>
        <p:spPr>
          <a:xfrm rot="16200000">
            <a:off x="4627581"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12" name="Group 11">
            <a:extLst>
              <a:ext uri="{FF2B5EF4-FFF2-40B4-BE49-F238E27FC236}">
                <a16:creationId xmlns:a16="http://schemas.microsoft.com/office/drawing/2014/main" id="{78E9408B-4A36-9F64-5766-AC150B683248}"/>
              </a:ext>
            </a:extLst>
          </p:cNvPr>
          <p:cNvGrpSpPr/>
          <p:nvPr/>
        </p:nvGrpSpPr>
        <p:grpSpPr>
          <a:xfrm>
            <a:off x="8904288" y="5569004"/>
            <a:ext cx="1951070" cy="335280"/>
            <a:chOff x="8904288" y="5569004"/>
            <a:chExt cx="1951070" cy="335280"/>
          </a:xfrm>
        </p:grpSpPr>
        <p:pic>
          <p:nvPicPr>
            <p:cNvPr id="13" name="Picture 12">
              <a:hlinkClick r:id="rId2"/>
              <a:extLst>
                <a:ext uri="{FF2B5EF4-FFF2-40B4-BE49-F238E27FC236}">
                  <a16:creationId xmlns:a16="http://schemas.microsoft.com/office/drawing/2014/main" id="{594B397F-1305-520D-FD72-252F047C02CE}"/>
                </a:ext>
              </a:extLst>
            </p:cNvPr>
            <p:cNvPicPr>
              <a:picLocks noChangeAspect="1"/>
            </p:cNvPicPr>
            <p:nvPr userDrawn="1"/>
          </p:nvPicPr>
          <p:blipFill rotWithShape="1">
            <a:blip r:embed="rId3" cstate="screen">
              <a:lum bright="70000" contrast="-70000"/>
              <a:extLst>
                <a:ext uri="{BEBA8EAE-BF5A-486C-A8C5-ECC9F3942E4B}">
                  <a14:imgProps xmlns:a14="http://schemas.microsoft.com/office/drawing/2010/main">
                    <a14:imgLayer r:embed="rId4">
                      <a14:imgEffect>
                        <a14:artisticPhotocopy/>
                      </a14:imgEffect>
                    </a14:imgLayer>
                  </a14:imgProps>
                </a:ext>
                <a:ext uri="{28A0092B-C50C-407E-A947-70E740481C1C}">
                  <a14:useLocalDpi xmlns:a14="http://schemas.microsoft.com/office/drawing/2010/main"/>
                </a:ext>
              </a:extLst>
            </a:blip>
            <a:srcRect l="-15803" t="-15499" r="-15008" b="-15313"/>
            <a:stretch>
              <a:fillRect/>
            </a:stretch>
          </p:blipFill>
          <p:spPr>
            <a:xfrm>
              <a:off x="10520558" y="5569004"/>
              <a:ext cx="334800" cy="334800"/>
            </a:xfrm>
            <a:prstGeom prst="ellipse">
              <a:avLst/>
            </a:prstGeom>
            <a:ln>
              <a:solidFill>
                <a:schemeClr val="bg1"/>
              </a:solidFill>
            </a:ln>
          </p:spPr>
        </p:pic>
        <p:pic>
          <p:nvPicPr>
            <p:cNvPr id="14" name="Picture 13">
              <a:hlinkClick r:id="rId5"/>
              <a:extLst>
                <a:ext uri="{FF2B5EF4-FFF2-40B4-BE49-F238E27FC236}">
                  <a16:creationId xmlns:a16="http://schemas.microsoft.com/office/drawing/2014/main" id="{2B8F14F5-4F4C-8CAB-B032-78509603B748}"/>
                </a:ext>
              </a:extLst>
            </p:cNvPr>
            <p:cNvPicPr>
              <a:picLocks noChangeAspect="1"/>
            </p:cNvPicPr>
            <p:nvPr userDrawn="1"/>
          </p:nvPicPr>
          <p:blipFill rotWithShape="1">
            <a:blip r:embed="rId6" cstate="screen">
              <a:lum bright="70000" contrast="-70000"/>
              <a:extLst>
                <a:ext uri="{BEBA8EAE-BF5A-486C-A8C5-ECC9F3942E4B}">
                  <a14:imgProps xmlns:a14="http://schemas.microsoft.com/office/drawing/2010/main">
                    <a14:imgLayer r:embed="rId7">
                      <a14:imgEffect>
                        <a14:artisticPhotocopy/>
                      </a14:imgEffect>
                    </a14:imgLayer>
                  </a14:imgProps>
                </a:ext>
                <a:ext uri="{28A0092B-C50C-407E-A947-70E740481C1C}">
                  <a14:useLocalDpi xmlns:a14="http://schemas.microsoft.com/office/drawing/2010/main"/>
                </a:ext>
              </a:extLst>
            </a:blip>
            <a:srcRect l="-11970" t="-13244" r="-14518" b="-13244"/>
            <a:stretch>
              <a:fillRect/>
            </a:stretch>
          </p:blipFill>
          <p:spPr>
            <a:xfrm>
              <a:off x="10119213" y="5569004"/>
              <a:ext cx="335280" cy="335280"/>
            </a:xfrm>
            <a:prstGeom prst="ellipse">
              <a:avLst/>
            </a:prstGeom>
            <a:ln>
              <a:solidFill>
                <a:schemeClr val="bg1"/>
              </a:solidFill>
            </a:ln>
          </p:spPr>
        </p:pic>
        <p:pic>
          <p:nvPicPr>
            <p:cNvPr id="15" name="Picture 14">
              <a:hlinkClick r:id="rId8"/>
              <a:extLst>
                <a:ext uri="{FF2B5EF4-FFF2-40B4-BE49-F238E27FC236}">
                  <a16:creationId xmlns:a16="http://schemas.microsoft.com/office/drawing/2014/main" id="{2FB6738B-5AD4-93DE-628B-7F9F226AE057}"/>
                </a:ext>
              </a:extLst>
            </p:cNvPr>
            <p:cNvPicPr>
              <a:picLocks noChangeAspect="1"/>
            </p:cNvPicPr>
            <p:nvPr userDrawn="1"/>
          </p:nvPicPr>
          <p:blipFill rotWithShape="1">
            <a:blip r:embed="rId9" cstate="screen">
              <a:lum bright="70000" contrast="-70000"/>
              <a:extLst>
                <a:ext uri="{BEBA8EAE-BF5A-486C-A8C5-ECC9F3942E4B}">
                  <a14:imgProps xmlns:a14="http://schemas.microsoft.com/office/drawing/2010/main">
                    <a14:imgLayer r:embed="rId10">
                      <a14:imgEffect>
                        <a14:artisticPhotocopy/>
                      </a14:imgEffect>
                    </a14:imgLayer>
                  </a14:imgProps>
                </a:ext>
                <a:ext uri="{28A0092B-C50C-407E-A947-70E740481C1C}">
                  <a14:useLocalDpi xmlns:a14="http://schemas.microsoft.com/office/drawing/2010/main"/>
                </a:ext>
              </a:extLst>
            </a:blip>
            <a:srcRect l="-19298" t="-20188" r="-21078" b="-20188"/>
            <a:stretch>
              <a:fillRect/>
            </a:stretch>
          </p:blipFill>
          <p:spPr>
            <a:xfrm>
              <a:off x="9714238" y="5569004"/>
              <a:ext cx="335280" cy="335280"/>
            </a:xfrm>
            <a:prstGeom prst="ellipse">
              <a:avLst/>
            </a:prstGeom>
            <a:ln>
              <a:solidFill>
                <a:schemeClr val="bg1"/>
              </a:solidFill>
            </a:ln>
          </p:spPr>
        </p:pic>
        <p:pic>
          <p:nvPicPr>
            <p:cNvPr id="16" name="Picture 15">
              <a:hlinkClick r:id="rId11"/>
              <a:extLst>
                <a:ext uri="{FF2B5EF4-FFF2-40B4-BE49-F238E27FC236}">
                  <a16:creationId xmlns:a16="http://schemas.microsoft.com/office/drawing/2014/main" id="{9B12A264-9803-3563-7FDB-B00341420E93}"/>
                </a:ext>
              </a:extLst>
            </p:cNvPr>
            <p:cNvPicPr>
              <a:picLocks noChangeAspect="1"/>
            </p:cNvPicPr>
            <p:nvPr userDrawn="1"/>
          </p:nvPicPr>
          <p:blipFill rotWithShape="1">
            <a:blip r:embed="rId12" cstate="screen">
              <a:lum bright="70000" contrast="-70000"/>
              <a:extLst>
                <a:ext uri="{BEBA8EAE-BF5A-486C-A8C5-ECC9F3942E4B}">
                  <a14:imgProps xmlns:a14="http://schemas.microsoft.com/office/drawing/2010/main">
                    <a14:imgLayer r:embed="rId13">
                      <a14:imgEffect>
                        <a14:artisticPhotocopy/>
                      </a14:imgEffect>
                    </a14:imgLayer>
                  </a14:imgProps>
                </a:ext>
                <a:ext uri="{28A0092B-C50C-407E-A947-70E740481C1C}">
                  <a14:useLocalDpi xmlns:a14="http://schemas.microsoft.com/office/drawing/2010/main"/>
                </a:ext>
              </a:extLst>
            </a:blip>
            <a:srcRect l="-23025" t="-21407" r="-19995" b="-21613"/>
            <a:stretch>
              <a:fillRect/>
            </a:stretch>
          </p:blipFill>
          <p:spPr>
            <a:xfrm>
              <a:off x="8904288" y="5569004"/>
              <a:ext cx="335280" cy="335280"/>
            </a:xfrm>
            <a:prstGeom prst="ellipse">
              <a:avLst/>
            </a:prstGeom>
            <a:ln>
              <a:solidFill>
                <a:schemeClr val="bg1"/>
              </a:solidFill>
            </a:ln>
          </p:spPr>
        </p:pic>
        <p:pic>
          <p:nvPicPr>
            <p:cNvPr id="18" name="Picture 17">
              <a:hlinkClick r:id="rId14"/>
              <a:extLst>
                <a:ext uri="{FF2B5EF4-FFF2-40B4-BE49-F238E27FC236}">
                  <a16:creationId xmlns:a16="http://schemas.microsoft.com/office/drawing/2014/main" id="{55679AC9-828E-26B9-8BA5-EB55C80AF8BA}"/>
                </a:ext>
              </a:extLst>
            </p:cNvPr>
            <p:cNvPicPr>
              <a:picLocks noChangeAspect="1"/>
            </p:cNvPicPr>
            <p:nvPr userDrawn="1"/>
          </p:nvPicPr>
          <p:blipFill rotWithShape="1">
            <a:blip r:embed="rId15" cstate="screen">
              <a:lum bright="70000" contrast="-70000"/>
              <a:extLst>
                <a:ext uri="{BEBA8EAE-BF5A-486C-A8C5-ECC9F3942E4B}">
                  <a14:imgProps xmlns:a14="http://schemas.microsoft.com/office/drawing/2010/main">
                    <a14:imgLayer r:embed="rId16">
                      <a14:imgEffect>
                        <a14:artisticPhotocopy/>
                      </a14:imgEffect>
                    </a14:imgLayer>
                  </a14:imgProps>
                </a:ext>
                <a:ext uri="{28A0092B-C50C-407E-A947-70E740481C1C}">
                  <a14:useLocalDpi xmlns:a14="http://schemas.microsoft.com/office/drawing/2010/main"/>
                </a:ext>
              </a:extLst>
            </a:blip>
            <a:srcRect l="-16187" t="-16601" r="-17015" b="-16601"/>
            <a:stretch>
              <a:fillRect/>
            </a:stretch>
          </p:blipFill>
          <p:spPr>
            <a:xfrm>
              <a:off x="9309263" y="5569004"/>
              <a:ext cx="335280" cy="335280"/>
            </a:xfrm>
            <a:prstGeom prst="ellipse">
              <a:avLst/>
            </a:prstGeom>
            <a:ln>
              <a:solidFill>
                <a:schemeClr val="bg1"/>
              </a:solidFill>
            </a:ln>
          </p:spPr>
        </p:pic>
      </p:grpSp>
    </p:spTree>
    <p:extLst>
      <p:ext uri="{BB962C8B-B14F-4D97-AF65-F5344CB8AC3E}">
        <p14:creationId xmlns:p14="http://schemas.microsoft.com/office/powerpoint/2010/main" val="1007752886"/>
      </p:ext>
    </p:extLst>
  </p:cSld>
  <p:clrMapOvr>
    <a:masterClrMapping/>
  </p:clrMapOvr>
  <p:hf sldNum="0" hdr="0" ftr="0" dt="0"/>
</p:sldLayout>
</file>

<file path=ppt/slideLayouts/slideLayout194.xml><?xml version="1.0" encoding="utf-8"?>
<p:sldLayout xmlns:a="http://schemas.openxmlformats.org/drawingml/2006/main" xmlns:r="http://schemas.openxmlformats.org/officeDocument/2006/relationships" xmlns:p="http://schemas.openxmlformats.org/presentationml/2006/main" showMasterSp="0" preserve="1">
  <p:cSld name="1_End Slide 3_Disclaimer">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D1D17019-0BF4-2D81-E041-AFBAAFE615A7}"/>
              </a:ext>
            </a:extLst>
          </p:cNvPr>
          <p:cNvSpPr/>
          <p:nvPr/>
        </p:nvSpPr>
        <p:spPr>
          <a:xfrm>
            <a:off x="8146580" y="0"/>
            <a:ext cx="4045420" cy="6858000"/>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43" name="Group 2">
            <a:extLst>
              <a:ext uri="{FF2B5EF4-FFF2-40B4-BE49-F238E27FC236}">
                <a16:creationId xmlns:a16="http://schemas.microsoft.com/office/drawing/2014/main" id="{CD4310B4-5ADE-C2D0-DB4C-AF69D93A1DF5}"/>
              </a:ext>
            </a:extLst>
          </p:cNvPr>
          <p:cNvGrpSpPr>
            <a:grpSpLocks noChangeAspect="1"/>
          </p:cNvGrpSpPr>
          <p:nvPr/>
        </p:nvGrpSpPr>
        <p:grpSpPr>
          <a:xfrm>
            <a:off x="550863" y="6021288"/>
            <a:ext cx="1872000" cy="420870"/>
            <a:chOff x="5094083" y="5360390"/>
            <a:chExt cx="3039349" cy="683316"/>
          </a:xfrm>
          <a:solidFill>
            <a:schemeClr val="tx2"/>
          </a:solidFill>
        </p:grpSpPr>
        <p:sp>
          <p:nvSpPr>
            <p:cNvPr id="44" name="Freeform: Shape 4">
              <a:extLst>
                <a:ext uri="{FF2B5EF4-FFF2-40B4-BE49-F238E27FC236}">
                  <a16:creationId xmlns:a16="http://schemas.microsoft.com/office/drawing/2014/main" id="{089E09DC-D2DF-E25B-B85C-6EA1D98E1CA5}"/>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lstStyle/>
            <a:p>
              <a:endParaRPr lang="en-US" sz="1800">
                <a:solidFill>
                  <a:schemeClr val="bg1"/>
                </a:solidFill>
              </a:endParaRPr>
            </a:p>
          </p:txBody>
        </p:sp>
        <p:sp>
          <p:nvSpPr>
            <p:cNvPr id="45" name="Freeform: Shape 5">
              <a:extLst>
                <a:ext uri="{FF2B5EF4-FFF2-40B4-BE49-F238E27FC236}">
                  <a16:creationId xmlns:a16="http://schemas.microsoft.com/office/drawing/2014/main" id="{CFFDC692-B337-393E-311F-6135E50AC699}"/>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lstStyle/>
            <a:p>
              <a:endParaRPr lang="en-US" sz="1800">
                <a:solidFill>
                  <a:schemeClr val="bg1"/>
                </a:solidFill>
              </a:endParaRPr>
            </a:p>
          </p:txBody>
        </p:sp>
        <p:sp>
          <p:nvSpPr>
            <p:cNvPr id="46" name="Freeform: Shape 6">
              <a:extLst>
                <a:ext uri="{FF2B5EF4-FFF2-40B4-BE49-F238E27FC236}">
                  <a16:creationId xmlns:a16="http://schemas.microsoft.com/office/drawing/2014/main" id="{79F624AF-8CAF-1C4F-6AF4-0D3BAB6883DE}"/>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lstStyle/>
            <a:p>
              <a:endParaRPr lang="en-US" sz="1800">
                <a:solidFill>
                  <a:schemeClr val="bg1"/>
                </a:solidFill>
              </a:endParaRPr>
            </a:p>
          </p:txBody>
        </p:sp>
        <p:sp>
          <p:nvSpPr>
            <p:cNvPr id="47" name="Freeform: Shape 7">
              <a:extLst>
                <a:ext uri="{FF2B5EF4-FFF2-40B4-BE49-F238E27FC236}">
                  <a16:creationId xmlns:a16="http://schemas.microsoft.com/office/drawing/2014/main" id="{CC7B72C0-ED2F-06D1-872B-CC0A248A4A55}"/>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lstStyle/>
            <a:p>
              <a:endParaRPr lang="en-US" sz="1800">
                <a:solidFill>
                  <a:schemeClr val="bg1"/>
                </a:solidFill>
              </a:endParaRPr>
            </a:p>
          </p:txBody>
        </p:sp>
        <p:sp>
          <p:nvSpPr>
            <p:cNvPr id="48" name="Freeform: Shape 8">
              <a:extLst>
                <a:ext uri="{FF2B5EF4-FFF2-40B4-BE49-F238E27FC236}">
                  <a16:creationId xmlns:a16="http://schemas.microsoft.com/office/drawing/2014/main" id="{4387627B-473F-668B-D2BC-7D0705259BFC}"/>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lstStyle/>
            <a:p>
              <a:endParaRPr lang="en-US" sz="1800">
                <a:solidFill>
                  <a:schemeClr val="bg1"/>
                </a:solidFill>
              </a:endParaRPr>
            </a:p>
          </p:txBody>
        </p:sp>
      </p:grpSp>
      <p:sp>
        <p:nvSpPr>
          <p:cNvPr id="2" name="Rectangle 1">
            <a:extLst>
              <a:ext uri="{FF2B5EF4-FFF2-40B4-BE49-F238E27FC236}">
                <a16:creationId xmlns:a16="http://schemas.microsoft.com/office/drawing/2014/main" id="{BFA81E17-F832-B5EB-3D5D-25AE712EB4A5}"/>
              </a:ext>
            </a:extLst>
          </p:cNvPr>
          <p:cNvSpPr/>
          <p:nvPr/>
        </p:nvSpPr>
        <p:spPr>
          <a:xfrm>
            <a:off x="8904288" y="6053226"/>
            <a:ext cx="2879725" cy="400110"/>
          </a:xfrm>
          <a:prstGeom prst="rect">
            <a:avLst/>
          </a:prstGeom>
        </p:spPr>
        <p:txBody>
          <a:bodyPr wrap="square" lIns="0" tIns="0" rIns="0" bIns="0" anchor="b" anchorCtr="0">
            <a:spAutoFit/>
          </a:bodyPr>
          <a:lstStyle/>
          <a:p>
            <a:pPr>
              <a:spcAft>
                <a:spcPts val="600"/>
              </a:spcAft>
            </a:pPr>
            <a:r>
              <a:rPr lang="en-US" sz="700" b="0" i="0" noProof="0">
                <a:solidFill>
                  <a:schemeClr val="bg1"/>
                </a:solidFill>
                <a:latin typeface="+mn-lt"/>
                <a:cs typeface="Arial"/>
              </a:rPr>
              <a:t>This presentation contains information that may be privileged or confidential and is the property of the Capgemini Group.</a:t>
            </a:r>
          </a:p>
          <a:p>
            <a:pPr>
              <a:spcAft>
                <a:spcPts val="600"/>
              </a:spcAft>
            </a:pPr>
            <a:r>
              <a:rPr lang="en-US" sz="700" b="0" i="0" noProof="0">
                <a:solidFill>
                  <a:schemeClr val="bg1"/>
                </a:solidFill>
                <a:latin typeface="+mn-lt"/>
                <a:cs typeface="Arial"/>
              </a:rPr>
              <a:t>Copyright © 2026 Capgemini. All rights reserved.</a:t>
            </a:r>
          </a:p>
        </p:txBody>
      </p:sp>
      <p:sp>
        <p:nvSpPr>
          <p:cNvPr id="9" name="Rectangle 8">
            <a:extLst>
              <a:ext uri="{FF2B5EF4-FFF2-40B4-BE49-F238E27FC236}">
                <a16:creationId xmlns:a16="http://schemas.microsoft.com/office/drawing/2014/main" id="{FA5EFF19-B281-F0C9-FB01-070197B8DB96}"/>
              </a:ext>
            </a:extLst>
          </p:cNvPr>
          <p:cNvSpPr/>
          <p:nvPr/>
        </p:nvSpPr>
        <p:spPr>
          <a:xfrm>
            <a:off x="550864" y="1384200"/>
            <a:ext cx="4248471" cy="175676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just" defTabSz="914400" rtl="0" eaLnBrk="1" fontAlgn="auto" latinLnBrk="0" hangingPunct="1">
              <a:lnSpc>
                <a:spcPct val="100000"/>
              </a:lnSpc>
              <a:spcBef>
                <a:spcPts val="0"/>
              </a:spcBef>
              <a:spcAft>
                <a:spcPts val="1200"/>
              </a:spcAft>
              <a:buClrTx/>
              <a:buSzTx/>
              <a:buFontTx/>
              <a:buNone/>
              <a:tabLst/>
              <a:defRPr/>
            </a:pPr>
            <a:r>
              <a:rPr kumimoji="0" lang="en-US" sz="1400" b="0" i="0" u="none" strike="noStrike" kern="1200" cap="none" spc="0" normalizeH="0" baseline="0" noProof="0">
                <a:ln>
                  <a:noFill/>
                </a:ln>
                <a:solidFill>
                  <a:schemeClr val="tx1"/>
                </a:solidFill>
                <a:effectLst/>
                <a:uLnTx/>
                <a:uFillTx/>
                <a:latin typeface="+mn-lt"/>
                <a:ea typeface="+mn-ea"/>
                <a:cs typeface="+mn-cs"/>
              </a:rPr>
              <a:t>About Capgemini</a:t>
            </a:r>
          </a:p>
          <a:p>
            <a:pPr marL="0" marR="0" lvl="0" indent="0" algn="just" defTabSz="914400" rtl="0" eaLnBrk="1" fontAlgn="auto" latinLnBrk="0" hangingPunct="1">
              <a:lnSpc>
                <a:spcPct val="100000"/>
              </a:lnSpc>
              <a:spcBef>
                <a:spcPts val="0"/>
              </a:spcBef>
              <a:spcAft>
                <a:spcPts val="0"/>
              </a:spcAft>
              <a:buClrTx/>
              <a:buSzTx/>
              <a:buFontTx/>
              <a:buNone/>
              <a:tabLst/>
              <a:defRPr/>
            </a:pPr>
            <a:r>
              <a:rPr lang="en-GB" sz="900">
                <a:solidFill>
                  <a:schemeClr val="tx1"/>
                </a:solidFill>
              </a:rPr>
              <a:t>Capgemini is an AI-powered global business and technology transformation partner, delivering tangible business value. We imagine the future of organizations and make it real with AI, technology and people. With our strong heritage of nearly 60 years, we are a responsible and diverse group of 420,000 team members in more than 50 countries. We deliver end-to-end services and solutions with our deep industry expertise and strong partner ecosystem, leveraging our capabilities across strategy, technology, design, engineering and business operations. The Group reported 2024 global revenues of €22.1 billion.</a:t>
            </a:r>
            <a:endParaRPr kumimoji="0" lang="en-US" sz="900" b="0" i="0" u="none" strike="noStrike" kern="1200" cap="none" spc="0" normalizeH="0" baseline="0" noProof="0">
              <a:ln>
                <a:noFill/>
              </a:ln>
              <a:solidFill>
                <a:schemeClr val="tx1"/>
              </a:solidFill>
              <a:effectLst/>
              <a:uLnTx/>
              <a:uFillTx/>
              <a:latin typeface="+mn-lt"/>
              <a:ea typeface="+mn-ea"/>
              <a:cs typeface="+mn-cs"/>
            </a:endParaRPr>
          </a:p>
        </p:txBody>
      </p:sp>
      <p:sp>
        <p:nvSpPr>
          <p:cNvPr id="10" name="Rectangle 9">
            <a:extLst>
              <a:ext uri="{FF2B5EF4-FFF2-40B4-BE49-F238E27FC236}">
                <a16:creationId xmlns:a16="http://schemas.microsoft.com/office/drawing/2014/main" id="{456848E4-9E3E-BD1A-A82D-C9F95359644C}"/>
              </a:ext>
            </a:extLst>
          </p:cNvPr>
          <p:cNvSpPr/>
          <p:nvPr/>
        </p:nvSpPr>
        <p:spPr>
          <a:xfrm>
            <a:off x="550863" y="3325369"/>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US" sz="1100" b="1" i="0" kern="1200">
                <a:solidFill>
                  <a:schemeClr val="tx2"/>
                </a:solidFill>
                <a:latin typeface="+mn-lt"/>
                <a:ea typeface="+mn-ea"/>
                <a:cs typeface="+mn-cs"/>
              </a:rPr>
              <a:t>Make it real.</a:t>
            </a:r>
          </a:p>
          <a:p>
            <a:pPr marL="0" marR="0" lvl="0" indent="0" algn="l" defTabSz="914400" rtl="0" eaLnBrk="1" fontAlgn="auto" latinLnBrk="0" hangingPunct="1">
              <a:lnSpc>
                <a:spcPts val="1200"/>
              </a:lnSpc>
              <a:spcBef>
                <a:spcPts val="0"/>
              </a:spcBef>
              <a:spcAft>
                <a:spcPts val="0"/>
              </a:spcAft>
              <a:buClrTx/>
              <a:buSzTx/>
              <a:buFontTx/>
              <a:buNone/>
              <a:tabLst/>
              <a:defRPr/>
            </a:pPr>
            <a:r>
              <a:rPr lang="en-US" sz="1050" b="0" i="0">
                <a:solidFill>
                  <a:schemeClr val="tx1"/>
                </a:solidFill>
                <a:latin typeface="+mn-lt"/>
              </a:rPr>
              <a:t>w</a:t>
            </a:r>
            <a:r>
              <a:rPr lang="en-US" sz="1050">
                <a:solidFill>
                  <a:schemeClr val="tx1"/>
                </a:solidFill>
                <a:latin typeface="+mn-lt"/>
              </a:rPr>
              <a:t>ww.capgemini.com</a:t>
            </a:r>
          </a:p>
        </p:txBody>
      </p:sp>
      <p:sp>
        <p:nvSpPr>
          <p:cNvPr id="11" name="Rectangle 10">
            <a:extLst>
              <a:ext uri="{FF2B5EF4-FFF2-40B4-BE49-F238E27FC236}">
                <a16:creationId xmlns:a16="http://schemas.microsoft.com/office/drawing/2014/main" id="{243A1DDC-0EE3-87D7-B55C-C8336892FA90}"/>
              </a:ext>
            </a:extLst>
          </p:cNvPr>
          <p:cNvSpPr/>
          <p:nvPr/>
        </p:nvSpPr>
        <p:spPr>
          <a:xfrm rot="16200000">
            <a:off x="4627581"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12" name="Group 11">
            <a:extLst>
              <a:ext uri="{FF2B5EF4-FFF2-40B4-BE49-F238E27FC236}">
                <a16:creationId xmlns:a16="http://schemas.microsoft.com/office/drawing/2014/main" id="{78E9408B-4A36-9F64-5766-AC150B683248}"/>
              </a:ext>
            </a:extLst>
          </p:cNvPr>
          <p:cNvGrpSpPr/>
          <p:nvPr/>
        </p:nvGrpSpPr>
        <p:grpSpPr>
          <a:xfrm>
            <a:off x="8904288" y="5569004"/>
            <a:ext cx="1951070" cy="335280"/>
            <a:chOff x="8904288" y="5569004"/>
            <a:chExt cx="1951070" cy="335280"/>
          </a:xfrm>
        </p:grpSpPr>
        <p:pic>
          <p:nvPicPr>
            <p:cNvPr id="13" name="Picture 12">
              <a:hlinkClick r:id="rId2"/>
              <a:extLst>
                <a:ext uri="{FF2B5EF4-FFF2-40B4-BE49-F238E27FC236}">
                  <a16:creationId xmlns:a16="http://schemas.microsoft.com/office/drawing/2014/main" id="{594B397F-1305-520D-FD72-252F047C02CE}"/>
                </a:ext>
              </a:extLst>
            </p:cNvPr>
            <p:cNvPicPr>
              <a:picLocks noChangeAspect="1"/>
            </p:cNvPicPr>
            <p:nvPr userDrawn="1"/>
          </p:nvPicPr>
          <p:blipFill rotWithShape="1">
            <a:blip r:embed="rId3" cstate="screen">
              <a:lum bright="70000" contrast="-70000"/>
              <a:extLst>
                <a:ext uri="{BEBA8EAE-BF5A-486C-A8C5-ECC9F3942E4B}">
                  <a14:imgProps xmlns:a14="http://schemas.microsoft.com/office/drawing/2010/main">
                    <a14:imgLayer r:embed="rId4">
                      <a14:imgEffect>
                        <a14:artisticPhotocopy/>
                      </a14:imgEffect>
                    </a14:imgLayer>
                  </a14:imgProps>
                </a:ext>
                <a:ext uri="{28A0092B-C50C-407E-A947-70E740481C1C}">
                  <a14:useLocalDpi xmlns:a14="http://schemas.microsoft.com/office/drawing/2010/main"/>
                </a:ext>
              </a:extLst>
            </a:blip>
            <a:srcRect l="-15803" t="-15499" r="-15008" b="-15313"/>
            <a:stretch>
              <a:fillRect/>
            </a:stretch>
          </p:blipFill>
          <p:spPr>
            <a:xfrm>
              <a:off x="10520558" y="5569004"/>
              <a:ext cx="334800" cy="334800"/>
            </a:xfrm>
            <a:prstGeom prst="ellipse">
              <a:avLst/>
            </a:prstGeom>
            <a:ln>
              <a:solidFill>
                <a:schemeClr val="bg1"/>
              </a:solidFill>
            </a:ln>
          </p:spPr>
        </p:pic>
        <p:pic>
          <p:nvPicPr>
            <p:cNvPr id="14" name="Picture 13">
              <a:hlinkClick r:id="rId5"/>
              <a:extLst>
                <a:ext uri="{FF2B5EF4-FFF2-40B4-BE49-F238E27FC236}">
                  <a16:creationId xmlns:a16="http://schemas.microsoft.com/office/drawing/2014/main" id="{2B8F14F5-4F4C-8CAB-B032-78509603B748}"/>
                </a:ext>
              </a:extLst>
            </p:cNvPr>
            <p:cNvPicPr>
              <a:picLocks noChangeAspect="1"/>
            </p:cNvPicPr>
            <p:nvPr userDrawn="1"/>
          </p:nvPicPr>
          <p:blipFill rotWithShape="1">
            <a:blip r:embed="rId6" cstate="screen">
              <a:lum bright="70000" contrast="-70000"/>
              <a:extLst>
                <a:ext uri="{BEBA8EAE-BF5A-486C-A8C5-ECC9F3942E4B}">
                  <a14:imgProps xmlns:a14="http://schemas.microsoft.com/office/drawing/2010/main">
                    <a14:imgLayer r:embed="rId7">
                      <a14:imgEffect>
                        <a14:artisticPhotocopy/>
                      </a14:imgEffect>
                    </a14:imgLayer>
                  </a14:imgProps>
                </a:ext>
                <a:ext uri="{28A0092B-C50C-407E-A947-70E740481C1C}">
                  <a14:useLocalDpi xmlns:a14="http://schemas.microsoft.com/office/drawing/2010/main"/>
                </a:ext>
              </a:extLst>
            </a:blip>
            <a:srcRect l="-11970" t="-13244" r="-14518" b="-13244"/>
            <a:stretch>
              <a:fillRect/>
            </a:stretch>
          </p:blipFill>
          <p:spPr>
            <a:xfrm>
              <a:off x="10119213" y="5569004"/>
              <a:ext cx="335280" cy="335280"/>
            </a:xfrm>
            <a:prstGeom prst="ellipse">
              <a:avLst/>
            </a:prstGeom>
            <a:ln>
              <a:solidFill>
                <a:schemeClr val="bg1"/>
              </a:solidFill>
            </a:ln>
          </p:spPr>
        </p:pic>
        <p:pic>
          <p:nvPicPr>
            <p:cNvPr id="15" name="Picture 14">
              <a:hlinkClick r:id="rId8"/>
              <a:extLst>
                <a:ext uri="{FF2B5EF4-FFF2-40B4-BE49-F238E27FC236}">
                  <a16:creationId xmlns:a16="http://schemas.microsoft.com/office/drawing/2014/main" id="{2FB6738B-5AD4-93DE-628B-7F9F226AE057}"/>
                </a:ext>
              </a:extLst>
            </p:cNvPr>
            <p:cNvPicPr>
              <a:picLocks noChangeAspect="1"/>
            </p:cNvPicPr>
            <p:nvPr userDrawn="1"/>
          </p:nvPicPr>
          <p:blipFill rotWithShape="1">
            <a:blip r:embed="rId9" cstate="screen">
              <a:lum bright="70000" contrast="-70000"/>
              <a:extLst>
                <a:ext uri="{BEBA8EAE-BF5A-486C-A8C5-ECC9F3942E4B}">
                  <a14:imgProps xmlns:a14="http://schemas.microsoft.com/office/drawing/2010/main">
                    <a14:imgLayer r:embed="rId10">
                      <a14:imgEffect>
                        <a14:artisticPhotocopy/>
                      </a14:imgEffect>
                    </a14:imgLayer>
                  </a14:imgProps>
                </a:ext>
                <a:ext uri="{28A0092B-C50C-407E-A947-70E740481C1C}">
                  <a14:useLocalDpi xmlns:a14="http://schemas.microsoft.com/office/drawing/2010/main"/>
                </a:ext>
              </a:extLst>
            </a:blip>
            <a:srcRect l="-19298" t="-20188" r="-21078" b="-20188"/>
            <a:stretch>
              <a:fillRect/>
            </a:stretch>
          </p:blipFill>
          <p:spPr>
            <a:xfrm>
              <a:off x="9714238" y="5569004"/>
              <a:ext cx="335280" cy="335280"/>
            </a:xfrm>
            <a:prstGeom prst="ellipse">
              <a:avLst/>
            </a:prstGeom>
            <a:ln>
              <a:solidFill>
                <a:schemeClr val="bg1"/>
              </a:solidFill>
            </a:ln>
          </p:spPr>
        </p:pic>
        <p:pic>
          <p:nvPicPr>
            <p:cNvPr id="16" name="Picture 15">
              <a:hlinkClick r:id="rId11"/>
              <a:extLst>
                <a:ext uri="{FF2B5EF4-FFF2-40B4-BE49-F238E27FC236}">
                  <a16:creationId xmlns:a16="http://schemas.microsoft.com/office/drawing/2014/main" id="{9B12A264-9803-3563-7FDB-B00341420E93}"/>
                </a:ext>
              </a:extLst>
            </p:cNvPr>
            <p:cNvPicPr>
              <a:picLocks noChangeAspect="1"/>
            </p:cNvPicPr>
            <p:nvPr userDrawn="1"/>
          </p:nvPicPr>
          <p:blipFill rotWithShape="1">
            <a:blip r:embed="rId12" cstate="screen">
              <a:lum bright="70000" contrast="-70000"/>
              <a:extLst>
                <a:ext uri="{BEBA8EAE-BF5A-486C-A8C5-ECC9F3942E4B}">
                  <a14:imgProps xmlns:a14="http://schemas.microsoft.com/office/drawing/2010/main">
                    <a14:imgLayer r:embed="rId13">
                      <a14:imgEffect>
                        <a14:artisticPhotocopy/>
                      </a14:imgEffect>
                    </a14:imgLayer>
                  </a14:imgProps>
                </a:ext>
                <a:ext uri="{28A0092B-C50C-407E-A947-70E740481C1C}">
                  <a14:useLocalDpi xmlns:a14="http://schemas.microsoft.com/office/drawing/2010/main"/>
                </a:ext>
              </a:extLst>
            </a:blip>
            <a:srcRect l="-23025" t="-21407" r="-19995" b="-21613"/>
            <a:stretch>
              <a:fillRect/>
            </a:stretch>
          </p:blipFill>
          <p:spPr>
            <a:xfrm>
              <a:off x="8904288" y="5569004"/>
              <a:ext cx="335280" cy="335280"/>
            </a:xfrm>
            <a:prstGeom prst="ellipse">
              <a:avLst/>
            </a:prstGeom>
            <a:ln>
              <a:solidFill>
                <a:schemeClr val="bg1"/>
              </a:solidFill>
            </a:ln>
          </p:spPr>
        </p:pic>
        <p:pic>
          <p:nvPicPr>
            <p:cNvPr id="18" name="Picture 17">
              <a:hlinkClick r:id="rId14"/>
              <a:extLst>
                <a:ext uri="{FF2B5EF4-FFF2-40B4-BE49-F238E27FC236}">
                  <a16:creationId xmlns:a16="http://schemas.microsoft.com/office/drawing/2014/main" id="{55679AC9-828E-26B9-8BA5-EB55C80AF8BA}"/>
                </a:ext>
              </a:extLst>
            </p:cNvPr>
            <p:cNvPicPr>
              <a:picLocks noChangeAspect="1"/>
            </p:cNvPicPr>
            <p:nvPr userDrawn="1"/>
          </p:nvPicPr>
          <p:blipFill rotWithShape="1">
            <a:blip r:embed="rId15" cstate="screen">
              <a:lum bright="70000" contrast="-70000"/>
              <a:extLst>
                <a:ext uri="{BEBA8EAE-BF5A-486C-A8C5-ECC9F3942E4B}">
                  <a14:imgProps xmlns:a14="http://schemas.microsoft.com/office/drawing/2010/main">
                    <a14:imgLayer r:embed="rId16">
                      <a14:imgEffect>
                        <a14:artisticPhotocopy/>
                      </a14:imgEffect>
                    </a14:imgLayer>
                  </a14:imgProps>
                </a:ext>
                <a:ext uri="{28A0092B-C50C-407E-A947-70E740481C1C}">
                  <a14:useLocalDpi xmlns:a14="http://schemas.microsoft.com/office/drawing/2010/main"/>
                </a:ext>
              </a:extLst>
            </a:blip>
            <a:srcRect l="-16187" t="-16601" r="-17015" b="-16601"/>
            <a:stretch>
              <a:fillRect/>
            </a:stretch>
          </p:blipFill>
          <p:spPr>
            <a:xfrm>
              <a:off x="9309263" y="5569004"/>
              <a:ext cx="335280" cy="335280"/>
            </a:xfrm>
            <a:prstGeom prst="ellipse">
              <a:avLst/>
            </a:prstGeom>
            <a:ln>
              <a:solidFill>
                <a:schemeClr val="bg1"/>
              </a:solidFill>
            </a:ln>
          </p:spPr>
        </p:pic>
      </p:grpSp>
      <p:sp>
        <p:nvSpPr>
          <p:cNvPr id="3" name="Rectangle 2">
            <a:extLst>
              <a:ext uri="{FF2B5EF4-FFF2-40B4-BE49-F238E27FC236}">
                <a16:creationId xmlns:a16="http://schemas.microsoft.com/office/drawing/2014/main" id="{A1061512-6DEB-00A8-DA71-FCF9F70BA71B}"/>
              </a:ext>
            </a:extLst>
          </p:cNvPr>
          <p:cNvSpPr/>
          <p:nvPr/>
        </p:nvSpPr>
        <p:spPr>
          <a:xfrm>
            <a:off x="550864" y="3774169"/>
            <a:ext cx="4248471" cy="214548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just" defTabSz="914400" rtl="0" eaLnBrk="1" fontAlgn="auto" latinLnBrk="0" hangingPunct="1">
              <a:lnSpc>
                <a:spcPct val="100000"/>
              </a:lnSpc>
              <a:spcBef>
                <a:spcPts val="200"/>
              </a:spcBef>
              <a:spcAft>
                <a:spcPts val="200"/>
              </a:spcAft>
              <a:buClrTx/>
              <a:buSzTx/>
              <a:buFontTx/>
              <a:buNone/>
              <a:tabLst/>
              <a:defRPr/>
            </a:pPr>
            <a:r>
              <a:rPr lang="en-US" sz="900" b="1">
                <a:solidFill>
                  <a:schemeClr val="tx1"/>
                </a:solidFill>
              </a:rPr>
              <a:t>DISCLAIMER:</a:t>
            </a:r>
          </a:p>
          <a:p>
            <a:pPr marL="0" marR="0" lvl="0" indent="0" algn="just" defTabSz="914400" rtl="0" eaLnBrk="1" fontAlgn="auto" latinLnBrk="0" hangingPunct="1">
              <a:lnSpc>
                <a:spcPct val="100000"/>
              </a:lnSpc>
              <a:spcBef>
                <a:spcPts val="200"/>
              </a:spcBef>
              <a:spcAft>
                <a:spcPts val="200"/>
              </a:spcAft>
              <a:buClrTx/>
              <a:buSzTx/>
              <a:buFontTx/>
              <a:buNone/>
              <a:tabLst/>
              <a:defRPr/>
            </a:pPr>
            <a:r>
              <a:rPr lang="en-US" sz="900">
                <a:solidFill>
                  <a:schemeClr val="tx1"/>
                </a:solidFill>
              </a:rPr>
              <a:t>The information contained within this proposal is and shall remain the property of Capgemini UK plc. This proposal is supplied in strict confidence and must not be produced in whole or in part, used in tendering or for manufacturing purposes or given or communicated to any third party without the prior written consent of Capgemini UK plc. </a:t>
            </a:r>
          </a:p>
          <a:p>
            <a:pPr marL="0" marR="0" lvl="0" indent="0" algn="just" defTabSz="914400" rtl="0" eaLnBrk="1" fontAlgn="auto" latinLnBrk="0" hangingPunct="1">
              <a:lnSpc>
                <a:spcPct val="100000"/>
              </a:lnSpc>
              <a:spcBef>
                <a:spcPts val="200"/>
              </a:spcBef>
              <a:spcAft>
                <a:spcPts val="200"/>
              </a:spcAft>
              <a:buClrTx/>
              <a:buSzTx/>
              <a:buFontTx/>
              <a:buNone/>
              <a:tabLst/>
              <a:defRPr/>
            </a:pPr>
            <a:r>
              <a:rPr lang="en-US" sz="900" b="1">
                <a:solidFill>
                  <a:schemeClr val="tx1"/>
                </a:solidFill>
              </a:rPr>
              <a:t>DISCLOSURE OF INFORMATION:</a:t>
            </a:r>
          </a:p>
          <a:p>
            <a:pPr marL="0" marR="0" lvl="0" indent="0" algn="just" defTabSz="914400" rtl="0" eaLnBrk="1" fontAlgn="auto" latinLnBrk="0" hangingPunct="1">
              <a:lnSpc>
                <a:spcPct val="100000"/>
              </a:lnSpc>
              <a:spcBef>
                <a:spcPts val="200"/>
              </a:spcBef>
              <a:spcAft>
                <a:spcPts val="200"/>
              </a:spcAft>
              <a:buClrTx/>
              <a:buSzTx/>
              <a:buFontTx/>
              <a:buNone/>
              <a:tabLst/>
              <a:defRPr/>
            </a:pPr>
            <a:r>
              <a:rPr lang="en-US" sz="900">
                <a:solidFill>
                  <a:schemeClr val="tx1"/>
                </a:solidFill>
              </a:rPr>
              <a:t>This proposal is supplied in strict confidence and the information contained in this proposal includes information the disclosure of which would be likely to cause significant harm to Capgemini’s commercial interests.  Therefore, information contained in this proposal must not be disclosed (in whole or in part) in response to a request for information under the Freedom of Information Act 2000 without Capgemini’s prior written consent.</a:t>
            </a:r>
          </a:p>
          <a:p>
            <a:pPr marL="0" marR="0" lvl="0" indent="0" algn="just" defTabSz="914400" rtl="0" eaLnBrk="1" fontAlgn="auto" latinLnBrk="0" hangingPunct="1">
              <a:lnSpc>
                <a:spcPct val="100000"/>
              </a:lnSpc>
              <a:spcBef>
                <a:spcPts val="200"/>
              </a:spcBef>
              <a:spcAft>
                <a:spcPts val="200"/>
              </a:spcAft>
              <a:buClrTx/>
              <a:buSzTx/>
              <a:buFontTx/>
              <a:buNone/>
              <a:tabLst/>
              <a:defRPr/>
            </a:pPr>
            <a:r>
              <a:rPr lang="en-US" sz="900" b="1">
                <a:solidFill>
                  <a:schemeClr val="tx1"/>
                </a:solidFill>
              </a:rPr>
              <a:t>© Capgemini 2026</a:t>
            </a:r>
            <a:endParaRPr kumimoji="0" lang="en-US" sz="900" b="1" i="0" u="none" strike="noStrike" kern="1200" cap="none" spc="0" normalizeH="0" baseline="0" noProof="0">
              <a:ln>
                <a:noFill/>
              </a:ln>
              <a:solidFill>
                <a:schemeClr val="tx1"/>
              </a:solidFill>
              <a:effectLst/>
              <a:uLnTx/>
              <a:uFillTx/>
              <a:latin typeface="+mn-lt"/>
              <a:ea typeface="+mn-ea"/>
              <a:cs typeface="+mn-cs"/>
            </a:endParaRPr>
          </a:p>
        </p:txBody>
      </p:sp>
    </p:spTree>
    <p:extLst>
      <p:ext uri="{BB962C8B-B14F-4D97-AF65-F5344CB8AC3E}">
        <p14:creationId xmlns:p14="http://schemas.microsoft.com/office/powerpoint/2010/main" val="717255824"/>
      </p:ext>
    </p:extLst>
  </p:cSld>
  <p:clrMapOvr>
    <a:masterClrMapping/>
  </p:clrMapOvr>
  <p:hf sldNum="0" hdr="0" ftr="0" dt="0"/>
</p:sldLayout>
</file>

<file path=ppt/slideLayouts/slideLayout195.xml><?xml version="1.0" encoding="utf-8"?>
<p:sldLayout xmlns:a="http://schemas.openxmlformats.org/drawingml/2006/main" xmlns:r="http://schemas.openxmlformats.org/officeDocument/2006/relationships" xmlns:p="http://schemas.openxmlformats.org/presentationml/2006/main" userDrawn="1">
  <p:cSld name="Title Slide 3 Full Picture">
    <p:spTree>
      <p:nvGrpSpPr>
        <p:cNvPr id="1" name=""/>
        <p:cNvGrpSpPr/>
        <p:nvPr/>
      </p:nvGrpSpPr>
      <p:grpSpPr>
        <a:xfrm>
          <a:off x="0" y="0"/>
          <a:ext cx="0" cy="0"/>
          <a:chOff x="0" y="0"/>
          <a:chExt cx="0" cy="0"/>
        </a:xfrm>
      </p:grpSpPr>
      <p:sp>
        <p:nvSpPr>
          <p:cNvPr id="23" name="Picture Placeholder 22">
            <a:extLst>
              <a:ext uri="{FF2B5EF4-FFF2-40B4-BE49-F238E27FC236}">
                <a16:creationId xmlns:a16="http://schemas.microsoft.com/office/drawing/2014/main" id="{B92814EB-708F-421C-9F3F-E5C7B767B62F}"/>
              </a:ext>
            </a:extLst>
          </p:cNvPr>
          <p:cNvSpPr>
            <a:spLocks noGrp="1"/>
          </p:cNvSpPr>
          <p:nvPr>
            <p:ph type="pic" sz="quarter" idx="10" hasCustomPrompt="1"/>
          </p:nvPr>
        </p:nvSpPr>
        <p:spPr>
          <a:xfrm>
            <a:off x="0" y="0"/>
            <a:ext cx="12192000" cy="6858000"/>
          </a:xfrm>
          <a:custGeom>
            <a:avLst/>
            <a:gdLst>
              <a:gd name="connsiteX0" fmla="*/ 10205289 w 12192000"/>
              <a:gd name="connsiteY0" fmla="*/ 966629 h 6858000"/>
              <a:gd name="connsiteX1" fmla="*/ 10155045 w 12192000"/>
              <a:gd name="connsiteY1" fmla="*/ 1089100 h 6858000"/>
              <a:gd name="connsiteX2" fmla="*/ 10129923 w 12192000"/>
              <a:gd name="connsiteY2" fmla="*/ 1057697 h 6858000"/>
              <a:gd name="connsiteX3" fmla="*/ 10205289 w 12192000"/>
              <a:gd name="connsiteY3" fmla="*/ 966629 h 6858000"/>
              <a:gd name="connsiteX4" fmla="*/ 10359163 w 12192000"/>
              <a:gd name="connsiteY4" fmla="*/ 768791 h 6858000"/>
              <a:gd name="connsiteX5" fmla="*/ 10381145 w 12192000"/>
              <a:gd name="connsiteY5" fmla="*/ 803334 h 6858000"/>
              <a:gd name="connsiteX6" fmla="*/ 10330900 w 12192000"/>
              <a:gd name="connsiteY6" fmla="*/ 875561 h 6858000"/>
              <a:gd name="connsiteX7" fmla="*/ 10359163 w 12192000"/>
              <a:gd name="connsiteY7" fmla="*/ 768791 h 6858000"/>
              <a:gd name="connsiteX8" fmla="*/ 11203898 w 12192000"/>
              <a:gd name="connsiteY8" fmla="*/ 658881 h 6858000"/>
              <a:gd name="connsiteX9" fmla="*/ 11178776 w 12192000"/>
              <a:gd name="connsiteY9" fmla="*/ 684003 h 6858000"/>
              <a:gd name="connsiteX10" fmla="*/ 11203898 w 12192000"/>
              <a:gd name="connsiteY10" fmla="*/ 709126 h 6858000"/>
              <a:gd name="connsiteX11" fmla="*/ 11229020 w 12192000"/>
              <a:gd name="connsiteY11" fmla="*/ 684003 h 6858000"/>
              <a:gd name="connsiteX12" fmla="*/ 11203898 w 12192000"/>
              <a:gd name="connsiteY12" fmla="*/ 658881 h 6858000"/>
              <a:gd name="connsiteX13" fmla="*/ 10842765 w 12192000"/>
              <a:gd name="connsiteY13" fmla="*/ 646320 h 6858000"/>
              <a:gd name="connsiteX14" fmla="*/ 10817643 w 12192000"/>
              <a:gd name="connsiteY14" fmla="*/ 674583 h 6858000"/>
              <a:gd name="connsiteX15" fmla="*/ 10842765 w 12192000"/>
              <a:gd name="connsiteY15" fmla="*/ 699705 h 6858000"/>
              <a:gd name="connsiteX16" fmla="*/ 10867887 w 12192000"/>
              <a:gd name="connsiteY16" fmla="*/ 671442 h 6858000"/>
              <a:gd name="connsiteX17" fmla="*/ 10842765 w 12192000"/>
              <a:gd name="connsiteY17" fmla="*/ 646320 h 6858000"/>
              <a:gd name="connsiteX18" fmla="*/ 9570952 w 12192000"/>
              <a:gd name="connsiteY18" fmla="*/ 621198 h 6858000"/>
              <a:gd name="connsiteX19" fmla="*/ 9420219 w 12192000"/>
              <a:gd name="connsiteY19" fmla="*/ 806475 h 6858000"/>
              <a:gd name="connsiteX20" fmla="*/ 9545830 w 12192000"/>
              <a:gd name="connsiteY20" fmla="*/ 969769 h 6858000"/>
              <a:gd name="connsiteX21" fmla="*/ 9665161 w 12192000"/>
              <a:gd name="connsiteY21" fmla="*/ 894402 h 6858000"/>
              <a:gd name="connsiteX22" fmla="*/ 9724826 w 12192000"/>
              <a:gd name="connsiteY22" fmla="*/ 954068 h 6858000"/>
              <a:gd name="connsiteX23" fmla="*/ 9797053 w 12192000"/>
              <a:gd name="connsiteY23" fmla="*/ 900683 h 6858000"/>
              <a:gd name="connsiteX24" fmla="*/ 9847297 w 12192000"/>
              <a:gd name="connsiteY24" fmla="*/ 954068 h 6858000"/>
              <a:gd name="connsiteX25" fmla="*/ 9894401 w 12192000"/>
              <a:gd name="connsiteY25" fmla="*/ 928946 h 6858000"/>
              <a:gd name="connsiteX26" fmla="*/ 9947786 w 12192000"/>
              <a:gd name="connsiteY26" fmla="*/ 1092240 h 6858000"/>
              <a:gd name="connsiteX27" fmla="*/ 9935225 w 12192000"/>
              <a:gd name="connsiteY27" fmla="*/ 957208 h 6858000"/>
              <a:gd name="connsiteX28" fmla="*/ 9985470 w 12192000"/>
              <a:gd name="connsiteY28" fmla="*/ 775072 h 6858000"/>
              <a:gd name="connsiteX29" fmla="*/ 10013732 w 12192000"/>
              <a:gd name="connsiteY29" fmla="*/ 828457 h 6858000"/>
              <a:gd name="connsiteX30" fmla="*/ 10007452 w 12192000"/>
              <a:gd name="connsiteY30" fmla="*/ 875561 h 6858000"/>
              <a:gd name="connsiteX31" fmla="*/ 9944646 w 12192000"/>
              <a:gd name="connsiteY31" fmla="*/ 935226 h 6858000"/>
              <a:gd name="connsiteX32" fmla="*/ 9969768 w 12192000"/>
              <a:gd name="connsiteY32" fmla="*/ 954068 h 6858000"/>
              <a:gd name="connsiteX33" fmla="*/ 10045135 w 12192000"/>
              <a:gd name="connsiteY33" fmla="*/ 878701 h 6858000"/>
              <a:gd name="connsiteX34" fmla="*/ 10092239 w 12192000"/>
              <a:gd name="connsiteY34" fmla="*/ 844158 h 6858000"/>
              <a:gd name="connsiteX35" fmla="*/ 10092239 w 12192000"/>
              <a:gd name="connsiteY35" fmla="*/ 859859 h 6858000"/>
              <a:gd name="connsiteX36" fmla="*/ 10148764 w 12192000"/>
              <a:gd name="connsiteY36" fmla="*/ 938366 h 6858000"/>
              <a:gd name="connsiteX37" fmla="*/ 10208430 w 12192000"/>
              <a:gd name="connsiteY37" fmla="*/ 891262 h 6858000"/>
              <a:gd name="connsiteX38" fmla="*/ 10211570 w 12192000"/>
              <a:gd name="connsiteY38" fmla="*/ 935226 h 6858000"/>
              <a:gd name="connsiteX39" fmla="*/ 10098520 w 12192000"/>
              <a:gd name="connsiteY39" fmla="*/ 1057697 h 6858000"/>
              <a:gd name="connsiteX40" fmla="*/ 10158185 w 12192000"/>
              <a:gd name="connsiteY40" fmla="*/ 1120503 h 6858000"/>
              <a:gd name="connsiteX41" fmla="*/ 10252393 w 12192000"/>
              <a:gd name="connsiteY41" fmla="*/ 947787 h 6858000"/>
              <a:gd name="connsiteX42" fmla="*/ 10315199 w 12192000"/>
              <a:gd name="connsiteY42" fmla="*/ 919525 h 6858000"/>
              <a:gd name="connsiteX43" fmla="*/ 10381145 w 12192000"/>
              <a:gd name="connsiteY43" fmla="*/ 954068 h 6858000"/>
              <a:gd name="connsiteX44" fmla="*/ 10481634 w 12192000"/>
              <a:gd name="connsiteY44" fmla="*/ 884982 h 6858000"/>
              <a:gd name="connsiteX45" fmla="*/ 10513037 w 12192000"/>
              <a:gd name="connsiteY45" fmla="*/ 954068 h 6858000"/>
              <a:gd name="connsiteX46" fmla="*/ 10578983 w 12192000"/>
              <a:gd name="connsiteY46" fmla="*/ 778212 h 6858000"/>
              <a:gd name="connsiteX47" fmla="*/ 10632367 w 12192000"/>
              <a:gd name="connsiteY47" fmla="*/ 969769 h 6858000"/>
              <a:gd name="connsiteX48" fmla="*/ 10704594 w 12192000"/>
              <a:gd name="connsiteY48" fmla="*/ 800194 h 6858000"/>
              <a:gd name="connsiteX49" fmla="*/ 10767400 w 12192000"/>
              <a:gd name="connsiteY49" fmla="*/ 954068 h 6858000"/>
              <a:gd name="connsiteX50" fmla="*/ 10830205 w 12192000"/>
              <a:gd name="connsiteY50" fmla="*/ 866140 h 6858000"/>
              <a:gd name="connsiteX51" fmla="*/ 10893011 w 12192000"/>
              <a:gd name="connsiteY51" fmla="*/ 954068 h 6858000"/>
              <a:gd name="connsiteX52" fmla="*/ 10949536 w 12192000"/>
              <a:gd name="connsiteY52" fmla="*/ 900683 h 6858000"/>
              <a:gd name="connsiteX53" fmla="*/ 10980939 w 12192000"/>
              <a:gd name="connsiteY53" fmla="*/ 954068 h 6858000"/>
              <a:gd name="connsiteX54" fmla="*/ 11059446 w 12192000"/>
              <a:gd name="connsiteY54" fmla="*/ 778212 h 6858000"/>
              <a:gd name="connsiteX55" fmla="*/ 11144233 w 12192000"/>
              <a:gd name="connsiteY55" fmla="*/ 954068 h 6858000"/>
              <a:gd name="connsiteX56" fmla="*/ 11197618 w 12192000"/>
              <a:gd name="connsiteY56" fmla="*/ 894402 h 6858000"/>
              <a:gd name="connsiteX57" fmla="*/ 11244722 w 12192000"/>
              <a:gd name="connsiteY57" fmla="*/ 954068 h 6858000"/>
              <a:gd name="connsiteX58" fmla="*/ 11272985 w 12192000"/>
              <a:gd name="connsiteY58" fmla="*/ 938366 h 6858000"/>
              <a:gd name="connsiteX59" fmla="*/ 11225881 w 12192000"/>
              <a:gd name="connsiteY59" fmla="*/ 784493 h 6858000"/>
              <a:gd name="connsiteX60" fmla="*/ 11207039 w 12192000"/>
              <a:gd name="connsiteY60" fmla="*/ 740529 h 6858000"/>
              <a:gd name="connsiteX61" fmla="*/ 11188197 w 12192000"/>
              <a:gd name="connsiteY61" fmla="*/ 743669 h 6858000"/>
              <a:gd name="connsiteX62" fmla="*/ 11147374 w 12192000"/>
              <a:gd name="connsiteY62" fmla="*/ 913244 h 6858000"/>
              <a:gd name="connsiteX63" fmla="*/ 11062586 w 12192000"/>
              <a:gd name="connsiteY63" fmla="*/ 721687 h 6858000"/>
              <a:gd name="connsiteX64" fmla="*/ 10984079 w 12192000"/>
              <a:gd name="connsiteY64" fmla="*/ 875561 h 6858000"/>
              <a:gd name="connsiteX65" fmla="*/ 10977798 w 12192000"/>
              <a:gd name="connsiteY65" fmla="*/ 803334 h 6858000"/>
              <a:gd name="connsiteX66" fmla="*/ 10980939 w 12192000"/>
              <a:gd name="connsiteY66" fmla="*/ 765651 h 6858000"/>
              <a:gd name="connsiteX67" fmla="*/ 10943255 w 12192000"/>
              <a:gd name="connsiteY67" fmla="*/ 740529 h 6858000"/>
              <a:gd name="connsiteX68" fmla="*/ 10896151 w 12192000"/>
              <a:gd name="connsiteY68" fmla="*/ 916384 h 6858000"/>
              <a:gd name="connsiteX69" fmla="*/ 10858468 w 12192000"/>
              <a:gd name="connsiteY69" fmla="*/ 790773 h 6858000"/>
              <a:gd name="connsiteX70" fmla="*/ 10820784 w 12192000"/>
              <a:gd name="connsiteY70" fmla="*/ 740529 h 6858000"/>
              <a:gd name="connsiteX71" fmla="*/ 10773680 w 12192000"/>
              <a:gd name="connsiteY71" fmla="*/ 906964 h 6858000"/>
              <a:gd name="connsiteX72" fmla="*/ 10707734 w 12192000"/>
              <a:gd name="connsiteY72" fmla="*/ 740529 h 6858000"/>
              <a:gd name="connsiteX73" fmla="*/ 10638648 w 12192000"/>
              <a:gd name="connsiteY73" fmla="*/ 897543 h 6858000"/>
              <a:gd name="connsiteX74" fmla="*/ 10578983 w 12192000"/>
              <a:gd name="connsiteY74" fmla="*/ 721687 h 6858000"/>
              <a:gd name="connsiteX75" fmla="*/ 10516177 w 12192000"/>
              <a:gd name="connsiteY75" fmla="*/ 847298 h 6858000"/>
              <a:gd name="connsiteX76" fmla="*/ 10509897 w 12192000"/>
              <a:gd name="connsiteY76" fmla="*/ 847298 h 6858000"/>
              <a:gd name="connsiteX77" fmla="*/ 10509897 w 12192000"/>
              <a:gd name="connsiteY77" fmla="*/ 809615 h 6858000"/>
              <a:gd name="connsiteX78" fmla="*/ 10475353 w 12192000"/>
              <a:gd name="connsiteY78" fmla="*/ 737388 h 6858000"/>
              <a:gd name="connsiteX79" fmla="*/ 10387426 w 12192000"/>
              <a:gd name="connsiteY79" fmla="*/ 919525 h 6858000"/>
              <a:gd name="connsiteX80" fmla="*/ 10349742 w 12192000"/>
              <a:gd name="connsiteY80" fmla="*/ 903823 h 6858000"/>
              <a:gd name="connsiteX81" fmla="*/ 10425109 w 12192000"/>
              <a:gd name="connsiteY81" fmla="*/ 800194 h 6858000"/>
              <a:gd name="connsiteX82" fmla="*/ 10365444 w 12192000"/>
              <a:gd name="connsiteY82" fmla="*/ 740529 h 6858000"/>
              <a:gd name="connsiteX83" fmla="*/ 10286937 w 12192000"/>
              <a:gd name="connsiteY83" fmla="*/ 837877 h 6858000"/>
              <a:gd name="connsiteX84" fmla="*/ 10299498 w 12192000"/>
              <a:gd name="connsiteY84" fmla="*/ 900683 h 6858000"/>
              <a:gd name="connsiteX85" fmla="*/ 10249253 w 12192000"/>
              <a:gd name="connsiteY85" fmla="*/ 922665 h 6858000"/>
              <a:gd name="connsiteX86" fmla="*/ 10239832 w 12192000"/>
              <a:gd name="connsiteY86" fmla="*/ 784493 h 6858000"/>
              <a:gd name="connsiteX87" fmla="*/ 10202149 w 12192000"/>
              <a:gd name="connsiteY87" fmla="*/ 815895 h 6858000"/>
              <a:gd name="connsiteX88" fmla="*/ 10155045 w 12192000"/>
              <a:gd name="connsiteY88" fmla="*/ 897543 h 6858000"/>
              <a:gd name="connsiteX89" fmla="*/ 10133063 w 12192000"/>
              <a:gd name="connsiteY89" fmla="*/ 863000 h 6858000"/>
              <a:gd name="connsiteX90" fmla="*/ 10236692 w 12192000"/>
              <a:gd name="connsiteY90" fmla="*/ 762511 h 6858000"/>
              <a:gd name="connsiteX91" fmla="*/ 10202149 w 12192000"/>
              <a:gd name="connsiteY91" fmla="*/ 727968 h 6858000"/>
              <a:gd name="connsiteX92" fmla="*/ 10107941 w 12192000"/>
              <a:gd name="connsiteY92" fmla="*/ 784493 h 6858000"/>
              <a:gd name="connsiteX93" fmla="*/ 10051415 w 12192000"/>
              <a:gd name="connsiteY93" fmla="*/ 841018 h 6858000"/>
              <a:gd name="connsiteX94" fmla="*/ 10051415 w 12192000"/>
              <a:gd name="connsiteY94" fmla="*/ 825316 h 6858000"/>
              <a:gd name="connsiteX95" fmla="*/ 9985470 w 12192000"/>
              <a:gd name="connsiteY95" fmla="*/ 734248 h 6858000"/>
              <a:gd name="connsiteX96" fmla="*/ 9932085 w 12192000"/>
              <a:gd name="connsiteY96" fmla="*/ 775072 h 6858000"/>
              <a:gd name="connsiteX97" fmla="*/ 9910103 w 12192000"/>
              <a:gd name="connsiteY97" fmla="*/ 740529 h 6858000"/>
              <a:gd name="connsiteX98" fmla="*/ 9884981 w 12192000"/>
              <a:gd name="connsiteY98" fmla="*/ 746809 h 6858000"/>
              <a:gd name="connsiteX99" fmla="*/ 9891261 w 12192000"/>
              <a:gd name="connsiteY99" fmla="*/ 812755 h 6858000"/>
              <a:gd name="connsiteX100" fmla="*/ 9850437 w 12192000"/>
              <a:gd name="connsiteY100" fmla="*/ 922665 h 6858000"/>
              <a:gd name="connsiteX101" fmla="*/ 9822175 w 12192000"/>
              <a:gd name="connsiteY101" fmla="*/ 800194 h 6858000"/>
              <a:gd name="connsiteX102" fmla="*/ 9809614 w 12192000"/>
              <a:gd name="connsiteY102" fmla="*/ 797054 h 6858000"/>
              <a:gd name="connsiteX103" fmla="*/ 9781351 w 12192000"/>
              <a:gd name="connsiteY103" fmla="*/ 853579 h 6858000"/>
              <a:gd name="connsiteX104" fmla="*/ 9734247 w 12192000"/>
              <a:gd name="connsiteY104" fmla="*/ 919525 h 6858000"/>
              <a:gd name="connsiteX105" fmla="*/ 9709125 w 12192000"/>
              <a:gd name="connsiteY105" fmla="*/ 878701 h 6858000"/>
              <a:gd name="connsiteX106" fmla="*/ 9819035 w 12192000"/>
              <a:gd name="connsiteY106" fmla="*/ 778212 h 6858000"/>
              <a:gd name="connsiteX107" fmla="*/ 9784492 w 12192000"/>
              <a:gd name="connsiteY107" fmla="*/ 740529 h 6858000"/>
              <a:gd name="connsiteX108" fmla="*/ 9674582 w 12192000"/>
              <a:gd name="connsiteY108" fmla="*/ 825316 h 6858000"/>
              <a:gd name="connsiteX109" fmla="*/ 9555251 w 12192000"/>
              <a:gd name="connsiteY109" fmla="*/ 925805 h 6858000"/>
              <a:gd name="connsiteX110" fmla="*/ 9473604 w 12192000"/>
              <a:gd name="connsiteY110" fmla="*/ 800194 h 6858000"/>
              <a:gd name="connsiteX111" fmla="*/ 9567812 w 12192000"/>
              <a:gd name="connsiteY111" fmla="*/ 655741 h 6858000"/>
              <a:gd name="connsiteX112" fmla="*/ 9608636 w 12192000"/>
              <a:gd name="connsiteY112" fmla="*/ 721687 h 6858000"/>
              <a:gd name="connsiteX113" fmla="*/ 9655740 w 12192000"/>
              <a:gd name="connsiteY113" fmla="*/ 687144 h 6858000"/>
              <a:gd name="connsiteX114" fmla="*/ 9570952 w 12192000"/>
              <a:gd name="connsiteY114" fmla="*/ 621198 h 6858000"/>
              <a:gd name="connsiteX115" fmla="*/ 11503938 w 12192000"/>
              <a:gd name="connsiteY115" fmla="*/ 612538 h 6858000"/>
              <a:gd name="connsiteX116" fmla="*/ 11291551 w 12192000"/>
              <a:gd name="connsiteY116" fmla="*/ 832051 h 6858000"/>
              <a:gd name="connsiteX117" fmla="*/ 11365123 w 12192000"/>
              <a:gd name="connsiteY117" fmla="*/ 940418 h 6858000"/>
              <a:gd name="connsiteX118" fmla="*/ 11440083 w 12192000"/>
              <a:gd name="connsiteY118" fmla="*/ 941808 h 6858000"/>
              <a:gd name="connsiteX119" fmla="*/ 11444304 w 12192000"/>
              <a:gd name="connsiteY119" fmla="*/ 939708 h 6858000"/>
              <a:gd name="connsiteX120" fmla="*/ 11445324 w 12192000"/>
              <a:gd name="connsiteY120" fmla="*/ 939542 h 6858000"/>
              <a:gd name="connsiteX121" fmla="*/ 11475268 w 12192000"/>
              <a:gd name="connsiteY121" fmla="*/ 924644 h 6858000"/>
              <a:gd name="connsiteX122" fmla="*/ 11494474 w 12192000"/>
              <a:gd name="connsiteY122" fmla="*/ 907542 h 6858000"/>
              <a:gd name="connsiteX123" fmla="*/ 11488753 w 12192000"/>
              <a:gd name="connsiteY123" fmla="*/ 926162 h 6858000"/>
              <a:gd name="connsiteX124" fmla="*/ 11464846 w 12192000"/>
              <a:gd name="connsiteY124" fmla="*/ 951842 h 6858000"/>
              <a:gd name="connsiteX125" fmla="*/ 11432834 w 12192000"/>
              <a:gd name="connsiteY125" fmla="*/ 964214 h 6858000"/>
              <a:gd name="connsiteX126" fmla="*/ 11433416 w 12192000"/>
              <a:gd name="connsiteY126" fmla="*/ 964508 h 6858000"/>
              <a:gd name="connsiteX127" fmla="*/ 11427416 w 12192000"/>
              <a:gd name="connsiteY127" fmla="*/ 966826 h 6858000"/>
              <a:gd name="connsiteX128" fmla="*/ 11478812 w 12192000"/>
              <a:gd name="connsiteY128" fmla="*/ 980728 h 6858000"/>
              <a:gd name="connsiteX129" fmla="*/ 11601049 w 12192000"/>
              <a:gd name="connsiteY129" fmla="*/ 940412 h 6858000"/>
              <a:gd name="connsiteX130" fmla="*/ 11600229 w 12192000"/>
              <a:gd name="connsiteY130" fmla="*/ 940299 h 6858000"/>
              <a:gd name="connsiteX131" fmla="*/ 11604054 w 12192000"/>
              <a:gd name="connsiteY131" fmla="*/ 938167 h 6858000"/>
              <a:gd name="connsiteX132" fmla="*/ 11561078 w 12192000"/>
              <a:gd name="connsiteY132" fmla="*/ 923772 h 6858000"/>
              <a:gd name="connsiteX133" fmla="*/ 11546930 w 12192000"/>
              <a:gd name="connsiteY133" fmla="*/ 891807 h 6858000"/>
              <a:gd name="connsiteX134" fmla="*/ 11567885 w 12192000"/>
              <a:gd name="connsiteY134" fmla="*/ 908611 h 6858000"/>
              <a:gd name="connsiteX135" fmla="*/ 11601049 w 12192000"/>
              <a:gd name="connsiteY135" fmla="*/ 915389 h 6858000"/>
              <a:gd name="connsiteX136" fmla="*/ 11650104 w 12192000"/>
              <a:gd name="connsiteY136" fmla="*/ 900067 h 6858000"/>
              <a:gd name="connsiteX137" fmla="*/ 11650828 w 12192000"/>
              <a:gd name="connsiteY137" fmla="*/ 899169 h 6858000"/>
              <a:gd name="connsiteX138" fmla="*/ 11652427 w 12192000"/>
              <a:gd name="connsiteY138" fmla="*/ 898382 h 6858000"/>
              <a:gd name="connsiteX139" fmla="*/ 11683608 w 12192000"/>
              <a:gd name="connsiteY139" fmla="*/ 859705 h 6858000"/>
              <a:gd name="connsiteX140" fmla="*/ 11690343 w 12192000"/>
              <a:gd name="connsiteY140" fmla="*/ 825792 h 6858000"/>
              <a:gd name="connsiteX141" fmla="*/ 11690350 w 12192000"/>
              <a:gd name="connsiteY141" fmla="*/ 825831 h 6858000"/>
              <a:gd name="connsiteX142" fmla="*/ 11690350 w 12192000"/>
              <a:gd name="connsiteY142" fmla="*/ 825754 h 6858000"/>
              <a:gd name="connsiteX143" fmla="*/ 11690350 w 12192000"/>
              <a:gd name="connsiteY143" fmla="*/ 823091 h 6858000"/>
              <a:gd name="connsiteX144" fmla="*/ 11623276 w 12192000"/>
              <a:gd name="connsiteY144" fmla="*/ 684719 h 6858000"/>
              <a:gd name="connsiteX145" fmla="*/ 11573655 w 12192000"/>
              <a:gd name="connsiteY145" fmla="*/ 647215 h 6858000"/>
              <a:gd name="connsiteX146" fmla="*/ 11570681 w 12192000"/>
              <a:gd name="connsiteY146" fmla="*/ 645708 h 6858000"/>
              <a:gd name="connsiteX147" fmla="*/ 11570221 w 12192000"/>
              <a:gd name="connsiteY147" fmla="*/ 645361 h 6858000"/>
              <a:gd name="connsiteX148" fmla="*/ 11513655 w 12192000"/>
              <a:gd name="connsiteY148" fmla="*/ 616706 h 6858000"/>
              <a:gd name="connsiteX149" fmla="*/ 11503938 w 12192000"/>
              <a:gd name="connsiteY149" fmla="*/ 612538 h 6858000"/>
              <a:gd name="connsiteX150" fmla="*/ 0 w 12192000"/>
              <a:gd name="connsiteY150" fmla="*/ 0 h 6858000"/>
              <a:gd name="connsiteX151" fmla="*/ 12192000 w 12192000"/>
              <a:gd name="connsiteY151" fmla="*/ 0 h 6858000"/>
              <a:gd name="connsiteX152" fmla="*/ 12192000 w 12192000"/>
              <a:gd name="connsiteY152" fmla="*/ 6858000 h 6858000"/>
              <a:gd name="connsiteX153" fmla="*/ 0 w 12192000"/>
              <a:gd name="connsiteY15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Lst>
            <a:rect l="l" t="t" r="r" b="b"/>
            <a:pathLst>
              <a:path w="12192000" h="6858000">
                <a:moveTo>
                  <a:pt x="10205289" y="966629"/>
                </a:moveTo>
                <a:cubicBezTo>
                  <a:pt x="10205289" y="1067118"/>
                  <a:pt x="10180167" y="1089100"/>
                  <a:pt x="10155045" y="1089100"/>
                </a:cubicBezTo>
                <a:cubicBezTo>
                  <a:pt x="10139343" y="1089100"/>
                  <a:pt x="10129923" y="1073399"/>
                  <a:pt x="10129923" y="1057697"/>
                </a:cubicBezTo>
                <a:cubicBezTo>
                  <a:pt x="10129923" y="1013733"/>
                  <a:pt x="10164466" y="988611"/>
                  <a:pt x="10205289" y="966629"/>
                </a:cubicBezTo>
                <a:close/>
                <a:moveTo>
                  <a:pt x="10359163" y="768791"/>
                </a:moveTo>
                <a:cubicBezTo>
                  <a:pt x="10374864" y="768791"/>
                  <a:pt x="10384285" y="781352"/>
                  <a:pt x="10381145" y="803334"/>
                </a:cubicBezTo>
                <a:cubicBezTo>
                  <a:pt x="10378005" y="828457"/>
                  <a:pt x="10362303" y="853579"/>
                  <a:pt x="10330900" y="875561"/>
                </a:cubicBezTo>
                <a:cubicBezTo>
                  <a:pt x="10318339" y="828457"/>
                  <a:pt x="10327760" y="768791"/>
                  <a:pt x="10359163" y="768791"/>
                </a:cubicBezTo>
                <a:close/>
                <a:moveTo>
                  <a:pt x="11203898" y="658881"/>
                </a:moveTo>
                <a:cubicBezTo>
                  <a:pt x="11191337" y="658881"/>
                  <a:pt x="11178776" y="671442"/>
                  <a:pt x="11178776" y="684003"/>
                </a:cubicBezTo>
                <a:cubicBezTo>
                  <a:pt x="11181916" y="696564"/>
                  <a:pt x="11191337" y="709126"/>
                  <a:pt x="11203898" y="709126"/>
                </a:cubicBezTo>
                <a:cubicBezTo>
                  <a:pt x="11216459" y="709126"/>
                  <a:pt x="11229020" y="696564"/>
                  <a:pt x="11229020" y="684003"/>
                </a:cubicBezTo>
                <a:cubicBezTo>
                  <a:pt x="11229020" y="668302"/>
                  <a:pt x="11219600" y="658881"/>
                  <a:pt x="11203898" y="658881"/>
                </a:cubicBezTo>
                <a:close/>
                <a:moveTo>
                  <a:pt x="10842765" y="646320"/>
                </a:moveTo>
                <a:cubicBezTo>
                  <a:pt x="10827064" y="646320"/>
                  <a:pt x="10817643" y="658881"/>
                  <a:pt x="10817643" y="674583"/>
                </a:cubicBezTo>
                <a:cubicBezTo>
                  <a:pt x="10817643" y="690284"/>
                  <a:pt x="10830204" y="702845"/>
                  <a:pt x="10842765" y="699705"/>
                </a:cubicBezTo>
                <a:cubicBezTo>
                  <a:pt x="10858467" y="699705"/>
                  <a:pt x="10867887" y="687144"/>
                  <a:pt x="10867887" y="671442"/>
                </a:cubicBezTo>
                <a:cubicBezTo>
                  <a:pt x="10867887" y="655741"/>
                  <a:pt x="10858467" y="646320"/>
                  <a:pt x="10842765" y="646320"/>
                </a:cubicBezTo>
                <a:close/>
                <a:moveTo>
                  <a:pt x="9570952" y="621198"/>
                </a:moveTo>
                <a:cubicBezTo>
                  <a:pt x="9492445" y="621198"/>
                  <a:pt x="9420219" y="702845"/>
                  <a:pt x="9420219" y="806475"/>
                </a:cubicBezTo>
                <a:cubicBezTo>
                  <a:pt x="9420219" y="906964"/>
                  <a:pt x="9470463" y="969769"/>
                  <a:pt x="9545830" y="969769"/>
                </a:cubicBezTo>
                <a:cubicBezTo>
                  <a:pt x="9592934" y="969769"/>
                  <a:pt x="9636898" y="944647"/>
                  <a:pt x="9665161" y="894402"/>
                </a:cubicBezTo>
                <a:cubicBezTo>
                  <a:pt x="9671441" y="935226"/>
                  <a:pt x="9702844" y="954068"/>
                  <a:pt x="9724826" y="954068"/>
                </a:cubicBezTo>
                <a:cubicBezTo>
                  <a:pt x="9759369" y="954068"/>
                  <a:pt x="9784492" y="932086"/>
                  <a:pt x="9797053" y="900683"/>
                </a:cubicBezTo>
                <a:cubicBezTo>
                  <a:pt x="9803333" y="932086"/>
                  <a:pt x="9822175" y="954068"/>
                  <a:pt x="9847297" y="954068"/>
                </a:cubicBezTo>
                <a:cubicBezTo>
                  <a:pt x="9866139" y="954068"/>
                  <a:pt x="9881840" y="944647"/>
                  <a:pt x="9894401" y="928946"/>
                </a:cubicBezTo>
                <a:cubicBezTo>
                  <a:pt x="9891261" y="1035715"/>
                  <a:pt x="9884981" y="1104801"/>
                  <a:pt x="9947786" y="1092240"/>
                </a:cubicBezTo>
                <a:cubicBezTo>
                  <a:pt x="9938365" y="1060837"/>
                  <a:pt x="9935225" y="1007453"/>
                  <a:pt x="9935225" y="957208"/>
                </a:cubicBezTo>
                <a:cubicBezTo>
                  <a:pt x="9935225" y="822176"/>
                  <a:pt x="9957207" y="775072"/>
                  <a:pt x="9985470" y="775072"/>
                </a:cubicBezTo>
                <a:cubicBezTo>
                  <a:pt x="10007452" y="775072"/>
                  <a:pt x="10013732" y="800194"/>
                  <a:pt x="10013732" y="828457"/>
                </a:cubicBezTo>
                <a:cubicBezTo>
                  <a:pt x="10013732" y="844158"/>
                  <a:pt x="10013732" y="859859"/>
                  <a:pt x="10007452" y="875561"/>
                </a:cubicBezTo>
                <a:cubicBezTo>
                  <a:pt x="9972908" y="897543"/>
                  <a:pt x="9944646" y="913244"/>
                  <a:pt x="9944646" y="935226"/>
                </a:cubicBezTo>
                <a:cubicBezTo>
                  <a:pt x="9944646" y="954068"/>
                  <a:pt x="9957207" y="954068"/>
                  <a:pt x="9969768" y="954068"/>
                </a:cubicBezTo>
                <a:cubicBezTo>
                  <a:pt x="9994890" y="954068"/>
                  <a:pt x="10029433" y="928946"/>
                  <a:pt x="10045135" y="878701"/>
                </a:cubicBezTo>
                <a:cubicBezTo>
                  <a:pt x="10060836" y="869280"/>
                  <a:pt x="10076538" y="859859"/>
                  <a:pt x="10092239" y="844158"/>
                </a:cubicBezTo>
                <a:cubicBezTo>
                  <a:pt x="10092239" y="850439"/>
                  <a:pt x="10092239" y="853579"/>
                  <a:pt x="10092239" y="859859"/>
                </a:cubicBezTo>
                <a:cubicBezTo>
                  <a:pt x="10092239" y="910104"/>
                  <a:pt x="10114221" y="938366"/>
                  <a:pt x="10148764" y="938366"/>
                </a:cubicBezTo>
                <a:cubicBezTo>
                  <a:pt x="10177027" y="938366"/>
                  <a:pt x="10195868" y="919525"/>
                  <a:pt x="10208430" y="891262"/>
                </a:cubicBezTo>
                <a:cubicBezTo>
                  <a:pt x="10208430" y="906964"/>
                  <a:pt x="10208430" y="922665"/>
                  <a:pt x="10211570" y="935226"/>
                </a:cubicBezTo>
                <a:cubicBezTo>
                  <a:pt x="10158185" y="960348"/>
                  <a:pt x="10098520" y="985471"/>
                  <a:pt x="10098520" y="1057697"/>
                </a:cubicBezTo>
                <a:cubicBezTo>
                  <a:pt x="10098520" y="1095380"/>
                  <a:pt x="10123642" y="1120503"/>
                  <a:pt x="10158185" y="1120503"/>
                </a:cubicBezTo>
                <a:cubicBezTo>
                  <a:pt x="10233552" y="1120503"/>
                  <a:pt x="10252393" y="1041996"/>
                  <a:pt x="10252393" y="947787"/>
                </a:cubicBezTo>
                <a:cubicBezTo>
                  <a:pt x="10277516" y="938366"/>
                  <a:pt x="10296357" y="928946"/>
                  <a:pt x="10315199" y="919525"/>
                </a:cubicBezTo>
                <a:cubicBezTo>
                  <a:pt x="10334041" y="941507"/>
                  <a:pt x="10359163" y="954068"/>
                  <a:pt x="10381145" y="954068"/>
                </a:cubicBezTo>
                <a:cubicBezTo>
                  <a:pt x="10425109" y="954068"/>
                  <a:pt x="10456512" y="932086"/>
                  <a:pt x="10481634" y="884982"/>
                </a:cubicBezTo>
                <a:cubicBezTo>
                  <a:pt x="10484774" y="919525"/>
                  <a:pt x="10494195" y="954068"/>
                  <a:pt x="10513037" y="954068"/>
                </a:cubicBezTo>
                <a:cubicBezTo>
                  <a:pt x="10547580" y="954068"/>
                  <a:pt x="10553860" y="778212"/>
                  <a:pt x="10578983" y="778212"/>
                </a:cubicBezTo>
                <a:cubicBezTo>
                  <a:pt x="10597824" y="778212"/>
                  <a:pt x="10582123" y="969769"/>
                  <a:pt x="10632367" y="969769"/>
                </a:cubicBezTo>
                <a:cubicBezTo>
                  <a:pt x="10676331" y="969769"/>
                  <a:pt x="10685752" y="800194"/>
                  <a:pt x="10704594" y="800194"/>
                </a:cubicBezTo>
                <a:cubicBezTo>
                  <a:pt x="10720295" y="800194"/>
                  <a:pt x="10720295" y="954068"/>
                  <a:pt x="10767400" y="954068"/>
                </a:cubicBezTo>
                <a:cubicBezTo>
                  <a:pt x="10789381" y="954068"/>
                  <a:pt x="10817644" y="925805"/>
                  <a:pt x="10830205" y="866140"/>
                </a:cubicBezTo>
                <a:cubicBezTo>
                  <a:pt x="10836486" y="903823"/>
                  <a:pt x="10855327" y="954068"/>
                  <a:pt x="10893011" y="954068"/>
                </a:cubicBezTo>
                <a:cubicBezTo>
                  <a:pt x="10914993" y="954068"/>
                  <a:pt x="10933834" y="932086"/>
                  <a:pt x="10949536" y="900683"/>
                </a:cubicBezTo>
                <a:cubicBezTo>
                  <a:pt x="10952676" y="932086"/>
                  <a:pt x="10962097" y="954068"/>
                  <a:pt x="10980939" y="954068"/>
                </a:cubicBezTo>
                <a:cubicBezTo>
                  <a:pt x="11024903" y="954068"/>
                  <a:pt x="11024903" y="778212"/>
                  <a:pt x="11059446" y="778212"/>
                </a:cubicBezTo>
                <a:cubicBezTo>
                  <a:pt x="11087708" y="778212"/>
                  <a:pt x="11078287" y="954068"/>
                  <a:pt x="11144233" y="954068"/>
                </a:cubicBezTo>
                <a:cubicBezTo>
                  <a:pt x="11175636" y="954068"/>
                  <a:pt x="11191337" y="928946"/>
                  <a:pt x="11197618" y="894402"/>
                </a:cubicBezTo>
                <a:cubicBezTo>
                  <a:pt x="11210179" y="944647"/>
                  <a:pt x="11229021" y="954068"/>
                  <a:pt x="11244722" y="954068"/>
                </a:cubicBezTo>
                <a:cubicBezTo>
                  <a:pt x="11254143" y="954068"/>
                  <a:pt x="11263564" y="950928"/>
                  <a:pt x="11272985" y="938366"/>
                </a:cubicBezTo>
                <a:cubicBezTo>
                  <a:pt x="11219600" y="916384"/>
                  <a:pt x="11225881" y="837877"/>
                  <a:pt x="11225881" y="784493"/>
                </a:cubicBezTo>
                <a:cubicBezTo>
                  <a:pt x="11225881" y="759370"/>
                  <a:pt x="11222740" y="740529"/>
                  <a:pt x="11207039" y="740529"/>
                </a:cubicBezTo>
                <a:cubicBezTo>
                  <a:pt x="11197618" y="740529"/>
                  <a:pt x="11194478" y="740529"/>
                  <a:pt x="11188197" y="743669"/>
                </a:cubicBezTo>
                <a:cubicBezTo>
                  <a:pt x="11194478" y="834737"/>
                  <a:pt x="11172496" y="913244"/>
                  <a:pt x="11147374" y="913244"/>
                </a:cubicBezTo>
                <a:cubicBezTo>
                  <a:pt x="11115971" y="913244"/>
                  <a:pt x="11131672" y="721687"/>
                  <a:pt x="11062586" y="721687"/>
                </a:cubicBezTo>
                <a:cubicBezTo>
                  <a:pt x="10999780" y="721687"/>
                  <a:pt x="10990359" y="875561"/>
                  <a:pt x="10984079" y="875561"/>
                </a:cubicBezTo>
                <a:cubicBezTo>
                  <a:pt x="10977798" y="875561"/>
                  <a:pt x="10977798" y="834737"/>
                  <a:pt x="10977798" y="803334"/>
                </a:cubicBezTo>
                <a:cubicBezTo>
                  <a:pt x="10980939" y="787633"/>
                  <a:pt x="10980939" y="775072"/>
                  <a:pt x="10980939" y="765651"/>
                </a:cubicBezTo>
                <a:cubicBezTo>
                  <a:pt x="10980939" y="749950"/>
                  <a:pt x="10974658" y="727968"/>
                  <a:pt x="10943255" y="740529"/>
                </a:cubicBezTo>
                <a:cubicBezTo>
                  <a:pt x="10943255" y="850439"/>
                  <a:pt x="10921273" y="916384"/>
                  <a:pt x="10896151" y="916384"/>
                </a:cubicBezTo>
                <a:cubicBezTo>
                  <a:pt x="10858468" y="916384"/>
                  <a:pt x="10858468" y="815895"/>
                  <a:pt x="10858468" y="790773"/>
                </a:cubicBezTo>
                <a:cubicBezTo>
                  <a:pt x="10858468" y="762511"/>
                  <a:pt x="10861608" y="727968"/>
                  <a:pt x="10820784" y="740529"/>
                </a:cubicBezTo>
                <a:cubicBezTo>
                  <a:pt x="10814504" y="834737"/>
                  <a:pt x="10789381" y="906964"/>
                  <a:pt x="10773680" y="906964"/>
                </a:cubicBezTo>
                <a:cubicBezTo>
                  <a:pt x="10754838" y="906964"/>
                  <a:pt x="10757979" y="740529"/>
                  <a:pt x="10707734" y="740529"/>
                </a:cubicBezTo>
                <a:cubicBezTo>
                  <a:pt x="10660630" y="740529"/>
                  <a:pt x="10648069" y="897543"/>
                  <a:pt x="10638648" y="897543"/>
                </a:cubicBezTo>
                <a:cubicBezTo>
                  <a:pt x="10622947" y="897543"/>
                  <a:pt x="10644929" y="721687"/>
                  <a:pt x="10578983" y="721687"/>
                </a:cubicBezTo>
                <a:cubicBezTo>
                  <a:pt x="10544440" y="721687"/>
                  <a:pt x="10531879" y="781352"/>
                  <a:pt x="10516177" y="847298"/>
                </a:cubicBezTo>
                <a:cubicBezTo>
                  <a:pt x="10513037" y="859859"/>
                  <a:pt x="10509897" y="859859"/>
                  <a:pt x="10509897" y="847298"/>
                </a:cubicBezTo>
                <a:cubicBezTo>
                  <a:pt x="10509897" y="834737"/>
                  <a:pt x="10509897" y="822176"/>
                  <a:pt x="10509897" y="809615"/>
                </a:cubicBezTo>
                <a:cubicBezTo>
                  <a:pt x="10525598" y="743669"/>
                  <a:pt x="10506756" y="718547"/>
                  <a:pt x="10475353" y="737388"/>
                </a:cubicBezTo>
                <a:cubicBezTo>
                  <a:pt x="10484774" y="859859"/>
                  <a:pt x="10428249" y="919525"/>
                  <a:pt x="10387426" y="919525"/>
                </a:cubicBezTo>
                <a:cubicBezTo>
                  <a:pt x="10371724" y="919525"/>
                  <a:pt x="10359163" y="913244"/>
                  <a:pt x="10349742" y="903823"/>
                </a:cubicBezTo>
                <a:cubicBezTo>
                  <a:pt x="10399987" y="872421"/>
                  <a:pt x="10425109" y="834737"/>
                  <a:pt x="10425109" y="800194"/>
                </a:cubicBezTo>
                <a:cubicBezTo>
                  <a:pt x="10425109" y="762511"/>
                  <a:pt x="10403127" y="740529"/>
                  <a:pt x="10365444" y="740529"/>
                </a:cubicBezTo>
                <a:cubicBezTo>
                  <a:pt x="10315199" y="740529"/>
                  <a:pt x="10286937" y="793913"/>
                  <a:pt x="10286937" y="837877"/>
                </a:cubicBezTo>
                <a:cubicBezTo>
                  <a:pt x="10286937" y="863000"/>
                  <a:pt x="10290077" y="881841"/>
                  <a:pt x="10299498" y="900683"/>
                </a:cubicBezTo>
                <a:cubicBezTo>
                  <a:pt x="10280656" y="910104"/>
                  <a:pt x="10264955" y="916384"/>
                  <a:pt x="10249253" y="922665"/>
                </a:cubicBezTo>
                <a:cubicBezTo>
                  <a:pt x="10249253" y="875561"/>
                  <a:pt x="10242973" y="828457"/>
                  <a:pt x="10239832" y="784493"/>
                </a:cubicBezTo>
                <a:cubicBezTo>
                  <a:pt x="10211570" y="778212"/>
                  <a:pt x="10205289" y="790773"/>
                  <a:pt x="10202149" y="815895"/>
                </a:cubicBezTo>
                <a:cubicBezTo>
                  <a:pt x="10192728" y="863000"/>
                  <a:pt x="10173886" y="897543"/>
                  <a:pt x="10155045" y="897543"/>
                </a:cubicBezTo>
                <a:cubicBezTo>
                  <a:pt x="10142484" y="897543"/>
                  <a:pt x="10133063" y="881841"/>
                  <a:pt x="10133063" y="863000"/>
                </a:cubicBezTo>
                <a:cubicBezTo>
                  <a:pt x="10126782" y="775072"/>
                  <a:pt x="10199009" y="749950"/>
                  <a:pt x="10236692" y="762511"/>
                </a:cubicBezTo>
                <a:cubicBezTo>
                  <a:pt x="10242973" y="743669"/>
                  <a:pt x="10236692" y="727968"/>
                  <a:pt x="10202149" y="727968"/>
                </a:cubicBezTo>
                <a:cubicBezTo>
                  <a:pt x="10161325" y="727968"/>
                  <a:pt x="10129923" y="753090"/>
                  <a:pt x="10107941" y="784493"/>
                </a:cubicBezTo>
                <a:cubicBezTo>
                  <a:pt x="10092239" y="806475"/>
                  <a:pt x="10076538" y="822176"/>
                  <a:pt x="10051415" y="841018"/>
                </a:cubicBezTo>
                <a:cubicBezTo>
                  <a:pt x="10051415" y="834737"/>
                  <a:pt x="10051415" y="831597"/>
                  <a:pt x="10051415" y="825316"/>
                </a:cubicBezTo>
                <a:cubicBezTo>
                  <a:pt x="10051415" y="762511"/>
                  <a:pt x="10016872" y="734248"/>
                  <a:pt x="9985470" y="734248"/>
                </a:cubicBezTo>
                <a:cubicBezTo>
                  <a:pt x="9957207" y="734248"/>
                  <a:pt x="9941506" y="749950"/>
                  <a:pt x="9932085" y="775072"/>
                </a:cubicBezTo>
                <a:cubicBezTo>
                  <a:pt x="9928945" y="753090"/>
                  <a:pt x="9925804" y="740529"/>
                  <a:pt x="9910103" y="740529"/>
                </a:cubicBezTo>
                <a:cubicBezTo>
                  <a:pt x="9903822" y="740529"/>
                  <a:pt x="9894401" y="743669"/>
                  <a:pt x="9884981" y="746809"/>
                </a:cubicBezTo>
                <a:cubicBezTo>
                  <a:pt x="9888121" y="759370"/>
                  <a:pt x="9891261" y="790773"/>
                  <a:pt x="9891261" y="812755"/>
                </a:cubicBezTo>
                <a:cubicBezTo>
                  <a:pt x="9891261" y="888122"/>
                  <a:pt x="9869279" y="922665"/>
                  <a:pt x="9850437" y="922665"/>
                </a:cubicBezTo>
                <a:cubicBezTo>
                  <a:pt x="9825315" y="922665"/>
                  <a:pt x="9822175" y="834737"/>
                  <a:pt x="9822175" y="800194"/>
                </a:cubicBezTo>
                <a:cubicBezTo>
                  <a:pt x="9819035" y="800194"/>
                  <a:pt x="9815894" y="797054"/>
                  <a:pt x="9809614" y="797054"/>
                </a:cubicBezTo>
                <a:cubicBezTo>
                  <a:pt x="9787632" y="797054"/>
                  <a:pt x="9784492" y="825316"/>
                  <a:pt x="9781351" y="853579"/>
                </a:cubicBezTo>
                <a:cubicBezTo>
                  <a:pt x="9775071" y="881841"/>
                  <a:pt x="9759369" y="919525"/>
                  <a:pt x="9734247" y="919525"/>
                </a:cubicBezTo>
                <a:cubicBezTo>
                  <a:pt x="9718546" y="919525"/>
                  <a:pt x="9709125" y="903823"/>
                  <a:pt x="9709125" y="878701"/>
                </a:cubicBezTo>
                <a:cubicBezTo>
                  <a:pt x="9702844" y="822176"/>
                  <a:pt x="9749949" y="759370"/>
                  <a:pt x="9819035" y="778212"/>
                </a:cubicBezTo>
                <a:cubicBezTo>
                  <a:pt x="9825315" y="759370"/>
                  <a:pt x="9812754" y="740529"/>
                  <a:pt x="9784492" y="740529"/>
                </a:cubicBezTo>
                <a:cubicBezTo>
                  <a:pt x="9734247" y="740529"/>
                  <a:pt x="9690283" y="781352"/>
                  <a:pt x="9674582" y="825316"/>
                </a:cubicBezTo>
                <a:cubicBezTo>
                  <a:pt x="9655740" y="866140"/>
                  <a:pt x="9621197" y="925805"/>
                  <a:pt x="9555251" y="925805"/>
                </a:cubicBezTo>
                <a:cubicBezTo>
                  <a:pt x="9508147" y="925805"/>
                  <a:pt x="9473604" y="884982"/>
                  <a:pt x="9473604" y="800194"/>
                </a:cubicBezTo>
                <a:cubicBezTo>
                  <a:pt x="9473604" y="727968"/>
                  <a:pt x="9520708" y="655741"/>
                  <a:pt x="9567812" y="655741"/>
                </a:cubicBezTo>
                <a:cubicBezTo>
                  <a:pt x="9602355" y="655741"/>
                  <a:pt x="9611776" y="690284"/>
                  <a:pt x="9608636" y="721687"/>
                </a:cubicBezTo>
                <a:cubicBezTo>
                  <a:pt x="9627478" y="737388"/>
                  <a:pt x="9655740" y="721687"/>
                  <a:pt x="9655740" y="687144"/>
                </a:cubicBezTo>
                <a:cubicBezTo>
                  <a:pt x="9655740" y="662022"/>
                  <a:pt x="9636898" y="621198"/>
                  <a:pt x="9570952" y="621198"/>
                </a:cubicBezTo>
                <a:close/>
                <a:moveTo>
                  <a:pt x="11503938" y="612538"/>
                </a:moveTo>
                <a:cubicBezTo>
                  <a:pt x="11456741" y="669501"/>
                  <a:pt x="11291551" y="712570"/>
                  <a:pt x="11291551" y="832051"/>
                </a:cubicBezTo>
                <a:cubicBezTo>
                  <a:pt x="11291551" y="879288"/>
                  <a:pt x="11320702" y="923747"/>
                  <a:pt x="11365123" y="940418"/>
                </a:cubicBezTo>
                <a:cubicBezTo>
                  <a:pt x="11390110" y="950144"/>
                  <a:pt x="11415096" y="950144"/>
                  <a:pt x="11440083" y="941808"/>
                </a:cubicBezTo>
                <a:lnTo>
                  <a:pt x="11444304" y="939708"/>
                </a:lnTo>
                <a:lnTo>
                  <a:pt x="11445324" y="939542"/>
                </a:lnTo>
                <a:cubicBezTo>
                  <a:pt x="11456276" y="936118"/>
                  <a:pt x="11466199" y="930980"/>
                  <a:pt x="11475268" y="924644"/>
                </a:cubicBezTo>
                <a:lnTo>
                  <a:pt x="11494474" y="907542"/>
                </a:lnTo>
                <a:lnTo>
                  <a:pt x="11488753" y="926162"/>
                </a:lnTo>
                <a:lnTo>
                  <a:pt x="11464846" y="951842"/>
                </a:lnTo>
                <a:lnTo>
                  <a:pt x="11432834" y="964214"/>
                </a:lnTo>
                <a:lnTo>
                  <a:pt x="11433416" y="964508"/>
                </a:lnTo>
                <a:lnTo>
                  <a:pt x="11427416" y="966826"/>
                </a:lnTo>
                <a:cubicBezTo>
                  <a:pt x="11435751" y="975167"/>
                  <a:pt x="11455198" y="980728"/>
                  <a:pt x="11478812" y="980728"/>
                </a:cubicBezTo>
                <a:cubicBezTo>
                  <a:pt x="11521873" y="980728"/>
                  <a:pt x="11574657" y="968216"/>
                  <a:pt x="11601049" y="940412"/>
                </a:cubicBezTo>
                <a:lnTo>
                  <a:pt x="11600229" y="940299"/>
                </a:lnTo>
                <a:lnTo>
                  <a:pt x="11604054" y="938167"/>
                </a:lnTo>
                <a:cubicBezTo>
                  <a:pt x="11586248" y="938852"/>
                  <a:pt x="11571523" y="933368"/>
                  <a:pt x="11561078" y="923772"/>
                </a:cubicBezTo>
                <a:lnTo>
                  <a:pt x="11546930" y="891807"/>
                </a:lnTo>
                <a:lnTo>
                  <a:pt x="11567885" y="908611"/>
                </a:lnTo>
                <a:cubicBezTo>
                  <a:pt x="11578129" y="913304"/>
                  <a:pt x="11589242" y="915389"/>
                  <a:pt x="11601049" y="915389"/>
                </a:cubicBezTo>
                <a:cubicBezTo>
                  <a:pt x="11619281" y="915389"/>
                  <a:pt x="11636145" y="909719"/>
                  <a:pt x="11650104" y="900067"/>
                </a:cubicBezTo>
                <a:lnTo>
                  <a:pt x="11650828" y="899169"/>
                </a:lnTo>
                <a:lnTo>
                  <a:pt x="11652427" y="898382"/>
                </a:lnTo>
                <a:cubicBezTo>
                  <a:pt x="11666192" y="888863"/>
                  <a:pt x="11677091" y="875417"/>
                  <a:pt x="11683608" y="859705"/>
                </a:cubicBezTo>
                <a:lnTo>
                  <a:pt x="11690343" y="825792"/>
                </a:lnTo>
                <a:lnTo>
                  <a:pt x="11690350" y="825831"/>
                </a:lnTo>
                <a:lnTo>
                  <a:pt x="11690350" y="825754"/>
                </a:lnTo>
                <a:lnTo>
                  <a:pt x="11690350" y="823091"/>
                </a:lnTo>
                <a:cubicBezTo>
                  <a:pt x="11690350" y="768290"/>
                  <a:pt x="11662973" y="721710"/>
                  <a:pt x="11623276" y="684719"/>
                </a:cubicBezTo>
                <a:cubicBezTo>
                  <a:pt x="11608219" y="670334"/>
                  <a:pt x="11591450" y="658004"/>
                  <a:pt x="11573655" y="647215"/>
                </a:cubicBezTo>
                <a:lnTo>
                  <a:pt x="11570681" y="645708"/>
                </a:lnTo>
                <a:lnTo>
                  <a:pt x="11570221" y="645361"/>
                </a:lnTo>
                <a:cubicBezTo>
                  <a:pt x="11552175" y="634420"/>
                  <a:pt x="11533088" y="625042"/>
                  <a:pt x="11513655" y="616706"/>
                </a:cubicBezTo>
                <a:cubicBezTo>
                  <a:pt x="11510878" y="615317"/>
                  <a:pt x="11508102" y="613928"/>
                  <a:pt x="11503938" y="612538"/>
                </a:cubicBezTo>
                <a:close/>
                <a:moveTo>
                  <a:pt x="0" y="0"/>
                </a:moveTo>
                <a:lnTo>
                  <a:pt x="12192000" y="0"/>
                </a:lnTo>
                <a:lnTo>
                  <a:pt x="12192000" y="6858000"/>
                </a:lnTo>
                <a:lnTo>
                  <a:pt x="0" y="6858000"/>
                </a:lnTo>
                <a:close/>
              </a:path>
            </a:pathLst>
          </a:custGeom>
          <a:solidFill>
            <a:schemeClr val="accent4"/>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847127"/>
            <a:ext cx="11386134" cy="1661993"/>
          </a:xfrm>
          <a:prstGeom prst="rect">
            <a:avLst/>
          </a:prstGeom>
        </p:spPr>
        <p:txBody>
          <a:bodyPr wrap="square" lIns="36000" rIns="36000" bIns="0" anchor="b" anchorCtr="0">
            <a:spAutoFit/>
          </a:bodyPr>
          <a:lstStyle>
            <a:lvl1pPr algn="l">
              <a:lnSpc>
                <a:spcPct val="90000"/>
              </a:lnSpc>
              <a:defRPr sz="6000" b="1" baseline="0">
                <a:solidFill>
                  <a:schemeClr val="bg1"/>
                </a:solidFill>
                <a:latin typeface="Ubuntu" panose="020B0504030602030204" pitchFamily="34" charset="0"/>
              </a:defRPr>
            </a:lvl1pPr>
          </a:lstStyle>
          <a:p>
            <a:r>
              <a:rPr lang="en-GB"/>
              <a:t>Click to edit Master title style</a:t>
            </a:r>
          </a:p>
        </p:txBody>
      </p:sp>
    </p:spTree>
    <p:extLst>
      <p:ext uri="{BB962C8B-B14F-4D97-AF65-F5344CB8AC3E}">
        <p14:creationId xmlns:p14="http://schemas.microsoft.com/office/powerpoint/2010/main" val="1741296166"/>
      </p:ext>
    </p:extLst>
  </p:cSld>
  <p:clrMapOvr>
    <a:masterClrMapping/>
  </p:clrMapOvr>
</p:sldLayout>
</file>

<file path=ppt/slideLayouts/slideLayout196.xml><?xml version="1.0" encoding="utf-8"?>
<p:sldLayout xmlns:a="http://schemas.openxmlformats.org/drawingml/2006/main" xmlns:r="http://schemas.openxmlformats.org/officeDocument/2006/relationships" xmlns:p="http://schemas.openxmlformats.org/presentationml/2006/main" userDrawn="1">
  <p:cSld name="Agenda Dark and Picture">
    <p:bg>
      <p:bgRef idx="1001">
        <a:schemeClr val="bg1"/>
      </p:bgRef>
    </p:bg>
    <p:spTree>
      <p:nvGrpSpPr>
        <p:cNvPr id="1" name=""/>
        <p:cNvGrpSpPr/>
        <p:nvPr/>
      </p:nvGrpSpPr>
      <p:grpSpPr>
        <a:xfrm>
          <a:off x="0" y="0"/>
          <a:ext cx="0" cy="0"/>
          <a:chOff x="0" y="0"/>
          <a:chExt cx="0" cy="0"/>
        </a:xfrm>
      </p:grpSpPr>
      <p:sp>
        <p:nvSpPr>
          <p:cNvPr id="3" name="Picture Placeholder 18">
            <a:extLst>
              <a:ext uri="{FF2B5EF4-FFF2-40B4-BE49-F238E27FC236}">
                <a16:creationId xmlns:a16="http://schemas.microsoft.com/office/drawing/2014/main" id="{D3B1FE99-E8D3-C5FE-4E44-4E4EF67B45DA}"/>
              </a:ext>
            </a:extLst>
          </p:cNvPr>
          <p:cNvSpPr>
            <a:spLocks noGrp="1"/>
          </p:cNvSpPr>
          <p:nvPr>
            <p:ph type="pic" sz="quarter" idx="10" hasCustomPrompt="1"/>
          </p:nvPr>
        </p:nvSpPr>
        <p:spPr>
          <a:xfrm>
            <a:off x="6096001" y="908721"/>
            <a:ext cx="6096000" cy="594928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2" name="Title">
            <a:extLst>
              <a:ext uri="{FF2B5EF4-FFF2-40B4-BE49-F238E27FC236}">
                <a16:creationId xmlns:a16="http://schemas.microsoft.com/office/drawing/2014/main" id="{1B342561-1DD2-4DA7-BA2A-C8E3856FE9BB}"/>
              </a:ext>
            </a:extLst>
          </p:cNvPr>
          <p:cNvSpPr>
            <a:spLocks noGrp="1"/>
          </p:cNvSpPr>
          <p:nvPr>
            <p:ph type="title" hasCustomPrompt="1"/>
          </p:nvPr>
        </p:nvSpPr>
        <p:spPr>
          <a:xfrm>
            <a:off x="407988" y="692696"/>
            <a:ext cx="4751907" cy="720179"/>
          </a:xfrm>
          <a:prstGeom prst="rect">
            <a:avLst/>
          </a:prstGeom>
        </p:spPr>
        <p:txBody>
          <a:bodyPr vert="horz" lIns="0" tIns="0" rIns="0" bIns="0" rtlCol="0" anchor="b">
            <a:noAutofit/>
          </a:bodyPr>
          <a:lstStyle>
            <a:lvl1pPr>
              <a:lnSpc>
                <a:spcPct val="80000"/>
              </a:lnSpc>
              <a:defRPr lang="en-GB" sz="3600" baseline="0">
                <a:solidFill>
                  <a:schemeClr val="bg1"/>
                </a:solidFill>
              </a:defRPr>
            </a:lvl1pPr>
          </a:lstStyle>
          <a:p>
            <a:pPr lvl="0"/>
            <a:r>
              <a:rPr lang="en-US"/>
              <a:t>Click to edit Agenda</a:t>
            </a:r>
            <a:endParaRPr lang="en-GB"/>
          </a:p>
        </p:txBody>
      </p:sp>
      <p:sp>
        <p:nvSpPr>
          <p:cNvPr id="10" name="Text Placeholder 9">
            <a:extLst>
              <a:ext uri="{FF2B5EF4-FFF2-40B4-BE49-F238E27FC236}">
                <a16:creationId xmlns:a16="http://schemas.microsoft.com/office/drawing/2014/main" id="{FC6DF15B-7249-491B-BFB7-9A33784178CD}"/>
              </a:ext>
            </a:extLst>
          </p:cNvPr>
          <p:cNvSpPr>
            <a:spLocks noGrp="1"/>
          </p:cNvSpPr>
          <p:nvPr>
            <p:ph type="body" sz="quarter" idx="12"/>
          </p:nvPr>
        </p:nvSpPr>
        <p:spPr>
          <a:xfrm>
            <a:off x="407988" y="1916832"/>
            <a:ext cx="5471988" cy="4536356"/>
          </a:xfrm>
          <a:prstGeom prst="rect">
            <a:avLst/>
          </a:prstGeom>
        </p:spPr>
        <p:txBody>
          <a:bodyPr>
            <a:noAutofit/>
          </a:bodyPr>
          <a:lstStyle>
            <a:lvl1pPr>
              <a:spcBef>
                <a:spcPts val="1200"/>
              </a:spcBef>
              <a:defRPr sz="1800">
                <a:solidFill>
                  <a:schemeClr val="bg1"/>
                </a:solidFill>
              </a:defRPr>
            </a:lvl1pPr>
            <a:lvl2pPr>
              <a:buClr>
                <a:schemeClr val="bg1"/>
              </a:buClr>
              <a:defRPr sz="1600">
                <a:solidFill>
                  <a:schemeClr val="bg1"/>
                </a:solidFill>
              </a:defRPr>
            </a:lvl2pPr>
            <a:lvl3pPr>
              <a:buClr>
                <a:schemeClr val="bg1"/>
              </a:buClr>
              <a:defRPr sz="1600">
                <a:solidFill>
                  <a:schemeClr val="bg1"/>
                </a:solidFill>
              </a:defRPr>
            </a:lvl3pPr>
            <a:lvl4pPr>
              <a:buClr>
                <a:schemeClr val="bg1"/>
              </a:buClr>
              <a:defRPr sz="1400">
                <a:solidFill>
                  <a:schemeClr val="bg1"/>
                </a:solidFill>
              </a:defRPr>
            </a:lvl4pPr>
            <a:lvl5pPr>
              <a:buClr>
                <a:schemeClr val="bg1"/>
              </a:buClr>
              <a:defRPr sz="1400">
                <a:solidFill>
                  <a:schemeClr val="bg1"/>
                </a:solidFill>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Tree>
    <p:extLst>
      <p:ext uri="{BB962C8B-B14F-4D97-AF65-F5344CB8AC3E}">
        <p14:creationId xmlns:p14="http://schemas.microsoft.com/office/powerpoint/2010/main" val="2669541129"/>
      </p:ext>
    </p:extLst>
  </p:cSld>
  <p:clrMapOvr>
    <a:overrideClrMapping bg1="dk1" tx1="lt1" bg2="dk2" tx2="lt2" accent1="accent1" accent2="accent2" accent3="accent3" accent4="accent4" accent5="accent5" accent6="accent6" hlink="hlink" folHlink="folHlink"/>
  </p:clrMapOvr>
</p:sldLayout>
</file>

<file path=ppt/slideLayouts/slideLayout197.xml><?xml version="1.0" encoding="utf-8"?>
<p:sldLayout xmlns:a="http://schemas.openxmlformats.org/drawingml/2006/main" xmlns:r="http://schemas.openxmlformats.org/officeDocument/2006/relationships" xmlns:p="http://schemas.openxmlformats.org/presentationml/2006/main" userDrawn="1">
  <p:cSld name="Title only Dark Grey">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A8CE45-A6FC-9CE9-F8CD-BA044CFE9412}"/>
              </a:ext>
            </a:extLst>
          </p:cNvPr>
          <p:cNvSpPr>
            <a:spLocks noGrp="1"/>
          </p:cNvSpPr>
          <p:nvPr>
            <p:ph type="title" hasCustomPrompt="1"/>
          </p:nvPr>
        </p:nvSpPr>
        <p:spPr>
          <a:xfrm>
            <a:off x="414971" y="404812"/>
            <a:ext cx="11008413" cy="814387"/>
          </a:xfrm>
          <a:prstGeom prst="rect">
            <a:avLst/>
          </a:prstGeom>
        </p:spPr>
        <p:txBody>
          <a:bodyPr anchor="t"/>
          <a:lstStyle>
            <a:lvl1pPr>
              <a:defRPr>
                <a:solidFill>
                  <a:schemeClr val="tx1"/>
                </a:solidFill>
              </a:defRPr>
            </a:lvl1pPr>
          </a:lstStyle>
          <a:p>
            <a:r>
              <a:rPr lang="fr-FR"/>
              <a:t>CLICK TO INSERT TITLE</a:t>
            </a:r>
            <a:endParaRPr lang="en-US"/>
          </a:p>
        </p:txBody>
      </p:sp>
    </p:spTree>
    <p:extLst>
      <p:ext uri="{BB962C8B-B14F-4D97-AF65-F5344CB8AC3E}">
        <p14:creationId xmlns:p14="http://schemas.microsoft.com/office/powerpoint/2010/main" val="2238640172"/>
      </p:ext>
    </p:extLst>
  </p:cSld>
  <p:clrMapOvr>
    <a:overrideClrMapping bg1="dk1" tx1="lt1" bg2="dk2" tx2="lt2" accent1="accent1" accent2="accent2" accent3="accent3" accent4="accent4" accent5="accent5" accent6="accent6" hlink="hlink" folHlink="folHlink"/>
  </p:clrMapOvr>
</p:sldLayout>
</file>

<file path=ppt/slideLayouts/slideLayout198.xml><?xml version="1.0" encoding="utf-8"?>
<p:sldLayout xmlns:a="http://schemas.openxmlformats.org/drawingml/2006/main" xmlns:r="http://schemas.openxmlformats.org/officeDocument/2006/relationships" xmlns:p="http://schemas.openxmlformats.org/presentationml/2006/main" preserve="1" userDrawn="1">
  <p:cSld name="Section breaker">
    <p:bg>
      <p:bgRef idx="1001">
        <a:schemeClr val="bg1"/>
      </p:bgRef>
    </p:bg>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667AB06E-CA55-4893-BAFA-61FF4CCDFBD1}"/>
              </a:ext>
            </a:extLst>
          </p:cNvPr>
          <p:cNvSpPr>
            <a:spLocks noGrp="1"/>
          </p:cNvSpPr>
          <p:nvPr>
            <p:ph type="body" sz="quarter" idx="15" hasCustomPrompt="1"/>
          </p:nvPr>
        </p:nvSpPr>
        <p:spPr>
          <a:xfrm>
            <a:off x="414971" y="1125538"/>
            <a:ext cx="11369042" cy="246221"/>
          </a:xfrm>
          <a:prstGeom prst="rect">
            <a:avLst/>
          </a:prstGeom>
        </p:spPr>
        <p:txBody>
          <a:bodyPr>
            <a:spAutoFit/>
          </a:bodyPr>
          <a:lstStyle>
            <a:lvl1pPr>
              <a:defRPr sz="1600" b="0">
                <a:solidFill>
                  <a:schemeClr val="tx1"/>
                </a:solidFill>
                <a:latin typeface="Ubuntu Light" panose="020B0304030602030204" pitchFamily="34" charset="0"/>
              </a:defRPr>
            </a:lvl1pPr>
          </a:lstStyle>
          <a:p>
            <a:pPr lvl="0"/>
            <a:r>
              <a:rPr lang="fr-FR"/>
              <a:t>Click to insert </a:t>
            </a:r>
            <a:r>
              <a:rPr lang="fr-FR" err="1"/>
              <a:t>subtitle</a:t>
            </a:r>
            <a:endParaRPr lang="fr-FR"/>
          </a:p>
        </p:txBody>
      </p:sp>
      <p:sp>
        <p:nvSpPr>
          <p:cNvPr id="4" name="Content Placeholder 3">
            <a:extLst>
              <a:ext uri="{FF2B5EF4-FFF2-40B4-BE49-F238E27FC236}">
                <a16:creationId xmlns:a16="http://schemas.microsoft.com/office/drawing/2014/main" id="{1FBDD296-C7FE-7195-F3C4-4768A7A0AA9D}"/>
              </a:ext>
            </a:extLst>
          </p:cNvPr>
          <p:cNvSpPr>
            <a:spLocks noGrp="1"/>
          </p:cNvSpPr>
          <p:nvPr>
            <p:ph sz="quarter" idx="16"/>
          </p:nvPr>
        </p:nvSpPr>
        <p:spPr>
          <a:xfrm>
            <a:off x="407988" y="1628775"/>
            <a:ext cx="11376025" cy="4824413"/>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3" name="Picture 2">
            <a:extLst>
              <a:ext uri="{FF2B5EF4-FFF2-40B4-BE49-F238E27FC236}">
                <a16:creationId xmlns:a16="http://schemas.microsoft.com/office/drawing/2014/main" id="{BD0620ED-03C8-1DFE-293E-48A8777F6754}"/>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6" name="Rectangle 5">
            <a:extLst>
              <a:ext uri="{FF2B5EF4-FFF2-40B4-BE49-F238E27FC236}">
                <a16:creationId xmlns:a16="http://schemas.microsoft.com/office/drawing/2014/main" id="{4123B97C-1649-2E9D-81A0-FCC8513A1F82}"/>
              </a:ext>
            </a:extLst>
          </p:cNvPr>
          <p:cNvSpPr/>
          <p:nvPr userDrawn="1"/>
        </p:nvSpPr>
        <p:spPr>
          <a:xfrm>
            <a:off x="0" y="0"/>
            <a:ext cx="12192000" cy="6858000"/>
          </a:xfrm>
          <a:prstGeom prst="rect">
            <a:avLst/>
          </a:prstGeom>
          <a:solidFill>
            <a:schemeClr val="bg1">
              <a:alpha val="5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4">
            <a:extLst>
              <a:ext uri="{FF2B5EF4-FFF2-40B4-BE49-F238E27FC236}">
                <a16:creationId xmlns:a16="http://schemas.microsoft.com/office/drawing/2014/main" id="{0BA091BB-1771-4A6F-B93C-43E4798B4251}"/>
              </a:ext>
            </a:extLst>
          </p:cNvPr>
          <p:cNvSpPr>
            <a:spLocks noGrp="1"/>
          </p:cNvSpPr>
          <p:nvPr>
            <p:ph type="title" hasCustomPrompt="1"/>
          </p:nvPr>
        </p:nvSpPr>
        <p:spPr>
          <a:xfrm>
            <a:off x="591793" y="1628775"/>
            <a:ext cx="8040143" cy="2961513"/>
          </a:xfrm>
          <a:prstGeom prst="rect">
            <a:avLst/>
          </a:prstGeom>
        </p:spPr>
        <p:txBody>
          <a:bodyPr/>
          <a:lstStyle>
            <a:lvl1pPr>
              <a:defRPr sz="4000">
                <a:solidFill>
                  <a:schemeClr val="tx1"/>
                </a:solidFill>
              </a:defRPr>
            </a:lvl1pPr>
          </a:lstStyle>
          <a:p>
            <a:r>
              <a:rPr lang="fr-FR"/>
              <a:t>Click to insert </a:t>
            </a:r>
            <a:r>
              <a:rPr lang="fr-FR" err="1"/>
              <a:t>title</a:t>
            </a:r>
            <a:br>
              <a:rPr lang="fr-FR"/>
            </a:br>
            <a:br>
              <a:rPr lang="fr-FR"/>
            </a:br>
            <a:endParaRPr lang="de-DE"/>
          </a:p>
        </p:txBody>
      </p:sp>
      <p:grpSp>
        <p:nvGrpSpPr>
          <p:cNvPr id="14" name="Group 13">
            <a:extLst>
              <a:ext uri="{FF2B5EF4-FFF2-40B4-BE49-F238E27FC236}">
                <a16:creationId xmlns:a16="http://schemas.microsoft.com/office/drawing/2014/main" id="{6D41E846-C22F-A7B5-8D29-B5FF24029F0A}"/>
              </a:ext>
            </a:extLst>
          </p:cNvPr>
          <p:cNvGrpSpPr>
            <a:grpSpLocks noChangeAspect="1"/>
          </p:cNvGrpSpPr>
          <p:nvPr userDrawn="1"/>
        </p:nvGrpSpPr>
        <p:grpSpPr>
          <a:xfrm>
            <a:off x="9081726" y="510619"/>
            <a:ext cx="2702287" cy="607538"/>
            <a:chOff x="5094083" y="5360390"/>
            <a:chExt cx="3039349" cy="683316"/>
          </a:xfrm>
          <a:solidFill>
            <a:srgbClr val="FFFFFF"/>
          </a:solidFill>
        </p:grpSpPr>
        <p:sp>
          <p:nvSpPr>
            <p:cNvPr id="15" name="Freeform: Shape 4">
              <a:extLst>
                <a:ext uri="{FF2B5EF4-FFF2-40B4-BE49-F238E27FC236}">
                  <a16:creationId xmlns:a16="http://schemas.microsoft.com/office/drawing/2014/main" id="{3FC1AE3D-6A88-AAE5-3E81-730FEF1197AB}"/>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endParaRPr>
            </a:p>
          </p:txBody>
        </p:sp>
        <p:sp>
          <p:nvSpPr>
            <p:cNvPr id="16" name="Freeform: Shape 5">
              <a:extLst>
                <a:ext uri="{FF2B5EF4-FFF2-40B4-BE49-F238E27FC236}">
                  <a16:creationId xmlns:a16="http://schemas.microsoft.com/office/drawing/2014/main" id="{58399338-9952-AF92-9B99-0DFFEC226CFE}"/>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endParaRPr>
            </a:p>
          </p:txBody>
        </p:sp>
        <p:sp>
          <p:nvSpPr>
            <p:cNvPr id="17" name="Freeform: Shape 6">
              <a:extLst>
                <a:ext uri="{FF2B5EF4-FFF2-40B4-BE49-F238E27FC236}">
                  <a16:creationId xmlns:a16="http://schemas.microsoft.com/office/drawing/2014/main" id="{D95AB3B9-84DA-59F9-69DD-6D54CD0D766C}"/>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endParaRPr>
            </a:p>
          </p:txBody>
        </p:sp>
        <p:sp>
          <p:nvSpPr>
            <p:cNvPr id="18" name="Freeform: Shape 7">
              <a:extLst>
                <a:ext uri="{FF2B5EF4-FFF2-40B4-BE49-F238E27FC236}">
                  <a16:creationId xmlns:a16="http://schemas.microsoft.com/office/drawing/2014/main" id="{A2BC4D46-8207-7451-B1FD-FFF27EBD31F4}"/>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endParaRPr>
            </a:p>
          </p:txBody>
        </p:sp>
        <p:sp>
          <p:nvSpPr>
            <p:cNvPr id="19" name="Freeform: Shape 8">
              <a:extLst>
                <a:ext uri="{FF2B5EF4-FFF2-40B4-BE49-F238E27FC236}">
                  <a16:creationId xmlns:a16="http://schemas.microsoft.com/office/drawing/2014/main" id="{50650C08-7CFA-52FE-4E46-9C98A8B0567D}"/>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endParaRPr>
            </a:p>
          </p:txBody>
        </p:sp>
      </p:grpSp>
      <p:pic>
        <p:nvPicPr>
          <p:cNvPr id="20" name="Picture 19" descr="A black background with white text">
            <a:extLst>
              <a:ext uri="{FF2B5EF4-FFF2-40B4-BE49-F238E27FC236}">
                <a16:creationId xmlns:a16="http://schemas.microsoft.com/office/drawing/2014/main" id="{BA5C0CCD-A560-2DA0-1B53-DBBFDFB1080E}"/>
              </a:ext>
            </a:extLst>
          </p:cNvPr>
          <p:cNvPicPr>
            <a:picLocks noChangeAspect="1"/>
          </p:cNvPicPr>
          <p:nvPr userDrawn="1"/>
        </p:nvPicPr>
        <p:blipFill>
          <a:blip r:embed="rId3"/>
          <a:stretch>
            <a:fillRect/>
          </a:stretch>
        </p:blipFill>
        <p:spPr>
          <a:xfrm>
            <a:off x="5392504" y="5052394"/>
            <a:ext cx="6799496" cy="1324461"/>
          </a:xfrm>
          <a:prstGeom prst="rect">
            <a:avLst/>
          </a:prstGeom>
        </p:spPr>
      </p:pic>
    </p:spTree>
    <p:extLst>
      <p:ext uri="{BB962C8B-B14F-4D97-AF65-F5344CB8AC3E}">
        <p14:creationId xmlns:p14="http://schemas.microsoft.com/office/powerpoint/2010/main" val="3639151340"/>
      </p:ext>
    </p:extLst>
  </p:cSld>
  <p:clrMapOvr>
    <a:overrideClrMapping bg1="dk1" tx1="lt1" bg2="dk2" tx2="lt2" accent1="accent1" accent2="accent2" accent3="accent3" accent4="accent4" accent5="accent5" accent6="accent6" hlink="hlink" folHlink="folHlink"/>
  </p:clrMapOvr>
</p:sldLayout>
</file>

<file path=ppt/slideLayouts/slideLayout199.xml><?xml version="1.0" encoding="utf-8"?>
<p:sldLayout xmlns:a="http://schemas.openxmlformats.org/drawingml/2006/main" xmlns:r="http://schemas.openxmlformats.org/officeDocument/2006/relationships" xmlns:p="http://schemas.openxmlformats.org/presentationml/2006/main" userDrawn="1">
  <p:cSld name="Title, subtitle and content Dark grey">
    <p:bg>
      <p:bgRef idx="1001">
        <a:schemeClr val="bg1"/>
      </p:bgRef>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BA091BB-1771-4A6F-B93C-43E4798B4251}"/>
              </a:ext>
            </a:extLst>
          </p:cNvPr>
          <p:cNvSpPr>
            <a:spLocks noGrp="1"/>
          </p:cNvSpPr>
          <p:nvPr>
            <p:ph type="title" hasCustomPrompt="1"/>
          </p:nvPr>
        </p:nvSpPr>
        <p:spPr>
          <a:xfrm>
            <a:off x="443892" y="180753"/>
            <a:ext cx="11008413" cy="970217"/>
          </a:xfrm>
          <a:prstGeom prst="rect">
            <a:avLst/>
          </a:prstGeom>
        </p:spPr>
        <p:txBody>
          <a:bodyPr bIns="0" anchor="t" anchorCtr="0"/>
          <a:lstStyle>
            <a:lvl1pPr>
              <a:defRPr sz="2400">
                <a:solidFill>
                  <a:schemeClr val="tx1"/>
                </a:solidFill>
              </a:defRPr>
            </a:lvl1pPr>
          </a:lstStyle>
          <a:p>
            <a:r>
              <a:rPr lang="fr-FR"/>
              <a:t>Click to insert </a:t>
            </a:r>
            <a:r>
              <a:rPr lang="fr-FR" err="1"/>
              <a:t>title</a:t>
            </a:r>
            <a:br>
              <a:rPr lang="fr-FR"/>
            </a:br>
            <a:endParaRPr lang="de-DE"/>
          </a:p>
        </p:txBody>
      </p:sp>
    </p:spTree>
    <p:extLst>
      <p:ext uri="{BB962C8B-B14F-4D97-AF65-F5344CB8AC3E}">
        <p14:creationId xmlns:p14="http://schemas.microsoft.com/office/powerpoint/2010/main" val="2092280451"/>
      </p:ext>
    </p:extLst>
  </p:cSld>
  <p:clrMapOvr>
    <a:overrideClrMapping bg1="dk1" tx1="lt1" bg2="dk2" tx2="lt2" accent1="accent1" accent2="accent2" accent3="accent3" accent4="accent4" accent5="accent5" accent6="accent6" hlink="hlink" folHlink="folHlink"/>
  </p:clrMapOvr>
</p:sldLayout>
</file>

<file path=ppt/slideLayouts/slideLayout200.xml><?xml version="1.0" encoding="utf-8"?>
<p:sldLayout xmlns:a="http://schemas.openxmlformats.org/drawingml/2006/main" xmlns:r="http://schemas.openxmlformats.org/officeDocument/2006/relationships" xmlns:p="http://schemas.openxmlformats.org/presentationml/2006/main" userDrawn="1">
  <p:cSld name="2_Only Title new">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Title 2">
            <a:extLst>
              <a:ext uri="{FF2B5EF4-FFF2-40B4-BE49-F238E27FC236}">
                <a16:creationId xmlns:a16="http://schemas.microsoft.com/office/drawing/2014/main" id="{57F0C9DF-D1FA-45A1-91F6-147FDC3E7341}"/>
              </a:ext>
            </a:extLst>
          </p:cNvPr>
          <p:cNvSpPr>
            <a:spLocks noGrp="1"/>
          </p:cNvSpPr>
          <p:nvPr>
            <p:ph type="title" hasCustomPrompt="1"/>
          </p:nvPr>
        </p:nvSpPr>
        <p:spPr>
          <a:xfrm>
            <a:off x="410192" y="120673"/>
            <a:ext cx="9238028" cy="728218"/>
          </a:xfrm>
          <a:prstGeom prst="rect">
            <a:avLst/>
          </a:prstGeom>
        </p:spPr>
        <p:txBody>
          <a:bodyPr/>
          <a:lstStyle>
            <a:lvl1pPr>
              <a:defRPr sz="2400" cap="none">
                <a:solidFill>
                  <a:schemeClr val="accent1"/>
                </a:solidFill>
              </a:defRPr>
            </a:lvl1pPr>
          </a:lstStyle>
          <a:p>
            <a:r>
              <a:rPr lang="en-US"/>
              <a:t>Click to edit master title style</a:t>
            </a:r>
            <a:br>
              <a:rPr lang="en-US"/>
            </a:br>
            <a:r>
              <a:rPr lang="en-US"/>
              <a:t>Click to edit master title style</a:t>
            </a:r>
            <a:endParaRPr lang="de-DE"/>
          </a:p>
        </p:txBody>
      </p:sp>
      <p:cxnSp>
        <p:nvCxnSpPr>
          <p:cNvPr id="4" name="Straight Connector 3">
            <a:extLst>
              <a:ext uri="{FF2B5EF4-FFF2-40B4-BE49-F238E27FC236}">
                <a16:creationId xmlns:a16="http://schemas.microsoft.com/office/drawing/2014/main" id="{73C42F28-CCAC-6857-23CA-E3EFAFCAC2CF}"/>
              </a:ext>
            </a:extLst>
          </p:cNvPr>
          <p:cNvCxnSpPr>
            <a:cxnSpLocks/>
          </p:cNvCxnSpPr>
          <p:nvPr userDrawn="1"/>
        </p:nvCxnSpPr>
        <p:spPr>
          <a:xfrm>
            <a:off x="11395710" y="126215"/>
            <a:ext cx="0" cy="525445"/>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24924027"/>
      </p:ext>
    </p:extLst>
  </p:cSld>
  <p:clrMapOvr>
    <a:masterClrMapping/>
  </p:clrMapOvr>
</p:sldLayout>
</file>

<file path=ppt/slideLayouts/slideLayout201.xml><?xml version="1.0" encoding="utf-8"?>
<p:sldLayout xmlns:a="http://schemas.openxmlformats.org/drawingml/2006/main" xmlns:r="http://schemas.openxmlformats.org/officeDocument/2006/relationships" xmlns:p="http://schemas.openxmlformats.org/presentationml/2006/main">
  <p:cSld name="Title and Content">
    <p:bg>
      <p:bgPr>
        <a:solidFill>
          <a:schemeClr val="accent3"/>
        </a:solidFill>
        <a:effectLst/>
      </p:bgPr>
    </p:bg>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006B5C2B-B0BF-4136-9EC7-0E7F54D1D264}"/>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en-GB"/>
          </a:p>
        </p:txBody>
      </p:sp>
      <p:sp>
        <p:nvSpPr>
          <p:cNvPr id="4" name="Text Placeholder 3"/>
          <p:cNvSpPr>
            <a:spLocks noGrp="1"/>
          </p:cNvSpPr>
          <p:nvPr>
            <p:ph type="body" sz="quarter" idx="10"/>
          </p:nvPr>
        </p:nvSpPr>
        <p:spPr>
          <a:xfrm>
            <a:off x="404812" y="1447201"/>
            <a:ext cx="11379201" cy="5022612"/>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92913153"/>
      </p:ext>
    </p:extLst>
  </p:cSld>
  <p:clrMapOvr>
    <a:masterClrMapping/>
  </p:clrMapOvr>
</p:sldLayout>
</file>

<file path=ppt/slideLayouts/slideLayout202.xml><?xml version="1.0" encoding="utf-8"?>
<p:sldLayout xmlns:a="http://schemas.openxmlformats.org/drawingml/2006/main" xmlns:r="http://schemas.openxmlformats.org/officeDocument/2006/relationships" xmlns:p="http://schemas.openxmlformats.org/presentationml/2006/main" userDrawn="1">
  <p:cSld name="Title and Content dark grey">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4B959B47-5443-2F9F-8D30-8C69475AFBD4}"/>
              </a:ext>
            </a:extLst>
          </p:cNvPr>
          <p:cNvSpPr>
            <a:spLocks noGrp="1"/>
          </p:cNvSpPr>
          <p:nvPr>
            <p:ph type="title"/>
          </p:nvPr>
        </p:nvSpPr>
        <p:spPr>
          <a:xfrm>
            <a:off x="404813" y="388188"/>
            <a:ext cx="10947772" cy="716711"/>
          </a:xfrm>
        </p:spPr>
        <p:txBody>
          <a:bodyPr/>
          <a:lstStyle>
            <a:lvl1pPr>
              <a:defRPr>
                <a:solidFill>
                  <a:schemeClr val="bg2"/>
                </a:solidFill>
              </a:defRPr>
            </a:lvl1pPr>
          </a:lstStyle>
          <a:p>
            <a:r>
              <a:rPr lang="en-US"/>
              <a:t>Click to edit Master title style</a:t>
            </a:r>
            <a:endParaRPr lang="de-DE"/>
          </a:p>
        </p:txBody>
      </p:sp>
    </p:spTree>
    <p:extLst>
      <p:ext uri="{BB962C8B-B14F-4D97-AF65-F5344CB8AC3E}">
        <p14:creationId xmlns:p14="http://schemas.microsoft.com/office/powerpoint/2010/main" val="881490514"/>
      </p:ext>
    </p:extLst>
  </p:cSld>
  <p:clrMapOvr>
    <a:masterClrMapping/>
  </p:clrMapOvr>
</p:sldLayout>
</file>

<file path=ppt/slideLayouts/slideLayout203.xml><?xml version="1.0" encoding="utf-8"?>
<p:sldLayout xmlns:a="http://schemas.openxmlformats.org/drawingml/2006/main" xmlns:r="http://schemas.openxmlformats.org/officeDocument/2006/relationships" xmlns:p="http://schemas.openxmlformats.org/presentationml/2006/main" userDrawn="1">
  <p:cSld name="Title and subtitle">
    <p:spTree>
      <p:nvGrpSpPr>
        <p:cNvPr id="1" name=""/>
        <p:cNvGrpSpPr/>
        <p:nvPr/>
      </p:nvGrpSpPr>
      <p:grpSpPr>
        <a:xfrm>
          <a:off x="0" y="0"/>
          <a:ext cx="0" cy="0"/>
          <a:chOff x="0" y="0"/>
          <a:chExt cx="0" cy="0"/>
        </a:xfrm>
      </p:grpSpPr>
      <p:sp>
        <p:nvSpPr>
          <p:cNvPr id="5" name="Espace réservé du texte 4"/>
          <p:cNvSpPr>
            <a:spLocks noGrp="1"/>
          </p:cNvSpPr>
          <p:nvPr>
            <p:ph type="body" sz="quarter" idx="11" hasCustomPrompt="1"/>
          </p:nvPr>
        </p:nvSpPr>
        <p:spPr>
          <a:xfrm>
            <a:off x="404813" y="1327150"/>
            <a:ext cx="11379200" cy="457688"/>
          </a:xfrm>
          <a:prstGeom prst="rect">
            <a:avLst/>
          </a:prstGeom>
        </p:spPr>
        <p:txBody>
          <a:bodyPr/>
          <a:lstStyle>
            <a:lvl1pPr>
              <a:defRPr>
                <a:solidFill>
                  <a:schemeClr val="accent2"/>
                </a:solidFill>
              </a:defRPr>
            </a:lvl1pPr>
          </a:lstStyle>
          <a:p>
            <a:pPr lvl="0"/>
            <a:r>
              <a:rPr lang="en-US"/>
              <a:t>Click to edit Master subtitle styles</a:t>
            </a:r>
          </a:p>
        </p:txBody>
      </p:sp>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2548338072"/>
      </p:ext>
    </p:extLst>
  </p:cSld>
  <p:clrMapOvr>
    <a:masterClrMapping/>
  </p:clrMapOvr>
</p:sldLayout>
</file>

<file path=ppt/slideLayouts/slideLayout204.xml><?xml version="1.0" encoding="utf-8"?>
<p:sldLayout xmlns:a="http://schemas.openxmlformats.org/drawingml/2006/main" xmlns:r="http://schemas.openxmlformats.org/officeDocument/2006/relationships" xmlns:p="http://schemas.openxmlformats.org/presentationml/2006/main">
  <p:cSld name="Only Titl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7F0C9DF-D1FA-45A1-91F6-147FDC3E7341}"/>
              </a:ext>
            </a:extLst>
          </p:cNvPr>
          <p:cNvSpPr>
            <a:spLocks noGrp="1"/>
          </p:cNvSpPr>
          <p:nvPr>
            <p:ph type="title"/>
          </p:nvPr>
        </p:nvSpPr>
        <p:spPr/>
        <p:txBody>
          <a:bodyPr/>
          <a:lstStyle/>
          <a:p>
            <a:endParaRPr lang="de-DE"/>
          </a:p>
        </p:txBody>
      </p:sp>
    </p:spTree>
    <p:extLst>
      <p:ext uri="{BB962C8B-B14F-4D97-AF65-F5344CB8AC3E}">
        <p14:creationId xmlns:p14="http://schemas.microsoft.com/office/powerpoint/2010/main" val="2891981389"/>
      </p:ext>
    </p:extLst>
  </p:cSld>
  <p:clrMapOvr>
    <a:masterClrMapping/>
  </p:clrMapOvr>
</p:sldLayout>
</file>

<file path=ppt/slideLayouts/slideLayout205.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D24234B-3070-41FF-AA0E-EA4AC1C96174}" type="datetimeFigureOut">
              <a:rPr lang="en-US" smtClean="0"/>
              <a:t>4/23/2026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BA073DF-B806-4CCC-A9B0-887CA7C474A1}" type="slidenum">
              <a:rPr lang="en-US" smtClean="0"/>
              <a:t>‹#›</a:t>
            </a:fld>
            <a:endParaRPr lang="en-US"/>
          </a:p>
        </p:txBody>
      </p:sp>
    </p:spTree>
    <p:extLst>
      <p:ext uri="{BB962C8B-B14F-4D97-AF65-F5344CB8AC3E}">
        <p14:creationId xmlns:p14="http://schemas.microsoft.com/office/powerpoint/2010/main" val="1439189148"/>
      </p:ext>
    </p:extLst>
  </p:cSld>
  <p:clrMapOvr>
    <a:masterClrMapping/>
  </p:clrMapOvr>
</p:sldLayout>
</file>

<file path=ppt/slideLayouts/slideLayout206.xml><?xml version="1.0" encoding="utf-8"?>
<p:sldLayout xmlns:a="http://schemas.openxmlformats.org/drawingml/2006/main" xmlns:r="http://schemas.openxmlformats.org/officeDocument/2006/relationships" xmlns:p="http://schemas.openxmlformats.org/presentationml/2006/main" type="blank">
  <p:cSld name="Totally 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722308459"/>
      </p:ext>
    </p:extLst>
  </p:cSld>
  <p:clrMapOvr>
    <a:masterClrMapping/>
  </p:clrMapOvr>
</p:sldLayout>
</file>

<file path=ppt/slideLayouts/slideLayout207.xml><?xml version="1.0" encoding="utf-8"?>
<p:sldLayout xmlns:a="http://schemas.openxmlformats.org/drawingml/2006/main" xmlns:r="http://schemas.openxmlformats.org/officeDocument/2006/relationships" xmlns:p="http://schemas.openxmlformats.org/presentationml/2006/main" userDrawn="1">
  <p:cSld name="1_Agenda 2">
    <p:spTree>
      <p:nvGrpSpPr>
        <p:cNvPr id="1" name=""/>
        <p:cNvGrpSpPr/>
        <p:nvPr/>
      </p:nvGrpSpPr>
      <p:grpSpPr>
        <a:xfrm>
          <a:off x="0" y="0"/>
          <a:ext cx="0" cy="0"/>
          <a:chOff x="0" y="0"/>
          <a:chExt cx="0" cy="0"/>
        </a:xfrm>
      </p:grpSpPr>
      <p:sp>
        <p:nvSpPr>
          <p:cNvPr id="11" name="Title 1"/>
          <p:cNvSpPr>
            <a:spLocks noGrp="1"/>
          </p:cNvSpPr>
          <p:nvPr>
            <p:ph type="title"/>
          </p:nvPr>
        </p:nvSpPr>
        <p:spPr>
          <a:xfrm>
            <a:off x="227349" y="0"/>
            <a:ext cx="11125236" cy="1104900"/>
          </a:xfrm>
          <a:prstGeom prst="rect">
            <a:avLst/>
          </a:prstGeom>
        </p:spPr>
        <p:txBody>
          <a:bodyPr/>
          <a:lstStyle/>
          <a:p>
            <a:r>
              <a:rPr lang="en-US"/>
              <a:t>Click to edit Master title style</a:t>
            </a:r>
            <a:endParaRPr lang="en-GB"/>
          </a:p>
        </p:txBody>
      </p:sp>
      <p:sp>
        <p:nvSpPr>
          <p:cNvPr id="20" name="Picture Placeholder 47">
            <a:extLst>
              <a:ext uri="{FF2B5EF4-FFF2-40B4-BE49-F238E27FC236}">
                <a16:creationId xmlns:a16="http://schemas.microsoft.com/office/drawing/2014/main" id="{51CA337D-4B25-44C1-847A-AC0D74277B60}"/>
              </a:ext>
              <a:ext uri="{C183D7F6-B498-43B3-948B-1728B52AA6E4}">
                <adec:decorative xmlns:adec="http://schemas.microsoft.com/office/drawing/2017/decorative" val="1"/>
              </a:ext>
            </a:extLst>
          </p:cNvPr>
          <p:cNvSpPr>
            <a:spLocks noGrp="1"/>
          </p:cNvSpPr>
          <p:nvPr>
            <p:ph type="pic" sz="quarter" idx="19"/>
          </p:nvPr>
        </p:nvSpPr>
        <p:spPr>
          <a:xfrm>
            <a:off x="0" y="1192909"/>
            <a:ext cx="5591944" cy="5260428"/>
          </a:xfrm>
          <a:prstGeom prst="rect">
            <a:avLst/>
          </a:prstGeom>
        </p:spPr>
        <p:txBody>
          <a:bodyPr anchor="ctr"/>
          <a:lstStyle>
            <a:lvl1pPr algn="ctr">
              <a:defRPr/>
            </a:lvl1pPr>
          </a:lstStyle>
          <a:p>
            <a:r>
              <a:rPr lang="en-US"/>
              <a:t>Click icon to add picture</a:t>
            </a:r>
            <a:endParaRPr lang="pt-PT"/>
          </a:p>
        </p:txBody>
      </p:sp>
      <p:sp>
        <p:nvSpPr>
          <p:cNvPr id="12" name="Text Placeholder 7">
            <a:extLst>
              <a:ext uri="{FF2B5EF4-FFF2-40B4-BE49-F238E27FC236}">
                <a16:creationId xmlns:a16="http://schemas.microsoft.com/office/drawing/2014/main" id="{3E908611-FBB7-4987-BE0F-F09EAF1FFC80}"/>
              </a:ext>
            </a:extLst>
          </p:cNvPr>
          <p:cNvSpPr>
            <a:spLocks noGrp="1"/>
          </p:cNvSpPr>
          <p:nvPr>
            <p:ph type="body" sz="quarter" idx="11" hasCustomPrompt="1"/>
          </p:nvPr>
        </p:nvSpPr>
        <p:spPr>
          <a:xfrm>
            <a:off x="6600059" y="1192909"/>
            <a:ext cx="5007742" cy="555448"/>
          </a:xfrm>
          <a:prstGeom prst="rect">
            <a:avLst/>
          </a:prstGeom>
        </p:spPr>
        <p:txBody>
          <a:bodyPr anchor="ctr">
            <a:noAutofit/>
          </a:bodyPr>
          <a:lstStyle>
            <a:lvl1pPr>
              <a:lnSpc>
                <a:spcPct val="100000"/>
              </a:lnSpc>
              <a:defRPr sz="1300"/>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
        <p:nvSpPr>
          <p:cNvPr id="13" name="Text Placeholder 7">
            <a:extLst>
              <a:ext uri="{FF2B5EF4-FFF2-40B4-BE49-F238E27FC236}">
                <a16:creationId xmlns:a16="http://schemas.microsoft.com/office/drawing/2014/main" id="{306025B9-0362-4974-8920-7C764289CBA0}"/>
              </a:ext>
            </a:extLst>
          </p:cNvPr>
          <p:cNvSpPr>
            <a:spLocks noGrp="1"/>
          </p:cNvSpPr>
          <p:nvPr>
            <p:ph type="body" sz="quarter" idx="12" hasCustomPrompt="1"/>
          </p:nvPr>
        </p:nvSpPr>
        <p:spPr>
          <a:xfrm>
            <a:off x="6600059" y="1865049"/>
            <a:ext cx="5007742" cy="555448"/>
          </a:xfrm>
          <a:prstGeom prst="rect">
            <a:avLst/>
          </a:prstGeom>
        </p:spPr>
        <p:txBody>
          <a:bodyPr anchor="ctr">
            <a:no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a:t>Click to insert text</a:t>
            </a:r>
          </a:p>
        </p:txBody>
      </p:sp>
      <p:sp>
        <p:nvSpPr>
          <p:cNvPr id="14" name="Text Placeholder 7">
            <a:extLst>
              <a:ext uri="{FF2B5EF4-FFF2-40B4-BE49-F238E27FC236}">
                <a16:creationId xmlns:a16="http://schemas.microsoft.com/office/drawing/2014/main" id="{257644F2-F28D-4087-B791-1E7F26C4AD1C}"/>
              </a:ext>
            </a:extLst>
          </p:cNvPr>
          <p:cNvSpPr>
            <a:spLocks noGrp="1"/>
          </p:cNvSpPr>
          <p:nvPr>
            <p:ph type="body" sz="quarter" idx="13" hasCustomPrompt="1"/>
          </p:nvPr>
        </p:nvSpPr>
        <p:spPr>
          <a:xfrm>
            <a:off x="6600059" y="2537189"/>
            <a:ext cx="5007742" cy="555448"/>
          </a:xfrm>
          <a:prstGeom prst="rect">
            <a:avLst/>
          </a:prstGeom>
        </p:spPr>
        <p:txBody>
          <a:bodyPr anchor="ctr">
            <a:noAutofit/>
          </a:bodyPr>
          <a:lstStyle>
            <a:lvl1pPr>
              <a:lnSpc>
                <a:spcPct val="100000"/>
              </a:lnSpc>
              <a:defRPr sz="1300"/>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
        <p:nvSpPr>
          <p:cNvPr id="15" name="Text Placeholder 7">
            <a:extLst>
              <a:ext uri="{FF2B5EF4-FFF2-40B4-BE49-F238E27FC236}">
                <a16:creationId xmlns:a16="http://schemas.microsoft.com/office/drawing/2014/main" id="{25F62A33-F672-4099-9B72-9B2267F22ACF}"/>
              </a:ext>
            </a:extLst>
          </p:cNvPr>
          <p:cNvSpPr>
            <a:spLocks noGrp="1"/>
          </p:cNvSpPr>
          <p:nvPr>
            <p:ph type="body" sz="quarter" idx="14" hasCustomPrompt="1"/>
          </p:nvPr>
        </p:nvSpPr>
        <p:spPr>
          <a:xfrm>
            <a:off x="6600059" y="3209329"/>
            <a:ext cx="5007742" cy="555448"/>
          </a:xfrm>
          <a:prstGeom prst="rect">
            <a:avLst/>
          </a:prstGeom>
        </p:spPr>
        <p:txBody>
          <a:bodyPr anchor="ctr">
            <a:noAutofit/>
          </a:bodyPr>
          <a:lstStyle>
            <a:lvl1pPr>
              <a:lnSpc>
                <a:spcPct val="100000"/>
              </a:lnSpc>
              <a:defRPr sz="1300"/>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
        <p:nvSpPr>
          <p:cNvPr id="16" name="Text Placeholder 7">
            <a:extLst>
              <a:ext uri="{FF2B5EF4-FFF2-40B4-BE49-F238E27FC236}">
                <a16:creationId xmlns:a16="http://schemas.microsoft.com/office/drawing/2014/main" id="{72FF6EE1-C46D-4DEB-A508-49B5101CF26E}"/>
              </a:ext>
            </a:extLst>
          </p:cNvPr>
          <p:cNvSpPr>
            <a:spLocks noGrp="1"/>
          </p:cNvSpPr>
          <p:nvPr>
            <p:ph type="body" sz="quarter" idx="15" hasCustomPrompt="1"/>
          </p:nvPr>
        </p:nvSpPr>
        <p:spPr>
          <a:xfrm>
            <a:off x="6600059" y="3881469"/>
            <a:ext cx="5007742" cy="555448"/>
          </a:xfrm>
          <a:prstGeom prst="rect">
            <a:avLst/>
          </a:prstGeom>
        </p:spPr>
        <p:txBody>
          <a:bodyPr anchor="ctr">
            <a:noAutofit/>
          </a:bodyPr>
          <a:lstStyle>
            <a:lvl1pPr>
              <a:lnSpc>
                <a:spcPct val="100000"/>
              </a:lnSpc>
              <a:defRPr sz="1300"/>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
        <p:nvSpPr>
          <p:cNvPr id="17" name="Text Placeholder 7">
            <a:extLst>
              <a:ext uri="{FF2B5EF4-FFF2-40B4-BE49-F238E27FC236}">
                <a16:creationId xmlns:a16="http://schemas.microsoft.com/office/drawing/2014/main" id="{931D06D9-EA9B-42A0-81EE-D669D6CA5F33}"/>
              </a:ext>
            </a:extLst>
          </p:cNvPr>
          <p:cNvSpPr>
            <a:spLocks noGrp="1"/>
          </p:cNvSpPr>
          <p:nvPr>
            <p:ph type="body" sz="quarter" idx="16" hasCustomPrompt="1"/>
          </p:nvPr>
        </p:nvSpPr>
        <p:spPr>
          <a:xfrm>
            <a:off x="6600059" y="4553609"/>
            <a:ext cx="5007742" cy="555448"/>
          </a:xfrm>
          <a:prstGeom prst="rect">
            <a:avLst/>
          </a:prstGeom>
        </p:spPr>
        <p:txBody>
          <a:bodyPr anchor="ctr">
            <a:noAutofit/>
          </a:bodyPr>
          <a:lstStyle>
            <a:lvl1pPr>
              <a:lnSpc>
                <a:spcPct val="100000"/>
              </a:lnSpc>
              <a:defRPr sz="1300"/>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
        <p:nvSpPr>
          <p:cNvPr id="18" name="Text Placeholder 7">
            <a:extLst>
              <a:ext uri="{FF2B5EF4-FFF2-40B4-BE49-F238E27FC236}">
                <a16:creationId xmlns:a16="http://schemas.microsoft.com/office/drawing/2014/main" id="{EFEA829A-6217-4965-B7BD-6BC37F7849AB}"/>
              </a:ext>
            </a:extLst>
          </p:cNvPr>
          <p:cNvSpPr>
            <a:spLocks noGrp="1"/>
          </p:cNvSpPr>
          <p:nvPr>
            <p:ph type="body" sz="quarter" idx="17" hasCustomPrompt="1"/>
          </p:nvPr>
        </p:nvSpPr>
        <p:spPr>
          <a:xfrm>
            <a:off x="6600059" y="5225749"/>
            <a:ext cx="5007742" cy="555448"/>
          </a:xfrm>
          <a:prstGeom prst="rect">
            <a:avLst/>
          </a:prstGeom>
        </p:spPr>
        <p:txBody>
          <a:bodyPr anchor="ctr">
            <a:noAutofit/>
          </a:bodyPr>
          <a:lstStyle>
            <a:lvl1pPr>
              <a:lnSpc>
                <a:spcPct val="100000"/>
              </a:lnSpc>
              <a:defRPr sz="1300"/>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
        <p:nvSpPr>
          <p:cNvPr id="19" name="Text Placeholder 7">
            <a:extLst>
              <a:ext uri="{FF2B5EF4-FFF2-40B4-BE49-F238E27FC236}">
                <a16:creationId xmlns:a16="http://schemas.microsoft.com/office/drawing/2014/main" id="{E05DDB93-91CA-4BAF-9D63-E4134B435D8F}"/>
              </a:ext>
            </a:extLst>
          </p:cNvPr>
          <p:cNvSpPr>
            <a:spLocks noGrp="1"/>
          </p:cNvSpPr>
          <p:nvPr>
            <p:ph type="body" sz="quarter" idx="18" hasCustomPrompt="1"/>
          </p:nvPr>
        </p:nvSpPr>
        <p:spPr>
          <a:xfrm>
            <a:off x="6600059" y="5897889"/>
            <a:ext cx="5007742" cy="555448"/>
          </a:xfrm>
          <a:prstGeom prst="rect">
            <a:avLst/>
          </a:prstGeom>
        </p:spPr>
        <p:txBody>
          <a:bodyPr anchor="ctr">
            <a:noAutofit/>
          </a:bodyPr>
          <a:lstStyle>
            <a:lvl1pPr>
              <a:lnSpc>
                <a:spcPct val="100000"/>
              </a:lnSpc>
              <a:defRPr sz="1300"/>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Tree>
    <p:extLst>
      <p:ext uri="{BB962C8B-B14F-4D97-AF65-F5344CB8AC3E}">
        <p14:creationId xmlns:p14="http://schemas.microsoft.com/office/powerpoint/2010/main" val="3994719058"/>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208.xml><?xml version="1.0" encoding="utf-8"?>
<p:sldLayout xmlns:a="http://schemas.openxmlformats.org/drawingml/2006/main" xmlns:r="http://schemas.openxmlformats.org/officeDocument/2006/relationships" xmlns:p="http://schemas.openxmlformats.org/presentationml/2006/main" showMasterSp="0" preserve="1" userDrawn="1">
  <p:cSld name="Title Slide 1">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981F7FEC-E6B6-10B8-AA55-DB9407CA974C}"/>
              </a:ext>
            </a:extLst>
          </p:cNvPr>
          <p:cNvSpPr/>
          <p:nvPr userDrawn="1"/>
        </p:nvSpPr>
        <p:spPr>
          <a:xfrm>
            <a:off x="0" y="0"/>
            <a:ext cx="8904287" cy="6858000"/>
          </a:xfrm>
          <a:prstGeom prst="rect">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10" name="Group 2">
            <a:extLst>
              <a:ext uri="{FF2B5EF4-FFF2-40B4-BE49-F238E27FC236}">
                <a16:creationId xmlns:a16="http://schemas.microsoft.com/office/drawing/2014/main" id="{20C282E8-B779-5DAA-704A-E50E7544BA37}"/>
              </a:ext>
            </a:extLst>
          </p:cNvPr>
          <p:cNvGrpSpPr>
            <a:grpSpLocks noChangeAspect="1"/>
          </p:cNvGrpSpPr>
          <p:nvPr userDrawn="1"/>
        </p:nvGrpSpPr>
        <p:grpSpPr>
          <a:xfrm>
            <a:off x="9912013" y="409248"/>
            <a:ext cx="1872000" cy="420870"/>
            <a:chOff x="5094083" y="5360390"/>
            <a:chExt cx="3039349" cy="683316"/>
          </a:xfrm>
          <a:solidFill>
            <a:schemeClr val="bg1"/>
          </a:solidFill>
        </p:grpSpPr>
        <p:sp>
          <p:nvSpPr>
            <p:cNvPr id="11" name="Freeform: Shape 4">
              <a:extLst>
                <a:ext uri="{FF2B5EF4-FFF2-40B4-BE49-F238E27FC236}">
                  <a16:creationId xmlns:a16="http://schemas.microsoft.com/office/drawing/2014/main" id="{FA575874-5246-9781-3E42-3E1A78C02D61}"/>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endParaRPr lang="en-US" sz="1800"/>
            </a:p>
          </p:txBody>
        </p:sp>
        <p:sp>
          <p:nvSpPr>
            <p:cNvPr id="12" name="Freeform: Shape 5">
              <a:extLst>
                <a:ext uri="{FF2B5EF4-FFF2-40B4-BE49-F238E27FC236}">
                  <a16:creationId xmlns:a16="http://schemas.microsoft.com/office/drawing/2014/main" id="{A34D361E-7FD8-EBFB-E2BD-F6CC08453E53}"/>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endParaRPr lang="en-US" sz="1800"/>
            </a:p>
          </p:txBody>
        </p:sp>
        <p:sp>
          <p:nvSpPr>
            <p:cNvPr id="16" name="Freeform: Shape 6">
              <a:extLst>
                <a:ext uri="{FF2B5EF4-FFF2-40B4-BE49-F238E27FC236}">
                  <a16:creationId xmlns:a16="http://schemas.microsoft.com/office/drawing/2014/main" id="{7EA8E7DF-6815-A75C-34E5-FAC28FCC42E1}"/>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endParaRPr lang="en-US" sz="1800"/>
            </a:p>
          </p:txBody>
        </p:sp>
        <p:sp>
          <p:nvSpPr>
            <p:cNvPr id="17" name="Freeform: Shape 7">
              <a:extLst>
                <a:ext uri="{FF2B5EF4-FFF2-40B4-BE49-F238E27FC236}">
                  <a16:creationId xmlns:a16="http://schemas.microsoft.com/office/drawing/2014/main" id="{8C699B9F-B193-13FA-93D2-36054DF8725C}"/>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endParaRPr lang="en-US" sz="1800"/>
            </a:p>
          </p:txBody>
        </p:sp>
        <p:sp>
          <p:nvSpPr>
            <p:cNvPr id="18" name="Freeform: Shape 8">
              <a:extLst>
                <a:ext uri="{FF2B5EF4-FFF2-40B4-BE49-F238E27FC236}">
                  <a16:creationId xmlns:a16="http://schemas.microsoft.com/office/drawing/2014/main" id="{2B783872-07DC-0926-4F3C-B0E6983D69A1}"/>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endParaRPr lang="en-US" sz="1800"/>
            </a:p>
          </p:txBody>
        </p:sp>
      </p:grpSp>
      <p:sp>
        <p:nvSpPr>
          <p:cNvPr id="19" name="Rectangle 18">
            <a:extLst>
              <a:ext uri="{FF2B5EF4-FFF2-40B4-BE49-F238E27FC236}">
                <a16:creationId xmlns:a16="http://schemas.microsoft.com/office/drawing/2014/main" id="{9C789090-3FD4-F46C-7832-E4588D7057D9}"/>
              </a:ext>
            </a:extLst>
          </p:cNvPr>
          <p:cNvSpPr/>
          <p:nvPr userDrawn="1"/>
        </p:nvSpPr>
        <p:spPr>
          <a:xfrm rot="16200000">
            <a:off x="5403547"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24" name="Title 1">
            <a:extLst>
              <a:ext uri="{FF2B5EF4-FFF2-40B4-BE49-F238E27FC236}">
                <a16:creationId xmlns:a16="http://schemas.microsoft.com/office/drawing/2014/main" id="{C0D8861B-6BA5-0B37-A5AA-9F33E227B5AC}"/>
              </a:ext>
            </a:extLst>
          </p:cNvPr>
          <p:cNvSpPr>
            <a:spLocks noGrp="1"/>
          </p:cNvSpPr>
          <p:nvPr>
            <p:ph type="title"/>
          </p:nvPr>
        </p:nvSpPr>
        <p:spPr>
          <a:xfrm>
            <a:off x="445713" y="980728"/>
            <a:ext cx="7313049" cy="4104456"/>
          </a:xfrm>
          <a:prstGeom prst="rect">
            <a:avLst/>
          </a:prstGeom>
        </p:spPr>
        <p:txBody>
          <a:bodyPr vert="horz" lIns="0" tIns="0" rIns="0" bIns="126000" rtlCol="0" anchor="b" anchorCtr="0">
            <a:noAutofit/>
          </a:bodyPr>
          <a:lstStyle>
            <a:lvl1pPr>
              <a:defRPr lang="en-PL" sz="7200" dirty="0">
                <a:solidFill>
                  <a:schemeClr val="tx1"/>
                </a:solidFill>
                <a:latin typeface="Ubuntu Light" panose="020B0304030602030204" pitchFamily="34" charset="0"/>
              </a:defRPr>
            </a:lvl1pPr>
          </a:lstStyle>
          <a:p>
            <a:pPr lvl="0"/>
            <a:r>
              <a:rPr lang="en-US"/>
              <a:t>Click to edit Master title style</a:t>
            </a:r>
            <a:endParaRPr lang="en-PL"/>
          </a:p>
        </p:txBody>
      </p:sp>
      <p:sp>
        <p:nvSpPr>
          <p:cNvPr id="25" name="Text Placeholder 3">
            <a:extLst>
              <a:ext uri="{FF2B5EF4-FFF2-40B4-BE49-F238E27FC236}">
                <a16:creationId xmlns:a16="http://schemas.microsoft.com/office/drawing/2014/main" id="{3B9374BA-C8B1-A1D0-9A65-333E33117246}"/>
              </a:ext>
            </a:extLst>
          </p:cNvPr>
          <p:cNvSpPr>
            <a:spLocks noGrp="1"/>
          </p:cNvSpPr>
          <p:nvPr>
            <p:ph type="body" sz="quarter" idx="10" hasCustomPrompt="1"/>
          </p:nvPr>
        </p:nvSpPr>
        <p:spPr>
          <a:xfrm>
            <a:off x="445713" y="5131138"/>
            <a:ext cx="6479535" cy="215444"/>
          </a:xfrm>
          <a:prstGeom prst="rect">
            <a:avLst/>
          </a:prstGeom>
        </p:spPr>
        <p:txBody>
          <a:bodyPr/>
          <a:lstStyle>
            <a:lvl1pPr>
              <a:defRPr lang="en-GB" sz="1700" b="1" kern="1200" dirty="0" smtClean="0">
                <a:solidFill>
                  <a:schemeClr val="tx1"/>
                </a:solidFill>
                <a:latin typeface="+mn-lt"/>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a:t>Click to edit Master subtitle style</a:t>
            </a:r>
            <a:endParaRPr lang="en-US"/>
          </a:p>
        </p:txBody>
      </p:sp>
      <p:sp>
        <p:nvSpPr>
          <p:cNvPr id="26" name="Text Placeholder 3">
            <a:extLst>
              <a:ext uri="{FF2B5EF4-FFF2-40B4-BE49-F238E27FC236}">
                <a16:creationId xmlns:a16="http://schemas.microsoft.com/office/drawing/2014/main" id="{F387357E-4D3C-156F-CE48-0326D02177F5}"/>
              </a:ext>
            </a:extLst>
          </p:cNvPr>
          <p:cNvSpPr>
            <a:spLocks noGrp="1"/>
          </p:cNvSpPr>
          <p:nvPr>
            <p:ph type="body" sz="quarter" idx="11" hasCustomPrompt="1"/>
          </p:nvPr>
        </p:nvSpPr>
        <p:spPr>
          <a:xfrm>
            <a:off x="445713" y="5715912"/>
            <a:ext cx="6479535" cy="215444"/>
          </a:xfrm>
          <a:prstGeom prst="rect">
            <a:avLst/>
          </a:prstGeom>
        </p:spPr>
        <p:txBody>
          <a:bodyPr/>
          <a:lstStyle>
            <a:lvl1pPr>
              <a:defRPr lang="en-GB" sz="1400" kern="1200" dirty="0" smtClean="0">
                <a:solidFill>
                  <a:schemeClr val="tx1"/>
                </a:solidFill>
                <a:latin typeface="+mn-lt"/>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a:t>Click to edit Master subtitle style</a:t>
            </a:r>
            <a:endParaRPr lang="en-US"/>
          </a:p>
        </p:txBody>
      </p:sp>
    </p:spTree>
    <p:extLst>
      <p:ext uri="{BB962C8B-B14F-4D97-AF65-F5344CB8AC3E}">
        <p14:creationId xmlns:p14="http://schemas.microsoft.com/office/powerpoint/2010/main" val="1329171168"/>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209.xml><?xml version="1.0" encoding="utf-8"?>
<p:sldLayout xmlns:a="http://schemas.openxmlformats.org/drawingml/2006/main" xmlns:r="http://schemas.openxmlformats.org/officeDocument/2006/relationships" xmlns:p="http://schemas.openxmlformats.org/presentationml/2006/main" showMasterSp="0" preserve="1" userDrawn="1">
  <p:cSld name="Title Slide Logo C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5276F6-E981-8407-5AD7-E85838815E5A}"/>
              </a:ext>
            </a:extLst>
          </p:cNvPr>
          <p:cNvSpPr>
            <a:spLocks noGrp="1"/>
          </p:cNvSpPr>
          <p:nvPr>
            <p:ph type="title"/>
          </p:nvPr>
        </p:nvSpPr>
        <p:spPr>
          <a:xfrm>
            <a:off x="2765723" y="1489457"/>
            <a:ext cx="6480175" cy="1677988"/>
          </a:xfrm>
          <a:prstGeom prst="rect">
            <a:avLst/>
          </a:prstGeom>
          <a:noFill/>
        </p:spPr>
        <p:txBody>
          <a:bodyPr anchor="b"/>
          <a:lstStyle>
            <a:lvl1pPr algn="ctr">
              <a:defRPr kumimoji="0" lang="en-PL" sz="5400" b="0" i="0" u="none" strike="noStrike" kern="1200" cap="none" spc="0" normalizeH="0" baseline="0" noProof="0" dirty="0">
                <a:ln>
                  <a:noFill/>
                </a:ln>
                <a:solidFill>
                  <a:schemeClr val="bg1"/>
                </a:solidFill>
                <a:effectLst/>
                <a:uLnTx/>
                <a:uFillTx/>
                <a:latin typeface="+mn-lt"/>
                <a:ea typeface="+mj-ea"/>
                <a:cs typeface="+mj-cs"/>
              </a:defRPr>
            </a:lvl1pPr>
          </a:lstStyle>
          <a:p>
            <a:r>
              <a:rPr lang="en-US"/>
              <a:t>Click to edit Master title style</a:t>
            </a:r>
            <a:endParaRPr lang="en-PL"/>
          </a:p>
        </p:txBody>
      </p:sp>
      <p:sp>
        <p:nvSpPr>
          <p:cNvPr id="4" name="Text Placeholder 3">
            <a:extLst>
              <a:ext uri="{FF2B5EF4-FFF2-40B4-BE49-F238E27FC236}">
                <a16:creationId xmlns:a16="http://schemas.microsoft.com/office/drawing/2014/main" id="{710D5C00-226E-1369-C48F-FBB9D0A2D267}"/>
              </a:ext>
            </a:extLst>
          </p:cNvPr>
          <p:cNvSpPr>
            <a:spLocks noGrp="1"/>
          </p:cNvSpPr>
          <p:nvPr>
            <p:ph type="body" sz="quarter" idx="10" hasCustomPrompt="1"/>
          </p:nvPr>
        </p:nvSpPr>
        <p:spPr>
          <a:xfrm>
            <a:off x="2764136" y="3167445"/>
            <a:ext cx="6478587" cy="348286"/>
          </a:xfrm>
          <a:prstGeom prst="rect">
            <a:avLst/>
          </a:prstGeom>
        </p:spPr>
        <p:txBody>
          <a:bodyPr/>
          <a:lstStyle>
            <a:lvl1pPr algn="ctr">
              <a:defRPr lang="en-GB" sz="2000" kern="1200" dirty="0" smtClean="0">
                <a:solidFill>
                  <a:schemeClr val="bg1"/>
                </a:solidFill>
                <a:latin typeface="Ubuntu Light" panose="020B0304030602030204" pitchFamily="34" charset="0"/>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a:t>Click to edit Master subtitle style</a:t>
            </a:r>
            <a:endParaRPr lang="en-US"/>
          </a:p>
        </p:txBody>
      </p:sp>
      <p:sp>
        <p:nvSpPr>
          <p:cNvPr id="6" name="Text Placeholder 3">
            <a:extLst>
              <a:ext uri="{FF2B5EF4-FFF2-40B4-BE49-F238E27FC236}">
                <a16:creationId xmlns:a16="http://schemas.microsoft.com/office/drawing/2014/main" id="{141DE9FA-300D-BBCE-A5BC-ECE60B3F1F61}"/>
              </a:ext>
            </a:extLst>
          </p:cNvPr>
          <p:cNvSpPr>
            <a:spLocks noGrp="1"/>
          </p:cNvSpPr>
          <p:nvPr>
            <p:ph type="body" sz="quarter" idx="11" hasCustomPrompt="1"/>
          </p:nvPr>
        </p:nvSpPr>
        <p:spPr>
          <a:xfrm>
            <a:off x="2763761" y="3709694"/>
            <a:ext cx="6479535" cy="253029"/>
          </a:xfrm>
          <a:prstGeom prst="rect">
            <a:avLst/>
          </a:prstGeom>
        </p:spPr>
        <p:txBody>
          <a:bodyPr/>
          <a:lstStyle>
            <a:lvl1pPr algn="ctr">
              <a:defRPr lang="en-GB" sz="1400" kern="1200" dirty="0" smtClean="0">
                <a:solidFill>
                  <a:schemeClr val="bg1"/>
                </a:solidFill>
                <a:latin typeface="Ubuntu Light" panose="020B0304030602030204" pitchFamily="34" charset="0"/>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a:t>Click to edit Master subtitle style</a:t>
            </a:r>
            <a:endParaRPr lang="en-US"/>
          </a:p>
        </p:txBody>
      </p:sp>
      <p:grpSp>
        <p:nvGrpSpPr>
          <p:cNvPr id="3" name="Group 2">
            <a:extLst>
              <a:ext uri="{FF2B5EF4-FFF2-40B4-BE49-F238E27FC236}">
                <a16:creationId xmlns:a16="http://schemas.microsoft.com/office/drawing/2014/main" id="{29019898-C562-0E25-C4F3-334360D03193}"/>
              </a:ext>
            </a:extLst>
          </p:cNvPr>
          <p:cNvGrpSpPr>
            <a:grpSpLocks noChangeAspect="1"/>
          </p:cNvGrpSpPr>
          <p:nvPr userDrawn="1"/>
        </p:nvGrpSpPr>
        <p:grpSpPr>
          <a:xfrm>
            <a:off x="-175885" y="4642089"/>
            <a:ext cx="12564529" cy="2824804"/>
            <a:chOff x="5094083" y="5360390"/>
            <a:chExt cx="3039349" cy="683316"/>
          </a:xfrm>
          <a:solidFill>
            <a:schemeClr val="bg1"/>
          </a:solidFill>
        </p:grpSpPr>
        <p:sp>
          <p:nvSpPr>
            <p:cNvPr id="7" name="Freeform: Shape 4">
              <a:extLst>
                <a:ext uri="{FF2B5EF4-FFF2-40B4-BE49-F238E27FC236}">
                  <a16:creationId xmlns:a16="http://schemas.microsoft.com/office/drawing/2014/main" id="{F8CB933C-09AA-8C71-2E78-1561B27414F9}"/>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8" name="Freeform: Shape 5">
              <a:extLst>
                <a:ext uri="{FF2B5EF4-FFF2-40B4-BE49-F238E27FC236}">
                  <a16:creationId xmlns:a16="http://schemas.microsoft.com/office/drawing/2014/main" id="{99E6D307-271F-C8DB-706F-FE50815F9A39}"/>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9" name="Freeform: Shape 6">
              <a:extLst>
                <a:ext uri="{FF2B5EF4-FFF2-40B4-BE49-F238E27FC236}">
                  <a16:creationId xmlns:a16="http://schemas.microsoft.com/office/drawing/2014/main" id="{C39B46B1-97A6-4B30-142D-E2A1330E057D}"/>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10" name="Freeform: Shape 7">
              <a:extLst>
                <a:ext uri="{FF2B5EF4-FFF2-40B4-BE49-F238E27FC236}">
                  <a16:creationId xmlns:a16="http://schemas.microsoft.com/office/drawing/2014/main" id="{9BFEC525-2C7E-E980-B007-932804D5D51E}"/>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11" name="Freeform: Shape 8">
              <a:extLst>
                <a:ext uri="{FF2B5EF4-FFF2-40B4-BE49-F238E27FC236}">
                  <a16:creationId xmlns:a16="http://schemas.microsoft.com/office/drawing/2014/main" id="{4A1347D2-8F0A-9DF0-EE43-F2AA0C1B4213}"/>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grpSp>
      <p:sp>
        <p:nvSpPr>
          <p:cNvPr id="12" name="Rectangle 11">
            <a:extLst>
              <a:ext uri="{FF2B5EF4-FFF2-40B4-BE49-F238E27FC236}">
                <a16:creationId xmlns:a16="http://schemas.microsoft.com/office/drawing/2014/main" id="{AEB98D74-27E3-F044-4F08-EF3F7C226178}"/>
              </a:ext>
            </a:extLst>
          </p:cNvPr>
          <p:cNvSpPr/>
          <p:nvPr userDrawn="1"/>
        </p:nvSpPr>
        <p:spPr>
          <a:xfrm>
            <a:off x="-902128" y="2536529"/>
            <a:ext cx="4660490" cy="289102"/>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000000"/>
              </a:solidFill>
              <a:effectLst/>
              <a:uLnTx/>
              <a:uFillTx/>
              <a:latin typeface="Ubuntu"/>
              <a:ea typeface="+mn-ea"/>
              <a:cs typeface="+mn-cs"/>
            </a:endParaRPr>
          </a:p>
        </p:txBody>
      </p:sp>
      <p:sp>
        <p:nvSpPr>
          <p:cNvPr id="16" name="Rectangle 15">
            <a:extLst>
              <a:ext uri="{FF2B5EF4-FFF2-40B4-BE49-F238E27FC236}">
                <a16:creationId xmlns:a16="http://schemas.microsoft.com/office/drawing/2014/main" id="{B977B1B2-8ECC-4719-803F-E7EBCFD4BEF8}"/>
              </a:ext>
            </a:extLst>
          </p:cNvPr>
          <p:cNvSpPr/>
          <p:nvPr userDrawn="1"/>
        </p:nvSpPr>
        <p:spPr>
          <a:xfrm>
            <a:off x="7696229" y="3673621"/>
            <a:ext cx="4660490" cy="289102"/>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000000"/>
              </a:solidFill>
              <a:effectLst/>
              <a:uLnTx/>
              <a:uFillTx/>
              <a:latin typeface="Ubuntu"/>
              <a:ea typeface="+mn-ea"/>
              <a:cs typeface="+mn-cs"/>
            </a:endParaRPr>
          </a:p>
        </p:txBody>
      </p:sp>
    </p:spTree>
    <p:extLst>
      <p:ext uri="{BB962C8B-B14F-4D97-AF65-F5344CB8AC3E}">
        <p14:creationId xmlns:p14="http://schemas.microsoft.com/office/powerpoint/2010/main" val="96863789"/>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210.xml><?xml version="1.0" encoding="utf-8"?>
<p:sldLayout xmlns:a="http://schemas.openxmlformats.org/drawingml/2006/main" xmlns:r="http://schemas.openxmlformats.org/officeDocument/2006/relationships" xmlns:p="http://schemas.openxmlformats.org/presentationml/2006/main" showMasterSp="0" preserve="1" userDrawn="1">
  <p:cSld name="Title Slide Message lef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710D5C00-226E-1369-C48F-FBB9D0A2D267}"/>
              </a:ext>
            </a:extLst>
          </p:cNvPr>
          <p:cNvSpPr>
            <a:spLocks noGrp="1"/>
          </p:cNvSpPr>
          <p:nvPr>
            <p:ph type="body" sz="quarter" idx="10" hasCustomPrompt="1"/>
          </p:nvPr>
        </p:nvSpPr>
        <p:spPr>
          <a:xfrm>
            <a:off x="7859991" y="4310970"/>
            <a:ext cx="3776998" cy="844776"/>
          </a:xfrm>
          <a:prstGeom prst="rect">
            <a:avLst/>
          </a:prstGeom>
        </p:spPr>
        <p:txBody>
          <a:bodyPr/>
          <a:lstStyle>
            <a:lvl1pPr algn="l">
              <a:defRPr lang="en-GB" sz="2000" kern="1200" dirty="0" smtClean="0">
                <a:solidFill>
                  <a:schemeClr val="bg1"/>
                </a:solidFill>
                <a:latin typeface="+mn-lt"/>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a:t>Click to edit Master subtitle style</a:t>
            </a:r>
            <a:endParaRPr lang="en-US"/>
          </a:p>
        </p:txBody>
      </p:sp>
      <p:sp>
        <p:nvSpPr>
          <p:cNvPr id="6" name="Text Placeholder 3">
            <a:extLst>
              <a:ext uri="{FF2B5EF4-FFF2-40B4-BE49-F238E27FC236}">
                <a16:creationId xmlns:a16="http://schemas.microsoft.com/office/drawing/2014/main" id="{141DE9FA-300D-BBCE-A5BC-ECE60B3F1F61}"/>
              </a:ext>
            </a:extLst>
          </p:cNvPr>
          <p:cNvSpPr>
            <a:spLocks noGrp="1"/>
          </p:cNvSpPr>
          <p:nvPr>
            <p:ph type="body" sz="quarter" idx="11" hasCustomPrompt="1"/>
          </p:nvPr>
        </p:nvSpPr>
        <p:spPr>
          <a:xfrm>
            <a:off x="7859991" y="5787865"/>
            <a:ext cx="3776998" cy="546064"/>
          </a:xfrm>
          <a:prstGeom prst="rect">
            <a:avLst/>
          </a:prstGeom>
        </p:spPr>
        <p:txBody>
          <a:bodyPr/>
          <a:lstStyle>
            <a:lvl1pPr algn="l">
              <a:defRPr lang="en-GB" sz="1400" kern="1200" dirty="0" smtClean="0">
                <a:solidFill>
                  <a:schemeClr val="bg1"/>
                </a:solidFill>
                <a:latin typeface="+mn-lt"/>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a:t>Click to edit Master subtitle style</a:t>
            </a:r>
            <a:endParaRPr lang="en-US"/>
          </a:p>
        </p:txBody>
      </p:sp>
      <p:grpSp>
        <p:nvGrpSpPr>
          <p:cNvPr id="5" name="Group 2">
            <a:extLst>
              <a:ext uri="{FF2B5EF4-FFF2-40B4-BE49-F238E27FC236}">
                <a16:creationId xmlns:a16="http://schemas.microsoft.com/office/drawing/2014/main" id="{97C43731-60F1-A1BC-E630-11D1BE6DDE01}"/>
              </a:ext>
            </a:extLst>
          </p:cNvPr>
          <p:cNvGrpSpPr>
            <a:grpSpLocks noChangeAspect="1"/>
          </p:cNvGrpSpPr>
          <p:nvPr userDrawn="1"/>
        </p:nvGrpSpPr>
        <p:grpSpPr>
          <a:xfrm>
            <a:off x="368802" y="6162345"/>
            <a:ext cx="1872000" cy="420870"/>
            <a:chOff x="5094083" y="5360390"/>
            <a:chExt cx="3039349" cy="683316"/>
          </a:xfrm>
          <a:solidFill>
            <a:schemeClr val="bg2"/>
          </a:solidFill>
        </p:grpSpPr>
        <p:sp>
          <p:nvSpPr>
            <p:cNvPr id="13" name="Freeform: Shape 4">
              <a:extLst>
                <a:ext uri="{FF2B5EF4-FFF2-40B4-BE49-F238E27FC236}">
                  <a16:creationId xmlns:a16="http://schemas.microsoft.com/office/drawing/2014/main" id="{E46A43A4-DCDF-7C78-DDEA-21BACBE7C719}"/>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6F6F6"/>
                </a:solidFill>
                <a:effectLst/>
                <a:uLnTx/>
                <a:uFillTx/>
                <a:latin typeface="Ubuntu"/>
                <a:ea typeface="+mn-ea"/>
                <a:cs typeface="+mn-cs"/>
              </a:endParaRPr>
            </a:p>
          </p:txBody>
        </p:sp>
        <p:sp>
          <p:nvSpPr>
            <p:cNvPr id="14" name="Freeform: Shape 5">
              <a:extLst>
                <a:ext uri="{FF2B5EF4-FFF2-40B4-BE49-F238E27FC236}">
                  <a16:creationId xmlns:a16="http://schemas.microsoft.com/office/drawing/2014/main" id="{D4834A30-F65C-87DF-9AD8-668233946F32}"/>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6F6F6"/>
                </a:solidFill>
                <a:effectLst/>
                <a:uLnTx/>
                <a:uFillTx/>
                <a:latin typeface="Ubuntu"/>
                <a:ea typeface="+mn-ea"/>
                <a:cs typeface="+mn-cs"/>
              </a:endParaRPr>
            </a:p>
          </p:txBody>
        </p:sp>
        <p:sp>
          <p:nvSpPr>
            <p:cNvPr id="15" name="Freeform: Shape 6">
              <a:extLst>
                <a:ext uri="{FF2B5EF4-FFF2-40B4-BE49-F238E27FC236}">
                  <a16:creationId xmlns:a16="http://schemas.microsoft.com/office/drawing/2014/main" id="{97CAB39C-AC38-78BE-6460-1AC31467E31A}"/>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6F6F6"/>
                </a:solidFill>
                <a:effectLst/>
                <a:uLnTx/>
                <a:uFillTx/>
                <a:latin typeface="Ubuntu"/>
                <a:ea typeface="+mn-ea"/>
                <a:cs typeface="+mn-cs"/>
              </a:endParaRPr>
            </a:p>
          </p:txBody>
        </p:sp>
        <p:sp>
          <p:nvSpPr>
            <p:cNvPr id="17" name="Freeform: Shape 7">
              <a:extLst>
                <a:ext uri="{FF2B5EF4-FFF2-40B4-BE49-F238E27FC236}">
                  <a16:creationId xmlns:a16="http://schemas.microsoft.com/office/drawing/2014/main" id="{D6E94E64-5DBF-0D94-8FC8-EDC1F82C3D7C}"/>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6F6F6"/>
                </a:solidFill>
                <a:effectLst/>
                <a:uLnTx/>
                <a:uFillTx/>
                <a:latin typeface="Ubuntu"/>
                <a:ea typeface="+mn-ea"/>
                <a:cs typeface="+mn-cs"/>
              </a:endParaRPr>
            </a:p>
          </p:txBody>
        </p:sp>
        <p:sp>
          <p:nvSpPr>
            <p:cNvPr id="18" name="Freeform: Shape 8">
              <a:extLst>
                <a:ext uri="{FF2B5EF4-FFF2-40B4-BE49-F238E27FC236}">
                  <a16:creationId xmlns:a16="http://schemas.microsoft.com/office/drawing/2014/main" id="{C730C3C9-943E-DF05-5213-9E27CF02B89F}"/>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6F6F6"/>
                </a:solidFill>
                <a:effectLst/>
                <a:uLnTx/>
                <a:uFillTx/>
                <a:latin typeface="Ubuntu"/>
                <a:ea typeface="+mn-ea"/>
                <a:cs typeface="+mn-cs"/>
              </a:endParaRPr>
            </a:p>
          </p:txBody>
        </p:sp>
      </p:grpSp>
      <p:sp>
        <p:nvSpPr>
          <p:cNvPr id="19" name="Rectangle 18">
            <a:extLst>
              <a:ext uri="{FF2B5EF4-FFF2-40B4-BE49-F238E27FC236}">
                <a16:creationId xmlns:a16="http://schemas.microsoft.com/office/drawing/2014/main" id="{F4AB31BA-122A-A70B-066B-977B193EC8FA}"/>
              </a:ext>
            </a:extLst>
          </p:cNvPr>
          <p:cNvSpPr/>
          <p:nvPr userDrawn="1"/>
        </p:nvSpPr>
        <p:spPr>
          <a:xfrm>
            <a:off x="4124632" y="5229200"/>
            <a:ext cx="8067368" cy="289102"/>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000000"/>
              </a:solidFill>
              <a:effectLst/>
              <a:uLnTx/>
              <a:uFillTx/>
              <a:latin typeface="Ubuntu"/>
              <a:ea typeface="+mn-ea"/>
              <a:cs typeface="+mn-cs"/>
            </a:endParaRPr>
          </a:p>
        </p:txBody>
      </p:sp>
      <p:sp>
        <p:nvSpPr>
          <p:cNvPr id="20" name="Title 19">
            <a:extLst>
              <a:ext uri="{FF2B5EF4-FFF2-40B4-BE49-F238E27FC236}">
                <a16:creationId xmlns:a16="http://schemas.microsoft.com/office/drawing/2014/main" id="{B21B0F02-FE4C-511F-A62B-12E2BACE6D5B}"/>
              </a:ext>
            </a:extLst>
          </p:cNvPr>
          <p:cNvSpPr>
            <a:spLocks noGrp="1"/>
          </p:cNvSpPr>
          <p:nvPr>
            <p:ph type="title" hasCustomPrompt="1"/>
          </p:nvPr>
        </p:nvSpPr>
        <p:spPr>
          <a:xfrm>
            <a:off x="-176980" y="-171399"/>
            <a:ext cx="7713140" cy="6199078"/>
          </a:xfrm>
          <a:prstGeom prst="rect">
            <a:avLst/>
          </a:prstGeom>
        </p:spPr>
        <p:txBody>
          <a:bodyPr/>
          <a:lstStyle>
            <a:lvl1pPr>
              <a:lnSpc>
                <a:spcPct val="75000"/>
              </a:lnSpc>
              <a:defRPr sz="17200">
                <a:solidFill>
                  <a:schemeClr val="accent2"/>
                </a:solidFill>
                <a:latin typeface="Ubuntu Light" panose="020B0304030602030204" pitchFamily="34" charset="0"/>
              </a:defRPr>
            </a:lvl1pPr>
          </a:lstStyle>
          <a:p>
            <a:r>
              <a:rPr lang="en-US"/>
              <a:t>Master title style</a:t>
            </a:r>
          </a:p>
        </p:txBody>
      </p:sp>
    </p:spTree>
    <p:extLst>
      <p:ext uri="{BB962C8B-B14F-4D97-AF65-F5344CB8AC3E}">
        <p14:creationId xmlns:p14="http://schemas.microsoft.com/office/powerpoint/2010/main" val="1483262523"/>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211.xml><?xml version="1.0" encoding="utf-8"?>
<p:sldLayout xmlns:a="http://schemas.openxmlformats.org/drawingml/2006/main" xmlns:r="http://schemas.openxmlformats.org/officeDocument/2006/relationships" xmlns:p="http://schemas.openxmlformats.org/presentationml/2006/main" showMasterSp="0" preserve="1" userDrawn="1">
  <p:cSld name="Title Slide 2">
    <p:spTree>
      <p:nvGrpSpPr>
        <p:cNvPr id="1" name=""/>
        <p:cNvGrpSpPr/>
        <p:nvPr/>
      </p:nvGrpSpPr>
      <p:grpSpPr>
        <a:xfrm>
          <a:off x="0" y="0"/>
          <a:ext cx="0" cy="0"/>
          <a:chOff x="0" y="0"/>
          <a:chExt cx="0" cy="0"/>
        </a:xfrm>
      </p:grpSpPr>
      <p:sp>
        <p:nvSpPr>
          <p:cNvPr id="31" name="Picture Placeholder 10">
            <a:extLst>
              <a:ext uri="{FF2B5EF4-FFF2-40B4-BE49-F238E27FC236}">
                <a16:creationId xmlns:a16="http://schemas.microsoft.com/office/drawing/2014/main" id="{CC88A17A-2665-CB64-B35D-1CDAB893EA72}"/>
              </a:ext>
            </a:extLst>
          </p:cNvPr>
          <p:cNvSpPr>
            <a:spLocks noGrp="1"/>
          </p:cNvSpPr>
          <p:nvPr>
            <p:ph type="pic" sz="quarter" idx="13" hasCustomPrompt="1"/>
          </p:nvPr>
        </p:nvSpPr>
        <p:spPr>
          <a:xfrm>
            <a:off x="-1" y="180000"/>
            <a:ext cx="12192001" cy="6678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grpSp>
        <p:nvGrpSpPr>
          <p:cNvPr id="14" name="Group 2">
            <a:extLst>
              <a:ext uri="{FF2B5EF4-FFF2-40B4-BE49-F238E27FC236}">
                <a16:creationId xmlns:a16="http://schemas.microsoft.com/office/drawing/2014/main" id="{5570D5EE-65A7-6ED8-B779-4B18D3F9B40F}"/>
              </a:ext>
            </a:extLst>
          </p:cNvPr>
          <p:cNvGrpSpPr>
            <a:grpSpLocks noChangeAspect="1"/>
          </p:cNvGrpSpPr>
          <p:nvPr userDrawn="1"/>
        </p:nvGrpSpPr>
        <p:grpSpPr>
          <a:xfrm>
            <a:off x="9912013" y="6122117"/>
            <a:ext cx="1872000" cy="420870"/>
            <a:chOff x="5094083" y="5360390"/>
            <a:chExt cx="3039349" cy="683316"/>
          </a:xfrm>
          <a:solidFill>
            <a:schemeClr val="bg1"/>
          </a:solidFill>
        </p:grpSpPr>
        <p:sp>
          <p:nvSpPr>
            <p:cNvPr id="15" name="Freeform: Shape 4">
              <a:extLst>
                <a:ext uri="{FF2B5EF4-FFF2-40B4-BE49-F238E27FC236}">
                  <a16:creationId xmlns:a16="http://schemas.microsoft.com/office/drawing/2014/main" id="{D58972C2-A9F5-BC83-6D8B-F2551227EF02}"/>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endParaRPr lang="en-US" sz="1800"/>
            </a:p>
          </p:txBody>
        </p:sp>
        <p:sp>
          <p:nvSpPr>
            <p:cNvPr id="16" name="Freeform: Shape 5">
              <a:extLst>
                <a:ext uri="{FF2B5EF4-FFF2-40B4-BE49-F238E27FC236}">
                  <a16:creationId xmlns:a16="http://schemas.microsoft.com/office/drawing/2014/main" id="{F1185E33-8F53-63CA-354E-8F831E6BCFB7}"/>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endParaRPr lang="en-US" sz="1800"/>
            </a:p>
          </p:txBody>
        </p:sp>
        <p:sp>
          <p:nvSpPr>
            <p:cNvPr id="18" name="Freeform: Shape 6">
              <a:extLst>
                <a:ext uri="{FF2B5EF4-FFF2-40B4-BE49-F238E27FC236}">
                  <a16:creationId xmlns:a16="http://schemas.microsoft.com/office/drawing/2014/main" id="{CDD16A12-A8F2-58EF-09CC-13E3376F38BF}"/>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endParaRPr lang="en-US" sz="1800"/>
            </a:p>
          </p:txBody>
        </p:sp>
        <p:sp>
          <p:nvSpPr>
            <p:cNvPr id="20" name="Freeform: Shape 7">
              <a:extLst>
                <a:ext uri="{FF2B5EF4-FFF2-40B4-BE49-F238E27FC236}">
                  <a16:creationId xmlns:a16="http://schemas.microsoft.com/office/drawing/2014/main" id="{8F3DB536-4854-A063-FC86-800CFAAD2478}"/>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endParaRPr lang="en-US" sz="1800"/>
            </a:p>
          </p:txBody>
        </p:sp>
        <p:sp>
          <p:nvSpPr>
            <p:cNvPr id="21" name="Freeform: Shape 8">
              <a:extLst>
                <a:ext uri="{FF2B5EF4-FFF2-40B4-BE49-F238E27FC236}">
                  <a16:creationId xmlns:a16="http://schemas.microsoft.com/office/drawing/2014/main" id="{BF1BB4C2-2CFF-9555-916D-B08189B1ED72}"/>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endParaRPr lang="en-US" sz="1800"/>
            </a:p>
          </p:txBody>
        </p:sp>
      </p:grpSp>
      <p:sp>
        <p:nvSpPr>
          <p:cNvPr id="32" name="Title 31">
            <a:extLst>
              <a:ext uri="{FF2B5EF4-FFF2-40B4-BE49-F238E27FC236}">
                <a16:creationId xmlns:a16="http://schemas.microsoft.com/office/drawing/2014/main" id="{E3492C82-376C-10C5-B46C-67C15004D611}"/>
              </a:ext>
            </a:extLst>
          </p:cNvPr>
          <p:cNvSpPr>
            <a:spLocks noGrp="1"/>
          </p:cNvSpPr>
          <p:nvPr>
            <p:ph type="title"/>
          </p:nvPr>
        </p:nvSpPr>
        <p:spPr>
          <a:xfrm>
            <a:off x="551384" y="1628775"/>
            <a:ext cx="6578080" cy="3589714"/>
          </a:xfrm>
          <a:prstGeom prst="rect">
            <a:avLst/>
          </a:prstGeom>
        </p:spPr>
        <p:txBody>
          <a:bodyPr anchor="b"/>
          <a:lstStyle>
            <a:lvl1pPr>
              <a:defRPr sz="5400"/>
            </a:lvl1pPr>
          </a:lstStyle>
          <a:p>
            <a:r>
              <a:rPr lang="en-US"/>
              <a:t>Click to edit Master title style</a:t>
            </a:r>
            <a:endParaRPr lang="en-PL"/>
          </a:p>
        </p:txBody>
      </p:sp>
      <p:sp>
        <p:nvSpPr>
          <p:cNvPr id="34" name="Text Placeholder 33">
            <a:extLst>
              <a:ext uri="{FF2B5EF4-FFF2-40B4-BE49-F238E27FC236}">
                <a16:creationId xmlns:a16="http://schemas.microsoft.com/office/drawing/2014/main" id="{D09EA9EC-658D-5DAE-6157-50A4AA284434}"/>
              </a:ext>
            </a:extLst>
          </p:cNvPr>
          <p:cNvSpPr>
            <a:spLocks noGrp="1"/>
          </p:cNvSpPr>
          <p:nvPr>
            <p:ph type="body" sz="quarter" idx="14"/>
          </p:nvPr>
        </p:nvSpPr>
        <p:spPr>
          <a:xfrm>
            <a:off x="549275" y="5251824"/>
            <a:ext cx="6578080" cy="659722"/>
          </a:xfrm>
          <a:prstGeom prst="rect">
            <a:avLst/>
          </a:prstGeom>
        </p:spPr>
        <p:txBody>
          <a:bodyPr/>
          <a:lstStyle/>
          <a:p>
            <a:pPr lvl="0"/>
            <a:r>
              <a:rPr lang="en-US"/>
              <a:t>Click to edit Master text styles</a:t>
            </a:r>
          </a:p>
        </p:txBody>
      </p:sp>
      <p:sp>
        <p:nvSpPr>
          <p:cNvPr id="3" name="Rectangle 2">
            <a:extLst>
              <a:ext uri="{FF2B5EF4-FFF2-40B4-BE49-F238E27FC236}">
                <a16:creationId xmlns:a16="http://schemas.microsoft.com/office/drawing/2014/main" id="{9E9DF3E1-890B-0648-08D7-23F6A17377B7}"/>
              </a:ext>
            </a:extLst>
          </p:cNvPr>
          <p:cNvSpPr/>
          <p:nvPr userDrawn="1"/>
        </p:nvSpPr>
        <p:spPr>
          <a:xfrm>
            <a:off x="-2" y="0"/>
            <a:ext cx="12192000"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4" name="Text Placeholder 33">
            <a:extLst>
              <a:ext uri="{FF2B5EF4-FFF2-40B4-BE49-F238E27FC236}">
                <a16:creationId xmlns:a16="http://schemas.microsoft.com/office/drawing/2014/main" id="{277C0A79-DE12-2C81-D632-2FB7FA13208C}"/>
              </a:ext>
            </a:extLst>
          </p:cNvPr>
          <p:cNvSpPr>
            <a:spLocks noGrp="1"/>
          </p:cNvSpPr>
          <p:nvPr>
            <p:ph type="body" sz="quarter" idx="15"/>
          </p:nvPr>
        </p:nvSpPr>
        <p:spPr>
          <a:xfrm>
            <a:off x="549275" y="5910502"/>
            <a:ext cx="6578080" cy="659722"/>
          </a:xfrm>
          <a:prstGeom prst="rect">
            <a:avLst/>
          </a:prstGeom>
        </p:spPr>
        <p:txBody>
          <a:bodyPr/>
          <a:lstStyle/>
          <a:p>
            <a:pPr lvl="0"/>
            <a:r>
              <a:rPr lang="en-US"/>
              <a:t>Click to edit Master text styles</a:t>
            </a:r>
          </a:p>
        </p:txBody>
      </p:sp>
    </p:spTree>
    <p:extLst>
      <p:ext uri="{BB962C8B-B14F-4D97-AF65-F5344CB8AC3E}">
        <p14:creationId xmlns:p14="http://schemas.microsoft.com/office/powerpoint/2010/main" val="2523594055"/>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212.xml><?xml version="1.0" encoding="utf-8"?>
<p:sldLayout xmlns:a="http://schemas.openxmlformats.org/drawingml/2006/main" xmlns:r="http://schemas.openxmlformats.org/officeDocument/2006/relationships" xmlns:p="http://schemas.openxmlformats.org/presentationml/2006/main" showMasterSp="0" preserve="1" userDrawn="1">
  <p:cSld name="Title Slide 3">
    <p:spTree>
      <p:nvGrpSpPr>
        <p:cNvPr id="1" name=""/>
        <p:cNvGrpSpPr/>
        <p:nvPr/>
      </p:nvGrpSpPr>
      <p:grpSpPr>
        <a:xfrm>
          <a:off x="0" y="0"/>
          <a:ext cx="0" cy="0"/>
          <a:chOff x="0" y="0"/>
          <a:chExt cx="0" cy="0"/>
        </a:xfrm>
      </p:grpSpPr>
      <p:sp>
        <p:nvSpPr>
          <p:cNvPr id="32" name="Picture Placeholder 10">
            <a:extLst>
              <a:ext uri="{FF2B5EF4-FFF2-40B4-BE49-F238E27FC236}">
                <a16:creationId xmlns:a16="http://schemas.microsoft.com/office/drawing/2014/main" id="{3ACE82B0-62A7-4716-0770-25177C6C2523}"/>
              </a:ext>
            </a:extLst>
          </p:cNvPr>
          <p:cNvSpPr>
            <a:spLocks noGrp="1"/>
          </p:cNvSpPr>
          <p:nvPr>
            <p:ph type="pic" sz="quarter" idx="13" hasCustomPrompt="1"/>
          </p:nvPr>
        </p:nvSpPr>
        <p:spPr>
          <a:xfrm>
            <a:off x="180001" y="0"/>
            <a:ext cx="12011999" cy="6858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grpSp>
        <p:nvGrpSpPr>
          <p:cNvPr id="33" name="Group 2">
            <a:extLst>
              <a:ext uri="{FF2B5EF4-FFF2-40B4-BE49-F238E27FC236}">
                <a16:creationId xmlns:a16="http://schemas.microsoft.com/office/drawing/2014/main" id="{8F46E283-C322-4D6F-0C87-E9B5787BEF80}"/>
              </a:ext>
            </a:extLst>
          </p:cNvPr>
          <p:cNvGrpSpPr>
            <a:grpSpLocks noChangeAspect="1"/>
          </p:cNvGrpSpPr>
          <p:nvPr userDrawn="1"/>
        </p:nvGrpSpPr>
        <p:grpSpPr>
          <a:xfrm>
            <a:off x="9912013" y="6122117"/>
            <a:ext cx="1872000" cy="420870"/>
            <a:chOff x="5094083" y="5360390"/>
            <a:chExt cx="3039349" cy="683316"/>
          </a:xfrm>
          <a:solidFill>
            <a:schemeClr val="bg1"/>
          </a:solidFill>
        </p:grpSpPr>
        <p:sp>
          <p:nvSpPr>
            <p:cNvPr id="34" name="Freeform: Shape 4">
              <a:extLst>
                <a:ext uri="{FF2B5EF4-FFF2-40B4-BE49-F238E27FC236}">
                  <a16:creationId xmlns:a16="http://schemas.microsoft.com/office/drawing/2014/main" id="{E7C6E56A-237E-269F-8948-94D8630922C0}"/>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endParaRPr lang="en-US" sz="1800"/>
            </a:p>
          </p:txBody>
        </p:sp>
        <p:sp>
          <p:nvSpPr>
            <p:cNvPr id="35" name="Freeform: Shape 5">
              <a:extLst>
                <a:ext uri="{FF2B5EF4-FFF2-40B4-BE49-F238E27FC236}">
                  <a16:creationId xmlns:a16="http://schemas.microsoft.com/office/drawing/2014/main" id="{69EF9104-8430-F98A-7A15-FE04244E2D36}"/>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endParaRPr lang="en-US" sz="1800"/>
            </a:p>
          </p:txBody>
        </p:sp>
        <p:sp>
          <p:nvSpPr>
            <p:cNvPr id="36" name="Freeform: Shape 6">
              <a:extLst>
                <a:ext uri="{FF2B5EF4-FFF2-40B4-BE49-F238E27FC236}">
                  <a16:creationId xmlns:a16="http://schemas.microsoft.com/office/drawing/2014/main" id="{0398A75A-EE7F-6840-B64B-CD550ECF76E3}"/>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endParaRPr lang="en-US" sz="1800"/>
            </a:p>
          </p:txBody>
        </p:sp>
        <p:sp>
          <p:nvSpPr>
            <p:cNvPr id="37" name="Freeform: Shape 7">
              <a:extLst>
                <a:ext uri="{FF2B5EF4-FFF2-40B4-BE49-F238E27FC236}">
                  <a16:creationId xmlns:a16="http://schemas.microsoft.com/office/drawing/2014/main" id="{3586F6A8-69A4-9382-D0C9-7CA34851C34A}"/>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endParaRPr lang="en-US" sz="1800"/>
            </a:p>
          </p:txBody>
        </p:sp>
        <p:sp>
          <p:nvSpPr>
            <p:cNvPr id="38" name="Freeform: Shape 8">
              <a:extLst>
                <a:ext uri="{FF2B5EF4-FFF2-40B4-BE49-F238E27FC236}">
                  <a16:creationId xmlns:a16="http://schemas.microsoft.com/office/drawing/2014/main" id="{3814A5D2-6C0A-D1F0-266D-7ECB31C3E8E6}"/>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endParaRPr lang="en-US" sz="1800"/>
            </a:p>
          </p:txBody>
        </p:sp>
      </p:grpSp>
      <p:sp>
        <p:nvSpPr>
          <p:cNvPr id="39" name="Title 31">
            <a:extLst>
              <a:ext uri="{FF2B5EF4-FFF2-40B4-BE49-F238E27FC236}">
                <a16:creationId xmlns:a16="http://schemas.microsoft.com/office/drawing/2014/main" id="{F322BC76-B62D-13E1-DFD4-1C84E6221D02}"/>
              </a:ext>
            </a:extLst>
          </p:cNvPr>
          <p:cNvSpPr>
            <a:spLocks noGrp="1"/>
          </p:cNvSpPr>
          <p:nvPr>
            <p:ph type="title"/>
          </p:nvPr>
        </p:nvSpPr>
        <p:spPr>
          <a:xfrm>
            <a:off x="1214394" y="1628775"/>
            <a:ext cx="6578080" cy="3335273"/>
          </a:xfrm>
          <a:prstGeom prst="rect">
            <a:avLst/>
          </a:prstGeom>
        </p:spPr>
        <p:txBody>
          <a:bodyPr anchor="b"/>
          <a:lstStyle>
            <a:lvl1pPr>
              <a:lnSpc>
                <a:spcPct val="90000"/>
              </a:lnSpc>
              <a:defRPr sz="7200">
                <a:latin typeface="Ubuntu Light" panose="020B0304030602030204" pitchFamily="34" charset="0"/>
              </a:defRPr>
            </a:lvl1pPr>
          </a:lstStyle>
          <a:p>
            <a:r>
              <a:rPr lang="en-US"/>
              <a:t>Click to edit Master title style</a:t>
            </a:r>
            <a:endParaRPr lang="en-PL"/>
          </a:p>
        </p:txBody>
      </p:sp>
      <p:sp>
        <p:nvSpPr>
          <p:cNvPr id="40" name="Text Placeholder 33">
            <a:extLst>
              <a:ext uri="{FF2B5EF4-FFF2-40B4-BE49-F238E27FC236}">
                <a16:creationId xmlns:a16="http://schemas.microsoft.com/office/drawing/2014/main" id="{CA8F7439-A11A-B37F-8E7F-1541F8C360C4}"/>
              </a:ext>
            </a:extLst>
          </p:cNvPr>
          <p:cNvSpPr>
            <a:spLocks noGrp="1"/>
          </p:cNvSpPr>
          <p:nvPr>
            <p:ph type="body" sz="quarter" idx="14"/>
          </p:nvPr>
        </p:nvSpPr>
        <p:spPr>
          <a:xfrm>
            <a:off x="1212285" y="5251824"/>
            <a:ext cx="6578080" cy="659722"/>
          </a:xfrm>
          <a:prstGeom prst="rect">
            <a:avLst/>
          </a:prstGeom>
        </p:spPr>
        <p:txBody>
          <a:bodyPr/>
          <a:lstStyle>
            <a:lvl1pPr>
              <a:defRPr sz="2000" b="0"/>
            </a:lvl1pPr>
          </a:lstStyle>
          <a:p>
            <a:pPr lvl="0"/>
            <a:r>
              <a:rPr lang="en-US"/>
              <a:t>Click to edit Master text styles</a:t>
            </a:r>
          </a:p>
        </p:txBody>
      </p:sp>
      <p:sp>
        <p:nvSpPr>
          <p:cNvPr id="3" name="Rectangle 2">
            <a:extLst>
              <a:ext uri="{FF2B5EF4-FFF2-40B4-BE49-F238E27FC236}">
                <a16:creationId xmlns:a16="http://schemas.microsoft.com/office/drawing/2014/main" id="{731224E1-CA4F-0875-C5F0-35D33EADD2EB}"/>
              </a:ext>
            </a:extLst>
          </p:cNvPr>
          <p:cNvSpPr/>
          <p:nvPr userDrawn="1"/>
        </p:nvSpPr>
        <p:spPr>
          <a:xfrm rot="16200000">
            <a:off x="-3338999"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4" name="Text Placeholder 33">
            <a:extLst>
              <a:ext uri="{FF2B5EF4-FFF2-40B4-BE49-F238E27FC236}">
                <a16:creationId xmlns:a16="http://schemas.microsoft.com/office/drawing/2014/main" id="{F38081E3-C84E-8E42-A77A-A602E5F45BEC}"/>
              </a:ext>
            </a:extLst>
          </p:cNvPr>
          <p:cNvSpPr>
            <a:spLocks noGrp="1"/>
          </p:cNvSpPr>
          <p:nvPr>
            <p:ph type="body" sz="quarter" idx="15"/>
          </p:nvPr>
        </p:nvSpPr>
        <p:spPr>
          <a:xfrm>
            <a:off x="1212285" y="5910502"/>
            <a:ext cx="6578080" cy="659722"/>
          </a:xfrm>
          <a:prstGeom prst="rect">
            <a:avLst/>
          </a:prstGeom>
        </p:spPr>
        <p:txBody>
          <a:bodyPr/>
          <a:lstStyle/>
          <a:p>
            <a:pPr lvl="0"/>
            <a:r>
              <a:rPr lang="en-US"/>
              <a:t>Click to edit Master text styles</a:t>
            </a:r>
          </a:p>
        </p:txBody>
      </p:sp>
    </p:spTree>
    <p:extLst>
      <p:ext uri="{BB962C8B-B14F-4D97-AF65-F5344CB8AC3E}">
        <p14:creationId xmlns:p14="http://schemas.microsoft.com/office/powerpoint/2010/main" val="1034495259"/>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213.xml><?xml version="1.0" encoding="utf-8"?>
<p:sldLayout xmlns:a="http://schemas.openxmlformats.org/drawingml/2006/main" xmlns:r="http://schemas.openxmlformats.org/officeDocument/2006/relationships" xmlns:p="http://schemas.openxmlformats.org/presentationml/2006/main" showMasterSp="0" preserve="1" userDrawn="1">
  <p:cSld name="Title Slide 4">
    <p:spTree>
      <p:nvGrpSpPr>
        <p:cNvPr id="1" name=""/>
        <p:cNvGrpSpPr/>
        <p:nvPr/>
      </p:nvGrpSpPr>
      <p:grpSpPr>
        <a:xfrm>
          <a:off x="0" y="0"/>
          <a:ext cx="0" cy="0"/>
          <a:chOff x="0" y="0"/>
          <a:chExt cx="0" cy="0"/>
        </a:xfrm>
      </p:grpSpPr>
      <p:sp>
        <p:nvSpPr>
          <p:cNvPr id="43" name="Picture Placeholder 10">
            <a:extLst>
              <a:ext uri="{FF2B5EF4-FFF2-40B4-BE49-F238E27FC236}">
                <a16:creationId xmlns:a16="http://schemas.microsoft.com/office/drawing/2014/main" id="{3C1B8D60-78D7-1E25-C623-7509C881E3E9}"/>
              </a:ext>
            </a:extLst>
          </p:cNvPr>
          <p:cNvSpPr>
            <a:spLocks noGrp="1"/>
          </p:cNvSpPr>
          <p:nvPr>
            <p:ph type="pic" sz="quarter" idx="14"/>
          </p:nvPr>
        </p:nvSpPr>
        <p:spPr>
          <a:xfrm>
            <a:off x="9460018" y="1"/>
            <a:ext cx="2731981" cy="3429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pPr marR="0" lvl="0" fontAlgn="auto">
              <a:spcAft>
                <a:spcPts val="0"/>
              </a:spcAft>
              <a:buClrTx/>
              <a:buSzTx/>
              <a:tabLst/>
            </a:pPr>
            <a:r>
              <a:rPr lang="en-US"/>
              <a:t>Click icon to add picture</a:t>
            </a:r>
          </a:p>
        </p:txBody>
      </p:sp>
      <p:sp>
        <p:nvSpPr>
          <p:cNvPr id="42" name="Picture Placeholder 10">
            <a:extLst>
              <a:ext uri="{FF2B5EF4-FFF2-40B4-BE49-F238E27FC236}">
                <a16:creationId xmlns:a16="http://schemas.microsoft.com/office/drawing/2014/main" id="{E8C91BDE-0FA3-B18C-5405-5DB502E0FBA3}"/>
              </a:ext>
            </a:extLst>
          </p:cNvPr>
          <p:cNvSpPr>
            <a:spLocks noGrp="1"/>
          </p:cNvSpPr>
          <p:nvPr>
            <p:ph type="pic" sz="quarter" idx="13" hasCustomPrompt="1"/>
          </p:nvPr>
        </p:nvSpPr>
        <p:spPr>
          <a:xfrm>
            <a:off x="0" y="0"/>
            <a:ext cx="9280018" cy="6858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grpSp>
        <p:nvGrpSpPr>
          <p:cNvPr id="35" name="Group 2">
            <a:extLst>
              <a:ext uri="{FF2B5EF4-FFF2-40B4-BE49-F238E27FC236}">
                <a16:creationId xmlns:a16="http://schemas.microsoft.com/office/drawing/2014/main" id="{586CA03F-ED76-1D2D-90A8-504016961D55}"/>
              </a:ext>
            </a:extLst>
          </p:cNvPr>
          <p:cNvGrpSpPr>
            <a:grpSpLocks noChangeAspect="1"/>
          </p:cNvGrpSpPr>
          <p:nvPr userDrawn="1"/>
        </p:nvGrpSpPr>
        <p:grpSpPr>
          <a:xfrm>
            <a:off x="9912013" y="6122117"/>
            <a:ext cx="1872000" cy="420870"/>
            <a:chOff x="5094083" y="5360390"/>
            <a:chExt cx="3039349" cy="683316"/>
          </a:xfrm>
          <a:solidFill>
            <a:schemeClr val="bg1"/>
          </a:solidFill>
        </p:grpSpPr>
        <p:sp>
          <p:nvSpPr>
            <p:cNvPr id="36" name="Freeform: Shape 4">
              <a:extLst>
                <a:ext uri="{FF2B5EF4-FFF2-40B4-BE49-F238E27FC236}">
                  <a16:creationId xmlns:a16="http://schemas.microsoft.com/office/drawing/2014/main" id="{04CD9986-2686-D8E3-9192-8BEB77750D79}"/>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endParaRPr lang="en-US" sz="1800"/>
            </a:p>
          </p:txBody>
        </p:sp>
        <p:sp>
          <p:nvSpPr>
            <p:cNvPr id="37" name="Freeform: Shape 5">
              <a:extLst>
                <a:ext uri="{FF2B5EF4-FFF2-40B4-BE49-F238E27FC236}">
                  <a16:creationId xmlns:a16="http://schemas.microsoft.com/office/drawing/2014/main" id="{7CD40094-AC2F-9457-AD3F-9AAA89E00C4A}"/>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endParaRPr lang="en-US" sz="1800"/>
            </a:p>
          </p:txBody>
        </p:sp>
        <p:sp>
          <p:nvSpPr>
            <p:cNvPr id="38" name="Freeform: Shape 6">
              <a:extLst>
                <a:ext uri="{FF2B5EF4-FFF2-40B4-BE49-F238E27FC236}">
                  <a16:creationId xmlns:a16="http://schemas.microsoft.com/office/drawing/2014/main" id="{682D97D4-A5DA-2B1D-3407-13658458A52A}"/>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endParaRPr lang="en-US" sz="1800"/>
            </a:p>
          </p:txBody>
        </p:sp>
        <p:sp>
          <p:nvSpPr>
            <p:cNvPr id="39" name="Freeform: Shape 7">
              <a:extLst>
                <a:ext uri="{FF2B5EF4-FFF2-40B4-BE49-F238E27FC236}">
                  <a16:creationId xmlns:a16="http://schemas.microsoft.com/office/drawing/2014/main" id="{FEBEF87B-7156-68DF-4D8A-E84D8A4F0EA2}"/>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endParaRPr lang="en-US" sz="1800"/>
            </a:p>
          </p:txBody>
        </p:sp>
        <p:sp>
          <p:nvSpPr>
            <p:cNvPr id="40" name="Freeform: Shape 8">
              <a:extLst>
                <a:ext uri="{FF2B5EF4-FFF2-40B4-BE49-F238E27FC236}">
                  <a16:creationId xmlns:a16="http://schemas.microsoft.com/office/drawing/2014/main" id="{3A0B75AC-0F93-D7BF-2568-50E1CFEDF0CA}"/>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endParaRPr lang="en-US" sz="1800"/>
            </a:p>
          </p:txBody>
        </p:sp>
      </p:grpSp>
      <p:sp>
        <p:nvSpPr>
          <p:cNvPr id="44" name="Title 31">
            <a:extLst>
              <a:ext uri="{FF2B5EF4-FFF2-40B4-BE49-F238E27FC236}">
                <a16:creationId xmlns:a16="http://schemas.microsoft.com/office/drawing/2014/main" id="{3551E8D5-6D03-58C4-2A78-E73615CBFD4C}"/>
              </a:ext>
            </a:extLst>
          </p:cNvPr>
          <p:cNvSpPr>
            <a:spLocks noGrp="1"/>
          </p:cNvSpPr>
          <p:nvPr>
            <p:ph type="title"/>
          </p:nvPr>
        </p:nvSpPr>
        <p:spPr>
          <a:xfrm>
            <a:off x="551384" y="1556792"/>
            <a:ext cx="6578080" cy="3661697"/>
          </a:xfrm>
          <a:prstGeom prst="rect">
            <a:avLst/>
          </a:prstGeom>
        </p:spPr>
        <p:txBody>
          <a:bodyPr anchor="b"/>
          <a:lstStyle>
            <a:lvl1pPr>
              <a:defRPr sz="5400">
                <a:solidFill>
                  <a:schemeClr val="bg1"/>
                </a:solidFill>
              </a:defRPr>
            </a:lvl1pPr>
          </a:lstStyle>
          <a:p>
            <a:r>
              <a:rPr lang="en-US"/>
              <a:t>Click to edit Master title style</a:t>
            </a:r>
            <a:endParaRPr lang="en-PL"/>
          </a:p>
        </p:txBody>
      </p:sp>
      <p:sp>
        <p:nvSpPr>
          <p:cNvPr id="45" name="Text Placeholder 33">
            <a:extLst>
              <a:ext uri="{FF2B5EF4-FFF2-40B4-BE49-F238E27FC236}">
                <a16:creationId xmlns:a16="http://schemas.microsoft.com/office/drawing/2014/main" id="{AE8BF6B9-54E0-50CF-ED1F-1556FC6C0905}"/>
              </a:ext>
            </a:extLst>
          </p:cNvPr>
          <p:cNvSpPr>
            <a:spLocks noGrp="1"/>
          </p:cNvSpPr>
          <p:nvPr>
            <p:ph type="body" sz="quarter" idx="15"/>
          </p:nvPr>
        </p:nvSpPr>
        <p:spPr>
          <a:xfrm>
            <a:off x="9912013" y="3893182"/>
            <a:ext cx="1872000" cy="1123397"/>
          </a:xfrm>
          <a:prstGeom prst="rect">
            <a:avLst/>
          </a:prstGeom>
        </p:spPr>
        <p:txBody>
          <a:bodyPr anchor="b">
            <a:noAutofit/>
          </a:bodyPr>
          <a:lstStyle>
            <a:lvl1pPr>
              <a:defRPr sz="2000"/>
            </a:lvl1pPr>
          </a:lstStyle>
          <a:p>
            <a:pPr lvl="0"/>
            <a:r>
              <a:rPr lang="en-US"/>
              <a:t>Click to edit Master text styles</a:t>
            </a:r>
          </a:p>
        </p:txBody>
      </p:sp>
      <p:sp>
        <p:nvSpPr>
          <p:cNvPr id="4" name="Rectangle 3">
            <a:extLst>
              <a:ext uri="{FF2B5EF4-FFF2-40B4-BE49-F238E27FC236}">
                <a16:creationId xmlns:a16="http://schemas.microsoft.com/office/drawing/2014/main" id="{78D281D9-C9E0-F6DF-2438-F4992F7D29D2}"/>
              </a:ext>
            </a:extLst>
          </p:cNvPr>
          <p:cNvSpPr/>
          <p:nvPr userDrawn="1"/>
        </p:nvSpPr>
        <p:spPr>
          <a:xfrm rot="16200000">
            <a:off x="5941020"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3" name="Text Placeholder 33">
            <a:extLst>
              <a:ext uri="{FF2B5EF4-FFF2-40B4-BE49-F238E27FC236}">
                <a16:creationId xmlns:a16="http://schemas.microsoft.com/office/drawing/2014/main" id="{F95A3A44-A840-3420-E0A4-A35DB913338B}"/>
              </a:ext>
            </a:extLst>
          </p:cNvPr>
          <p:cNvSpPr>
            <a:spLocks noGrp="1"/>
          </p:cNvSpPr>
          <p:nvPr>
            <p:ph type="body" sz="quarter" idx="16"/>
          </p:nvPr>
        </p:nvSpPr>
        <p:spPr>
          <a:xfrm>
            <a:off x="9912013" y="5264061"/>
            <a:ext cx="1872000" cy="522985"/>
          </a:xfrm>
          <a:prstGeom prst="rect">
            <a:avLst/>
          </a:prstGeom>
        </p:spPr>
        <p:txBody>
          <a:bodyPr/>
          <a:lstStyle/>
          <a:p>
            <a:pPr lvl="0"/>
            <a:r>
              <a:rPr lang="en-US"/>
              <a:t>Click to edit Master text styles</a:t>
            </a:r>
          </a:p>
        </p:txBody>
      </p:sp>
    </p:spTree>
    <p:extLst>
      <p:ext uri="{BB962C8B-B14F-4D97-AF65-F5344CB8AC3E}">
        <p14:creationId xmlns:p14="http://schemas.microsoft.com/office/powerpoint/2010/main" val="306294021"/>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214.xml><?xml version="1.0" encoding="utf-8"?>
<p:sldLayout xmlns:a="http://schemas.openxmlformats.org/drawingml/2006/main" xmlns:r="http://schemas.openxmlformats.org/officeDocument/2006/relationships" xmlns:p="http://schemas.openxmlformats.org/presentationml/2006/main" showMasterSp="0" preserve="1" userDrawn="1">
  <p:cSld name="Title Slide 6">
    <p:spTree>
      <p:nvGrpSpPr>
        <p:cNvPr id="1" name=""/>
        <p:cNvGrpSpPr/>
        <p:nvPr/>
      </p:nvGrpSpPr>
      <p:grpSpPr>
        <a:xfrm>
          <a:off x="0" y="0"/>
          <a:ext cx="0" cy="0"/>
          <a:chOff x="0" y="0"/>
          <a:chExt cx="0" cy="0"/>
        </a:xfrm>
      </p:grpSpPr>
      <p:sp>
        <p:nvSpPr>
          <p:cNvPr id="42" name="Picture Placeholder 10">
            <a:extLst>
              <a:ext uri="{FF2B5EF4-FFF2-40B4-BE49-F238E27FC236}">
                <a16:creationId xmlns:a16="http://schemas.microsoft.com/office/drawing/2014/main" id="{E8C91BDE-0FA3-B18C-5405-5DB502E0FBA3}"/>
              </a:ext>
            </a:extLst>
          </p:cNvPr>
          <p:cNvSpPr>
            <a:spLocks noGrp="1"/>
          </p:cNvSpPr>
          <p:nvPr>
            <p:ph type="pic" sz="quarter" idx="13" hasCustomPrompt="1"/>
          </p:nvPr>
        </p:nvSpPr>
        <p:spPr>
          <a:xfrm>
            <a:off x="0" y="0"/>
            <a:ext cx="9280018" cy="6858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sp>
        <p:nvSpPr>
          <p:cNvPr id="43" name="Picture Placeholder 10">
            <a:extLst>
              <a:ext uri="{FF2B5EF4-FFF2-40B4-BE49-F238E27FC236}">
                <a16:creationId xmlns:a16="http://schemas.microsoft.com/office/drawing/2014/main" id="{3C1B8D60-78D7-1E25-C623-7509C881E3E9}"/>
              </a:ext>
            </a:extLst>
          </p:cNvPr>
          <p:cNvSpPr>
            <a:spLocks noGrp="1"/>
          </p:cNvSpPr>
          <p:nvPr>
            <p:ph type="pic" sz="quarter" idx="14"/>
          </p:nvPr>
        </p:nvSpPr>
        <p:spPr>
          <a:xfrm>
            <a:off x="9460018" y="0"/>
            <a:ext cx="2731981" cy="4949047"/>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pPr marR="0" lvl="0" fontAlgn="auto">
              <a:spcAft>
                <a:spcPts val="0"/>
              </a:spcAft>
              <a:buClrTx/>
              <a:buSzTx/>
              <a:tabLst/>
            </a:pPr>
            <a:r>
              <a:rPr lang="en-US"/>
              <a:t>Click icon to add picture</a:t>
            </a:r>
          </a:p>
        </p:txBody>
      </p:sp>
      <p:grpSp>
        <p:nvGrpSpPr>
          <p:cNvPr id="35" name="Group 2">
            <a:extLst>
              <a:ext uri="{FF2B5EF4-FFF2-40B4-BE49-F238E27FC236}">
                <a16:creationId xmlns:a16="http://schemas.microsoft.com/office/drawing/2014/main" id="{586CA03F-ED76-1D2D-90A8-504016961D55}"/>
              </a:ext>
            </a:extLst>
          </p:cNvPr>
          <p:cNvGrpSpPr>
            <a:grpSpLocks noChangeAspect="1"/>
          </p:cNvGrpSpPr>
          <p:nvPr userDrawn="1"/>
        </p:nvGrpSpPr>
        <p:grpSpPr>
          <a:xfrm>
            <a:off x="9912013" y="6122117"/>
            <a:ext cx="1872000" cy="420870"/>
            <a:chOff x="5094083" y="5360390"/>
            <a:chExt cx="3039349" cy="683316"/>
          </a:xfrm>
          <a:solidFill>
            <a:schemeClr val="bg1"/>
          </a:solidFill>
        </p:grpSpPr>
        <p:sp>
          <p:nvSpPr>
            <p:cNvPr id="36" name="Freeform: Shape 4">
              <a:extLst>
                <a:ext uri="{FF2B5EF4-FFF2-40B4-BE49-F238E27FC236}">
                  <a16:creationId xmlns:a16="http://schemas.microsoft.com/office/drawing/2014/main" id="{04CD9986-2686-D8E3-9192-8BEB77750D79}"/>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endParaRPr lang="en-US" sz="1800"/>
            </a:p>
          </p:txBody>
        </p:sp>
        <p:sp>
          <p:nvSpPr>
            <p:cNvPr id="37" name="Freeform: Shape 5">
              <a:extLst>
                <a:ext uri="{FF2B5EF4-FFF2-40B4-BE49-F238E27FC236}">
                  <a16:creationId xmlns:a16="http://schemas.microsoft.com/office/drawing/2014/main" id="{7CD40094-AC2F-9457-AD3F-9AAA89E00C4A}"/>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endParaRPr lang="en-US" sz="1800"/>
            </a:p>
          </p:txBody>
        </p:sp>
        <p:sp>
          <p:nvSpPr>
            <p:cNvPr id="38" name="Freeform: Shape 6">
              <a:extLst>
                <a:ext uri="{FF2B5EF4-FFF2-40B4-BE49-F238E27FC236}">
                  <a16:creationId xmlns:a16="http://schemas.microsoft.com/office/drawing/2014/main" id="{682D97D4-A5DA-2B1D-3407-13658458A52A}"/>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endParaRPr lang="en-US" sz="1800"/>
            </a:p>
          </p:txBody>
        </p:sp>
        <p:sp>
          <p:nvSpPr>
            <p:cNvPr id="39" name="Freeform: Shape 7">
              <a:extLst>
                <a:ext uri="{FF2B5EF4-FFF2-40B4-BE49-F238E27FC236}">
                  <a16:creationId xmlns:a16="http://schemas.microsoft.com/office/drawing/2014/main" id="{FEBEF87B-7156-68DF-4D8A-E84D8A4F0EA2}"/>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endParaRPr lang="en-US" sz="1800"/>
            </a:p>
          </p:txBody>
        </p:sp>
        <p:sp>
          <p:nvSpPr>
            <p:cNvPr id="40" name="Freeform: Shape 8">
              <a:extLst>
                <a:ext uri="{FF2B5EF4-FFF2-40B4-BE49-F238E27FC236}">
                  <a16:creationId xmlns:a16="http://schemas.microsoft.com/office/drawing/2014/main" id="{3A0B75AC-0F93-D7BF-2568-50E1CFEDF0CA}"/>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endParaRPr lang="en-US" sz="1800"/>
            </a:p>
          </p:txBody>
        </p:sp>
      </p:grpSp>
      <p:sp>
        <p:nvSpPr>
          <p:cNvPr id="44" name="Title 31">
            <a:extLst>
              <a:ext uri="{FF2B5EF4-FFF2-40B4-BE49-F238E27FC236}">
                <a16:creationId xmlns:a16="http://schemas.microsoft.com/office/drawing/2014/main" id="{3551E8D5-6D03-58C4-2A78-E73615CBFD4C}"/>
              </a:ext>
            </a:extLst>
          </p:cNvPr>
          <p:cNvSpPr>
            <a:spLocks noGrp="1"/>
          </p:cNvSpPr>
          <p:nvPr>
            <p:ph type="title"/>
          </p:nvPr>
        </p:nvSpPr>
        <p:spPr>
          <a:xfrm>
            <a:off x="5087887" y="549275"/>
            <a:ext cx="4036154" cy="3815829"/>
          </a:xfrm>
          <a:prstGeom prst="rect">
            <a:avLst/>
          </a:prstGeom>
        </p:spPr>
        <p:txBody>
          <a:bodyPr anchor="b"/>
          <a:lstStyle>
            <a:lvl1pPr>
              <a:defRPr sz="6600">
                <a:solidFill>
                  <a:schemeClr val="bg1"/>
                </a:solidFill>
                <a:latin typeface="Ubuntu Light" panose="020B0304030602030204" pitchFamily="34" charset="0"/>
              </a:defRPr>
            </a:lvl1pPr>
          </a:lstStyle>
          <a:p>
            <a:r>
              <a:rPr lang="en-US"/>
              <a:t>Click to edit Master title style</a:t>
            </a:r>
            <a:endParaRPr lang="en-PL"/>
          </a:p>
        </p:txBody>
      </p:sp>
      <p:sp>
        <p:nvSpPr>
          <p:cNvPr id="45" name="Text Placeholder 33">
            <a:extLst>
              <a:ext uri="{FF2B5EF4-FFF2-40B4-BE49-F238E27FC236}">
                <a16:creationId xmlns:a16="http://schemas.microsoft.com/office/drawing/2014/main" id="{AE8BF6B9-54E0-50CF-ED1F-1556FC6C0905}"/>
              </a:ext>
            </a:extLst>
          </p:cNvPr>
          <p:cNvSpPr>
            <a:spLocks noGrp="1"/>
          </p:cNvSpPr>
          <p:nvPr>
            <p:ph type="body" sz="quarter" idx="15"/>
          </p:nvPr>
        </p:nvSpPr>
        <p:spPr>
          <a:xfrm>
            <a:off x="5159897" y="4725144"/>
            <a:ext cx="3964144" cy="316404"/>
          </a:xfrm>
          <a:prstGeom prst="rect">
            <a:avLst/>
          </a:prstGeom>
        </p:spPr>
        <p:txBody>
          <a:bodyPr anchor="b">
            <a:noAutofit/>
          </a:bodyPr>
          <a:lstStyle>
            <a:lvl1pPr>
              <a:defRPr sz="2000">
                <a:solidFill>
                  <a:schemeClr val="bg1"/>
                </a:solidFill>
              </a:defRPr>
            </a:lvl1pPr>
          </a:lstStyle>
          <a:p>
            <a:pPr lvl="0"/>
            <a:r>
              <a:rPr lang="en-US"/>
              <a:t>Click to edit Master text styles</a:t>
            </a:r>
          </a:p>
        </p:txBody>
      </p:sp>
      <p:sp>
        <p:nvSpPr>
          <p:cNvPr id="4" name="Rectangle 3">
            <a:extLst>
              <a:ext uri="{FF2B5EF4-FFF2-40B4-BE49-F238E27FC236}">
                <a16:creationId xmlns:a16="http://schemas.microsoft.com/office/drawing/2014/main" id="{78D281D9-C9E0-F6DF-2438-F4992F7D29D2}"/>
              </a:ext>
            </a:extLst>
          </p:cNvPr>
          <p:cNvSpPr/>
          <p:nvPr userDrawn="1"/>
        </p:nvSpPr>
        <p:spPr>
          <a:xfrm rot="16200000">
            <a:off x="5941020"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3" name="Text Placeholder 33">
            <a:extLst>
              <a:ext uri="{FF2B5EF4-FFF2-40B4-BE49-F238E27FC236}">
                <a16:creationId xmlns:a16="http://schemas.microsoft.com/office/drawing/2014/main" id="{F95A3A44-A840-3420-E0A4-A35DB913338B}"/>
              </a:ext>
            </a:extLst>
          </p:cNvPr>
          <p:cNvSpPr>
            <a:spLocks noGrp="1"/>
          </p:cNvSpPr>
          <p:nvPr>
            <p:ph type="body" sz="quarter" idx="16"/>
          </p:nvPr>
        </p:nvSpPr>
        <p:spPr>
          <a:xfrm>
            <a:off x="9912013" y="5264061"/>
            <a:ext cx="1872000" cy="522985"/>
          </a:xfrm>
          <a:prstGeom prst="rect">
            <a:avLst/>
          </a:prstGeom>
        </p:spPr>
        <p:txBody>
          <a:bodyPr/>
          <a:lstStyle/>
          <a:p>
            <a:pPr lvl="0"/>
            <a:r>
              <a:rPr lang="en-US"/>
              <a:t>Click to edit Master text styles</a:t>
            </a:r>
          </a:p>
        </p:txBody>
      </p:sp>
    </p:spTree>
    <p:extLst>
      <p:ext uri="{BB962C8B-B14F-4D97-AF65-F5344CB8AC3E}">
        <p14:creationId xmlns:p14="http://schemas.microsoft.com/office/powerpoint/2010/main" val="2854548092"/>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215.xml><?xml version="1.0" encoding="utf-8"?>
<p:sldLayout xmlns:a="http://schemas.openxmlformats.org/drawingml/2006/main" xmlns:r="http://schemas.openxmlformats.org/officeDocument/2006/relationships" xmlns:p="http://schemas.openxmlformats.org/presentationml/2006/main" showMasterSp="0" preserve="1" userDrawn="1">
  <p:cSld name="Title Slide 5">
    <p:spTree>
      <p:nvGrpSpPr>
        <p:cNvPr id="1" name=""/>
        <p:cNvGrpSpPr/>
        <p:nvPr/>
      </p:nvGrpSpPr>
      <p:grpSpPr>
        <a:xfrm>
          <a:off x="0" y="0"/>
          <a:ext cx="0" cy="0"/>
          <a:chOff x="0" y="0"/>
          <a:chExt cx="0" cy="0"/>
        </a:xfrm>
      </p:grpSpPr>
      <p:sp>
        <p:nvSpPr>
          <p:cNvPr id="43" name="Picture Placeholder 10">
            <a:extLst>
              <a:ext uri="{FF2B5EF4-FFF2-40B4-BE49-F238E27FC236}">
                <a16:creationId xmlns:a16="http://schemas.microsoft.com/office/drawing/2014/main" id="{3C1B8D60-78D7-1E25-C623-7509C881E3E9}"/>
              </a:ext>
            </a:extLst>
          </p:cNvPr>
          <p:cNvSpPr>
            <a:spLocks noGrp="1"/>
          </p:cNvSpPr>
          <p:nvPr>
            <p:ph type="pic" sz="quarter" idx="14"/>
          </p:nvPr>
        </p:nvSpPr>
        <p:spPr>
          <a:xfrm>
            <a:off x="-1" y="1"/>
            <a:ext cx="2736773" cy="3429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pPr marR="0" lvl="0" fontAlgn="auto">
              <a:spcAft>
                <a:spcPts val="0"/>
              </a:spcAft>
              <a:buClrTx/>
              <a:buSzTx/>
              <a:tabLst/>
            </a:pPr>
            <a:r>
              <a:rPr lang="en-US"/>
              <a:t>Click icon to add picture</a:t>
            </a:r>
          </a:p>
        </p:txBody>
      </p:sp>
      <p:sp>
        <p:nvSpPr>
          <p:cNvPr id="42" name="Picture Placeholder 10">
            <a:extLst>
              <a:ext uri="{FF2B5EF4-FFF2-40B4-BE49-F238E27FC236}">
                <a16:creationId xmlns:a16="http://schemas.microsoft.com/office/drawing/2014/main" id="{E8C91BDE-0FA3-B18C-5405-5DB502E0FBA3}"/>
              </a:ext>
            </a:extLst>
          </p:cNvPr>
          <p:cNvSpPr>
            <a:spLocks noGrp="1"/>
          </p:cNvSpPr>
          <p:nvPr>
            <p:ph type="pic" sz="quarter" idx="13" hasCustomPrompt="1"/>
          </p:nvPr>
        </p:nvSpPr>
        <p:spPr>
          <a:xfrm>
            <a:off x="2916774" y="0"/>
            <a:ext cx="9275226" cy="6858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grpSp>
        <p:nvGrpSpPr>
          <p:cNvPr id="35" name="Group 2">
            <a:extLst>
              <a:ext uri="{FF2B5EF4-FFF2-40B4-BE49-F238E27FC236}">
                <a16:creationId xmlns:a16="http://schemas.microsoft.com/office/drawing/2014/main" id="{586CA03F-ED76-1D2D-90A8-504016961D55}"/>
              </a:ext>
            </a:extLst>
          </p:cNvPr>
          <p:cNvGrpSpPr>
            <a:grpSpLocks noChangeAspect="1"/>
          </p:cNvGrpSpPr>
          <p:nvPr userDrawn="1"/>
        </p:nvGrpSpPr>
        <p:grpSpPr>
          <a:xfrm>
            <a:off x="357195" y="6122117"/>
            <a:ext cx="1872000" cy="420870"/>
            <a:chOff x="5094083" y="5360390"/>
            <a:chExt cx="3039349" cy="683316"/>
          </a:xfrm>
          <a:solidFill>
            <a:schemeClr val="bg1"/>
          </a:solidFill>
        </p:grpSpPr>
        <p:sp>
          <p:nvSpPr>
            <p:cNvPr id="36" name="Freeform: Shape 4">
              <a:extLst>
                <a:ext uri="{FF2B5EF4-FFF2-40B4-BE49-F238E27FC236}">
                  <a16:creationId xmlns:a16="http://schemas.microsoft.com/office/drawing/2014/main" id="{04CD9986-2686-D8E3-9192-8BEB77750D79}"/>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endParaRPr lang="en-US" sz="1800"/>
            </a:p>
          </p:txBody>
        </p:sp>
        <p:sp>
          <p:nvSpPr>
            <p:cNvPr id="37" name="Freeform: Shape 5">
              <a:extLst>
                <a:ext uri="{FF2B5EF4-FFF2-40B4-BE49-F238E27FC236}">
                  <a16:creationId xmlns:a16="http://schemas.microsoft.com/office/drawing/2014/main" id="{7CD40094-AC2F-9457-AD3F-9AAA89E00C4A}"/>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endParaRPr lang="en-US" sz="1800"/>
            </a:p>
          </p:txBody>
        </p:sp>
        <p:sp>
          <p:nvSpPr>
            <p:cNvPr id="38" name="Freeform: Shape 6">
              <a:extLst>
                <a:ext uri="{FF2B5EF4-FFF2-40B4-BE49-F238E27FC236}">
                  <a16:creationId xmlns:a16="http://schemas.microsoft.com/office/drawing/2014/main" id="{682D97D4-A5DA-2B1D-3407-13658458A52A}"/>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endParaRPr lang="en-US" sz="1800"/>
            </a:p>
          </p:txBody>
        </p:sp>
        <p:sp>
          <p:nvSpPr>
            <p:cNvPr id="39" name="Freeform: Shape 7">
              <a:extLst>
                <a:ext uri="{FF2B5EF4-FFF2-40B4-BE49-F238E27FC236}">
                  <a16:creationId xmlns:a16="http://schemas.microsoft.com/office/drawing/2014/main" id="{FEBEF87B-7156-68DF-4D8A-E84D8A4F0EA2}"/>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endParaRPr lang="en-US" sz="1800"/>
            </a:p>
          </p:txBody>
        </p:sp>
        <p:sp>
          <p:nvSpPr>
            <p:cNvPr id="40" name="Freeform: Shape 8">
              <a:extLst>
                <a:ext uri="{FF2B5EF4-FFF2-40B4-BE49-F238E27FC236}">
                  <a16:creationId xmlns:a16="http://schemas.microsoft.com/office/drawing/2014/main" id="{3A0B75AC-0F93-D7BF-2568-50E1CFEDF0CA}"/>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endParaRPr lang="en-US" sz="1800"/>
            </a:p>
          </p:txBody>
        </p:sp>
      </p:grpSp>
      <p:sp>
        <p:nvSpPr>
          <p:cNvPr id="3" name="Title 31">
            <a:extLst>
              <a:ext uri="{FF2B5EF4-FFF2-40B4-BE49-F238E27FC236}">
                <a16:creationId xmlns:a16="http://schemas.microsoft.com/office/drawing/2014/main" id="{D8CA367F-44BB-C4B7-EA59-F1D6214DB4D2}"/>
              </a:ext>
            </a:extLst>
          </p:cNvPr>
          <p:cNvSpPr>
            <a:spLocks noGrp="1"/>
          </p:cNvSpPr>
          <p:nvPr>
            <p:ph type="title"/>
          </p:nvPr>
        </p:nvSpPr>
        <p:spPr>
          <a:xfrm>
            <a:off x="3401003" y="1628775"/>
            <a:ext cx="6578080" cy="3589714"/>
          </a:xfrm>
          <a:prstGeom prst="rect">
            <a:avLst/>
          </a:prstGeom>
        </p:spPr>
        <p:txBody>
          <a:bodyPr anchor="b"/>
          <a:lstStyle>
            <a:lvl1pPr>
              <a:defRPr sz="5400"/>
            </a:lvl1pPr>
          </a:lstStyle>
          <a:p>
            <a:r>
              <a:rPr lang="en-US"/>
              <a:t>Click to edit Master title style</a:t>
            </a:r>
            <a:endParaRPr lang="en-PL"/>
          </a:p>
        </p:txBody>
      </p:sp>
      <p:sp>
        <p:nvSpPr>
          <p:cNvPr id="6" name="Rectangle 5">
            <a:extLst>
              <a:ext uri="{FF2B5EF4-FFF2-40B4-BE49-F238E27FC236}">
                <a16:creationId xmlns:a16="http://schemas.microsoft.com/office/drawing/2014/main" id="{308E3512-1EC7-FD95-4A22-F366C773E9C4}"/>
              </a:ext>
            </a:extLst>
          </p:cNvPr>
          <p:cNvSpPr/>
          <p:nvPr userDrawn="1"/>
        </p:nvSpPr>
        <p:spPr>
          <a:xfrm rot="16200000">
            <a:off x="-602226"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5" name="Text Placeholder 33">
            <a:extLst>
              <a:ext uri="{FF2B5EF4-FFF2-40B4-BE49-F238E27FC236}">
                <a16:creationId xmlns:a16="http://schemas.microsoft.com/office/drawing/2014/main" id="{940C889E-4F97-F9FE-39C5-DFA541A122BB}"/>
              </a:ext>
            </a:extLst>
          </p:cNvPr>
          <p:cNvSpPr>
            <a:spLocks noGrp="1"/>
          </p:cNvSpPr>
          <p:nvPr>
            <p:ph type="body" sz="quarter" idx="16"/>
          </p:nvPr>
        </p:nvSpPr>
        <p:spPr>
          <a:xfrm>
            <a:off x="357195" y="3893182"/>
            <a:ext cx="2088292" cy="1123397"/>
          </a:xfrm>
          <a:prstGeom prst="rect">
            <a:avLst/>
          </a:prstGeom>
        </p:spPr>
        <p:txBody>
          <a:bodyPr anchor="b">
            <a:noAutofit/>
          </a:bodyPr>
          <a:lstStyle>
            <a:lvl1pPr>
              <a:defRPr sz="2000"/>
            </a:lvl1pPr>
          </a:lstStyle>
          <a:p>
            <a:pPr lvl="0"/>
            <a:r>
              <a:rPr lang="en-US"/>
              <a:t>Click to edit Master text styles</a:t>
            </a:r>
          </a:p>
        </p:txBody>
      </p:sp>
      <p:sp>
        <p:nvSpPr>
          <p:cNvPr id="7" name="Text Placeholder 33">
            <a:extLst>
              <a:ext uri="{FF2B5EF4-FFF2-40B4-BE49-F238E27FC236}">
                <a16:creationId xmlns:a16="http://schemas.microsoft.com/office/drawing/2014/main" id="{9C442A3F-8F7B-AF19-BF71-5A8A0790F5CA}"/>
              </a:ext>
            </a:extLst>
          </p:cNvPr>
          <p:cNvSpPr>
            <a:spLocks noGrp="1"/>
          </p:cNvSpPr>
          <p:nvPr>
            <p:ph type="body" sz="quarter" idx="17"/>
          </p:nvPr>
        </p:nvSpPr>
        <p:spPr>
          <a:xfrm>
            <a:off x="357195" y="5264061"/>
            <a:ext cx="2088292" cy="522985"/>
          </a:xfrm>
          <a:prstGeom prst="rect">
            <a:avLst/>
          </a:prstGeom>
        </p:spPr>
        <p:txBody>
          <a:bodyPr/>
          <a:lstStyle/>
          <a:p>
            <a:pPr lvl="0"/>
            <a:r>
              <a:rPr lang="en-US"/>
              <a:t>Click to edit Master text styles</a:t>
            </a:r>
          </a:p>
        </p:txBody>
      </p:sp>
    </p:spTree>
    <p:extLst>
      <p:ext uri="{BB962C8B-B14F-4D97-AF65-F5344CB8AC3E}">
        <p14:creationId xmlns:p14="http://schemas.microsoft.com/office/powerpoint/2010/main" val="3749561058"/>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216.xml><?xml version="1.0" encoding="utf-8"?>
<p:sldLayout xmlns:a="http://schemas.openxmlformats.org/drawingml/2006/main" xmlns:r="http://schemas.openxmlformats.org/officeDocument/2006/relationships" xmlns:p="http://schemas.openxmlformats.org/presentationml/2006/main" showMasterSp="0" preserve="1" userDrawn="1">
  <p:cSld name="Agenda 1">
    <p:spTree>
      <p:nvGrpSpPr>
        <p:cNvPr id="1" name=""/>
        <p:cNvGrpSpPr/>
        <p:nvPr/>
      </p:nvGrpSpPr>
      <p:grpSpPr>
        <a:xfrm>
          <a:off x="0" y="0"/>
          <a:ext cx="0" cy="0"/>
          <a:chOff x="0" y="0"/>
          <a:chExt cx="0" cy="0"/>
        </a:xfrm>
      </p:grpSpPr>
      <p:sp>
        <p:nvSpPr>
          <p:cNvPr id="19" name="Picture Placeholder 18">
            <a:extLst>
              <a:ext uri="{FF2B5EF4-FFF2-40B4-BE49-F238E27FC236}">
                <a16:creationId xmlns:a16="http://schemas.microsoft.com/office/drawing/2014/main" id="{6424D2EA-9AAB-3E5E-F5AA-4EFA5797243B}"/>
              </a:ext>
            </a:extLst>
          </p:cNvPr>
          <p:cNvSpPr>
            <a:spLocks noGrp="1"/>
          </p:cNvSpPr>
          <p:nvPr>
            <p:ph type="pic" sz="quarter" idx="10" hasCustomPrompt="1"/>
          </p:nvPr>
        </p:nvSpPr>
        <p:spPr>
          <a:xfrm>
            <a:off x="8878957" y="1"/>
            <a:ext cx="3313043"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2">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6" name="Date Placeholder 5">
            <a:extLst>
              <a:ext uri="{FF2B5EF4-FFF2-40B4-BE49-F238E27FC236}">
                <a16:creationId xmlns:a16="http://schemas.microsoft.com/office/drawing/2014/main" id="{1B8A5C98-55E3-6CFA-5060-B126A46D3044}"/>
              </a:ext>
            </a:extLst>
          </p:cNvPr>
          <p:cNvSpPr>
            <a:spLocks noGrp="1"/>
          </p:cNvSpPr>
          <p:nvPr>
            <p:ph type="dt" sz="half" idx="36"/>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7" name="Footer Placeholder 6">
            <a:extLst>
              <a:ext uri="{FF2B5EF4-FFF2-40B4-BE49-F238E27FC236}">
                <a16:creationId xmlns:a16="http://schemas.microsoft.com/office/drawing/2014/main" id="{A234A97A-B56B-79E8-3787-9AAFBD6C39E3}"/>
              </a:ext>
            </a:extLst>
          </p:cNvPr>
          <p:cNvSpPr>
            <a:spLocks noGrp="1"/>
          </p:cNvSpPr>
          <p:nvPr>
            <p:ph type="ftr" sz="quarter" idx="37"/>
          </p:nvPr>
        </p:nvSpPr>
        <p:spPr/>
        <p:txBody>
          <a:bodyPr/>
          <a:lstStyle/>
          <a:p>
            <a:pPr>
              <a:spcBef>
                <a:spcPts val="1000"/>
              </a:spcBef>
              <a:buFont typeface="Arial" panose="020B0604020202020204" pitchFamily="34" charset="0"/>
              <a:buNone/>
            </a:pPr>
            <a:r>
              <a:rPr lang="en-US"/>
              <a:t>Presentation Title | Author | Date</a:t>
            </a:r>
          </a:p>
        </p:txBody>
      </p:sp>
      <p:sp>
        <p:nvSpPr>
          <p:cNvPr id="9" name="Slide Number Placeholder 8">
            <a:extLst>
              <a:ext uri="{FF2B5EF4-FFF2-40B4-BE49-F238E27FC236}">
                <a16:creationId xmlns:a16="http://schemas.microsoft.com/office/drawing/2014/main" id="{10DFE7FA-9896-C83E-3B5B-ACAF7308B1C7}"/>
              </a:ext>
            </a:extLst>
          </p:cNvPr>
          <p:cNvSpPr>
            <a:spLocks noGrp="1"/>
          </p:cNvSpPr>
          <p:nvPr>
            <p:ph type="sldNum" sz="quarter" idx="38"/>
          </p:nvPr>
        </p:nvSpPr>
        <p:spPr/>
        <p:txBody>
          <a:bodyPr/>
          <a:lstStyle/>
          <a:p>
            <a:pPr algn="r"/>
            <a:fld id="{5D9A5160-6218-4E5A-B9E6-B93E3DAE377C}" type="slidenum">
              <a:rPr lang="en-US" smtClean="0"/>
              <a:pPr algn="r"/>
              <a:t>‹#›</a:t>
            </a:fld>
            <a:endParaRPr lang="en-US"/>
          </a:p>
        </p:txBody>
      </p:sp>
      <p:sp>
        <p:nvSpPr>
          <p:cNvPr id="8" name="Logo Placeholder 7">
            <a:extLst>
              <a:ext uri="{FF2B5EF4-FFF2-40B4-BE49-F238E27FC236}">
                <a16:creationId xmlns:a16="http://schemas.microsoft.com/office/drawing/2014/main" id="{62FD468B-B69E-D6B3-0B31-29405A8C9B22}"/>
              </a:ext>
            </a:extLst>
          </p:cNvPr>
          <p:cNvSpPr>
            <a:spLocks noGrp="1"/>
          </p:cNvSpPr>
          <p:nvPr>
            <p:ph type="body" sz="quarter" idx="40" hasCustomPrompt="1"/>
          </p:nvPr>
        </p:nvSpPr>
        <p:spPr>
          <a:xfrm>
            <a:off x="11765626" y="128961"/>
            <a:ext cx="26904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
        <p:nvSpPr>
          <p:cNvPr id="10" name="Title Placeholder 4">
            <a:extLst>
              <a:ext uri="{FF2B5EF4-FFF2-40B4-BE49-F238E27FC236}">
                <a16:creationId xmlns:a16="http://schemas.microsoft.com/office/drawing/2014/main" id="{88071F53-FF39-EE02-C206-04BC9BC62837}"/>
              </a:ext>
            </a:extLst>
          </p:cNvPr>
          <p:cNvSpPr>
            <a:spLocks noGrp="1"/>
          </p:cNvSpPr>
          <p:nvPr>
            <p:ph type="title"/>
          </p:nvPr>
        </p:nvSpPr>
        <p:spPr>
          <a:xfrm>
            <a:off x="551384" y="549274"/>
            <a:ext cx="7920880" cy="930372"/>
          </a:xfrm>
          <a:prstGeom prst="rect">
            <a:avLst/>
          </a:prstGeom>
        </p:spPr>
        <p:txBody>
          <a:bodyPr vert="horz" lIns="0" tIns="0" rIns="0" bIns="126000" rtlCol="0" anchor="b" anchorCtr="0">
            <a:noAutofit/>
          </a:bodyPr>
          <a:lstStyle/>
          <a:p>
            <a:pPr lvl="0"/>
            <a:r>
              <a:rPr lang="en-US"/>
              <a:t>Click to edit Master title style</a:t>
            </a:r>
            <a:endParaRPr lang="de-DE"/>
          </a:p>
        </p:txBody>
      </p:sp>
      <p:sp>
        <p:nvSpPr>
          <p:cNvPr id="11" name="Text Placeholder 1">
            <a:extLst>
              <a:ext uri="{FF2B5EF4-FFF2-40B4-BE49-F238E27FC236}">
                <a16:creationId xmlns:a16="http://schemas.microsoft.com/office/drawing/2014/main" id="{D450594D-C071-DB63-60E9-737FD362024E}"/>
              </a:ext>
            </a:extLst>
          </p:cNvPr>
          <p:cNvSpPr>
            <a:spLocks noGrp="1"/>
          </p:cNvSpPr>
          <p:nvPr>
            <p:ph idx="1" hasCustomPrompt="1"/>
          </p:nvPr>
        </p:nvSpPr>
        <p:spPr>
          <a:xfrm>
            <a:off x="551384" y="1628800"/>
            <a:ext cx="7920880" cy="4668638"/>
          </a:xfrm>
          <a:prstGeom prst="rect">
            <a:avLst/>
          </a:prstGeom>
        </p:spPr>
        <p:txBody>
          <a:bodyPr vert="horz" lIns="0" tIns="0" rIns="0" bIns="0" rtlCol="0">
            <a:noAutofit/>
          </a:bodyPr>
          <a:lstStyle/>
          <a:p>
            <a:pPr marL="0" marR="0" lvl="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a:pPr>
            <a:r>
              <a:rPr kumimoji="0" lang="en-US" sz="1400" b="0" i="0" u="none" strike="noStrike" kern="1200" cap="none" spc="0" normalizeH="0" baseline="0" noProof="0">
                <a:ln>
                  <a:noFill/>
                </a:ln>
                <a:solidFill>
                  <a:srgbClr val="FFFFFF"/>
                </a:solidFill>
                <a:effectLst/>
                <a:uLnTx/>
                <a:uFillTx/>
                <a:latin typeface="Ubuntu"/>
                <a:ea typeface="+mn-ea"/>
                <a:cs typeface="+mn-cs"/>
              </a:rPr>
              <a:t>Click to edit Master text styles</a:t>
            </a:r>
          </a:p>
          <a:p>
            <a:pPr marL="180975" marR="0" lvl="1" indent="-180975" algn="l" defTabSz="914400" rtl="0" eaLnBrk="1" fontAlgn="auto" latinLnBrk="0" hangingPunct="1">
              <a:lnSpc>
                <a:spcPct val="100000"/>
              </a:lnSpc>
              <a:spcBef>
                <a:spcPts val="600"/>
              </a:spcBef>
              <a:spcAft>
                <a:spcPts val="0"/>
              </a:spcAft>
              <a:buClr>
                <a:srgbClr val="FFFFFF"/>
              </a:buClr>
              <a:buSzTx/>
              <a:buFont typeface="Arial" panose="020B0604020202020204" pitchFamily="34" charset="0"/>
              <a:buChar char="•"/>
              <a:tabLst/>
              <a:defRPr/>
            </a:pPr>
            <a:r>
              <a:rPr kumimoji="0" lang="en-US" sz="1400" b="0" i="0" u="none" strike="noStrike" kern="1200" cap="none" spc="0" normalizeH="0" baseline="0" noProof="0">
                <a:ln>
                  <a:noFill/>
                </a:ln>
                <a:solidFill>
                  <a:srgbClr val="FFFFFF"/>
                </a:solidFill>
                <a:effectLst/>
                <a:uLnTx/>
                <a:uFillTx/>
                <a:latin typeface="Ubuntu"/>
                <a:ea typeface="+mn-ea"/>
                <a:cs typeface="+mn-cs"/>
              </a:rPr>
              <a:t>Second level</a:t>
            </a:r>
          </a:p>
          <a:p>
            <a:pPr marL="360000" marR="0" lvl="2" indent="-180000" algn="l" defTabSz="914400" rtl="0" eaLnBrk="1" fontAlgn="auto" latinLnBrk="0" hangingPunct="1">
              <a:lnSpc>
                <a:spcPct val="100000"/>
              </a:lnSpc>
              <a:spcBef>
                <a:spcPts val="600"/>
              </a:spcBef>
              <a:spcAft>
                <a:spcPts val="0"/>
              </a:spcAft>
              <a:buClr>
                <a:srgbClr val="FFFFFF"/>
              </a:buClr>
              <a:buSzTx/>
              <a:buFont typeface="System Font Regular"/>
              <a:buChar char="-"/>
              <a:tabLst/>
              <a:defRPr/>
            </a:pPr>
            <a:r>
              <a:rPr kumimoji="0" lang="en-US" sz="1400" b="0" i="0" u="none" strike="noStrike" kern="1200" cap="none" spc="0" normalizeH="0" baseline="0" noProof="0">
                <a:ln>
                  <a:noFill/>
                </a:ln>
                <a:solidFill>
                  <a:srgbClr val="FFFFFF"/>
                </a:solidFill>
                <a:effectLst/>
                <a:uLnTx/>
                <a:uFillTx/>
                <a:latin typeface="Ubuntu"/>
                <a:ea typeface="+mn-ea"/>
                <a:cs typeface="+mn-cs"/>
              </a:rPr>
              <a:t>Third level</a:t>
            </a:r>
          </a:p>
          <a:p>
            <a:pPr marL="539750" marR="0" lvl="3" indent="-180000" algn="l" defTabSz="914400" rtl="0" eaLnBrk="1" fontAlgn="auto" latinLnBrk="0" hangingPunct="1">
              <a:lnSpc>
                <a:spcPct val="100000"/>
              </a:lnSpc>
              <a:spcBef>
                <a:spcPts val="600"/>
              </a:spcBef>
              <a:spcAft>
                <a:spcPts val="0"/>
              </a:spcAft>
              <a:buClr>
                <a:srgbClr val="1DB7F3"/>
              </a:buClr>
              <a:buSzTx/>
              <a:buFont typeface="Arial" panose="020B0604020202020204" pitchFamily="34" charset="0"/>
              <a:buChar char="•"/>
              <a:tabLst/>
              <a:defRPr/>
            </a:pPr>
            <a:r>
              <a:rPr kumimoji="0" lang="en-US" sz="1400" b="0" i="0" u="none" strike="noStrike" kern="1200" cap="none" spc="0" normalizeH="0" baseline="0" noProof="0">
                <a:ln>
                  <a:noFill/>
                </a:ln>
                <a:solidFill>
                  <a:srgbClr val="FFFFFF"/>
                </a:solidFill>
                <a:effectLst/>
                <a:uLnTx/>
                <a:uFillTx/>
                <a:latin typeface="Ubuntu"/>
                <a:ea typeface="+mn-ea"/>
                <a:cs typeface="+mn-cs"/>
              </a:rPr>
              <a:t>Fourth level</a:t>
            </a:r>
          </a:p>
          <a:p>
            <a:pPr marL="719138" marR="0" lvl="4" indent="-180975" algn="l" defTabSz="914400" rtl="0" eaLnBrk="1" fontAlgn="auto" latinLnBrk="0" hangingPunct="1">
              <a:lnSpc>
                <a:spcPct val="100000"/>
              </a:lnSpc>
              <a:spcBef>
                <a:spcPts val="600"/>
              </a:spcBef>
              <a:spcAft>
                <a:spcPts val="0"/>
              </a:spcAft>
              <a:buClr>
                <a:srgbClr val="1DB7F3"/>
              </a:buClr>
              <a:buSzTx/>
              <a:buFont typeface="System Font Regular"/>
              <a:buChar char="-"/>
              <a:tabLst/>
              <a:defRPr/>
            </a:pPr>
            <a:r>
              <a:rPr kumimoji="0" lang="en-US" sz="1400" b="0" i="0" u="none" strike="noStrike" kern="1200" cap="none" spc="0" normalizeH="0" baseline="0" noProof="0">
                <a:ln>
                  <a:noFill/>
                </a:ln>
                <a:solidFill>
                  <a:srgbClr val="FFFFFF"/>
                </a:solidFill>
                <a:effectLst/>
                <a:uLnTx/>
                <a:uFillTx/>
                <a:latin typeface="Ubuntu"/>
                <a:ea typeface="+mn-ea"/>
                <a:cs typeface="+mn-cs"/>
              </a:rPr>
              <a:t>Fifth level</a:t>
            </a:r>
          </a:p>
        </p:txBody>
      </p:sp>
    </p:spTree>
    <p:extLst>
      <p:ext uri="{BB962C8B-B14F-4D97-AF65-F5344CB8AC3E}">
        <p14:creationId xmlns:p14="http://schemas.microsoft.com/office/powerpoint/2010/main" val="358361536"/>
      </p:ext>
    </p:extLst>
  </p:cSld>
  <p:clrMapOvr>
    <a:masterClrMapping/>
  </p:clrMapOvr>
</p:sldLayout>
</file>

<file path=ppt/slideLayouts/slideLayout217.xml><?xml version="1.0" encoding="utf-8"?>
<p:sldLayout xmlns:a="http://schemas.openxmlformats.org/drawingml/2006/main" xmlns:r="http://schemas.openxmlformats.org/officeDocument/2006/relationships" xmlns:p="http://schemas.openxmlformats.org/presentationml/2006/main" preserve="1" userDrawn="1">
  <p:cSld name="Agenda 2">
    <p:spTree>
      <p:nvGrpSpPr>
        <p:cNvPr id="1" name=""/>
        <p:cNvGrpSpPr/>
        <p:nvPr/>
      </p:nvGrpSpPr>
      <p:grpSpPr>
        <a:xfrm>
          <a:off x="0" y="0"/>
          <a:ext cx="0" cy="0"/>
          <a:chOff x="0" y="0"/>
          <a:chExt cx="0" cy="0"/>
        </a:xfrm>
      </p:grpSpPr>
      <p:sp>
        <p:nvSpPr>
          <p:cNvPr id="20" name="Picture Placeholder 7">
            <a:extLst>
              <a:ext uri="{FF2B5EF4-FFF2-40B4-BE49-F238E27FC236}">
                <a16:creationId xmlns:a16="http://schemas.microsoft.com/office/drawing/2014/main" id="{7719DBC8-1C65-EC71-F260-3E45E00F725D}"/>
              </a:ext>
            </a:extLst>
          </p:cNvPr>
          <p:cNvSpPr>
            <a:spLocks noGrp="1"/>
          </p:cNvSpPr>
          <p:nvPr>
            <p:ph type="pic" sz="quarter" idx="18" hasCustomPrompt="1"/>
          </p:nvPr>
        </p:nvSpPr>
        <p:spPr>
          <a:xfrm>
            <a:off x="0" y="0"/>
            <a:ext cx="6096000"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2" name="Date Placeholder 1">
            <a:extLst>
              <a:ext uri="{FF2B5EF4-FFF2-40B4-BE49-F238E27FC236}">
                <a16:creationId xmlns:a16="http://schemas.microsoft.com/office/drawing/2014/main" id="{D1083178-61A2-1584-1F52-83BAE0FEDB3A}"/>
              </a:ext>
            </a:extLst>
          </p:cNvPr>
          <p:cNvSpPr>
            <a:spLocks noGrp="1"/>
          </p:cNvSpPr>
          <p:nvPr>
            <p:ph type="dt" sz="half" idx="36"/>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3" name="Footer Placeholder 2">
            <a:extLst>
              <a:ext uri="{FF2B5EF4-FFF2-40B4-BE49-F238E27FC236}">
                <a16:creationId xmlns:a16="http://schemas.microsoft.com/office/drawing/2014/main" id="{9DC81A84-1437-02DB-19FA-F60FE73CB356}"/>
              </a:ext>
            </a:extLst>
          </p:cNvPr>
          <p:cNvSpPr>
            <a:spLocks noGrp="1"/>
          </p:cNvSpPr>
          <p:nvPr>
            <p:ph type="ftr" sz="quarter" idx="37"/>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40363D62-2A4A-9126-8811-8637F26ADA0B}"/>
              </a:ext>
            </a:extLst>
          </p:cNvPr>
          <p:cNvSpPr>
            <a:spLocks noGrp="1"/>
          </p:cNvSpPr>
          <p:nvPr>
            <p:ph type="sldNum" sz="quarter" idx="38"/>
          </p:nvPr>
        </p:nvSpPr>
        <p:spPr/>
        <p:txBody>
          <a:bodyPr/>
          <a:lstStyle/>
          <a:p>
            <a:pPr algn="r"/>
            <a:fld id="{5D9A5160-6218-4E5A-B9E6-B93E3DAE377C}" type="slidenum">
              <a:rPr lang="en-US" smtClean="0"/>
              <a:pPr algn="r"/>
              <a:t>‹#›</a:t>
            </a:fld>
            <a:endParaRPr lang="en-US"/>
          </a:p>
        </p:txBody>
      </p:sp>
      <p:sp>
        <p:nvSpPr>
          <p:cNvPr id="5" name="Title Placeholder 4">
            <a:extLst>
              <a:ext uri="{FF2B5EF4-FFF2-40B4-BE49-F238E27FC236}">
                <a16:creationId xmlns:a16="http://schemas.microsoft.com/office/drawing/2014/main" id="{064AC36F-9D88-0AFF-0D23-B3207730506D}"/>
              </a:ext>
            </a:extLst>
          </p:cNvPr>
          <p:cNvSpPr>
            <a:spLocks noGrp="1"/>
          </p:cNvSpPr>
          <p:nvPr>
            <p:ph type="title"/>
          </p:nvPr>
        </p:nvSpPr>
        <p:spPr>
          <a:xfrm>
            <a:off x="6600056" y="549274"/>
            <a:ext cx="5042266" cy="930372"/>
          </a:xfrm>
          <a:prstGeom prst="rect">
            <a:avLst/>
          </a:prstGeom>
        </p:spPr>
        <p:txBody>
          <a:bodyPr vert="horz" lIns="0" tIns="0" rIns="0" bIns="126000" rtlCol="0" anchor="b" anchorCtr="0">
            <a:noAutofit/>
          </a:bodyPr>
          <a:lstStyle/>
          <a:p>
            <a:pPr lvl="0"/>
            <a:r>
              <a:rPr lang="en-US"/>
              <a:t>Click to edit Master title style</a:t>
            </a:r>
            <a:endParaRPr lang="de-DE"/>
          </a:p>
        </p:txBody>
      </p:sp>
      <p:sp>
        <p:nvSpPr>
          <p:cNvPr id="6" name="Text Placeholder 1">
            <a:extLst>
              <a:ext uri="{FF2B5EF4-FFF2-40B4-BE49-F238E27FC236}">
                <a16:creationId xmlns:a16="http://schemas.microsoft.com/office/drawing/2014/main" id="{A375B4AB-07EC-1162-5248-1C3D791A2711}"/>
              </a:ext>
            </a:extLst>
          </p:cNvPr>
          <p:cNvSpPr>
            <a:spLocks noGrp="1"/>
          </p:cNvSpPr>
          <p:nvPr>
            <p:ph idx="1" hasCustomPrompt="1"/>
          </p:nvPr>
        </p:nvSpPr>
        <p:spPr>
          <a:xfrm>
            <a:off x="6600056" y="1628800"/>
            <a:ext cx="5042266" cy="4668638"/>
          </a:xfrm>
          <a:prstGeom prst="rect">
            <a:avLst/>
          </a:prstGeom>
        </p:spPr>
        <p:txBody>
          <a:bodyPr vert="horz" lIns="0" tIns="0" rIns="0" bIns="0" rtlCol="0">
            <a:noAutofit/>
          </a:bodyPr>
          <a:lstStyle>
            <a:lvl1pPr marL="0" marR="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a:lvl1pPr>
            <a:lvl2pPr marL="180975" marR="0" indent="-180975" algn="l" defTabSz="914400" rtl="0" eaLnBrk="1" fontAlgn="auto" latinLnBrk="0" hangingPunct="1">
              <a:lnSpc>
                <a:spcPct val="100000"/>
              </a:lnSpc>
              <a:spcBef>
                <a:spcPts val="600"/>
              </a:spcBef>
              <a:spcAft>
                <a:spcPts val="0"/>
              </a:spcAft>
              <a:buClr>
                <a:srgbClr val="FFFFFF"/>
              </a:buClr>
              <a:buSzTx/>
              <a:buFont typeface="Arial" panose="020B0604020202020204" pitchFamily="34" charset="0"/>
              <a:buChar char="•"/>
              <a:tabLst/>
              <a:defRPr/>
            </a:lvl2pPr>
            <a:lvl3pPr marL="360000" marR="0" indent="-180000" algn="l" defTabSz="914400" rtl="0" eaLnBrk="1" fontAlgn="auto" latinLnBrk="0" hangingPunct="1">
              <a:lnSpc>
                <a:spcPct val="100000"/>
              </a:lnSpc>
              <a:spcBef>
                <a:spcPts val="600"/>
              </a:spcBef>
              <a:spcAft>
                <a:spcPts val="0"/>
              </a:spcAft>
              <a:buClr>
                <a:srgbClr val="FFFFFF"/>
              </a:buClr>
              <a:buSzTx/>
              <a:buFont typeface="System Font Regular"/>
              <a:buChar char="-"/>
              <a:tabLst/>
              <a:defRPr/>
            </a:lvl3pPr>
            <a:lvl4pPr marL="539750" marR="0" indent="-180000" algn="l" defTabSz="914400" rtl="0" eaLnBrk="1" fontAlgn="auto" latinLnBrk="0" hangingPunct="1">
              <a:lnSpc>
                <a:spcPct val="100000"/>
              </a:lnSpc>
              <a:spcBef>
                <a:spcPts val="600"/>
              </a:spcBef>
              <a:spcAft>
                <a:spcPts val="0"/>
              </a:spcAft>
              <a:buClr>
                <a:srgbClr val="1DB7F3"/>
              </a:buClr>
              <a:buSzTx/>
              <a:buFont typeface="Arial" panose="020B0604020202020204" pitchFamily="34" charset="0"/>
              <a:buChar char="•"/>
              <a:tabLst/>
              <a:defRPr/>
            </a:lvl4pPr>
            <a:lvl5pPr marL="719138" marR="0" indent="-180975" algn="l" defTabSz="914400" rtl="0" eaLnBrk="1" fontAlgn="auto" latinLnBrk="0" hangingPunct="1">
              <a:lnSpc>
                <a:spcPct val="100000"/>
              </a:lnSpc>
              <a:spcBef>
                <a:spcPts val="600"/>
              </a:spcBef>
              <a:spcAft>
                <a:spcPts val="0"/>
              </a:spcAft>
              <a:buClr>
                <a:srgbClr val="1DB7F3"/>
              </a:buClr>
              <a:buSzTx/>
              <a:buFont typeface="System Font Regular"/>
              <a:buChar char="-"/>
              <a:tabLst/>
              <a:defRPr/>
            </a:lvl5pPr>
          </a:lstStyle>
          <a:p>
            <a:pPr marL="0" marR="0" lvl="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a:pPr>
            <a:r>
              <a:rPr kumimoji="0" lang="en-US" sz="1400" b="0" i="0" u="none" strike="noStrike" kern="1200" cap="none" spc="0" normalizeH="0" baseline="0" noProof="0">
                <a:ln>
                  <a:noFill/>
                </a:ln>
                <a:solidFill>
                  <a:srgbClr val="FFFFFF"/>
                </a:solidFill>
                <a:effectLst/>
                <a:uLnTx/>
                <a:uFillTx/>
                <a:latin typeface="+mn-lt"/>
                <a:ea typeface="+mn-ea"/>
                <a:cs typeface="+mn-cs"/>
              </a:rPr>
              <a:t>Click to edit Master text styles</a:t>
            </a:r>
          </a:p>
          <a:p>
            <a:pPr marL="180975" marR="0" lvl="1" indent="-180975" algn="l" defTabSz="914400" rtl="0" eaLnBrk="1" fontAlgn="auto" latinLnBrk="0" hangingPunct="1">
              <a:lnSpc>
                <a:spcPct val="100000"/>
              </a:lnSpc>
              <a:spcBef>
                <a:spcPts val="600"/>
              </a:spcBef>
              <a:spcAft>
                <a:spcPts val="0"/>
              </a:spcAft>
              <a:buClr>
                <a:srgbClr val="FFFFFF"/>
              </a:buClr>
              <a:buSzTx/>
              <a:buFont typeface="Arial" panose="020B0604020202020204" pitchFamily="34" charset="0"/>
              <a:buChar char="•"/>
              <a:tabLst/>
              <a:defRPr/>
            </a:pPr>
            <a:r>
              <a:rPr kumimoji="0" lang="en-US" sz="1400" b="0" i="0" u="none" strike="noStrike" kern="1200" cap="none" spc="0" normalizeH="0" baseline="0" noProof="0">
                <a:ln>
                  <a:noFill/>
                </a:ln>
                <a:solidFill>
                  <a:srgbClr val="FFFFFF"/>
                </a:solidFill>
                <a:effectLst/>
                <a:uLnTx/>
                <a:uFillTx/>
                <a:latin typeface="+mn-lt"/>
                <a:ea typeface="+mn-ea"/>
                <a:cs typeface="+mn-cs"/>
              </a:rPr>
              <a:t>Second level</a:t>
            </a:r>
          </a:p>
          <a:p>
            <a:pPr marL="360000" marR="0" lvl="2" indent="-180000" algn="l" defTabSz="914400" rtl="0" eaLnBrk="1" fontAlgn="auto" latinLnBrk="0" hangingPunct="1">
              <a:lnSpc>
                <a:spcPct val="100000"/>
              </a:lnSpc>
              <a:spcBef>
                <a:spcPts val="600"/>
              </a:spcBef>
              <a:spcAft>
                <a:spcPts val="0"/>
              </a:spcAft>
              <a:buClr>
                <a:srgbClr val="FFFFFF"/>
              </a:buClr>
              <a:buSzTx/>
              <a:buFont typeface="System Font Regular"/>
              <a:buChar char="-"/>
              <a:tabLst/>
              <a:defRPr/>
            </a:pPr>
            <a:r>
              <a:rPr kumimoji="0" lang="en-US" sz="1400" b="0" i="0" u="none" strike="noStrike" kern="1200" cap="none" spc="0" normalizeH="0" baseline="0" noProof="0">
                <a:ln>
                  <a:noFill/>
                </a:ln>
                <a:solidFill>
                  <a:srgbClr val="FFFFFF"/>
                </a:solidFill>
                <a:effectLst/>
                <a:uLnTx/>
                <a:uFillTx/>
                <a:latin typeface="+mn-lt"/>
                <a:ea typeface="+mn-ea"/>
                <a:cs typeface="+mn-cs"/>
              </a:rPr>
              <a:t>Third level</a:t>
            </a:r>
          </a:p>
          <a:p>
            <a:pPr marL="539750" marR="0" lvl="3" indent="-180000" algn="l" defTabSz="914400" rtl="0" eaLnBrk="1" fontAlgn="auto" latinLnBrk="0" hangingPunct="1">
              <a:lnSpc>
                <a:spcPct val="100000"/>
              </a:lnSpc>
              <a:spcBef>
                <a:spcPts val="600"/>
              </a:spcBef>
              <a:spcAft>
                <a:spcPts val="0"/>
              </a:spcAft>
              <a:buClr>
                <a:srgbClr val="1DB7F3"/>
              </a:buClr>
              <a:buSzTx/>
              <a:buFont typeface="Arial" panose="020B0604020202020204" pitchFamily="34" charset="0"/>
              <a:buChar char="•"/>
              <a:tabLst/>
              <a:defRPr/>
            </a:pPr>
            <a:r>
              <a:rPr kumimoji="0" lang="en-US" sz="1400" b="0" i="0" u="none" strike="noStrike" kern="1200" cap="none" spc="0" normalizeH="0" baseline="0" noProof="0">
                <a:ln>
                  <a:noFill/>
                </a:ln>
                <a:solidFill>
                  <a:srgbClr val="FFFFFF"/>
                </a:solidFill>
                <a:effectLst/>
                <a:uLnTx/>
                <a:uFillTx/>
                <a:latin typeface="+mn-lt"/>
                <a:ea typeface="+mn-ea"/>
                <a:cs typeface="+mn-cs"/>
              </a:rPr>
              <a:t>Fourth level</a:t>
            </a:r>
          </a:p>
          <a:p>
            <a:pPr marL="719138" marR="0" lvl="4" indent="-180975" algn="l" defTabSz="914400" rtl="0" eaLnBrk="1" fontAlgn="auto" latinLnBrk="0" hangingPunct="1">
              <a:lnSpc>
                <a:spcPct val="100000"/>
              </a:lnSpc>
              <a:spcBef>
                <a:spcPts val="600"/>
              </a:spcBef>
              <a:spcAft>
                <a:spcPts val="0"/>
              </a:spcAft>
              <a:buClr>
                <a:srgbClr val="1DB7F3"/>
              </a:buClr>
              <a:buSzTx/>
              <a:buFont typeface="System Font Regular"/>
              <a:buChar char="-"/>
              <a:tabLst/>
              <a:defRPr/>
            </a:pPr>
            <a:r>
              <a:rPr kumimoji="0" lang="en-US" sz="1400" b="0" i="0" u="none" strike="noStrike" kern="1200" cap="none" spc="0" normalizeH="0" baseline="0" noProof="0">
                <a:ln>
                  <a:noFill/>
                </a:ln>
                <a:solidFill>
                  <a:srgbClr val="FFFFFF"/>
                </a:solidFill>
                <a:effectLst/>
                <a:uLnTx/>
                <a:uFillTx/>
                <a:latin typeface="+mn-lt"/>
                <a:ea typeface="+mn-ea"/>
                <a:cs typeface="+mn-cs"/>
              </a:rPr>
              <a:t>Fifth level</a:t>
            </a:r>
          </a:p>
        </p:txBody>
      </p:sp>
    </p:spTree>
    <p:extLst>
      <p:ext uri="{BB962C8B-B14F-4D97-AF65-F5344CB8AC3E}">
        <p14:creationId xmlns:p14="http://schemas.microsoft.com/office/powerpoint/2010/main" val="268850640"/>
      </p:ext>
    </p:extLst>
  </p:cSld>
  <p:clrMapOvr>
    <a:masterClrMapping/>
  </p:clrMapOvr>
</p:sldLayout>
</file>

<file path=ppt/slideLayouts/slideLayout218.xml><?xml version="1.0" encoding="utf-8"?>
<p:sldLayout xmlns:a="http://schemas.openxmlformats.org/drawingml/2006/main" xmlns:r="http://schemas.openxmlformats.org/officeDocument/2006/relationships" xmlns:p="http://schemas.openxmlformats.org/presentationml/2006/main" preserve="1" userDrawn="1">
  <p:cSld name="Agenda 3">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D119069D-5D68-4DB4-B45F-92CCC710785E}"/>
              </a:ext>
            </a:extLst>
          </p:cNvPr>
          <p:cNvSpPr>
            <a:spLocks noGrp="1"/>
          </p:cNvSpPr>
          <p:nvPr>
            <p:ph type="body" sz="quarter" idx="24" hasCustomPrompt="1"/>
          </p:nvPr>
        </p:nvSpPr>
        <p:spPr>
          <a:xfrm>
            <a:off x="2207567" y="1628775"/>
            <a:ext cx="9433569" cy="369332"/>
          </a:xfrm>
          <a:prstGeom prst="rect">
            <a:avLst/>
          </a:prstGeom>
        </p:spPr>
        <p:txBody>
          <a:bodyPr>
            <a:normAutofit/>
          </a:bodyPr>
          <a:lstStyle>
            <a:lvl1pPr>
              <a:spcBef>
                <a:spcPts val="0"/>
              </a:spcBef>
              <a:defRPr sz="2400">
                <a:solidFill>
                  <a:schemeClr val="bg2"/>
                </a:solidFill>
              </a:defRPr>
            </a:lvl1pPr>
          </a:lstStyle>
          <a:p>
            <a:pPr lvl="0"/>
            <a:r>
              <a:rPr lang="en-US"/>
              <a:t>Click to add text</a:t>
            </a:r>
          </a:p>
        </p:txBody>
      </p:sp>
      <p:sp>
        <p:nvSpPr>
          <p:cNvPr id="23" name="Text Placeholder 11">
            <a:extLst>
              <a:ext uri="{FF2B5EF4-FFF2-40B4-BE49-F238E27FC236}">
                <a16:creationId xmlns:a16="http://schemas.microsoft.com/office/drawing/2014/main" id="{AA1A2157-04CD-44FC-8492-E3FAFE326F18}"/>
              </a:ext>
            </a:extLst>
          </p:cNvPr>
          <p:cNvSpPr>
            <a:spLocks noGrp="1"/>
          </p:cNvSpPr>
          <p:nvPr>
            <p:ph type="body" sz="quarter" idx="25" hasCustomPrompt="1"/>
          </p:nvPr>
        </p:nvSpPr>
        <p:spPr>
          <a:xfrm>
            <a:off x="2207567" y="2221388"/>
            <a:ext cx="9433569" cy="369332"/>
          </a:xfrm>
          <a:prstGeom prst="rect">
            <a:avLst/>
          </a:prstGeom>
        </p:spPr>
        <p:txBody>
          <a:bodyPr>
            <a:normAutofit/>
          </a:bodyPr>
          <a:lstStyle>
            <a:lvl1pPr>
              <a:spcBef>
                <a:spcPts val="0"/>
              </a:spcBef>
              <a:defRPr sz="2400">
                <a:solidFill>
                  <a:schemeClr val="bg2"/>
                </a:solidFill>
              </a:defRPr>
            </a:lvl1pPr>
          </a:lstStyle>
          <a:p>
            <a:pPr lvl="0"/>
            <a:r>
              <a:rPr lang="en-US"/>
              <a:t>Click to add text</a:t>
            </a:r>
          </a:p>
        </p:txBody>
      </p:sp>
      <p:sp>
        <p:nvSpPr>
          <p:cNvPr id="24" name="Text Placeholder 11">
            <a:extLst>
              <a:ext uri="{FF2B5EF4-FFF2-40B4-BE49-F238E27FC236}">
                <a16:creationId xmlns:a16="http://schemas.microsoft.com/office/drawing/2014/main" id="{199E21EB-D052-4206-952C-D3FE77AA1C8D}"/>
              </a:ext>
            </a:extLst>
          </p:cNvPr>
          <p:cNvSpPr>
            <a:spLocks noGrp="1"/>
          </p:cNvSpPr>
          <p:nvPr>
            <p:ph type="body" sz="quarter" idx="26" hasCustomPrompt="1"/>
          </p:nvPr>
        </p:nvSpPr>
        <p:spPr>
          <a:xfrm>
            <a:off x="2207567" y="2814001"/>
            <a:ext cx="9433569" cy="369332"/>
          </a:xfrm>
          <a:prstGeom prst="rect">
            <a:avLst/>
          </a:prstGeom>
        </p:spPr>
        <p:txBody>
          <a:bodyPr>
            <a:normAutofit/>
          </a:bodyPr>
          <a:lstStyle>
            <a:lvl1pPr>
              <a:spcBef>
                <a:spcPts val="0"/>
              </a:spcBef>
              <a:defRPr sz="2400">
                <a:solidFill>
                  <a:schemeClr val="bg2"/>
                </a:solidFill>
              </a:defRPr>
            </a:lvl1pPr>
          </a:lstStyle>
          <a:p>
            <a:pPr lvl="0"/>
            <a:r>
              <a:rPr lang="en-US"/>
              <a:t>Click to add text</a:t>
            </a:r>
          </a:p>
        </p:txBody>
      </p:sp>
      <p:sp>
        <p:nvSpPr>
          <p:cNvPr id="7" name="Text Placeholder 6">
            <a:extLst>
              <a:ext uri="{FF2B5EF4-FFF2-40B4-BE49-F238E27FC236}">
                <a16:creationId xmlns:a16="http://schemas.microsoft.com/office/drawing/2014/main" id="{C9AA932A-4442-4987-878D-3B69D84A4771}"/>
              </a:ext>
            </a:extLst>
          </p:cNvPr>
          <p:cNvSpPr>
            <a:spLocks noGrp="1"/>
          </p:cNvSpPr>
          <p:nvPr>
            <p:ph type="body" sz="quarter" idx="27" hasCustomPrompt="1"/>
          </p:nvPr>
        </p:nvSpPr>
        <p:spPr>
          <a:xfrm>
            <a:off x="1492499" y="1628775"/>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a:t>0x</a:t>
            </a:r>
          </a:p>
        </p:txBody>
      </p:sp>
      <p:sp>
        <p:nvSpPr>
          <p:cNvPr id="21" name="Text Placeholder 6">
            <a:extLst>
              <a:ext uri="{FF2B5EF4-FFF2-40B4-BE49-F238E27FC236}">
                <a16:creationId xmlns:a16="http://schemas.microsoft.com/office/drawing/2014/main" id="{EAA65ABF-5E47-4A8A-934B-E9458D034F70}"/>
              </a:ext>
            </a:extLst>
          </p:cNvPr>
          <p:cNvSpPr>
            <a:spLocks noGrp="1"/>
          </p:cNvSpPr>
          <p:nvPr>
            <p:ph type="body" sz="quarter" idx="28" hasCustomPrompt="1"/>
          </p:nvPr>
        </p:nvSpPr>
        <p:spPr>
          <a:xfrm>
            <a:off x="1492499" y="2221388"/>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a:t>0x</a:t>
            </a:r>
          </a:p>
        </p:txBody>
      </p:sp>
      <p:sp>
        <p:nvSpPr>
          <p:cNvPr id="22" name="Text Placeholder 6">
            <a:extLst>
              <a:ext uri="{FF2B5EF4-FFF2-40B4-BE49-F238E27FC236}">
                <a16:creationId xmlns:a16="http://schemas.microsoft.com/office/drawing/2014/main" id="{AE370511-ABDA-4008-B938-10F0105CBF69}"/>
              </a:ext>
            </a:extLst>
          </p:cNvPr>
          <p:cNvSpPr>
            <a:spLocks noGrp="1"/>
          </p:cNvSpPr>
          <p:nvPr>
            <p:ph type="body" sz="quarter" idx="29" hasCustomPrompt="1"/>
          </p:nvPr>
        </p:nvSpPr>
        <p:spPr>
          <a:xfrm>
            <a:off x="1492499" y="2814001"/>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a:t>0x</a:t>
            </a:r>
          </a:p>
        </p:txBody>
      </p:sp>
      <p:sp>
        <p:nvSpPr>
          <p:cNvPr id="28" name="Text Placeholder 11">
            <a:extLst>
              <a:ext uri="{FF2B5EF4-FFF2-40B4-BE49-F238E27FC236}">
                <a16:creationId xmlns:a16="http://schemas.microsoft.com/office/drawing/2014/main" id="{CABD3DEA-D9AC-49A6-AB02-7A5380BF5183}"/>
              </a:ext>
            </a:extLst>
          </p:cNvPr>
          <p:cNvSpPr>
            <a:spLocks noGrp="1"/>
          </p:cNvSpPr>
          <p:nvPr>
            <p:ph type="body" sz="quarter" idx="30" hasCustomPrompt="1"/>
          </p:nvPr>
        </p:nvSpPr>
        <p:spPr>
          <a:xfrm>
            <a:off x="2207567" y="3406614"/>
            <a:ext cx="9433569" cy="369332"/>
          </a:xfrm>
          <a:prstGeom prst="rect">
            <a:avLst/>
          </a:prstGeom>
        </p:spPr>
        <p:txBody>
          <a:bodyPr>
            <a:normAutofit/>
          </a:bodyPr>
          <a:lstStyle>
            <a:lvl1pPr>
              <a:spcBef>
                <a:spcPts val="0"/>
              </a:spcBef>
              <a:defRPr sz="2400">
                <a:solidFill>
                  <a:schemeClr val="bg2"/>
                </a:solidFill>
              </a:defRPr>
            </a:lvl1pPr>
          </a:lstStyle>
          <a:p>
            <a:pPr lvl="0"/>
            <a:r>
              <a:rPr lang="en-US"/>
              <a:t>Click to add text</a:t>
            </a:r>
          </a:p>
        </p:txBody>
      </p:sp>
      <p:sp>
        <p:nvSpPr>
          <p:cNvPr id="29" name="Text Placeholder 11">
            <a:extLst>
              <a:ext uri="{FF2B5EF4-FFF2-40B4-BE49-F238E27FC236}">
                <a16:creationId xmlns:a16="http://schemas.microsoft.com/office/drawing/2014/main" id="{C143C05F-5CEC-4DA0-8030-D7B2370EBBB4}"/>
              </a:ext>
            </a:extLst>
          </p:cNvPr>
          <p:cNvSpPr>
            <a:spLocks noGrp="1"/>
          </p:cNvSpPr>
          <p:nvPr>
            <p:ph type="body" sz="quarter" idx="31" hasCustomPrompt="1"/>
          </p:nvPr>
        </p:nvSpPr>
        <p:spPr>
          <a:xfrm>
            <a:off x="2207567" y="3999227"/>
            <a:ext cx="9433569" cy="369332"/>
          </a:xfrm>
          <a:prstGeom prst="rect">
            <a:avLst/>
          </a:prstGeom>
        </p:spPr>
        <p:txBody>
          <a:bodyPr>
            <a:normAutofit/>
          </a:bodyPr>
          <a:lstStyle>
            <a:lvl1pPr>
              <a:spcBef>
                <a:spcPts val="0"/>
              </a:spcBef>
              <a:defRPr sz="2400">
                <a:solidFill>
                  <a:schemeClr val="bg2"/>
                </a:solidFill>
              </a:defRPr>
            </a:lvl1pPr>
          </a:lstStyle>
          <a:p>
            <a:pPr lvl="0"/>
            <a:r>
              <a:rPr lang="en-US"/>
              <a:t>Click to add text</a:t>
            </a:r>
          </a:p>
        </p:txBody>
      </p:sp>
      <p:sp>
        <p:nvSpPr>
          <p:cNvPr id="30" name="Text Placeholder 11">
            <a:extLst>
              <a:ext uri="{FF2B5EF4-FFF2-40B4-BE49-F238E27FC236}">
                <a16:creationId xmlns:a16="http://schemas.microsoft.com/office/drawing/2014/main" id="{96B43F80-D448-432F-A45D-FE4715923FC2}"/>
              </a:ext>
            </a:extLst>
          </p:cNvPr>
          <p:cNvSpPr>
            <a:spLocks noGrp="1"/>
          </p:cNvSpPr>
          <p:nvPr>
            <p:ph type="body" sz="quarter" idx="32" hasCustomPrompt="1"/>
          </p:nvPr>
        </p:nvSpPr>
        <p:spPr>
          <a:xfrm>
            <a:off x="2207567" y="4591841"/>
            <a:ext cx="9433569" cy="369332"/>
          </a:xfrm>
          <a:prstGeom prst="rect">
            <a:avLst/>
          </a:prstGeom>
        </p:spPr>
        <p:txBody>
          <a:bodyPr>
            <a:normAutofit/>
          </a:bodyPr>
          <a:lstStyle>
            <a:lvl1pPr>
              <a:spcBef>
                <a:spcPts val="0"/>
              </a:spcBef>
              <a:defRPr sz="2400">
                <a:solidFill>
                  <a:schemeClr val="bg2"/>
                </a:solidFill>
              </a:defRPr>
            </a:lvl1pPr>
          </a:lstStyle>
          <a:p>
            <a:pPr lvl="0"/>
            <a:r>
              <a:rPr lang="en-US"/>
              <a:t>Click to add text</a:t>
            </a:r>
          </a:p>
        </p:txBody>
      </p:sp>
      <p:sp>
        <p:nvSpPr>
          <p:cNvPr id="31" name="Text Placeholder 6">
            <a:extLst>
              <a:ext uri="{FF2B5EF4-FFF2-40B4-BE49-F238E27FC236}">
                <a16:creationId xmlns:a16="http://schemas.microsoft.com/office/drawing/2014/main" id="{C434EB54-C0D1-4857-9330-87FAFCC49D56}"/>
              </a:ext>
            </a:extLst>
          </p:cNvPr>
          <p:cNvSpPr>
            <a:spLocks noGrp="1"/>
          </p:cNvSpPr>
          <p:nvPr>
            <p:ph type="body" sz="quarter" idx="33" hasCustomPrompt="1"/>
          </p:nvPr>
        </p:nvSpPr>
        <p:spPr>
          <a:xfrm>
            <a:off x="1492499" y="3406614"/>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a:t>0x</a:t>
            </a:r>
          </a:p>
        </p:txBody>
      </p:sp>
      <p:sp>
        <p:nvSpPr>
          <p:cNvPr id="32" name="Text Placeholder 6">
            <a:extLst>
              <a:ext uri="{FF2B5EF4-FFF2-40B4-BE49-F238E27FC236}">
                <a16:creationId xmlns:a16="http://schemas.microsoft.com/office/drawing/2014/main" id="{F0320016-4C9A-409B-8724-E53F23529A4B}"/>
              </a:ext>
            </a:extLst>
          </p:cNvPr>
          <p:cNvSpPr>
            <a:spLocks noGrp="1"/>
          </p:cNvSpPr>
          <p:nvPr>
            <p:ph type="body" sz="quarter" idx="34" hasCustomPrompt="1"/>
          </p:nvPr>
        </p:nvSpPr>
        <p:spPr>
          <a:xfrm>
            <a:off x="1492499" y="3999227"/>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a:t>0x</a:t>
            </a:r>
          </a:p>
        </p:txBody>
      </p:sp>
      <p:sp>
        <p:nvSpPr>
          <p:cNvPr id="34" name="Text Placeholder 6">
            <a:extLst>
              <a:ext uri="{FF2B5EF4-FFF2-40B4-BE49-F238E27FC236}">
                <a16:creationId xmlns:a16="http://schemas.microsoft.com/office/drawing/2014/main" id="{F0279A3C-5E27-40F7-98C0-08832F4CE1FB}"/>
              </a:ext>
            </a:extLst>
          </p:cNvPr>
          <p:cNvSpPr>
            <a:spLocks noGrp="1"/>
          </p:cNvSpPr>
          <p:nvPr>
            <p:ph type="body" sz="quarter" idx="35" hasCustomPrompt="1"/>
          </p:nvPr>
        </p:nvSpPr>
        <p:spPr>
          <a:xfrm>
            <a:off x="1492499" y="4591841"/>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a:t>0x</a:t>
            </a:r>
          </a:p>
        </p:txBody>
      </p:sp>
      <p:sp>
        <p:nvSpPr>
          <p:cNvPr id="4" name="Rectangle 3">
            <a:extLst>
              <a:ext uri="{FF2B5EF4-FFF2-40B4-BE49-F238E27FC236}">
                <a16:creationId xmlns:a16="http://schemas.microsoft.com/office/drawing/2014/main" id="{A57CC5E8-E0D3-3603-2CC6-A8BAF2820A56}"/>
              </a:ext>
            </a:extLst>
          </p:cNvPr>
          <p:cNvSpPr/>
          <p:nvPr userDrawn="1"/>
        </p:nvSpPr>
        <p:spPr>
          <a:xfrm rot="16200000">
            <a:off x="-3343113" y="3343113"/>
            <a:ext cx="6857999" cy="171774"/>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5" name="Date Placeholder 4">
            <a:extLst>
              <a:ext uri="{FF2B5EF4-FFF2-40B4-BE49-F238E27FC236}">
                <a16:creationId xmlns:a16="http://schemas.microsoft.com/office/drawing/2014/main" id="{C85C206C-01EC-0BBE-D2E8-677FD637D3BC}"/>
              </a:ext>
            </a:extLst>
          </p:cNvPr>
          <p:cNvSpPr>
            <a:spLocks noGrp="1"/>
          </p:cNvSpPr>
          <p:nvPr>
            <p:ph type="dt" sz="half" idx="36"/>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6" name="Footer Placeholder 5">
            <a:extLst>
              <a:ext uri="{FF2B5EF4-FFF2-40B4-BE49-F238E27FC236}">
                <a16:creationId xmlns:a16="http://schemas.microsoft.com/office/drawing/2014/main" id="{1A7A574E-257C-8BFC-960C-B7B5AD0FA9BD}"/>
              </a:ext>
            </a:extLst>
          </p:cNvPr>
          <p:cNvSpPr>
            <a:spLocks noGrp="1"/>
          </p:cNvSpPr>
          <p:nvPr>
            <p:ph type="ftr" sz="quarter" idx="37"/>
          </p:nvPr>
        </p:nvSpPr>
        <p:spPr/>
        <p:txBody>
          <a:bodyPr/>
          <a:lstStyle/>
          <a:p>
            <a:pPr>
              <a:spcBef>
                <a:spcPts val="1000"/>
              </a:spcBef>
              <a:buFont typeface="Arial" panose="020B0604020202020204" pitchFamily="34" charset="0"/>
              <a:buNone/>
            </a:pPr>
            <a:r>
              <a:rPr lang="en-US"/>
              <a:t>Presentation Title | Author | Date</a:t>
            </a:r>
          </a:p>
        </p:txBody>
      </p:sp>
      <p:sp>
        <p:nvSpPr>
          <p:cNvPr id="10" name="Slide Number Placeholder 9">
            <a:extLst>
              <a:ext uri="{FF2B5EF4-FFF2-40B4-BE49-F238E27FC236}">
                <a16:creationId xmlns:a16="http://schemas.microsoft.com/office/drawing/2014/main" id="{57BCB7A3-F93F-039D-8ADA-0AF4B6D42BBB}"/>
              </a:ext>
            </a:extLst>
          </p:cNvPr>
          <p:cNvSpPr>
            <a:spLocks noGrp="1"/>
          </p:cNvSpPr>
          <p:nvPr>
            <p:ph type="sldNum" sz="quarter" idx="38"/>
          </p:nvPr>
        </p:nvSpPr>
        <p:spPr/>
        <p:txBody>
          <a:bodyPr/>
          <a:lstStyle/>
          <a:p>
            <a:pPr algn="r"/>
            <a:fld id="{5D9A5160-6218-4E5A-B9E6-B93E3DAE377C}" type="slidenum">
              <a:rPr lang="en-US" smtClean="0"/>
              <a:pPr algn="r"/>
              <a:t>‹#›</a:t>
            </a:fld>
            <a:endParaRPr lang="en-US"/>
          </a:p>
        </p:txBody>
      </p:sp>
      <p:sp>
        <p:nvSpPr>
          <p:cNvPr id="8" name="Title Placeholder 4">
            <a:extLst>
              <a:ext uri="{FF2B5EF4-FFF2-40B4-BE49-F238E27FC236}">
                <a16:creationId xmlns:a16="http://schemas.microsoft.com/office/drawing/2014/main" id="{5EC122AA-AED0-3A03-5B9E-6472B3239926}"/>
              </a:ext>
            </a:extLst>
          </p:cNvPr>
          <p:cNvSpPr>
            <a:spLocks noGrp="1"/>
          </p:cNvSpPr>
          <p:nvPr>
            <p:ph type="title" hasCustomPrompt="1"/>
          </p:nvPr>
        </p:nvSpPr>
        <p:spPr>
          <a:xfrm>
            <a:off x="1492498" y="549274"/>
            <a:ext cx="10148637" cy="930372"/>
          </a:xfrm>
          <a:prstGeom prst="rect">
            <a:avLst/>
          </a:prstGeom>
        </p:spPr>
        <p:txBody>
          <a:bodyPr vert="horz" lIns="0" tIns="0" rIns="0" bIns="126000" rtlCol="0" anchor="b" anchorCtr="0">
            <a:noAutofit/>
          </a:bodyPr>
          <a:lstStyle/>
          <a:p>
            <a:pPr lvl="0"/>
            <a:r>
              <a:rPr lang="en-GB"/>
              <a:t>Agenda</a:t>
            </a:r>
            <a:endParaRPr lang="de-DE"/>
          </a:p>
        </p:txBody>
      </p:sp>
    </p:spTree>
    <p:extLst>
      <p:ext uri="{BB962C8B-B14F-4D97-AF65-F5344CB8AC3E}">
        <p14:creationId xmlns:p14="http://schemas.microsoft.com/office/powerpoint/2010/main" val="1529213654"/>
      </p:ext>
    </p:extLst>
  </p:cSld>
  <p:clrMapOvr>
    <a:masterClrMapping/>
  </p:clrMapOvr>
</p:sldLayout>
</file>

<file path=ppt/slideLayouts/slideLayout219.xml><?xml version="1.0" encoding="utf-8"?>
<p:sldLayout xmlns:a="http://schemas.openxmlformats.org/drawingml/2006/main" xmlns:r="http://schemas.openxmlformats.org/officeDocument/2006/relationships" xmlns:p="http://schemas.openxmlformats.org/presentationml/2006/main" preserve="1" userDrawn="1">
  <p:cSld name="Agenda 4">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D119069D-5D68-4DB4-B45F-92CCC710785E}"/>
              </a:ext>
            </a:extLst>
          </p:cNvPr>
          <p:cNvSpPr>
            <a:spLocks noGrp="1"/>
          </p:cNvSpPr>
          <p:nvPr>
            <p:ph type="body" sz="quarter" idx="24" hasCustomPrompt="1"/>
          </p:nvPr>
        </p:nvSpPr>
        <p:spPr>
          <a:xfrm>
            <a:off x="1286644" y="1628775"/>
            <a:ext cx="10024942" cy="369332"/>
          </a:xfrm>
          <a:prstGeom prst="rect">
            <a:avLst/>
          </a:prstGeom>
        </p:spPr>
        <p:txBody>
          <a:bodyPr>
            <a:normAutofit/>
          </a:bodyPr>
          <a:lstStyle>
            <a:lvl1pPr>
              <a:spcBef>
                <a:spcPts val="0"/>
              </a:spcBef>
              <a:defRPr sz="2400">
                <a:solidFill>
                  <a:schemeClr val="bg2"/>
                </a:solidFill>
              </a:defRPr>
            </a:lvl1pPr>
          </a:lstStyle>
          <a:p>
            <a:pPr lvl="0"/>
            <a:r>
              <a:rPr lang="en-US"/>
              <a:t>Click to add text</a:t>
            </a:r>
          </a:p>
        </p:txBody>
      </p:sp>
      <p:sp>
        <p:nvSpPr>
          <p:cNvPr id="23" name="Text Placeholder 11">
            <a:extLst>
              <a:ext uri="{FF2B5EF4-FFF2-40B4-BE49-F238E27FC236}">
                <a16:creationId xmlns:a16="http://schemas.microsoft.com/office/drawing/2014/main" id="{AA1A2157-04CD-44FC-8492-E3FAFE326F18}"/>
              </a:ext>
            </a:extLst>
          </p:cNvPr>
          <p:cNvSpPr>
            <a:spLocks noGrp="1"/>
          </p:cNvSpPr>
          <p:nvPr>
            <p:ph type="body" sz="quarter" idx="25" hasCustomPrompt="1"/>
          </p:nvPr>
        </p:nvSpPr>
        <p:spPr>
          <a:xfrm>
            <a:off x="1286644" y="2221388"/>
            <a:ext cx="10024942" cy="369332"/>
          </a:xfrm>
          <a:prstGeom prst="rect">
            <a:avLst/>
          </a:prstGeom>
        </p:spPr>
        <p:txBody>
          <a:bodyPr>
            <a:normAutofit/>
          </a:bodyPr>
          <a:lstStyle>
            <a:lvl1pPr>
              <a:spcBef>
                <a:spcPts val="0"/>
              </a:spcBef>
              <a:defRPr sz="2400">
                <a:solidFill>
                  <a:schemeClr val="bg2"/>
                </a:solidFill>
              </a:defRPr>
            </a:lvl1pPr>
          </a:lstStyle>
          <a:p>
            <a:pPr lvl="0"/>
            <a:r>
              <a:rPr lang="en-US"/>
              <a:t>Click to add text</a:t>
            </a:r>
          </a:p>
        </p:txBody>
      </p:sp>
      <p:sp>
        <p:nvSpPr>
          <p:cNvPr id="24" name="Text Placeholder 11">
            <a:extLst>
              <a:ext uri="{FF2B5EF4-FFF2-40B4-BE49-F238E27FC236}">
                <a16:creationId xmlns:a16="http://schemas.microsoft.com/office/drawing/2014/main" id="{199E21EB-D052-4206-952C-D3FE77AA1C8D}"/>
              </a:ext>
            </a:extLst>
          </p:cNvPr>
          <p:cNvSpPr>
            <a:spLocks noGrp="1"/>
          </p:cNvSpPr>
          <p:nvPr>
            <p:ph type="body" sz="quarter" idx="26" hasCustomPrompt="1"/>
          </p:nvPr>
        </p:nvSpPr>
        <p:spPr>
          <a:xfrm>
            <a:off x="1286644" y="2814001"/>
            <a:ext cx="10024942" cy="369332"/>
          </a:xfrm>
          <a:prstGeom prst="rect">
            <a:avLst/>
          </a:prstGeom>
        </p:spPr>
        <p:txBody>
          <a:bodyPr>
            <a:normAutofit/>
          </a:bodyPr>
          <a:lstStyle>
            <a:lvl1pPr>
              <a:spcBef>
                <a:spcPts val="0"/>
              </a:spcBef>
              <a:defRPr sz="2400">
                <a:solidFill>
                  <a:schemeClr val="bg2"/>
                </a:solidFill>
              </a:defRPr>
            </a:lvl1pPr>
          </a:lstStyle>
          <a:p>
            <a:pPr lvl="0"/>
            <a:r>
              <a:rPr lang="en-US"/>
              <a:t>Click to add text</a:t>
            </a:r>
          </a:p>
        </p:txBody>
      </p:sp>
      <p:sp>
        <p:nvSpPr>
          <p:cNvPr id="7" name="Text Placeholder 6">
            <a:extLst>
              <a:ext uri="{FF2B5EF4-FFF2-40B4-BE49-F238E27FC236}">
                <a16:creationId xmlns:a16="http://schemas.microsoft.com/office/drawing/2014/main" id="{C9AA932A-4442-4987-878D-3B69D84A4771}"/>
              </a:ext>
            </a:extLst>
          </p:cNvPr>
          <p:cNvSpPr>
            <a:spLocks noGrp="1"/>
          </p:cNvSpPr>
          <p:nvPr>
            <p:ph type="body" sz="quarter" idx="27" hasCustomPrompt="1"/>
          </p:nvPr>
        </p:nvSpPr>
        <p:spPr>
          <a:xfrm>
            <a:off x="571574" y="1628775"/>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a:t>0x</a:t>
            </a:r>
          </a:p>
        </p:txBody>
      </p:sp>
      <p:sp>
        <p:nvSpPr>
          <p:cNvPr id="21" name="Text Placeholder 6">
            <a:extLst>
              <a:ext uri="{FF2B5EF4-FFF2-40B4-BE49-F238E27FC236}">
                <a16:creationId xmlns:a16="http://schemas.microsoft.com/office/drawing/2014/main" id="{EAA65ABF-5E47-4A8A-934B-E9458D034F70}"/>
              </a:ext>
            </a:extLst>
          </p:cNvPr>
          <p:cNvSpPr>
            <a:spLocks noGrp="1"/>
          </p:cNvSpPr>
          <p:nvPr>
            <p:ph type="body" sz="quarter" idx="28" hasCustomPrompt="1"/>
          </p:nvPr>
        </p:nvSpPr>
        <p:spPr>
          <a:xfrm>
            <a:off x="571574" y="2221388"/>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a:t>0x</a:t>
            </a:r>
          </a:p>
        </p:txBody>
      </p:sp>
      <p:sp>
        <p:nvSpPr>
          <p:cNvPr id="22" name="Text Placeholder 6">
            <a:extLst>
              <a:ext uri="{FF2B5EF4-FFF2-40B4-BE49-F238E27FC236}">
                <a16:creationId xmlns:a16="http://schemas.microsoft.com/office/drawing/2014/main" id="{AE370511-ABDA-4008-B938-10F0105CBF69}"/>
              </a:ext>
            </a:extLst>
          </p:cNvPr>
          <p:cNvSpPr>
            <a:spLocks noGrp="1"/>
          </p:cNvSpPr>
          <p:nvPr>
            <p:ph type="body" sz="quarter" idx="29" hasCustomPrompt="1"/>
          </p:nvPr>
        </p:nvSpPr>
        <p:spPr>
          <a:xfrm>
            <a:off x="571574" y="2814001"/>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a:t>0x</a:t>
            </a:r>
          </a:p>
        </p:txBody>
      </p:sp>
      <p:sp>
        <p:nvSpPr>
          <p:cNvPr id="28" name="Text Placeholder 11">
            <a:extLst>
              <a:ext uri="{FF2B5EF4-FFF2-40B4-BE49-F238E27FC236}">
                <a16:creationId xmlns:a16="http://schemas.microsoft.com/office/drawing/2014/main" id="{CABD3DEA-D9AC-49A6-AB02-7A5380BF5183}"/>
              </a:ext>
            </a:extLst>
          </p:cNvPr>
          <p:cNvSpPr>
            <a:spLocks noGrp="1"/>
          </p:cNvSpPr>
          <p:nvPr>
            <p:ph type="body" sz="quarter" idx="30" hasCustomPrompt="1"/>
          </p:nvPr>
        </p:nvSpPr>
        <p:spPr>
          <a:xfrm>
            <a:off x="1286644" y="3406614"/>
            <a:ext cx="10024942" cy="369332"/>
          </a:xfrm>
          <a:prstGeom prst="rect">
            <a:avLst/>
          </a:prstGeom>
        </p:spPr>
        <p:txBody>
          <a:bodyPr>
            <a:normAutofit/>
          </a:bodyPr>
          <a:lstStyle>
            <a:lvl1pPr>
              <a:spcBef>
                <a:spcPts val="0"/>
              </a:spcBef>
              <a:defRPr sz="2400">
                <a:solidFill>
                  <a:schemeClr val="bg2"/>
                </a:solidFill>
              </a:defRPr>
            </a:lvl1pPr>
          </a:lstStyle>
          <a:p>
            <a:pPr lvl="0"/>
            <a:r>
              <a:rPr lang="en-US"/>
              <a:t>Click to add text</a:t>
            </a:r>
          </a:p>
        </p:txBody>
      </p:sp>
      <p:sp>
        <p:nvSpPr>
          <p:cNvPr id="29" name="Text Placeholder 11">
            <a:extLst>
              <a:ext uri="{FF2B5EF4-FFF2-40B4-BE49-F238E27FC236}">
                <a16:creationId xmlns:a16="http://schemas.microsoft.com/office/drawing/2014/main" id="{C143C05F-5CEC-4DA0-8030-D7B2370EBBB4}"/>
              </a:ext>
            </a:extLst>
          </p:cNvPr>
          <p:cNvSpPr>
            <a:spLocks noGrp="1"/>
          </p:cNvSpPr>
          <p:nvPr>
            <p:ph type="body" sz="quarter" idx="31" hasCustomPrompt="1"/>
          </p:nvPr>
        </p:nvSpPr>
        <p:spPr>
          <a:xfrm>
            <a:off x="1286644" y="3999227"/>
            <a:ext cx="10024942" cy="369332"/>
          </a:xfrm>
          <a:prstGeom prst="rect">
            <a:avLst/>
          </a:prstGeom>
        </p:spPr>
        <p:txBody>
          <a:bodyPr>
            <a:normAutofit/>
          </a:bodyPr>
          <a:lstStyle>
            <a:lvl1pPr>
              <a:spcBef>
                <a:spcPts val="0"/>
              </a:spcBef>
              <a:defRPr sz="2400">
                <a:solidFill>
                  <a:schemeClr val="bg2"/>
                </a:solidFill>
              </a:defRPr>
            </a:lvl1pPr>
          </a:lstStyle>
          <a:p>
            <a:pPr lvl="0"/>
            <a:r>
              <a:rPr lang="en-US"/>
              <a:t>Click to add text</a:t>
            </a:r>
          </a:p>
        </p:txBody>
      </p:sp>
      <p:sp>
        <p:nvSpPr>
          <p:cNvPr id="30" name="Text Placeholder 11">
            <a:extLst>
              <a:ext uri="{FF2B5EF4-FFF2-40B4-BE49-F238E27FC236}">
                <a16:creationId xmlns:a16="http://schemas.microsoft.com/office/drawing/2014/main" id="{96B43F80-D448-432F-A45D-FE4715923FC2}"/>
              </a:ext>
            </a:extLst>
          </p:cNvPr>
          <p:cNvSpPr>
            <a:spLocks noGrp="1"/>
          </p:cNvSpPr>
          <p:nvPr>
            <p:ph type="body" sz="quarter" idx="32" hasCustomPrompt="1"/>
          </p:nvPr>
        </p:nvSpPr>
        <p:spPr>
          <a:xfrm>
            <a:off x="1286644" y="4591841"/>
            <a:ext cx="10024942" cy="369332"/>
          </a:xfrm>
          <a:prstGeom prst="rect">
            <a:avLst/>
          </a:prstGeom>
        </p:spPr>
        <p:txBody>
          <a:bodyPr>
            <a:normAutofit/>
          </a:bodyPr>
          <a:lstStyle>
            <a:lvl1pPr>
              <a:spcBef>
                <a:spcPts val="0"/>
              </a:spcBef>
              <a:defRPr sz="2400">
                <a:solidFill>
                  <a:schemeClr val="bg2"/>
                </a:solidFill>
              </a:defRPr>
            </a:lvl1pPr>
          </a:lstStyle>
          <a:p>
            <a:pPr lvl="0"/>
            <a:r>
              <a:rPr lang="en-US"/>
              <a:t>Click to add text</a:t>
            </a:r>
          </a:p>
        </p:txBody>
      </p:sp>
      <p:sp>
        <p:nvSpPr>
          <p:cNvPr id="31" name="Text Placeholder 6">
            <a:extLst>
              <a:ext uri="{FF2B5EF4-FFF2-40B4-BE49-F238E27FC236}">
                <a16:creationId xmlns:a16="http://schemas.microsoft.com/office/drawing/2014/main" id="{C434EB54-C0D1-4857-9330-87FAFCC49D56}"/>
              </a:ext>
            </a:extLst>
          </p:cNvPr>
          <p:cNvSpPr>
            <a:spLocks noGrp="1"/>
          </p:cNvSpPr>
          <p:nvPr>
            <p:ph type="body" sz="quarter" idx="33" hasCustomPrompt="1"/>
          </p:nvPr>
        </p:nvSpPr>
        <p:spPr>
          <a:xfrm>
            <a:off x="571574" y="3406614"/>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a:t>0x</a:t>
            </a:r>
          </a:p>
        </p:txBody>
      </p:sp>
      <p:sp>
        <p:nvSpPr>
          <p:cNvPr id="32" name="Text Placeholder 6">
            <a:extLst>
              <a:ext uri="{FF2B5EF4-FFF2-40B4-BE49-F238E27FC236}">
                <a16:creationId xmlns:a16="http://schemas.microsoft.com/office/drawing/2014/main" id="{F0320016-4C9A-409B-8724-E53F23529A4B}"/>
              </a:ext>
            </a:extLst>
          </p:cNvPr>
          <p:cNvSpPr>
            <a:spLocks noGrp="1"/>
          </p:cNvSpPr>
          <p:nvPr>
            <p:ph type="body" sz="quarter" idx="34" hasCustomPrompt="1"/>
          </p:nvPr>
        </p:nvSpPr>
        <p:spPr>
          <a:xfrm>
            <a:off x="571574" y="3999227"/>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a:t>0x</a:t>
            </a:r>
          </a:p>
        </p:txBody>
      </p:sp>
      <p:sp>
        <p:nvSpPr>
          <p:cNvPr id="34" name="Text Placeholder 6">
            <a:extLst>
              <a:ext uri="{FF2B5EF4-FFF2-40B4-BE49-F238E27FC236}">
                <a16:creationId xmlns:a16="http://schemas.microsoft.com/office/drawing/2014/main" id="{F0279A3C-5E27-40F7-98C0-08832F4CE1FB}"/>
              </a:ext>
            </a:extLst>
          </p:cNvPr>
          <p:cNvSpPr>
            <a:spLocks noGrp="1"/>
          </p:cNvSpPr>
          <p:nvPr>
            <p:ph type="body" sz="quarter" idx="35" hasCustomPrompt="1"/>
          </p:nvPr>
        </p:nvSpPr>
        <p:spPr>
          <a:xfrm>
            <a:off x="571574" y="4591841"/>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a:t>0x</a:t>
            </a:r>
          </a:p>
        </p:txBody>
      </p:sp>
      <p:sp>
        <p:nvSpPr>
          <p:cNvPr id="13" name="Date Placeholder 12">
            <a:extLst>
              <a:ext uri="{FF2B5EF4-FFF2-40B4-BE49-F238E27FC236}">
                <a16:creationId xmlns:a16="http://schemas.microsoft.com/office/drawing/2014/main" id="{D3A8E554-610E-ED51-EC6E-2FC32243D4A2}"/>
              </a:ext>
            </a:extLst>
          </p:cNvPr>
          <p:cNvSpPr>
            <a:spLocks noGrp="1"/>
          </p:cNvSpPr>
          <p:nvPr>
            <p:ph type="dt" sz="half" idx="36"/>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18" name="Footer Placeholder 17">
            <a:extLst>
              <a:ext uri="{FF2B5EF4-FFF2-40B4-BE49-F238E27FC236}">
                <a16:creationId xmlns:a16="http://schemas.microsoft.com/office/drawing/2014/main" id="{9BFC3022-C813-4A4B-8BBB-04ABD482D773}"/>
              </a:ext>
            </a:extLst>
          </p:cNvPr>
          <p:cNvSpPr>
            <a:spLocks noGrp="1"/>
          </p:cNvSpPr>
          <p:nvPr>
            <p:ph type="ftr" sz="quarter" idx="37"/>
          </p:nvPr>
        </p:nvSpPr>
        <p:spPr/>
        <p:txBody>
          <a:bodyPr/>
          <a:lstStyle/>
          <a:p>
            <a:pPr>
              <a:spcBef>
                <a:spcPts val="1000"/>
              </a:spcBef>
              <a:buFont typeface="Arial" panose="020B0604020202020204" pitchFamily="34" charset="0"/>
              <a:buNone/>
            </a:pPr>
            <a:r>
              <a:rPr lang="en-US"/>
              <a:t>Presentation Title | Author | Date</a:t>
            </a:r>
          </a:p>
        </p:txBody>
      </p:sp>
      <p:sp>
        <p:nvSpPr>
          <p:cNvPr id="19" name="Slide Number Placeholder 18">
            <a:extLst>
              <a:ext uri="{FF2B5EF4-FFF2-40B4-BE49-F238E27FC236}">
                <a16:creationId xmlns:a16="http://schemas.microsoft.com/office/drawing/2014/main" id="{AE448402-C879-6591-3855-645E636D6FAF}"/>
              </a:ext>
            </a:extLst>
          </p:cNvPr>
          <p:cNvSpPr>
            <a:spLocks noGrp="1"/>
          </p:cNvSpPr>
          <p:nvPr>
            <p:ph type="sldNum" sz="quarter" idx="38"/>
          </p:nvPr>
        </p:nvSpPr>
        <p:spPr/>
        <p:txBody>
          <a:bodyPr/>
          <a:lstStyle/>
          <a:p>
            <a:pPr algn="r"/>
            <a:fld id="{5D9A5160-6218-4E5A-B9E6-B93E3DAE377C}" type="slidenum">
              <a:rPr lang="en-US" smtClean="0"/>
              <a:pPr algn="r"/>
              <a:t>‹#›</a:t>
            </a:fld>
            <a:endParaRPr lang="en-US"/>
          </a:p>
        </p:txBody>
      </p:sp>
      <p:sp>
        <p:nvSpPr>
          <p:cNvPr id="2" name="Title Placeholder 4">
            <a:extLst>
              <a:ext uri="{FF2B5EF4-FFF2-40B4-BE49-F238E27FC236}">
                <a16:creationId xmlns:a16="http://schemas.microsoft.com/office/drawing/2014/main" id="{58A80D78-DE60-96EF-D118-992F247BC2BB}"/>
              </a:ext>
            </a:extLst>
          </p:cNvPr>
          <p:cNvSpPr>
            <a:spLocks noGrp="1"/>
          </p:cNvSpPr>
          <p:nvPr>
            <p:ph type="title" hasCustomPrompt="1"/>
          </p:nvPr>
        </p:nvSpPr>
        <p:spPr>
          <a:xfrm>
            <a:off x="551384" y="549274"/>
            <a:ext cx="11090938" cy="930372"/>
          </a:xfrm>
          <a:prstGeom prst="rect">
            <a:avLst/>
          </a:prstGeom>
        </p:spPr>
        <p:txBody>
          <a:bodyPr vert="horz" lIns="0" tIns="0" rIns="0" bIns="126000" rtlCol="0" anchor="b" anchorCtr="0">
            <a:noAutofit/>
          </a:bodyPr>
          <a:lstStyle/>
          <a:p>
            <a:pPr lvl="0"/>
            <a:r>
              <a:rPr lang="en-GB"/>
              <a:t>Agenda</a:t>
            </a:r>
            <a:endParaRPr lang="de-DE"/>
          </a:p>
        </p:txBody>
      </p:sp>
    </p:spTree>
    <p:extLst>
      <p:ext uri="{BB962C8B-B14F-4D97-AF65-F5344CB8AC3E}">
        <p14:creationId xmlns:p14="http://schemas.microsoft.com/office/powerpoint/2010/main" val="1009618253"/>
      </p:ext>
    </p:extLst>
  </p:cSld>
  <p:clrMapOvr>
    <a:masterClrMapping/>
  </p:clrMapOvr>
</p:sldLayout>
</file>

<file path=ppt/slideLayouts/slideLayout220.xml><?xml version="1.0" encoding="utf-8"?>
<p:sldLayout xmlns:a="http://schemas.openxmlformats.org/drawingml/2006/main" xmlns:r="http://schemas.openxmlformats.org/officeDocument/2006/relationships" xmlns:p="http://schemas.openxmlformats.org/presentationml/2006/main" preserve="1" userDrawn="1">
  <p:cSld name="Divider 1">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DA65D5B6-99D5-A656-18EB-125B9A4CC27A}"/>
              </a:ext>
            </a:extLst>
          </p:cNvPr>
          <p:cNvSpPr/>
          <p:nvPr userDrawn="1"/>
        </p:nvSpPr>
        <p:spPr>
          <a:xfrm>
            <a:off x="5159374" y="4257063"/>
            <a:ext cx="7032625" cy="180000"/>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FFFFFF"/>
              </a:solidFill>
              <a:effectLst/>
              <a:uLnTx/>
              <a:uFillTx/>
              <a:latin typeface="Ubuntu"/>
              <a:ea typeface="+mn-ea"/>
              <a:cs typeface="+mn-cs"/>
            </a:endParaRPr>
          </a:p>
        </p:txBody>
      </p:sp>
      <p:sp>
        <p:nvSpPr>
          <p:cNvPr id="8" name="Text Placeholder 8">
            <a:extLst>
              <a:ext uri="{FF2B5EF4-FFF2-40B4-BE49-F238E27FC236}">
                <a16:creationId xmlns:a16="http://schemas.microsoft.com/office/drawing/2014/main" id="{E2576D65-BA9A-4C38-D195-558BDD9AFD0E}"/>
              </a:ext>
            </a:extLst>
          </p:cNvPr>
          <p:cNvSpPr>
            <a:spLocks noGrp="1"/>
          </p:cNvSpPr>
          <p:nvPr>
            <p:ph type="body" sz="quarter" idx="19" hasCustomPrompt="1"/>
          </p:nvPr>
        </p:nvSpPr>
        <p:spPr>
          <a:xfrm>
            <a:off x="0" y="0"/>
            <a:ext cx="4657725" cy="6858000"/>
          </a:xfrm>
          <a:prstGeom prst="rect">
            <a:avLst/>
          </a:prstGeom>
        </p:spPr>
        <p:txBody>
          <a:bodyPr wrap="none" lIns="0" tIns="972000" rIns="0" bIns="0" anchor="t" anchorCtr="0">
            <a:noAutofit/>
          </a:bodyPr>
          <a:lstStyle>
            <a:lvl1pPr algn="r">
              <a:defRPr sz="40000" spc="-300">
                <a:solidFill>
                  <a:schemeClr val="bg1"/>
                </a:solidFill>
              </a:defRPr>
            </a:lvl1pPr>
          </a:lstStyle>
          <a:p>
            <a:pPr lvl="0"/>
            <a:r>
              <a:rPr lang="en-GB"/>
              <a:t>01</a:t>
            </a:r>
            <a:endParaRPr lang="en-PL"/>
          </a:p>
        </p:txBody>
      </p:sp>
      <p:sp>
        <p:nvSpPr>
          <p:cNvPr id="2" name="Date Placeholder 1">
            <a:extLst>
              <a:ext uri="{FF2B5EF4-FFF2-40B4-BE49-F238E27FC236}">
                <a16:creationId xmlns:a16="http://schemas.microsoft.com/office/drawing/2014/main" id="{D888E175-7057-3F5C-3D05-E1A6DF23539C}"/>
              </a:ext>
            </a:extLst>
          </p:cNvPr>
          <p:cNvSpPr>
            <a:spLocks noGrp="1"/>
          </p:cNvSpPr>
          <p:nvPr>
            <p:ph type="dt" sz="half" idx="20"/>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5" name="Footer Placeholder 4">
            <a:extLst>
              <a:ext uri="{FF2B5EF4-FFF2-40B4-BE49-F238E27FC236}">
                <a16:creationId xmlns:a16="http://schemas.microsoft.com/office/drawing/2014/main" id="{87B29DCD-1860-BCB3-12D3-011B4B8885BF}"/>
              </a:ext>
            </a:extLst>
          </p:cNvPr>
          <p:cNvSpPr>
            <a:spLocks noGrp="1"/>
          </p:cNvSpPr>
          <p:nvPr>
            <p:ph type="ftr" sz="quarter" idx="21"/>
          </p:nvPr>
        </p:nvSpPr>
        <p:spPr/>
        <p:txBody>
          <a:bodyPr/>
          <a:lstStyle/>
          <a:p>
            <a:pPr>
              <a:spcBef>
                <a:spcPts val="1000"/>
              </a:spcBef>
              <a:buFont typeface="Arial" panose="020B0604020202020204" pitchFamily="34" charset="0"/>
              <a:buNone/>
            </a:pPr>
            <a:r>
              <a:rPr lang="en-US"/>
              <a:t>Presentation Title | Author | Date</a:t>
            </a:r>
          </a:p>
        </p:txBody>
      </p:sp>
      <p:sp>
        <p:nvSpPr>
          <p:cNvPr id="7" name="Slide Number Placeholder 6">
            <a:extLst>
              <a:ext uri="{FF2B5EF4-FFF2-40B4-BE49-F238E27FC236}">
                <a16:creationId xmlns:a16="http://schemas.microsoft.com/office/drawing/2014/main" id="{5673F8B8-3459-331B-8856-F82064558CD0}"/>
              </a:ext>
            </a:extLst>
          </p:cNvPr>
          <p:cNvSpPr>
            <a:spLocks noGrp="1"/>
          </p:cNvSpPr>
          <p:nvPr>
            <p:ph type="sldNum" sz="quarter" idx="22"/>
          </p:nvPr>
        </p:nvSpPr>
        <p:spPr/>
        <p:txBody>
          <a:bodyPr/>
          <a:lstStyle/>
          <a:p>
            <a:pPr algn="r"/>
            <a:fld id="{5D9A5160-6218-4E5A-B9E6-B93E3DAE377C}" type="slidenum">
              <a:rPr lang="en-US" smtClean="0"/>
              <a:pPr algn="r"/>
              <a:t>‹#›</a:t>
            </a:fld>
            <a:endParaRPr lang="en-US"/>
          </a:p>
        </p:txBody>
      </p:sp>
      <p:sp>
        <p:nvSpPr>
          <p:cNvPr id="3" name="Title 5">
            <a:extLst>
              <a:ext uri="{FF2B5EF4-FFF2-40B4-BE49-F238E27FC236}">
                <a16:creationId xmlns:a16="http://schemas.microsoft.com/office/drawing/2014/main" id="{7DCE2D01-5178-113C-9D30-34E1AB5BB651}"/>
              </a:ext>
            </a:extLst>
          </p:cNvPr>
          <p:cNvSpPr>
            <a:spLocks noGrp="1"/>
          </p:cNvSpPr>
          <p:nvPr>
            <p:ph type="title" hasCustomPrompt="1"/>
          </p:nvPr>
        </p:nvSpPr>
        <p:spPr>
          <a:xfrm>
            <a:off x="5159374" y="4658810"/>
            <a:ext cx="6487665" cy="1672542"/>
          </a:xfrm>
          <a:prstGeom prst="rect">
            <a:avLst/>
          </a:prstGeom>
        </p:spPr>
        <p:txBody>
          <a:bodyPr vert="horz" lIns="0" tIns="0" rIns="0" bIns="0" rtlCol="0" anchor="t">
            <a:noAutofit/>
          </a:bodyPr>
          <a:lstStyle>
            <a:lvl1pPr>
              <a:spcBef>
                <a:spcPts val="0"/>
              </a:spcBef>
              <a:defRPr lang="en-US" sz="4800">
                <a:latin typeface="+mn-lt"/>
                <a:ea typeface="+mn-ea"/>
                <a:cs typeface="+mn-cs"/>
              </a:defRPr>
            </a:lvl1pPr>
          </a:lstStyle>
          <a:p>
            <a:pPr lvl="0">
              <a:lnSpc>
                <a:spcPct val="100000"/>
              </a:lnSpc>
              <a:spcBef>
                <a:spcPts val="1800"/>
              </a:spcBef>
              <a:buFont typeface="Arial" panose="020B0604020202020204" pitchFamily="34" charset="0"/>
            </a:pPr>
            <a:r>
              <a:rPr lang="en-US"/>
              <a:t>Click to add title</a:t>
            </a:r>
          </a:p>
        </p:txBody>
      </p:sp>
    </p:spTree>
    <p:extLst>
      <p:ext uri="{BB962C8B-B14F-4D97-AF65-F5344CB8AC3E}">
        <p14:creationId xmlns:p14="http://schemas.microsoft.com/office/powerpoint/2010/main" val="4246893738"/>
      </p:ext>
    </p:extLst>
  </p:cSld>
  <p:clrMapOvr>
    <a:masterClrMapping/>
  </p:clrMapOvr>
</p:sldLayout>
</file>

<file path=ppt/slideLayouts/slideLayout221.xml><?xml version="1.0" encoding="utf-8"?>
<p:sldLayout xmlns:a="http://schemas.openxmlformats.org/drawingml/2006/main" xmlns:r="http://schemas.openxmlformats.org/officeDocument/2006/relationships" xmlns:p="http://schemas.openxmlformats.org/presentationml/2006/main" preserve="1" userDrawn="1">
  <p:cSld name="Divider Photo 1">
    <p:spTree>
      <p:nvGrpSpPr>
        <p:cNvPr id="1" name=""/>
        <p:cNvGrpSpPr/>
        <p:nvPr/>
      </p:nvGrpSpPr>
      <p:grpSpPr>
        <a:xfrm>
          <a:off x="0" y="0"/>
          <a:ext cx="0" cy="0"/>
          <a:chOff x="0" y="0"/>
          <a:chExt cx="0" cy="0"/>
        </a:xfrm>
      </p:grpSpPr>
      <p:sp>
        <p:nvSpPr>
          <p:cNvPr id="2" name="Picture Placeholder 10">
            <a:extLst>
              <a:ext uri="{FF2B5EF4-FFF2-40B4-BE49-F238E27FC236}">
                <a16:creationId xmlns:a16="http://schemas.microsoft.com/office/drawing/2014/main" id="{8AD156C1-F91F-57E6-BFA6-A0059404D219}"/>
              </a:ext>
            </a:extLst>
          </p:cNvPr>
          <p:cNvSpPr>
            <a:spLocks noGrp="1"/>
          </p:cNvSpPr>
          <p:nvPr>
            <p:ph type="pic" sz="quarter" idx="13" hasCustomPrompt="1"/>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sp>
        <p:nvSpPr>
          <p:cNvPr id="7" name="Text Placeholder 8">
            <a:extLst>
              <a:ext uri="{FF2B5EF4-FFF2-40B4-BE49-F238E27FC236}">
                <a16:creationId xmlns:a16="http://schemas.microsoft.com/office/drawing/2014/main" id="{516D0E3A-0719-64AB-54D1-64F80BE164A7}"/>
              </a:ext>
            </a:extLst>
          </p:cNvPr>
          <p:cNvSpPr>
            <a:spLocks noGrp="1"/>
          </p:cNvSpPr>
          <p:nvPr>
            <p:ph type="body" sz="quarter" idx="19" hasCustomPrompt="1"/>
          </p:nvPr>
        </p:nvSpPr>
        <p:spPr>
          <a:xfrm>
            <a:off x="0" y="0"/>
            <a:ext cx="4657725" cy="6858000"/>
          </a:xfrm>
          <a:prstGeom prst="rect">
            <a:avLst/>
          </a:prstGeom>
        </p:spPr>
        <p:txBody>
          <a:bodyPr wrap="none" lIns="0" tIns="972000" rIns="0" bIns="0" anchor="t" anchorCtr="0">
            <a:noAutofit/>
          </a:bodyPr>
          <a:lstStyle>
            <a:lvl1pPr algn="r">
              <a:defRPr sz="40000" spc="-300">
                <a:solidFill>
                  <a:schemeClr val="bg1"/>
                </a:solidFill>
              </a:defRPr>
            </a:lvl1pPr>
          </a:lstStyle>
          <a:p>
            <a:pPr lvl="0"/>
            <a:r>
              <a:rPr lang="en-GB"/>
              <a:t>01</a:t>
            </a:r>
            <a:endParaRPr lang="en-PL"/>
          </a:p>
        </p:txBody>
      </p:sp>
      <p:sp>
        <p:nvSpPr>
          <p:cNvPr id="16" name="Date Placeholder 15">
            <a:extLst>
              <a:ext uri="{FF2B5EF4-FFF2-40B4-BE49-F238E27FC236}">
                <a16:creationId xmlns:a16="http://schemas.microsoft.com/office/drawing/2014/main" id="{49CD99F0-AA6A-8A74-80DA-FCF12D30E56D}"/>
              </a:ext>
            </a:extLst>
          </p:cNvPr>
          <p:cNvSpPr>
            <a:spLocks noGrp="1"/>
          </p:cNvSpPr>
          <p:nvPr>
            <p:ph type="dt" sz="half" idx="20"/>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17" name="Footer Placeholder 16">
            <a:extLst>
              <a:ext uri="{FF2B5EF4-FFF2-40B4-BE49-F238E27FC236}">
                <a16:creationId xmlns:a16="http://schemas.microsoft.com/office/drawing/2014/main" id="{F17F6240-FF3A-51A1-CB87-F17DD5B550AC}"/>
              </a:ext>
            </a:extLst>
          </p:cNvPr>
          <p:cNvSpPr>
            <a:spLocks noGrp="1"/>
          </p:cNvSpPr>
          <p:nvPr>
            <p:ph type="ftr" sz="quarter" idx="21"/>
          </p:nvPr>
        </p:nvSpPr>
        <p:spPr/>
        <p:txBody>
          <a:bodyPr/>
          <a:lstStyle/>
          <a:p>
            <a:pPr>
              <a:spcBef>
                <a:spcPts val="1000"/>
              </a:spcBef>
              <a:buFont typeface="Arial" panose="020B0604020202020204" pitchFamily="34" charset="0"/>
              <a:buNone/>
            </a:pPr>
            <a:r>
              <a:rPr lang="en-US"/>
              <a:t>Presentation Title | Author | Date</a:t>
            </a:r>
          </a:p>
        </p:txBody>
      </p:sp>
      <p:sp>
        <p:nvSpPr>
          <p:cNvPr id="18" name="Slide Number Placeholder 17">
            <a:extLst>
              <a:ext uri="{FF2B5EF4-FFF2-40B4-BE49-F238E27FC236}">
                <a16:creationId xmlns:a16="http://schemas.microsoft.com/office/drawing/2014/main" id="{325C9A5C-680C-6EA0-3B81-433A858DD497}"/>
              </a:ext>
            </a:extLst>
          </p:cNvPr>
          <p:cNvSpPr>
            <a:spLocks noGrp="1"/>
          </p:cNvSpPr>
          <p:nvPr>
            <p:ph type="sldNum" sz="quarter" idx="22"/>
          </p:nvPr>
        </p:nvSpPr>
        <p:spPr/>
        <p:txBody>
          <a:bodyPr/>
          <a:lstStyle/>
          <a:p>
            <a:pPr algn="r"/>
            <a:fld id="{5D9A5160-6218-4E5A-B9E6-B93E3DAE377C}" type="slidenum">
              <a:rPr lang="en-US" smtClean="0"/>
              <a:pPr algn="r"/>
              <a:t>‹#›</a:t>
            </a:fld>
            <a:endParaRPr lang="en-US"/>
          </a:p>
        </p:txBody>
      </p:sp>
      <p:sp>
        <p:nvSpPr>
          <p:cNvPr id="4" name="Title 5">
            <a:extLst>
              <a:ext uri="{FF2B5EF4-FFF2-40B4-BE49-F238E27FC236}">
                <a16:creationId xmlns:a16="http://schemas.microsoft.com/office/drawing/2014/main" id="{A022EE47-7265-260F-F3DB-845EB02DA2C7}"/>
              </a:ext>
            </a:extLst>
          </p:cNvPr>
          <p:cNvSpPr>
            <a:spLocks noGrp="1"/>
          </p:cNvSpPr>
          <p:nvPr>
            <p:ph type="title" hasCustomPrompt="1"/>
          </p:nvPr>
        </p:nvSpPr>
        <p:spPr>
          <a:xfrm>
            <a:off x="5159374" y="4658810"/>
            <a:ext cx="6487665" cy="1672542"/>
          </a:xfrm>
          <a:prstGeom prst="rect">
            <a:avLst/>
          </a:prstGeom>
        </p:spPr>
        <p:txBody>
          <a:bodyPr vert="horz" lIns="0" tIns="0" rIns="0" bIns="0" rtlCol="0" anchor="t">
            <a:noAutofit/>
          </a:bodyPr>
          <a:lstStyle>
            <a:lvl1pPr>
              <a:spcBef>
                <a:spcPts val="0"/>
              </a:spcBef>
              <a:defRPr lang="en-US" sz="4800">
                <a:latin typeface="+mn-lt"/>
                <a:ea typeface="+mn-ea"/>
                <a:cs typeface="+mn-cs"/>
              </a:defRPr>
            </a:lvl1pPr>
          </a:lstStyle>
          <a:p>
            <a:pPr lvl="0">
              <a:lnSpc>
                <a:spcPct val="100000"/>
              </a:lnSpc>
              <a:spcBef>
                <a:spcPts val="1800"/>
              </a:spcBef>
              <a:buFont typeface="Arial" panose="020B0604020202020204" pitchFamily="34" charset="0"/>
            </a:pPr>
            <a:r>
              <a:rPr lang="en-US"/>
              <a:t>Click to add title</a:t>
            </a:r>
          </a:p>
        </p:txBody>
      </p:sp>
      <p:sp>
        <p:nvSpPr>
          <p:cNvPr id="5" name="Gradient Placeholder 5">
            <a:extLst>
              <a:ext uri="{FF2B5EF4-FFF2-40B4-BE49-F238E27FC236}">
                <a16:creationId xmlns:a16="http://schemas.microsoft.com/office/drawing/2014/main" id="{553291F0-B51D-C4C4-3EAA-0065D33DB519}"/>
              </a:ext>
            </a:extLst>
          </p:cNvPr>
          <p:cNvSpPr>
            <a:spLocks noGrp="1"/>
          </p:cNvSpPr>
          <p:nvPr>
            <p:ph type="body" sz="quarter" idx="28" hasCustomPrompt="1"/>
          </p:nvPr>
        </p:nvSpPr>
        <p:spPr>
          <a:xfrm>
            <a:off x="5159374" y="4257063"/>
            <a:ext cx="7032625" cy="180000"/>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algn="l">
              <a:defRPr kumimoji="0" lang="en-US" sz="700" b="0" i="0" u="none" strike="noStrike" kern="0" cap="none" spc="0" normalizeH="0" baseline="0" dirty="0" smtClean="0">
                <a:ln>
                  <a:noFill/>
                </a:ln>
                <a:solidFill>
                  <a:schemeClr val="tx2"/>
                </a:solidFill>
                <a:effectLst/>
                <a:uLnTx/>
                <a:uFillTx/>
                <a:latin typeface="Ubuntu"/>
              </a:defRPr>
            </a:lvl1pPr>
          </a:lstStyle>
          <a:p>
            <a:pPr lvl="0" algn="ctr">
              <a:spcBef>
                <a:spcPts val="0"/>
              </a:spcBef>
              <a:buFontTx/>
            </a:pPr>
            <a:r>
              <a:rPr lang="en-US"/>
              <a:t>Gradient in placeholder</a:t>
            </a:r>
          </a:p>
        </p:txBody>
      </p:sp>
      <p:sp>
        <p:nvSpPr>
          <p:cNvPr id="6" name="Logo Placeholder 7">
            <a:extLst>
              <a:ext uri="{FF2B5EF4-FFF2-40B4-BE49-F238E27FC236}">
                <a16:creationId xmlns:a16="http://schemas.microsoft.com/office/drawing/2014/main" id="{037A4E75-96BD-40C1-5426-1D75197D4835}"/>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Tree>
    <p:extLst>
      <p:ext uri="{BB962C8B-B14F-4D97-AF65-F5344CB8AC3E}">
        <p14:creationId xmlns:p14="http://schemas.microsoft.com/office/powerpoint/2010/main" val="3197168353"/>
      </p:ext>
    </p:extLst>
  </p:cSld>
  <p:clrMapOvr>
    <a:masterClrMapping/>
  </p:clrMapOvr>
</p:sldLayout>
</file>

<file path=ppt/slideLayouts/slideLayout222.xml><?xml version="1.0" encoding="utf-8"?>
<p:sldLayout xmlns:a="http://schemas.openxmlformats.org/drawingml/2006/main" xmlns:r="http://schemas.openxmlformats.org/officeDocument/2006/relationships" xmlns:p="http://schemas.openxmlformats.org/presentationml/2006/main" preserve="1" userDrawn="1">
  <p:cSld name="Divider 2">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9BB1339-F341-E41B-4A76-E0462FDC1FEA}"/>
              </a:ext>
            </a:extLst>
          </p:cNvPr>
          <p:cNvSpPr/>
          <p:nvPr userDrawn="1"/>
        </p:nvSpPr>
        <p:spPr>
          <a:xfrm rot="16200000">
            <a:off x="-50850" y="3339001"/>
            <a:ext cx="6857998" cy="180000"/>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000000"/>
              </a:solidFill>
              <a:effectLst/>
              <a:uLnTx/>
              <a:uFillTx/>
              <a:latin typeface="Ubuntu"/>
              <a:ea typeface="+mn-ea"/>
              <a:cs typeface="+mn-cs"/>
            </a:endParaRPr>
          </a:p>
        </p:txBody>
      </p:sp>
      <p:sp>
        <p:nvSpPr>
          <p:cNvPr id="3" name="Date Placeholder 2">
            <a:extLst>
              <a:ext uri="{FF2B5EF4-FFF2-40B4-BE49-F238E27FC236}">
                <a16:creationId xmlns:a16="http://schemas.microsoft.com/office/drawing/2014/main" id="{8811E274-2B57-BD57-2F68-DBB426EFCE65}"/>
              </a:ext>
            </a:extLst>
          </p:cNvPr>
          <p:cNvSpPr>
            <a:spLocks noGrp="1"/>
          </p:cNvSpPr>
          <p:nvPr>
            <p:ph type="dt" sz="half" idx="19"/>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4" name="Footer Placeholder 3">
            <a:extLst>
              <a:ext uri="{FF2B5EF4-FFF2-40B4-BE49-F238E27FC236}">
                <a16:creationId xmlns:a16="http://schemas.microsoft.com/office/drawing/2014/main" id="{09CE6D32-8A75-0D6E-E71F-DAACF84605EC}"/>
              </a:ext>
            </a:extLst>
          </p:cNvPr>
          <p:cNvSpPr>
            <a:spLocks noGrp="1"/>
          </p:cNvSpPr>
          <p:nvPr>
            <p:ph type="ftr" sz="quarter" idx="20"/>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0977DCB7-EB08-EC5A-73FF-FB5F850C5C25}"/>
              </a:ext>
            </a:extLst>
          </p:cNvPr>
          <p:cNvSpPr>
            <a:spLocks noGrp="1"/>
          </p:cNvSpPr>
          <p:nvPr>
            <p:ph type="sldNum" sz="quarter" idx="21"/>
          </p:nvPr>
        </p:nvSpPr>
        <p:spPr/>
        <p:txBody>
          <a:bodyPr/>
          <a:lstStyle/>
          <a:p>
            <a:pPr algn="r"/>
            <a:fld id="{5D9A5160-6218-4E5A-B9E6-B93E3DAE377C}" type="slidenum">
              <a:rPr lang="en-US" smtClean="0"/>
              <a:pPr algn="r"/>
              <a:t>‹#›</a:t>
            </a:fld>
            <a:endParaRPr lang="en-US"/>
          </a:p>
        </p:txBody>
      </p:sp>
      <p:sp>
        <p:nvSpPr>
          <p:cNvPr id="2" name="Text Placeholder 4">
            <a:extLst>
              <a:ext uri="{FF2B5EF4-FFF2-40B4-BE49-F238E27FC236}">
                <a16:creationId xmlns:a16="http://schemas.microsoft.com/office/drawing/2014/main" id="{4A817565-9001-247F-79DD-05918F3A13BF}"/>
              </a:ext>
            </a:extLst>
          </p:cNvPr>
          <p:cNvSpPr>
            <a:spLocks noGrp="1"/>
          </p:cNvSpPr>
          <p:nvPr>
            <p:ph type="body" sz="quarter" idx="22" hasCustomPrompt="1"/>
          </p:nvPr>
        </p:nvSpPr>
        <p:spPr>
          <a:xfrm>
            <a:off x="-433" y="0"/>
            <a:ext cx="2736304" cy="2924175"/>
          </a:xfrm>
          <a:prstGeom prst="rect">
            <a:avLst/>
          </a:prstGeom>
        </p:spPr>
        <p:txBody>
          <a:bodyPr vert="vert270" wrap="none" lIns="0" tIns="0" rIns="0" bIns="0" rtlCol="0" anchor="t" anchorCtr="0">
            <a:noAutofit/>
          </a:bodyPr>
          <a:lstStyle>
            <a:lvl1pPr>
              <a:defRPr lang="en-US" sz="16600" b="0" cap="none" spc="0" baseline="0" dirty="0" smtClean="0"/>
            </a:lvl1pPr>
          </a:lstStyle>
          <a:p>
            <a:pPr lvl="0">
              <a:spcBef>
                <a:spcPts val="0"/>
              </a:spcBef>
            </a:pPr>
            <a:r>
              <a:rPr lang="en-US"/>
              <a:t>01</a:t>
            </a:r>
          </a:p>
        </p:txBody>
      </p:sp>
      <p:sp>
        <p:nvSpPr>
          <p:cNvPr id="5" name="Title 5">
            <a:extLst>
              <a:ext uri="{FF2B5EF4-FFF2-40B4-BE49-F238E27FC236}">
                <a16:creationId xmlns:a16="http://schemas.microsoft.com/office/drawing/2014/main" id="{69AA6FDE-53A6-F991-A1A2-36AF59A49000}"/>
              </a:ext>
            </a:extLst>
          </p:cNvPr>
          <p:cNvSpPr>
            <a:spLocks noGrp="1"/>
          </p:cNvSpPr>
          <p:nvPr>
            <p:ph type="title" hasCustomPrompt="1"/>
          </p:nvPr>
        </p:nvSpPr>
        <p:spPr>
          <a:xfrm>
            <a:off x="4253696" y="1510496"/>
            <a:ext cx="7393343" cy="2887883"/>
          </a:xfrm>
          <a:prstGeom prst="rect">
            <a:avLst/>
          </a:prstGeom>
        </p:spPr>
        <p:txBody>
          <a:bodyPr vert="horz" lIns="0" tIns="0" rIns="0" bIns="0" rtlCol="0" anchor="t">
            <a:noAutofit/>
          </a:bodyPr>
          <a:lstStyle>
            <a:lvl1pPr>
              <a:spcBef>
                <a:spcPts val="0"/>
              </a:spcBef>
              <a:defRPr lang="en-US" sz="5400">
                <a:latin typeface="+mn-lt"/>
                <a:ea typeface="+mn-ea"/>
                <a:cs typeface="+mn-cs"/>
              </a:defRPr>
            </a:lvl1pPr>
          </a:lstStyle>
          <a:p>
            <a:pPr lvl="0">
              <a:lnSpc>
                <a:spcPct val="100000"/>
              </a:lnSpc>
              <a:spcBef>
                <a:spcPts val="1800"/>
              </a:spcBef>
              <a:buFont typeface="Arial" panose="020B0604020202020204" pitchFamily="34" charset="0"/>
            </a:pPr>
            <a:r>
              <a:rPr lang="en-US"/>
              <a:t>Click to add title</a:t>
            </a:r>
          </a:p>
        </p:txBody>
      </p:sp>
    </p:spTree>
    <p:extLst>
      <p:ext uri="{BB962C8B-B14F-4D97-AF65-F5344CB8AC3E}">
        <p14:creationId xmlns:p14="http://schemas.microsoft.com/office/powerpoint/2010/main" val="2399500550"/>
      </p:ext>
    </p:extLst>
  </p:cSld>
  <p:clrMapOvr>
    <a:masterClrMapping/>
  </p:clrMapOvr>
</p:sldLayout>
</file>

<file path=ppt/slideLayouts/slideLayout223.xml><?xml version="1.0" encoding="utf-8"?>
<p:sldLayout xmlns:a="http://schemas.openxmlformats.org/drawingml/2006/main" xmlns:r="http://schemas.openxmlformats.org/officeDocument/2006/relationships" xmlns:p="http://schemas.openxmlformats.org/presentationml/2006/main" preserve="1" userDrawn="1">
  <p:cSld name="Divider Photo 2">
    <p:spTree>
      <p:nvGrpSpPr>
        <p:cNvPr id="1" name=""/>
        <p:cNvGrpSpPr/>
        <p:nvPr/>
      </p:nvGrpSpPr>
      <p:grpSpPr>
        <a:xfrm>
          <a:off x="0" y="0"/>
          <a:ext cx="0" cy="0"/>
          <a:chOff x="0" y="0"/>
          <a:chExt cx="0" cy="0"/>
        </a:xfrm>
      </p:grpSpPr>
      <p:sp>
        <p:nvSpPr>
          <p:cNvPr id="2" name="Picture Placeholder 10">
            <a:extLst>
              <a:ext uri="{FF2B5EF4-FFF2-40B4-BE49-F238E27FC236}">
                <a16:creationId xmlns:a16="http://schemas.microsoft.com/office/drawing/2014/main" id="{8AD156C1-F91F-57E6-BFA6-A0059404D219}"/>
              </a:ext>
            </a:extLst>
          </p:cNvPr>
          <p:cNvSpPr>
            <a:spLocks noGrp="1"/>
          </p:cNvSpPr>
          <p:nvPr>
            <p:ph type="pic" sz="quarter" idx="13" hasCustomPrompt="1"/>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sp>
        <p:nvSpPr>
          <p:cNvPr id="4" name="Date Placeholder 3">
            <a:extLst>
              <a:ext uri="{FF2B5EF4-FFF2-40B4-BE49-F238E27FC236}">
                <a16:creationId xmlns:a16="http://schemas.microsoft.com/office/drawing/2014/main" id="{56929497-8122-9A44-6DDD-AD4C0F8B2084}"/>
              </a:ext>
            </a:extLst>
          </p:cNvPr>
          <p:cNvSpPr>
            <a:spLocks noGrp="1"/>
          </p:cNvSpPr>
          <p:nvPr>
            <p:ph type="dt" sz="half" idx="19"/>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14" name="Slide Number Placeholder 13">
            <a:extLst>
              <a:ext uri="{FF2B5EF4-FFF2-40B4-BE49-F238E27FC236}">
                <a16:creationId xmlns:a16="http://schemas.microsoft.com/office/drawing/2014/main" id="{715D5173-A014-ABE6-88BB-A9337A5DDDB5}"/>
              </a:ext>
            </a:extLst>
          </p:cNvPr>
          <p:cNvSpPr>
            <a:spLocks noGrp="1"/>
          </p:cNvSpPr>
          <p:nvPr>
            <p:ph type="sldNum" sz="quarter" idx="21"/>
          </p:nvPr>
        </p:nvSpPr>
        <p:spPr/>
        <p:txBody>
          <a:bodyPr/>
          <a:lstStyle/>
          <a:p>
            <a:pPr algn="r"/>
            <a:fld id="{5D9A5160-6218-4E5A-B9E6-B93E3DAE377C}" type="slidenum">
              <a:rPr lang="en-US" smtClean="0"/>
              <a:pPr algn="r"/>
              <a:t>‹#›</a:t>
            </a:fld>
            <a:endParaRPr lang="en-US"/>
          </a:p>
        </p:txBody>
      </p:sp>
      <p:sp>
        <p:nvSpPr>
          <p:cNvPr id="5" name="Text Placeholder 4">
            <a:extLst>
              <a:ext uri="{FF2B5EF4-FFF2-40B4-BE49-F238E27FC236}">
                <a16:creationId xmlns:a16="http://schemas.microsoft.com/office/drawing/2014/main" id="{E4E09432-1824-48BF-4678-9A3E1562F231}"/>
              </a:ext>
            </a:extLst>
          </p:cNvPr>
          <p:cNvSpPr>
            <a:spLocks noGrp="1"/>
          </p:cNvSpPr>
          <p:nvPr>
            <p:ph type="body" sz="quarter" idx="22" hasCustomPrompt="1"/>
          </p:nvPr>
        </p:nvSpPr>
        <p:spPr>
          <a:xfrm>
            <a:off x="-433" y="0"/>
            <a:ext cx="2736304" cy="2924175"/>
          </a:xfrm>
          <a:prstGeom prst="rect">
            <a:avLst/>
          </a:prstGeom>
        </p:spPr>
        <p:txBody>
          <a:bodyPr vert="vert270" wrap="none" lIns="0" tIns="0" rIns="0" bIns="0" rtlCol="0" anchor="t" anchorCtr="0">
            <a:noAutofit/>
          </a:bodyPr>
          <a:lstStyle>
            <a:lvl1pPr>
              <a:defRPr lang="en-US" sz="16600" b="0" cap="none" spc="0" baseline="0" dirty="0" smtClean="0"/>
            </a:lvl1pPr>
          </a:lstStyle>
          <a:p>
            <a:pPr lvl="0">
              <a:spcBef>
                <a:spcPts val="0"/>
              </a:spcBef>
            </a:pPr>
            <a:r>
              <a:rPr lang="en-US"/>
              <a:t>01</a:t>
            </a:r>
          </a:p>
        </p:txBody>
      </p:sp>
      <p:sp>
        <p:nvSpPr>
          <p:cNvPr id="9" name="Title 5">
            <a:extLst>
              <a:ext uri="{FF2B5EF4-FFF2-40B4-BE49-F238E27FC236}">
                <a16:creationId xmlns:a16="http://schemas.microsoft.com/office/drawing/2014/main" id="{E8A50932-2E80-C5EC-7853-F3BA34143231}"/>
              </a:ext>
            </a:extLst>
          </p:cNvPr>
          <p:cNvSpPr>
            <a:spLocks noGrp="1"/>
          </p:cNvSpPr>
          <p:nvPr>
            <p:ph type="title" hasCustomPrompt="1"/>
          </p:nvPr>
        </p:nvSpPr>
        <p:spPr>
          <a:xfrm>
            <a:off x="4253696" y="1510496"/>
            <a:ext cx="7393343" cy="2887883"/>
          </a:xfrm>
          <a:prstGeom prst="rect">
            <a:avLst/>
          </a:prstGeom>
        </p:spPr>
        <p:txBody>
          <a:bodyPr vert="horz" lIns="0" tIns="0" rIns="0" bIns="0" rtlCol="0" anchor="t">
            <a:noAutofit/>
          </a:bodyPr>
          <a:lstStyle>
            <a:lvl1pPr>
              <a:spcBef>
                <a:spcPts val="0"/>
              </a:spcBef>
              <a:defRPr lang="en-US" sz="5400">
                <a:latin typeface="+mn-lt"/>
                <a:ea typeface="+mn-ea"/>
                <a:cs typeface="+mn-cs"/>
              </a:defRPr>
            </a:lvl1pPr>
          </a:lstStyle>
          <a:p>
            <a:pPr lvl="0">
              <a:lnSpc>
                <a:spcPct val="100000"/>
              </a:lnSpc>
              <a:spcBef>
                <a:spcPts val="1800"/>
              </a:spcBef>
              <a:buFont typeface="Arial" panose="020B0604020202020204" pitchFamily="34" charset="0"/>
            </a:pPr>
            <a:r>
              <a:rPr lang="en-US"/>
              <a:t>Click to add title</a:t>
            </a:r>
          </a:p>
        </p:txBody>
      </p:sp>
      <p:sp>
        <p:nvSpPr>
          <p:cNvPr id="7" name="Gradient Placeholder 5">
            <a:extLst>
              <a:ext uri="{FF2B5EF4-FFF2-40B4-BE49-F238E27FC236}">
                <a16:creationId xmlns:a16="http://schemas.microsoft.com/office/drawing/2014/main" id="{732652E2-11A3-1387-27B0-C86F73B26234}"/>
              </a:ext>
            </a:extLst>
          </p:cNvPr>
          <p:cNvSpPr>
            <a:spLocks noGrp="1"/>
          </p:cNvSpPr>
          <p:nvPr>
            <p:ph type="body" sz="quarter" idx="28" hasCustomPrompt="1"/>
          </p:nvPr>
        </p:nvSpPr>
        <p:spPr>
          <a:xfrm rot="16200000">
            <a:off x="-50850" y="3339001"/>
            <a:ext cx="6857998" cy="180000"/>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algn="l">
              <a:defRPr kumimoji="0" lang="en-US" sz="700" b="0" i="0" u="none" strike="noStrike" kern="0" cap="none" spc="0" normalizeH="0" baseline="0" dirty="0" smtClean="0">
                <a:ln>
                  <a:noFill/>
                </a:ln>
                <a:solidFill>
                  <a:schemeClr val="accent2"/>
                </a:solidFill>
                <a:effectLst/>
                <a:uLnTx/>
                <a:uFillTx/>
                <a:latin typeface="Ubuntu"/>
              </a:defRPr>
            </a:lvl1pPr>
          </a:lstStyle>
          <a:p>
            <a:pPr lvl="0" algn="ctr">
              <a:spcBef>
                <a:spcPts val="0"/>
              </a:spcBef>
              <a:buFontTx/>
            </a:pPr>
            <a:r>
              <a:rPr lang="en-US"/>
              <a:t>Gradient in placeholder</a:t>
            </a:r>
          </a:p>
        </p:txBody>
      </p:sp>
      <p:sp>
        <p:nvSpPr>
          <p:cNvPr id="6" name="Footer Placeholder 5">
            <a:extLst>
              <a:ext uri="{FF2B5EF4-FFF2-40B4-BE49-F238E27FC236}">
                <a16:creationId xmlns:a16="http://schemas.microsoft.com/office/drawing/2014/main" id="{F00853BC-BEFF-4053-AD58-C0C6CB7301CA}"/>
              </a:ext>
            </a:extLst>
          </p:cNvPr>
          <p:cNvSpPr>
            <a:spLocks noGrp="1"/>
          </p:cNvSpPr>
          <p:nvPr>
            <p:ph type="ftr" sz="quarter" idx="20"/>
          </p:nvPr>
        </p:nvSpPr>
        <p:spPr/>
        <p:txBody>
          <a:bodyPr/>
          <a:lstStyle/>
          <a:p>
            <a:pPr>
              <a:spcBef>
                <a:spcPts val="1000"/>
              </a:spcBef>
              <a:buFont typeface="Arial" panose="020B0604020202020204" pitchFamily="34" charset="0"/>
              <a:buNone/>
            </a:pPr>
            <a:r>
              <a:rPr lang="en-US"/>
              <a:t>Presentation Title | Author | Date</a:t>
            </a:r>
          </a:p>
        </p:txBody>
      </p:sp>
      <p:sp>
        <p:nvSpPr>
          <p:cNvPr id="8" name="Logo Placeholder 7">
            <a:extLst>
              <a:ext uri="{FF2B5EF4-FFF2-40B4-BE49-F238E27FC236}">
                <a16:creationId xmlns:a16="http://schemas.microsoft.com/office/drawing/2014/main" id="{2DE1BECE-A8F3-1358-F70E-DB7EF1EEFAA5}"/>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Tree>
    <p:extLst>
      <p:ext uri="{BB962C8B-B14F-4D97-AF65-F5344CB8AC3E}">
        <p14:creationId xmlns:p14="http://schemas.microsoft.com/office/powerpoint/2010/main" val="2251565281"/>
      </p:ext>
    </p:extLst>
  </p:cSld>
  <p:clrMapOvr>
    <a:masterClrMapping/>
  </p:clrMapOvr>
</p:sldLayout>
</file>

<file path=ppt/slideLayouts/slideLayout224.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D05BE089-2489-3604-1BFA-99F26E2657A3}"/>
              </a:ext>
            </a:extLst>
          </p:cNvPr>
          <p:cNvSpPr>
            <a:spLocks noGrp="1"/>
          </p:cNvSpPr>
          <p:nvPr>
            <p:ph type="dt" sz="half" idx="10"/>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4" name="Footer Placeholder 3">
            <a:extLst>
              <a:ext uri="{FF2B5EF4-FFF2-40B4-BE49-F238E27FC236}">
                <a16:creationId xmlns:a16="http://schemas.microsoft.com/office/drawing/2014/main" id="{27DD8718-6D0F-15C6-4CBD-55C472C3C492}"/>
              </a:ext>
            </a:extLst>
          </p:cNvPr>
          <p:cNvSpPr>
            <a:spLocks noGrp="1"/>
          </p:cNvSpPr>
          <p:nvPr>
            <p:ph type="ftr" sz="quarter" idx="11"/>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A98A8975-BB8E-4570-BA8F-A91834025269}"/>
              </a:ext>
            </a:extLst>
          </p:cNvPr>
          <p:cNvSpPr>
            <a:spLocks noGrp="1"/>
          </p:cNvSpPr>
          <p:nvPr>
            <p:ph type="sldNum" sz="quarter" idx="12"/>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3959370215"/>
      </p:ext>
    </p:extLst>
  </p:cSld>
  <p:clrMapOvr>
    <a:masterClrMapping/>
  </p:clrMapOvr>
</p:sldLayout>
</file>

<file path=ppt/slideLayouts/slideLayout225.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10" name="Date Placeholder 9">
            <a:extLst>
              <a:ext uri="{FF2B5EF4-FFF2-40B4-BE49-F238E27FC236}">
                <a16:creationId xmlns:a16="http://schemas.microsoft.com/office/drawing/2014/main" id="{E6C6CF10-71F7-EE78-C2BD-6C8E84F961BE}"/>
              </a:ext>
            </a:extLst>
          </p:cNvPr>
          <p:cNvSpPr>
            <a:spLocks noGrp="1"/>
          </p:cNvSpPr>
          <p:nvPr>
            <p:ph type="dt" sz="half" idx="10"/>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11" name="Footer Placeholder 10">
            <a:extLst>
              <a:ext uri="{FF2B5EF4-FFF2-40B4-BE49-F238E27FC236}">
                <a16:creationId xmlns:a16="http://schemas.microsoft.com/office/drawing/2014/main" id="{089A870A-6E3E-31EB-C34E-7847CE40D3BF}"/>
              </a:ext>
            </a:extLst>
          </p:cNvPr>
          <p:cNvSpPr>
            <a:spLocks noGrp="1"/>
          </p:cNvSpPr>
          <p:nvPr>
            <p:ph type="ftr" sz="quarter" idx="11"/>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69B47629-0F7D-C086-6180-6C8A8A265B4A}"/>
              </a:ext>
            </a:extLst>
          </p:cNvPr>
          <p:cNvSpPr>
            <a:spLocks noGrp="1"/>
          </p:cNvSpPr>
          <p:nvPr>
            <p:ph type="sldNum" sz="quarter" idx="12"/>
          </p:nvPr>
        </p:nvSpPr>
        <p:spPr/>
        <p:txBody>
          <a:bodyPr/>
          <a:lstStyle/>
          <a:p>
            <a:pPr algn="r"/>
            <a:fld id="{5D9A5160-6218-4E5A-B9E6-B93E3DAE377C}" type="slidenum">
              <a:rPr lang="en-US" smtClean="0"/>
              <a:pPr algn="r"/>
              <a:t>‹#›</a:t>
            </a:fld>
            <a:endParaRPr lang="en-US"/>
          </a:p>
        </p:txBody>
      </p:sp>
      <p:sp>
        <p:nvSpPr>
          <p:cNvPr id="2" name="Title 12">
            <a:extLst>
              <a:ext uri="{FF2B5EF4-FFF2-40B4-BE49-F238E27FC236}">
                <a16:creationId xmlns:a16="http://schemas.microsoft.com/office/drawing/2014/main" id="{30BE1DE0-7B8D-A4C3-EA0D-4824A70F97F9}"/>
              </a:ext>
            </a:extLst>
          </p:cNvPr>
          <p:cNvSpPr>
            <a:spLocks noGrp="1"/>
          </p:cNvSpPr>
          <p:nvPr>
            <p:ph type="title"/>
          </p:nvPr>
        </p:nvSpPr>
        <p:spPr>
          <a:xfrm>
            <a:off x="551384" y="549274"/>
            <a:ext cx="11090938" cy="930372"/>
          </a:xfrm>
        </p:spPr>
        <p:txBody>
          <a:bodyPr/>
          <a:lstStyle/>
          <a:p>
            <a:r>
              <a:rPr lang="en-US"/>
              <a:t>Click to edit Master title style</a:t>
            </a:r>
          </a:p>
        </p:txBody>
      </p:sp>
    </p:spTree>
    <p:extLst>
      <p:ext uri="{BB962C8B-B14F-4D97-AF65-F5344CB8AC3E}">
        <p14:creationId xmlns:p14="http://schemas.microsoft.com/office/powerpoint/2010/main" val="3803786927"/>
      </p:ext>
    </p:extLst>
  </p:cSld>
  <p:clrMapOvr>
    <a:masterClrMapping/>
  </p:clrMapOvr>
</p:sldLayout>
</file>

<file path=ppt/slideLayouts/slideLayout226.xml><?xml version="1.0" encoding="utf-8"?>
<p:sldLayout xmlns:a="http://schemas.openxmlformats.org/drawingml/2006/main" xmlns:r="http://schemas.openxmlformats.org/officeDocument/2006/relationships" xmlns:p="http://schemas.openxmlformats.org/presentationml/2006/main" preserve="1" userDrawn="1">
  <p:cSld name="Title Only Chapterbox">
    <p:spTree>
      <p:nvGrpSpPr>
        <p:cNvPr id="1" name=""/>
        <p:cNvGrpSpPr/>
        <p:nvPr/>
      </p:nvGrpSpPr>
      <p:grpSpPr>
        <a:xfrm>
          <a:off x="0" y="0"/>
          <a:ext cx="0" cy="0"/>
          <a:chOff x="0" y="0"/>
          <a:chExt cx="0" cy="0"/>
        </a:xfrm>
      </p:grpSpPr>
      <p:sp>
        <p:nvSpPr>
          <p:cNvPr id="10" name="Date Placeholder 9">
            <a:extLst>
              <a:ext uri="{FF2B5EF4-FFF2-40B4-BE49-F238E27FC236}">
                <a16:creationId xmlns:a16="http://schemas.microsoft.com/office/drawing/2014/main" id="{E6C6CF10-71F7-EE78-C2BD-6C8E84F961BE}"/>
              </a:ext>
            </a:extLst>
          </p:cNvPr>
          <p:cNvSpPr>
            <a:spLocks noGrp="1"/>
          </p:cNvSpPr>
          <p:nvPr>
            <p:ph type="dt" sz="half" idx="10"/>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11" name="Footer Placeholder 10">
            <a:extLst>
              <a:ext uri="{FF2B5EF4-FFF2-40B4-BE49-F238E27FC236}">
                <a16:creationId xmlns:a16="http://schemas.microsoft.com/office/drawing/2014/main" id="{089A870A-6E3E-31EB-C34E-7847CE40D3BF}"/>
              </a:ext>
            </a:extLst>
          </p:cNvPr>
          <p:cNvSpPr>
            <a:spLocks noGrp="1"/>
          </p:cNvSpPr>
          <p:nvPr>
            <p:ph type="ftr" sz="quarter" idx="11"/>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69B47629-0F7D-C086-6180-6C8A8A265B4A}"/>
              </a:ext>
            </a:extLst>
          </p:cNvPr>
          <p:cNvSpPr>
            <a:spLocks noGrp="1"/>
          </p:cNvSpPr>
          <p:nvPr>
            <p:ph type="sldNum" sz="quarter" idx="12"/>
          </p:nvPr>
        </p:nvSpPr>
        <p:spPr/>
        <p:txBody>
          <a:bodyPr/>
          <a:lstStyle/>
          <a:p>
            <a:pPr algn="r"/>
            <a:fld id="{5D9A5160-6218-4E5A-B9E6-B93E3DAE377C}" type="slidenum">
              <a:rPr lang="en-US" smtClean="0"/>
              <a:pPr algn="r"/>
              <a:t>‹#›</a:t>
            </a:fld>
            <a:endParaRPr lang="en-US"/>
          </a:p>
        </p:txBody>
      </p:sp>
      <p:sp>
        <p:nvSpPr>
          <p:cNvPr id="2" name="Chapter Placeholder 2">
            <a:extLst>
              <a:ext uri="{FF2B5EF4-FFF2-40B4-BE49-F238E27FC236}">
                <a16:creationId xmlns:a16="http://schemas.microsoft.com/office/drawing/2014/main" id="{2ECCA611-4AEA-C1EC-9E6B-F6818DB50D95}"/>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4" name="Title Placeholder 4">
            <a:extLst>
              <a:ext uri="{FF2B5EF4-FFF2-40B4-BE49-F238E27FC236}">
                <a16:creationId xmlns:a16="http://schemas.microsoft.com/office/drawing/2014/main" id="{F4E956F7-49AF-0BBF-1207-CAA11B222A12}"/>
              </a:ext>
            </a:extLst>
          </p:cNvPr>
          <p:cNvSpPr>
            <a:spLocks noGrp="1"/>
          </p:cNvSpPr>
          <p:nvPr>
            <p:ph type="title"/>
          </p:nvPr>
        </p:nvSpPr>
        <p:spPr>
          <a:xfrm>
            <a:off x="551384" y="549274"/>
            <a:ext cx="11090938" cy="930372"/>
          </a:xfrm>
          <a:prstGeom prst="rect">
            <a:avLst/>
          </a:prstGeom>
        </p:spPr>
        <p:txBody>
          <a:bodyPr vert="horz" lIns="0" tIns="0" rIns="0" bIns="126000" rtlCol="0" anchor="b" anchorCtr="0">
            <a:noAutofit/>
          </a:bodyPr>
          <a:lstStyle/>
          <a:p>
            <a:pPr lvl="0"/>
            <a:r>
              <a:rPr lang="en-US"/>
              <a:t>Click to edit Master title style</a:t>
            </a:r>
            <a:endParaRPr lang="de-DE"/>
          </a:p>
        </p:txBody>
      </p:sp>
    </p:spTree>
    <p:extLst>
      <p:ext uri="{BB962C8B-B14F-4D97-AF65-F5344CB8AC3E}">
        <p14:creationId xmlns:p14="http://schemas.microsoft.com/office/powerpoint/2010/main" val="3364104420"/>
      </p:ext>
    </p:extLst>
  </p:cSld>
  <p:clrMapOvr>
    <a:masterClrMapping/>
  </p:clrMapOvr>
</p:sldLayout>
</file>

<file path=ppt/slideLayouts/slideLayout227.xml><?xml version="1.0" encoding="utf-8"?>
<p:sldLayout xmlns:a="http://schemas.openxmlformats.org/drawingml/2006/main" xmlns:r="http://schemas.openxmlformats.org/officeDocument/2006/relationships" xmlns:p="http://schemas.openxmlformats.org/presentationml/2006/main" preserve="1" userDrawn="1">
  <p:cSld name="Content 1">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E2DCB00-3596-4BD8-9F35-38D8EA5CF694}"/>
              </a:ext>
            </a:extLst>
          </p:cNvPr>
          <p:cNvSpPr>
            <a:spLocks noGrp="1"/>
          </p:cNvSpPr>
          <p:nvPr>
            <p:ph type="dt" sz="half" idx="28"/>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3" name="Footer Placeholder 2">
            <a:extLst>
              <a:ext uri="{FF2B5EF4-FFF2-40B4-BE49-F238E27FC236}">
                <a16:creationId xmlns:a16="http://schemas.microsoft.com/office/drawing/2014/main" id="{AA6CA9E0-8796-0651-659C-4AA35745A35A}"/>
              </a:ext>
            </a:extLst>
          </p:cNvPr>
          <p:cNvSpPr>
            <a:spLocks noGrp="1"/>
          </p:cNvSpPr>
          <p:nvPr>
            <p:ph type="ftr" sz="quarter" idx="29"/>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7C8C212F-0CAF-442A-97AB-25CC338803B1}"/>
              </a:ext>
            </a:extLst>
          </p:cNvPr>
          <p:cNvSpPr>
            <a:spLocks noGrp="1"/>
          </p:cNvSpPr>
          <p:nvPr>
            <p:ph type="sldNum" sz="quarter" idx="30"/>
          </p:nvPr>
        </p:nvSpPr>
        <p:spPr/>
        <p:txBody>
          <a:bodyPr/>
          <a:lstStyle/>
          <a:p>
            <a:pPr algn="r"/>
            <a:fld id="{5D9A5160-6218-4E5A-B9E6-B93E3DAE377C}" type="slidenum">
              <a:rPr lang="en-US" smtClean="0"/>
              <a:pPr algn="r"/>
              <a:t>‹#›</a:t>
            </a:fld>
            <a:endParaRPr lang="en-US"/>
          </a:p>
        </p:txBody>
      </p:sp>
      <p:sp>
        <p:nvSpPr>
          <p:cNvPr id="7" name="Text Placeholder 9">
            <a:extLst>
              <a:ext uri="{FF2B5EF4-FFF2-40B4-BE49-F238E27FC236}">
                <a16:creationId xmlns:a16="http://schemas.microsoft.com/office/drawing/2014/main" id="{AC310A6D-6600-239B-8AB7-9F213BE856FA}"/>
              </a:ext>
            </a:extLst>
          </p:cNvPr>
          <p:cNvSpPr>
            <a:spLocks noGrp="1"/>
          </p:cNvSpPr>
          <p:nvPr>
            <p:ph type="body" sz="quarter" idx="22"/>
          </p:nvPr>
        </p:nvSpPr>
        <p:spPr>
          <a:xfrm>
            <a:off x="550200" y="1634286"/>
            <a:ext cx="11090938" cy="307777"/>
          </a:xfrm>
          <a:prstGeom prst="rect">
            <a:avLst/>
          </a:prstGeom>
        </p:spPr>
        <p:txBody>
          <a:bodyPr vert="horz" lIns="0" tIns="0" rIns="0" bIns="0" rtlCol="0">
            <a:spAutoFit/>
          </a:bodyPr>
          <a:lstStyle>
            <a:lvl1pPr>
              <a:defRPr lang="en-US" sz="2000" b="1" smtClean="0">
                <a:solidFill>
                  <a:schemeClr val="accent2"/>
                </a:solidFill>
              </a:defRPr>
            </a:lvl1pPr>
          </a:lstStyle>
          <a:p>
            <a:pPr lvl="0"/>
            <a:r>
              <a:rPr lang="en-US"/>
              <a:t>Click to edit Master text styles</a:t>
            </a:r>
          </a:p>
        </p:txBody>
      </p:sp>
      <p:sp>
        <p:nvSpPr>
          <p:cNvPr id="8" name="Title 4">
            <a:extLst>
              <a:ext uri="{FF2B5EF4-FFF2-40B4-BE49-F238E27FC236}">
                <a16:creationId xmlns:a16="http://schemas.microsoft.com/office/drawing/2014/main" id="{BE4FCCA3-D186-881A-F8F9-FAD63E77FCD6}"/>
              </a:ext>
            </a:extLst>
          </p:cNvPr>
          <p:cNvSpPr>
            <a:spLocks noGrp="1"/>
          </p:cNvSpPr>
          <p:nvPr>
            <p:ph type="title"/>
          </p:nvPr>
        </p:nvSpPr>
        <p:spPr>
          <a:xfrm>
            <a:off x="551384" y="549274"/>
            <a:ext cx="11090938" cy="930372"/>
          </a:xfrm>
        </p:spPr>
        <p:txBody>
          <a:bodyPr/>
          <a:lstStyle/>
          <a:p>
            <a:r>
              <a:rPr lang="en-US"/>
              <a:t>Click to edit Master title style</a:t>
            </a:r>
          </a:p>
        </p:txBody>
      </p:sp>
      <p:sp>
        <p:nvSpPr>
          <p:cNvPr id="9" name="Content Placeholder 5">
            <a:extLst>
              <a:ext uri="{FF2B5EF4-FFF2-40B4-BE49-F238E27FC236}">
                <a16:creationId xmlns:a16="http://schemas.microsoft.com/office/drawing/2014/main" id="{912949AA-BBAB-39FE-34DD-4B7A7585BCC8}"/>
              </a:ext>
            </a:extLst>
          </p:cNvPr>
          <p:cNvSpPr>
            <a:spLocks noGrp="1"/>
          </p:cNvSpPr>
          <p:nvPr>
            <p:ph sz="quarter" idx="31"/>
          </p:nvPr>
        </p:nvSpPr>
        <p:spPr>
          <a:xfrm>
            <a:off x="551384" y="2132856"/>
            <a:ext cx="1109093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281266548"/>
      </p:ext>
    </p:extLst>
  </p:cSld>
  <p:clrMapOvr>
    <a:masterClrMapping/>
  </p:clrMapOvr>
</p:sldLayout>
</file>

<file path=ppt/slideLayouts/slideLayout228.xml><?xml version="1.0" encoding="utf-8"?>
<p:sldLayout xmlns:a="http://schemas.openxmlformats.org/drawingml/2006/main" xmlns:r="http://schemas.openxmlformats.org/officeDocument/2006/relationships" xmlns:p="http://schemas.openxmlformats.org/presentationml/2006/main" preserve="1" userDrawn="1">
  <p:cSld name="Content 1 Chapterbox">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E2DCB00-3596-4BD8-9F35-38D8EA5CF694}"/>
              </a:ext>
            </a:extLst>
          </p:cNvPr>
          <p:cNvSpPr>
            <a:spLocks noGrp="1"/>
          </p:cNvSpPr>
          <p:nvPr>
            <p:ph type="dt" sz="half" idx="28"/>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3" name="Footer Placeholder 2">
            <a:extLst>
              <a:ext uri="{FF2B5EF4-FFF2-40B4-BE49-F238E27FC236}">
                <a16:creationId xmlns:a16="http://schemas.microsoft.com/office/drawing/2014/main" id="{AA6CA9E0-8796-0651-659C-4AA35745A35A}"/>
              </a:ext>
            </a:extLst>
          </p:cNvPr>
          <p:cNvSpPr>
            <a:spLocks noGrp="1"/>
          </p:cNvSpPr>
          <p:nvPr>
            <p:ph type="ftr" sz="quarter" idx="29"/>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7C8C212F-0CAF-442A-97AB-25CC338803B1}"/>
              </a:ext>
            </a:extLst>
          </p:cNvPr>
          <p:cNvSpPr>
            <a:spLocks noGrp="1"/>
          </p:cNvSpPr>
          <p:nvPr>
            <p:ph type="sldNum" sz="quarter" idx="30"/>
          </p:nvPr>
        </p:nvSpPr>
        <p:spPr/>
        <p:txBody>
          <a:bodyPr/>
          <a:lstStyle/>
          <a:p>
            <a:pPr algn="r"/>
            <a:fld id="{5D9A5160-6218-4E5A-B9E6-B93E3DAE377C}" type="slidenum">
              <a:rPr lang="en-US" smtClean="0"/>
              <a:pPr algn="r"/>
              <a:t>‹#›</a:t>
            </a:fld>
            <a:endParaRPr lang="en-US"/>
          </a:p>
        </p:txBody>
      </p:sp>
      <p:sp>
        <p:nvSpPr>
          <p:cNvPr id="7" name="Text Placeholder 9">
            <a:extLst>
              <a:ext uri="{FF2B5EF4-FFF2-40B4-BE49-F238E27FC236}">
                <a16:creationId xmlns:a16="http://schemas.microsoft.com/office/drawing/2014/main" id="{7AB49DC0-9A6F-5983-33D3-3E19784B7451}"/>
              </a:ext>
            </a:extLst>
          </p:cNvPr>
          <p:cNvSpPr>
            <a:spLocks noGrp="1"/>
          </p:cNvSpPr>
          <p:nvPr>
            <p:ph type="body" sz="quarter" idx="22"/>
          </p:nvPr>
        </p:nvSpPr>
        <p:spPr>
          <a:xfrm>
            <a:off x="550200" y="1634286"/>
            <a:ext cx="11090938" cy="307777"/>
          </a:xfrm>
          <a:prstGeom prst="rect">
            <a:avLst/>
          </a:prstGeom>
        </p:spPr>
        <p:txBody>
          <a:bodyPr vert="horz" lIns="0" tIns="0" rIns="0" bIns="0" rtlCol="0">
            <a:spAutoFit/>
          </a:bodyPr>
          <a:lstStyle>
            <a:lvl1pPr>
              <a:defRPr lang="en-US" sz="2000" b="1" smtClean="0">
                <a:solidFill>
                  <a:schemeClr val="accent2"/>
                </a:solidFill>
              </a:defRPr>
            </a:lvl1pPr>
          </a:lstStyle>
          <a:p>
            <a:pPr lvl="0"/>
            <a:r>
              <a:rPr lang="en-US"/>
              <a:t>Click to edit Master text styles</a:t>
            </a:r>
          </a:p>
        </p:txBody>
      </p:sp>
      <p:sp>
        <p:nvSpPr>
          <p:cNvPr id="8" name="Title 4">
            <a:extLst>
              <a:ext uri="{FF2B5EF4-FFF2-40B4-BE49-F238E27FC236}">
                <a16:creationId xmlns:a16="http://schemas.microsoft.com/office/drawing/2014/main" id="{E8CE59D7-6737-BC77-41E7-9DA4EBC4CA3A}"/>
              </a:ext>
            </a:extLst>
          </p:cNvPr>
          <p:cNvSpPr>
            <a:spLocks noGrp="1"/>
          </p:cNvSpPr>
          <p:nvPr>
            <p:ph type="title"/>
          </p:nvPr>
        </p:nvSpPr>
        <p:spPr>
          <a:xfrm>
            <a:off x="551384" y="549274"/>
            <a:ext cx="11090938" cy="930372"/>
          </a:xfrm>
        </p:spPr>
        <p:txBody>
          <a:bodyPr/>
          <a:lstStyle/>
          <a:p>
            <a:r>
              <a:rPr lang="en-US"/>
              <a:t>Click to edit Master title style</a:t>
            </a:r>
          </a:p>
        </p:txBody>
      </p:sp>
      <p:sp>
        <p:nvSpPr>
          <p:cNvPr id="10" name="Content Placeholder 5">
            <a:extLst>
              <a:ext uri="{FF2B5EF4-FFF2-40B4-BE49-F238E27FC236}">
                <a16:creationId xmlns:a16="http://schemas.microsoft.com/office/drawing/2014/main" id="{4AF277A0-AAB9-58E5-ECE3-4BA30DE0B56C}"/>
              </a:ext>
            </a:extLst>
          </p:cNvPr>
          <p:cNvSpPr>
            <a:spLocks noGrp="1"/>
          </p:cNvSpPr>
          <p:nvPr>
            <p:ph sz="quarter" idx="31"/>
          </p:nvPr>
        </p:nvSpPr>
        <p:spPr>
          <a:xfrm>
            <a:off x="551384" y="2132856"/>
            <a:ext cx="1109093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hapter Placeholder 2">
            <a:extLst>
              <a:ext uri="{FF2B5EF4-FFF2-40B4-BE49-F238E27FC236}">
                <a16:creationId xmlns:a16="http://schemas.microsoft.com/office/drawing/2014/main" id="{1681524C-2723-222A-EF3E-A6A71511B345}"/>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1959832042"/>
      </p:ext>
    </p:extLst>
  </p:cSld>
  <p:clrMapOvr>
    <a:masterClrMapping/>
  </p:clrMapOvr>
</p:sldLayout>
</file>

<file path=ppt/slideLayouts/slideLayout229.xml><?xml version="1.0" encoding="utf-8"?>
<p:sldLayout xmlns:a="http://schemas.openxmlformats.org/drawingml/2006/main" xmlns:r="http://schemas.openxmlformats.org/officeDocument/2006/relationships" xmlns:p="http://schemas.openxmlformats.org/presentationml/2006/main" preserve="1" userDrawn="1">
  <p:cSld name="Title Subtitle">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E2DCB00-3596-4BD8-9F35-38D8EA5CF694}"/>
              </a:ext>
            </a:extLst>
          </p:cNvPr>
          <p:cNvSpPr>
            <a:spLocks noGrp="1"/>
          </p:cNvSpPr>
          <p:nvPr>
            <p:ph type="dt" sz="half" idx="28"/>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3" name="Footer Placeholder 2">
            <a:extLst>
              <a:ext uri="{FF2B5EF4-FFF2-40B4-BE49-F238E27FC236}">
                <a16:creationId xmlns:a16="http://schemas.microsoft.com/office/drawing/2014/main" id="{AA6CA9E0-8796-0651-659C-4AA35745A35A}"/>
              </a:ext>
            </a:extLst>
          </p:cNvPr>
          <p:cNvSpPr>
            <a:spLocks noGrp="1"/>
          </p:cNvSpPr>
          <p:nvPr>
            <p:ph type="ftr" sz="quarter" idx="29"/>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7C8C212F-0CAF-442A-97AB-25CC338803B1}"/>
              </a:ext>
            </a:extLst>
          </p:cNvPr>
          <p:cNvSpPr>
            <a:spLocks noGrp="1"/>
          </p:cNvSpPr>
          <p:nvPr>
            <p:ph type="sldNum" sz="quarter" idx="30"/>
          </p:nvPr>
        </p:nvSpPr>
        <p:spPr/>
        <p:txBody>
          <a:bodyPr/>
          <a:lstStyle/>
          <a:p>
            <a:pPr algn="r"/>
            <a:fld id="{5D9A5160-6218-4E5A-B9E6-B93E3DAE377C}" type="slidenum">
              <a:rPr lang="en-US" smtClean="0"/>
              <a:pPr algn="r"/>
              <a:t>‹#›</a:t>
            </a:fld>
            <a:endParaRPr lang="en-US"/>
          </a:p>
        </p:txBody>
      </p:sp>
      <p:sp>
        <p:nvSpPr>
          <p:cNvPr id="6" name="Title 4">
            <a:extLst>
              <a:ext uri="{FF2B5EF4-FFF2-40B4-BE49-F238E27FC236}">
                <a16:creationId xmlns:a16="http://schemas.microsoft.com/office/drawing/2014/main" id="{BD5EDBD2-7CB3-3B90-8F7D-B26B4D96A234}"/>
              </a:ext>
            </a:extLst>
          </p:cNvPr>
          <p:cNvSpPr>
            <a:spLocks noGrp="1"/>
          </p:cNvSpPr>
          <p:nvPr>
            <p:ph type="title"/>
          </p:nvPr>
        </p:nvSpPr>
        <p:spPr>
          <a:xfrm>
            <a:off x="551384" y="549274"/>
            <a:ext cx="11090938" cy="930372"/>
          </a:xfrm>
        </p:spPr>
        <p:txBody>
          <a:bodyPr/>
          <a:lstStyle/>
          <a:p>
            <a:r>
              <a:rPr lang="en-US"/>
              <a:t>Click to edit Master title style</a:t>
            </a:r>
          </a:p>
        </p:txBody>
      </p:sp>
      <p:sp>
        <p:nvSpPr>
          <p:cNvPr id="7" name="Text Placeholder 9">
            <a:extLst>
              <a:ext uri="{FF2B5EF4-FFF2-40B4-BE49-F238E27FC236}">
                <a16:creationId xmlns:a16="http://schemas.microsoft.com/office/drawing/2014/main" id="{83E02E1C-E550-FA68-FFBE-272C2D3E9C2A}"/>
              </a:ext>
            </a:extLst>
          </p:cNvPr>
          <p:cNvSpPr>
            <a:spLocks noGrp="1"/>
          </p:cNvSpPr>
          <p:nvPr>
            <p:ph type="body" sz="quarter" idx="22"/>
          </p:nvPr>
        </p:nvSpPr>
        <p:spPr>
          <a:xfrm>
            <a:off x="550200" y="1634286"/>
            <a:ext cx="11090938" cy="307777"/>
          </a:xfrm>
          <a:prstGeom prst="rect">
            <a:avLst/>
          </a:prstGeom>
        </p:spPr>
        <p:txBody>
          <a:bodyPr vert="horz" lIns="0" tIns="0" rIns="0" bIns="0" rtlCol="0">
            <a:spAutoFit/>
          </a:bodyPr>
          <a:lstStyle>
            <a:lvl1pPr>
              <a:defRPr lang="en-US" sz="2000" b="1" smtClean="0">
                <a:solidFill>
                  <a:schemeClr val="accent2"/>
                </a:solidFill>
              </a:defRPr>
            </a:lvl1pPr>
          </a:lstStyle>
          <a:p>
            <a:pPr lvl="0"/>
            <a:r>
              <a:rPr lang="en-US"/>
              <a:t>Click to edit Master text styles</a:t>
            </a:r>
          </a:p>
        </p:txBody>
      </p:sp>
    </p:spTree>
    <p:extLst>
      <p:ext uri="{BB962C8B-B14F-4D97-AF65-F5344CB8AC3E}">
        <p14:creationId xmlns:p14="http://schemas.microsoft.com/office/powerpoint/2010/main" val="1181323950"/>
      </p:ext>
    </p:extLst>
  </p:cSld>
  <p:clrMapOvr>
    <a:masterClrMapping/>
  </p:clrMapOvr>
</p:sldLayout>
</file>

<file path=ppt/slideLayouts/slideLayout230.xml><?xml version="1.0" encoding="utf-8"?>
<p:sldLayout xmlns:a="http://schemas.openxmlformats.org/drawingml/2006/main" xmlns:r="http://schemas.openxmlformats.org/officeDocument/2006/relationships" xmlns:p="http://schemas.openxmlformats.org/presentationml/2006/main" preserve="1" userDrawn="1">
  <p:cSld name="Title Subtitle Chapterbox">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E2DCB00-3596-4BD8-9F35-38D8EA5CF694}"/>
              </a:ext>
            </a:extLst>
          </p:cNvPr>
          <p:cNvSpPr>
            <a:spLocks noGrp="1"/>
          </p:cNvSpPr>
          <p:nvPr>
            <p:ph type="dt" sz="half" idx="28"/>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3" name="Footer Placeholder 2">
            <a:extLst>
              <a:ext uri="{FF2B5EF4-FFF2-40B4-BE49-F238E27FC236}">
                <a16:creationId xmlns:a16="http://schemas.microsoft.com/office/drawing/2014/main" id="{AA6CA9E0-8796-0651-659C-4AA35745A35A}"/>
              </a:ext>
            </a:extLst>
          </p:cNvPr>
          <p:cNvSpPr>
            <a:spLocks noGrp="1"/>
          </p:cNvSpPr>
          <p:nvPr>
            <p:ph type="ftr" sz="quarter" idx="29"/>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7C8C212F-0CAF-442A-97AB-25CC338803B1}"/>
              </a:ext>
            </a:extLst>
          </p:cNvPr>
          <p:cNvSpPr>
            <a:spLocks noGrp="1"/>
          </p:cNvSpPr>
          <p:nvPr>
            <p:ph type="sldNum" sz="quarter" idx="30"/>
          </p:nvPr>
        </p:nvSpPr>
        <p:spPr/>
        <p:txBody>
          <a:bodyPr/>
          <a:lstStyle/>
          <a:p>
            <a:pPr algn="r"/>
            <a:fld id="{5D9A5160-6218-4E5A-B9E6-B93E3DAE377C}" type="slidenum">
              <a:rPr lang="en-US" smtClean="0"/>
              <a:pPr algn="r"/>
              <a:t>‹#›</a:t>
            </a:fld>
            <a:endParaRPr lang="en-US"/>
          </a:p>
        </p:txBody>
      </p:sp>
      <p:sp>
        <p:nvSpPr>
          <p:cNvPr id="6" name="Text Placeholder 9">
            <a:extLst>
              <a:ext uri="{FF2B5EF4-FFF2-40B4-BE49-F238E27FC236}">
                <a16:creationId xmlns:a16="http://schemas.microsoft.com/office/drawing/2014/main" id="{7476346E-B67E-3335-BC53-C0A47DC697D3}"/>
              </a:ext>
            </a:extLst>
          </p:cNvPr>
          <p:cNvSpPr>
            <a:spLocks noGrp="1"/>
          </p:cNvSpPr>
          <p:nvPr>
            <p:ph type="body" sz="quarter" idx="22"/>
          </p:nvPr>
        </p:nvSpPr>
        <p:spPr>
          <a:xfrm>
            <a:off x="550200" y="1634286"/>
            <a:ext cx="11090938" cy="307777"/>
          </a:xfrm>
          <a:prstGeom prst="rect">
            <a:avLst/>
          </a:prstGeom>
        </p:spPr>
        <p:txBody>
          <a:bodyPr vert="horz" lIns="0" tIns="0" rIns="0" bIns="0" rtlCol="0">
            <a:spAutoFit/>
          </a:bodyPr>
          <a:lstStyle>
            <a:lvl1pPr>
              <a:defRPr lang="en-US" sz="2000" b="1" smtClean="0">
                <a:solidFill>
                  <a:schemeClr val="accent2"/>
                </a:solidFill>
              </a:defRPr>
            </a:lvl1pPr>
          </a:lstStyle>
          <a:p>
            <a:pPr lvl="0"/>
            <a:r>
              <a:rPr lang="en-US"/>
              <a:t>Click to edit Master text styles</a:t>
            </a:r>
          </a:p>
        </p:txBody>
      </p:sp>
      <p:sp>
        <p:nvSpPr>
          <p:cNvPr id="8" name="Title 4">
            <a:extLst>
              <a:ext uri="{FF2B5EF4-FFF2-40B4-BE49-F238E27FC236}">
                <a16:creationId xmlns:a16="http://schemas.microsoft.com/office/drawing/2014/main" id="{E247F24C-C5EA-0415-2ACD-25B6F1ECAB2F}"/>
              </a:ext>
            </a:extLst>
          </p:cNvPr>
          <p:cNvSpPr>
            <a:spLocks noGrp="1"/>
          </p:cNvSpPr>
          <p:nvPr>
            <p:ph type="title"/>
          </p:nvPr>
        </p:nvSpPr>
        <p:spPr>
          <a:xfrm>
            <a:off x="551384" y="549274"/>
            <a:ext cx="11090938" cy="930372"/>
          </a:xfrm>
        </p:spPr>
        <p:txBody>
          <a:bodyPr/>
          <a:lstStyle/>
          <a:p>
            <a:r>
              <a:rPr lang="en-US"/>
              <a:t>Click to edit Master title style</a:t>
            </a:r>
          </a:p>
        </p:txBody>
      </p:sp>
      <p:sp>
        <p:nvSpPr>
          <p:cNvPr id="9" name="Chapter Placeholder 2">
            <a:extLst>
              <a:ext uri="{FF2B5EF4-FFF2-40B4-BE49-F238E27FC236}">
                <a16:creationId xmlns:a16="http://schemas.microsoft.com/office/drawing/2014/main" id="{E4CCE872-49CB-FE3F-D589-BAE402FBE5A0}"/>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3401090622"/>
      </p:ext>
    </p:extLst>
  </p:cSld>
  <p:clrMapOvr>
    <a:masterClrMapping/>
  </p:clrMapOvr>
</p:sldLayout>
</file>

<file path=ppt/slideLayouts/slideLayout231.xml><?xml version="1.0" encoding="utf-8"?>
<p:sldLayout xmlns:a="http://schemas.openxmlformats.org/drawingml/2006/main" xmlns:r="http://schemas.openxmlformats.org/officeDocument/2006/relationships" xmlns:p="http://schemas.openxmlformats.org/presentationml/2006/main" preserve="1" userDrawn="1">
  <p:cSld name="Content 2">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377C5B2B-C975-C7B1-B844-1E018309B61A}"/>
              </a:ext>
            </a:extLst>
          </p:cNvPr>
          <p:cNvSpPr/>
          <p:nvPr userDrawn="1"/>
        </p:nvSpPr>
        <p:spPr>
          <a:xfrm rot="16200000" flipV="1">
            <a:off x="4793851" y="-540154"/>
            <a:ext cx="6857998" cy="7938307"/>
          </a:xfrm>
          <a:prstGeom prst="rect">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bg1"/>
              </a:solidFill>
            </a:endParaRPr>
          </a:p>
        </p:txBody>
      </p:sp>
      <p:grpSp>
        <p:nvGrpSpPr>
          <p:cNvPr id="14" name="Group 37">
            <a:extLst>
              <a:ext uri="{FF2B5EF4-FFF2-40B4-BE49-F238E27FC236}">
                <a16:creationId xmlns:a16="http://schemas.microsoft.com/office/drawing/2014/main" id="{C2BCEB8F-2E64-576C-BD81-D1EA1D1C485E}"/>
              </a:ext>
            </a:extLst>
          </p:cNvPr>
          <p:cNvGrpSpPr/>
          <p:nvPr userDrawn="1"/>
        </p:nvGrpSpPr>
        <p:grpSpPr>
          <a:xfrm>
            <a:off x="11770322" y="176700"/>
            <a:ext cx="260230" cy="240782"/>
            <a:chOff x="5481638" y="2859088"/>
            <a:chExt cx="1231900" cy="1139825"/>
          </a:xfrm>
          <a:solidFill>
            <a:schemeClr val="tx2"/>
          </a:solidFill>
        </p:grpSpPr>
        <p:sp>
          <p:nvSpPr>
            <p:cNvPr id="15" name="Freeform 320">
              <a:extLst>
                <a:ext uri="{FF2B5EF4-FFF2-40B4-BE49-F238E27FC236}">
                  <a16:creationId xmlns:a16="http://schemas.microsoft.com/office/drawing/2014/main" id="{D5CA2252-9D37-30A4-0693-791158A53452}"/>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6" name="Freeform 321">
              <a:extLst>
                <a:ext uri="{FF2B5EF4-FFF2-40B4-BE49-F238E27FC236}">
                  <a16:creationId xmlns:a16="http://schemas.microsoft.com/office/drawing/2014/main" id="{41A547D1-47C8-9981-46A6-D3C7D68EDC1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766145ED-D9CE-08CB-28E4-8A4A79A6FB2B}"/>
              </a:ext>
            </a:extLst>
          </p:cNvPr>
          <p:cNvSpPr>
            <a:spLocks noGrp="1"/>
          </p:cNvSpPr>
          <p:nvPr>
            <p:ph type="dt" sz="half" idx="24"/>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4" name="Footer Placeholder 3">
            <a:extLst>
              <a:ext uri="{FF2B5EF4-FFF2-40B4-BE49-F238E27FC236}">
                <a16:creationId xmlns:a16="http://schemas.microsoft.com/office/drawing/2014/main" id="{2D2C1A62-1994-E6C5-D27B-038BDFD0C15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5" name="Slide Number Placeholder 4">
            <a:extLst>
              <a:ext uri="{FF2B5EF4-FFF2-40B4-BE49-F238E27FC236}">
                <a16:creationId xmlns:a16="http://schemas.microsoft.com/office/drawing/2014/main" id="{FE33FDCA-05A6-1B47-853B-F56E9D56B728}"/>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19" name="Text Placeholder 10">
            <a:extLst>
              <a:ext uri="{FF2B5EF4-FFF2-40B4-BE49-F238E27FC236}">
                <a16:creationId xmlns:a16="http://schemas.microsoft.com/office/drawing/2014/main" id="{EF7D112D-CF86-9903-FCF9-024966E5A7EA}"/>
              </a:ext>
            </a:extLst>
          </p:cNvPr>
          <p:cNvSpPr>
            <a:spLocks noGrp="1"/>
          </p:cNvSpPr>
          <p:nvPr>
            <p:ph type="body" sz="quarter" idx="27"/>
          </p:nvPr>
        </p:nvSpPr>
        <p:spPr>
          <a:xfrm>
            <a:off x="4655841" y="1634286"/>
            <a:ext cx="6985298"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US"/>
              <a:t>Click to edit Master text styles</a:t>
            </a:r>
          </a:p>
        </p:txBody>
      </p:sp>
      <p:sp>
        <p:nvSpPr>
          <p:cNvPr id="20" name="Content Placeholder 20">
            <a:extLst>
              <a:ext uri="{FF2B5EF4-FFF2-40B4-BE49-F238E27FC236}">
                <a16:creationId xmlns:a16="http://schemas.microsoft.com/office/drawing/2014/main" id="{5458BDF8-BB24-0D29-94B4-F423C93F44C4}"/>
              </a:ext>
            </a:extLst>
          </p:cNvPr>
          <p:cNvSpPr>
            <a:spLocks noGrp="1"/>
          </p:cNvSpPr>
          <p:nvPr>
            <p:ph sz="quarter" idx="28"/>
          </p:nvPr>
        </p:nvSpPr>
        <p:spPr>
          <a:xfrm>
            <a:off x="4655841" y="2132856"/>
            <a:ext cx="6985298"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marL="0" marR="0" lvl="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a:pPr>
            <a:r>
              <a:rPr kumimoji="0" lang="en-US" sz="1400" b="0" i="0" u="none" strike="noStrike" kern="1200" cap="none" spc="0" normalizeH="0" baseline="0" noProof="0">
                <a:ln>
                  <a:noFill/>
                </a:ln>
                <a:solidFill>
                  <a:srgbClr val="000000"/>
                </a:solidFill>
                <a:effectLst/>
                <a:uLnTx/>
                <a:uFillTx/>
                <a:latin typeface="Ubuntu"/>
                <a:ea typeface="+mn-ea"/>
                <a:cs typeface="+mn-cs"/>
              </a:rPr>
              <a:t>Click to edit Master text styles</a:t>
            </a:r>
          </a:p>
          <a:p>
            <a:pPr marL="0" marR="0" lvl="1"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a:pPr>
            <a:r>
              <a:rPr kumimoji="0" lang="en-US" sz="1400" b="0" i="0" u="none" strike="noStrike" kern="1200" cap="none" spc="0" normalizeH="0" baseline="0" noProof="0">
                <a:ln>
                  <a:noFill/>
                </a:ln>
                <a:solidFill>
                  <a:srgbClr val="000000"/>
                </a:solidFill>
                <a:effectLst/>
                <a:uLnTx/>
                <a:uFillTx/>
                <a:latin typeface="Ubuntu"/>
                <a:ea typeface="+mn-ea"/>
                <a:cs typeface="+mn-cs"/>
              </a:rPr>
              <a:t>Second level</a:t>
            </a:r>
          </a:p>
          <a:p>
            <a:pPr marL="0" marR="0" lvl="2"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a:pPr>
            <a:r>
              <a:rPr kumimoji="0" lang="en-US" sz="1400" b="0" i="0" u="none" strike="noStrike" kern="1200" cap="none" spc="0" normalizeH="0" baseline="0" noProof="0">
                <a:ln>
                  <a:noFill/>
                </a:ln>
                <a:solidFill>
                  <a:srgbClr val="000000"/>
                </a:solidFill>
                <a:effectLst/>
                <a:uLnTx/>
                <a:uFillTx/>
                <a:latin typeface="Ubuntu"/>
                <a:ea typeface="+mn-ea"/>
                <a:cs typeface="+mn-cs"/>
              </a:rPr>
              <a:t>Third level</a:t>
            </a:r>
          </a:p>
          <a:p>
            <a:pPr marL="0" marR="0" lvl="3"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a:pPr>
            <a:r>
              <a:rPr kumimoji="0" lang="en-US" sz="1400" b="0" i="0" u="none" strike="noStrike" kern="1200" cap="none" spc="0" normalizeH="0" baseline="0" noProof="0">
                <a:ln>
                  <a:noFill/>
                </a:ln>
                <a:solidFill>
                  <a:srgbClr val="000000"/>
                </a:solidFill>
                <a:effectLst/>
                <a:uLnTx/>
                <a:uFillTx/>
                <a:latin typeface="Ubuntu"/>
                <a:ea typeface="+mn-ea"/>
                <a:cs typeface="+mn-cs"/>
              </a:rPr>
              <a:t>Fourth level</a:t>
            </a:r>
          </a:p>
          <a:p>
            <a:pPr marL="0" marR="0" lvl="4"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a:pPr>
            <a:r>
              <a:rPr kumimoji="0" lang="en-US" sz="1400" b="0" i="0" u="none" strike="noStrike" kern="1200" cap="none" spc="0" normalizeH="0" baseline="0" noProof="0">
                <a:ln>
                  <a:noFill/>
                </a:ln>
                <a:solidFill>
                  <a:srgbClr val="000000"/>
                </a:solidFill>
                <a:effectLst/>
                <a:uLnTx/>
                <a:uFillTx/>
                <a:latin typeface="Ubuntu"/>
                <a:ea typeface="+mn-ea"/>
                <a:cs typeface="+mn-cs"/>
              </a:rPr>
              <a:t>Fifth level</a:t>
            </a:r>
          </a:p>
        </p:txBody>
      </p:sp>
      <p:sp>
        <p:nvSpPr>
          <p:cNvPr id="21" name="Text Placeholder 9">
            <a:extLst>
              <a:ext uri="{FF2B5EF4-FFF2-40B4-BE49-F238E27FC236}">
                <a16:creationId xmlns:a16="http://schemas.microsoft.com/office/drawing/2014/main" id="{7AE5FA2C-1A96-2175-F4F5-70B221AA3D29}"/>
              </a:ext>
            </a:extLst>
          </p:cNvPr>
          <p:cNvSpPr>
            <a:spLocks noGrp="1"/>
          </p:cNvSpPr>
          <p:nvPr>
            <p:ph type="body" sz="quarter" idx="22" hasCustomPrompt="1"/>
          </p:nvPr>
        </p:nvSpPr>
        <p:spPr>
          <a:xfrm>
            <a:off x="550200" y="1634286"/>
            <a:ext cx="3312368"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22" name="Title 4">
            <a:extLst>
              <a:ext uri="{FF2B5EF4-FFF2-40B4-BE49-F238E27FC236}">
                <a16:creationId xmlns:a16="http://schemas.microsoft.com/office/drawing/2014/main" id="{7AD621F6-B896-05B0-78CA-94FF6A0C4B82}"/>
              </a:ext>
            </a:extLst>
          </p:cNvPr>
          <p:cNvSpPr>
            <a:spLocks noGrp="1"/>
          </p:cNvSpPr>
          <p:nvPr>
            <p:ph type="title"/>
          </p:nvPr>
        </p:nvSpPr>
        <p:spPr>
          <a:xfrm>
            <a:off x="551384" y="549274"/>
            <a:ext cx="3312368" cy="930372"/>
          </a:xfrm>
        </p:spPr>
        <p:txBody>
          <a:bodyPr/>
          <a:lstStyle/>
          <a:p>
            <a:r>
              <a:rPr lang="en-US"/>
              <a:t>Click to edit Master title style</a:t>
            </a:r>
          </a:p>
        </p:txBody>
      </p:sp>
      <p:sp>
        <p:nvSpPr>
          <p:cNvPr id="23" name="Content Placeholder 5">
            <a:extLst>
              <a:ext uri="{FF2B5EF4-FFF2-40B4-BE49-F238E27FC236}">
                <a16:creationId xmlns:a16="http://schemas.microsoft.com/office/drawing/2014/main" id="{BADFCA13-C5E7-F36F-F3A3-396A01287FAA}"/>
              </a:ext>
            </a:extLst>
          </p:cNvPr>
          <p:cNvSpPr>
            <a:spLocks noGrp="1"/>
          </p:cNvSpPr>
          <p:nvPr>
            <p:ph sz="quarter" idx="31"/>
          </p:nvPr>
        </p:nvSpPr>
        <p:spPr>
          <a:xfrm>
            <a:off x="551384" y="2132856"/>
            <a:ext cx="331236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50914211"/>
      </p:ext>
    </p:extLst>
  </p:cSld>
  <p:clrMapOvr>
    <a:masterClrMapping/>
  </p:clrMapOvr>
</p:sldLayout>
</file>

<file path=ppt/slideLayouts/slideLayout232.xml><?xml version="1.0" encoding="utf-8"?>
<p:sldLayout xmlns:a="http://schemas.openxmlformats.org/drawingml/2006/main" xmlns:r="http://schemas.openxmlformats.org/officeDocument/2006/relationships" xmlns:p="http://schemas.openxmlformats.org/presentationml/2006/main" preserve="1" userDrawn="1">
  <p:cSld name="Content 2 Chapterbox">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377C5B2B-C975-C7B1-B844-1E018309B61A}"/>
              </a:ext>
            </a:extLst>
          </p:cNvPr>
          <p:cNvSpPr/>
          <p:nvPr userDrawn="1"/>
        </p:nvSpPr>
        <p:spPr>
          <a:xfrm rot="16200000" flipV="1">
            <a:off x="4793851" y="-540154"/>
            <a:ext cx="6857998" cy="7938307"/>
          </a:xfrm>
          <a:prstGeom prst="rect">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bg1"/>
              </a:solidFill>
            </a:endParaRPr>
          </a:p>
        </p:txBody>
      </p:sp>
      <p:grpSp>
        <p:nvGrpSpPr>
          <p:cNvPr id="14" name="Group 37">
            <a:extLst>
              <a:ext uri="{FF2B5EF4-FFF2-40B4-BE49-F238E27FC236}">
                <a16:creationId xmlns:a16="http://schemas.microsoft.com/office/drawing/2014/main" id="{C2BCEB8F-2E64-576C-BD81-D1EA1D1C485E}"/>
              </a:ext>
            </a:extLst>
          </p:cNvPr>
          <p:cNvGrpSpPr/>
          <p:nvPr userDrawn="1"/>
        </p:nvGrpSpPr>
        <p:grpSpPr>
          <a:xfrm>
            <a:off x="11770322" y="176700"/>
            <a:ext cx="260230" cy="240782"/>
            <a:chOff x="5481638" y="2859088"/>
            <a:chExt cx="1231900" cy="1139825"/>
          </a:xfrm>
          <a:solidFill>
            <a:schemeClr val="tx2"/>
          </a:solidFill>
        </p:grpSpPr>
        <p:sp>
          <p:nvSpPr>
            <p:cNvPr id="15" name="Freeform 320">
              <a:extLst>
                <a:ext uri="{FF2B5EF4-FFF2-40B4-BE49-F238E27FC236}">
                  <a16:creationId xmlns:a16="http://schemas.microsoft.com/office/drawing/2014/main" id="{D5CA2252-9D37-30A4-0693-791158A53452}"/>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6" name="Freeform 321">
              <a:extLst>
                <a:ext uri="{FF2B5EF4-FFF2-40B4-BE49-F238E27FC236}">
                  <a16:creationId xmlns:a16="http://schemas.microsoft.com/office/drawing/2014/main" id="{41A547D1-47C8-9981-46A6-D3C7D68EDC1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766145ED-D9CE-08CB-28E4-8A4A79A6FB2B}"/>
              </a:ext>
            </a:extLst>
          </p:cNvPr>
          <p:cNvSpPr>
            <a:spLocks noGrp="1"/>
          </p:cNvSpPr>
          <p:nvPr>
            <p:ph type="dt" sz="half" idx="24"/>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4" name="Footer Placeholder 3">
            <a:extLst>
              <a:ext uri="{FF2B5EF4-FFF2-40B4-BE49-F238E27FC236}">
                <a16:creationId xmlns:a16="http://schemas.microsoft.com/office/drawing/2014/main" id="{2D2C1A62-1994-E6C5-D27B-038BDFD0C15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5" name="Slide Number Placeholder 4">
            <a:extLst>
              <a:ext uri="{FF2B5EF4-FFF2-40B4-BE49-F238E27FC236}">
                <a16:creationId xmlns:a16="http://schemas.microsoft.com/office/drawing/2014/main" id="{FE33FDCA-05A6-1B47-853B-F56E9D56B728}"/>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11" name="Text Placeholder 9">
            <a:extLst>
              <a:ext uri="{FF2B5EF4-FFF2-40B4-BE49-F238E27FC236}">
                <a16:creationId xmlns:a16="http://schemas.microsoft.com/office/drawing/2014/main" id="{9227D1AD-4121-769A-C63E-C1618CC3A086}"/>
              </a:ext>
            </a:extLst>
          </p:cNvPr>
          <p:cNvSpPr>
            <a:spLocks noGrp="1"/>
          </p:cNvSpPr>
          <p:nvPr>
            <p:ph type="body" sz="quarter" idx="22" hasCustomPrompt="1"/>
          </p:nvPr>
        </p:nvSpPr>
        <p:spPr>
          <a:xfrm>
            <a:off x="550200" y="1634286"/>
            <a:ext cx="3312368"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13" name="Title 4">
            <a:extLst>
              <a:ext uri="{FF2B5EF4-FFF2-40B4-BE49-F238E27FC236}">
                <a16:creationId xmlns:a16="http://schemas.microsoft.com/office/drawing/2014/main" id="{605C4000-3452-D432-3F41-7665FAA66E95}"/>
              </a:ext>
            </a:extLst>
          </p:cNvPr>
          <p:cNvSpPr>
            <a:spLocks noGrp="1"/>
          </p:cNvSpPr>
          <p:nvPr>
            <p:ph type="title"/>
          </p:nvPr>
        </p:nvSpPr>
        <p:spPr>
          <a:xfrm>
            <a:off x="551384" y="549274"/>
            <a:ext cx="3312368" cy="930372"/>
          </a:xfrm>
        </p:spPr>
        <p:txBody>
          <a:bodyPr/>
          <a:lstStyle/>
          <a:p>
            <a:r>
              <a:rPr lang="en-US"/>
              <a:t>Click to edit Master title style</a:t>
            </a:r>
          </a:p>
        </p:txBody>
      </p:sp>
      <p:sp>
        <p:nvSpPr>
          <p:cNvPr id="18" name="Content Placeholder 5">
            <a:extLst>
              <a:ext uri="{FF2B5EF4-FFF2-40B4-BE49-F238E27FC236}">
                <a16:creationId xmlns:a16="http://schemas.microsoft.com/office/drawing/2014/main" id="{C334D853-436F-B3A1-B5BF-E1A6F18D61BA}"/>
              </a:ext>
            </a:extLst>
          </p:cNvPr>
          <p:cNvSpPr>
            <a:spLocks noGrp="1"/>
          </p:cNvSpPr>
          <p:nvPr>
            <p:ph sz="quarter" idx="31"/>
          </p:nvPr>
        </p:nvSpPr>
        <p:spPr>
          <a:xfrm>
            <a:off x="551384" y="2132856"/>
            <a:ext cx="331236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Chapter Placeholder 2">
            <a:extLst>
              <a:ext uri="{FF2B5EF4-FFF2-40B4-BE49-F238E27FC236}">
                <a16:creationId xmlns:a16="http://schemas.microsoft.com/office/drawing/2014/main" id="{D66D50B7-BB7C-8EA2-1B91-E95F5D828D19}"/>
              </a:ext>
            </a:extLst>
          </p:cNvPr>
          <p:cNvSpPr>
            <a:spLocks noGrp="1"/>
          </p:cNvSpPr>
          <p:nvPr>
            <p:ph type="body" sz="quarter" idx="13" hasCustomPrompt="1"/>
          </p:nvPr>
        </p:nvSpPr>
        <p:spPr>
          <a:xfrm>
            <a:off x="550863" y="266219"/>
            <a:ext cx="3311705" cy="151264"/>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20" name="Text Placeholder 10">
            <a:extLst>
              <a:ext uri="{FF2B5EF4-FFF2-40B4-BE49-F238E27FC236}">
                <a16:creationId xmlns:a16="http://schemas.microsoft.com/office/drawing/2014/main" id="{D9387F81-35B0-5179-10F9-DACD7BA877F0}"/>
              </a:ext>
            </a:extLst>
          </p:cNvPr>
          <p:cNvSpPr>
            <a:spLocks noGrp="1"/>
          </p:cNvSpPr>
          <p:nvPr>
            <p:ph type="body" sz="quarter" idx="27"/>
          </p:nvPr>
        </p:nvSpPr>
        <p:spPr>
          <a:xfrm>
            <a:off x="4655841" y="1634286"/>
            <a:ext cx="6985298"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US"/>
              <a:t>Click to edit Master text styles</a:t>
            </a:r>
          </a:p>
        </p:txBody>
      </p:sp>
      <p:sp>
        <p:nvSpPr>
          <p:cNvPr id="22" name="Content Placeholder 20">
            <a:extLst>
              <a:ext uri="{FF2B5EF4-FFF2-40B4-BE49-F238E27FC236}">
                <a16:creationId xmlns:a16="http://schemas.microsoft.com/office/drawing/2014/main" id="{AC730ABB-D500-EA99-4B88-49DCD572296A}"/>
              </a:ext>
            </a:extLst>
          </p:cNvPr>
          <p:cNvSpPr>
            <a:spLocks noGrp="1"/>
          </p:cNvSpPr>
          <p:nvPr>
            <p:ph sz="quarter" idx="28"/>
          </p:nvPr>
        </p:nvSpPr>
        <p:spPr>
          <a:xfrm>
            <a:off x="4655841" y="2132856"/>
            <a:ext cx="6985298"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marL="0" marR="0" lvl="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a:pPr>
            <a:r>
              <a:rPr kumimoji="0" lang="en-US" sz="1400" b="0" i="0" u="none" strike="noStrike" kern="1200" cap="none" spc="0" normalizeH="0" baseline="0" noProof="0">
                <a:ln>
                  <a:noFill/>
                </a:ln>
                <a:solidFill>
                  <a:srgbClr val="000000"/>
                </a:solidFill>
                <a:effectLst/>
                <a:uLnTx/>
                <a:uFillTx/>
                <a:latin typeface="Ubuntu"/>
                <a:ea typeface="+mn-ea"/>
                <a:cs typeface="+mn-cs"/>
              </a:rPr>
              <a:t>Click to edit Master text styles</a:t>
            </a:r>
          </a:p>
          <a:p>
            <a:pPr marL="0" marR="0" lvl="1"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a:pPr>
            <a:r>
              <a:rPr kumimoji="0" lang="en-US" sz="1400" b="0" i="0" u="none" strike="noStrike" kern="1200" cap="none" spc="0" normalizeH="0" baseline="0" noProof="0">
                <a:ln>
                  <a:noFill/>
                </a:ln>
                <a:solidFill>
                  <a:srgbClr val="000000"/>
                </a:solidFill>
                <a:effectLst/>
                <a:uLnTx/>
                <a:uFillTx/>
                <a:latin typeface="Ubuntu"/>
                <a:ea typeface="+mn-ea"/>
                <a:cs typeface="+mn-cs"/>
              </a:rPr>
              <a:t>Second level</a:t>
            </a:r>
          </a:p>
          <a:p>
            <a:pPr marL="0" marR="0" lvl="2"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a:pPr>
            <a:r>
              <a:rPr kumimoji="0" lang="en-US" sz="1400" b="0" i="0" u="none" strike="noStrike" kern="1200" cap="none" spc="0" normalizeH="0" baseline="0" noProof="0">
                <a:ln>
                  <a:noFill/>
                </a:ln>
                <a:solidFill>
                  <a:srgbClr val="000000"/>
                </a:solidFill>
                <a:effectLst/>
                <a:uLnTx/>
                <a:uFillTx/>
                <a:latin typeface="Ubuntu"/>
                <a:ea typeface="+mn-ea"/>
                <a:cs typeface="+mn-cs"/>
              </a:rPr>
              <a:t>Third level</a:t>
            </a:r>
          </a:p>
          <a:p>
            <a:pPr marL="0" marR="0" lvl="3"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a:pPr>
            <a:r>
              <a:rPr kumimoji="0" lang="en-US" sz="1400" b="0" i="0" u="none" strike="noStrike" kern="1200" cap="none" spc="0" normalizeH="0" baseline="0" noProof="0">
                <a:ln>
                  <a:noFill/>
                </a:ln>
                <a:solidFill>
                  <a:srgbClr val="000000"/>
                </a:solidFill>
                <a:effectLst/>
                <a:uLnTx/>
                <a:uFillTx/>
                <a:latin typeface="Ubuntu"/>
                <a:ea typeface="+mn-ea"/>
                <a:cs typeface="+mn-cs"/>
              </a:rPr>
              <a:t>Fourth level</a:t>
            </a:r>
          </a:p>
          <a:p>
            <a:pPr marL="0" marR="0" lvl="4"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a:pPr>
            <a:r>
              <a:rPr kumimoji="0" lang="en-US" sz="1400" b="0" i="0" u="none" strike="noStrike" kern="1200" cap="none" spc="0" normalizeH="0" baseline="0" noProof="0">
                <a:ln>
                  <a:noFill/>
                </a:ln>
                <a:solidFill>
                  <a:srgbClr val="000000"/>
                </a:solidFill>
                <a:effectLst/>
                <a:uLnTx/>
                <a:uFillTx/>
                <a:latin typeface="Ubuntu"/>
                <a:ea typeface="+mn-ea"/>
                <a:cs typeface="+mn-cs"/>
              </a:rPr>
              <a:t>Fifth level</a:t>
            </a:r>
          </a:p>
        </p:txBody>
      </p:sp>
    </p:spTree>
    <p:extLst>
      <p:ext uri="{BB962C8B-B14F-4D97-AF65-F5344CB8AC3E}">
        <p14:creationId xmlns:p14="http://schemas.microsoft.com/office/powerpoint/2010/main" val="3162331578"/>
      </p:ext>
    </p:extLst>
  </p:cSld>
  <p:clrMapOvr>
    <a:masterClrMapping/>
  </p:clrMapOvr>
</p:sldLayout>
</file>

<file path=ppt/slideLayouts/slideLayout233.xml><?xml version="1.0" encoding="utf-8"?>
<p:sldLayout xmlns:a="http://schemas.openxmlformats.org/drawingml/2006/main" xmlns:r="http://schemas.openxmlformats.org/officeDocument/2006/relationships" xmlns:p="http://schemas.openxmlformats.org/presentationml/2006/main" preserve="1" userDrawn="1">
  <p:cSld name="Content 3">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FDA5053-3D63-3C3B-F1E9-69CFF9FC43BA}"/>
              </a:ext>
            </a:extLst>
          </p:cNvPr>
          <p:cNvSpPr/>
          <p:nvPr userDrawn="1"/>
        </p:nvSpPr>
        <p:spPr>
          <a:xfrm rot="16200000" flipV="1">
            <a:off x="5715003" y="380999"/>
            <a:ext cx="6857998" cy="6096002"/>
          </a:xfrm>
          <a:prstGeom prst="rect">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0" name="Group 37">
            <a:extLst>
              <a:ext uri="{FF2B5EF4-FFF2-40B4-BE49-F238E27FC236}">
                <a16:creationId xmlns:a16="http://schemas.microsoft.com/office/drawing/2014/main" id="{C7484E95-42C9-8DB4-CE16-9F65A190121F}"/>
              </a:ext>
            </a:extLst>
          </p:cNvPr>
          <p:cNvGrpSpPr/>
          <p:nvPr userDrawn="1"/>
        </p:nvGrpSpPr>
        <p:grpSpPr>
          <a:xfrm>
            <a:off x="11770322" y="176700"/>
            <a:ext cx="260230" cy="240782"/>
            <a:chOff x="5481638" y="2859088"/>
            <a:chExt cx="1231900" cy="1139825"/>
          </a:xfrm>
          <a:solidFill>
            <a:schemeClr val="tx2"/>
          </a:solidFill>
        </p:grpSpPr>
        <p:sp>
          <p:nvSpPr>
            <p:cNvPr id="21" name="Freeform 320">
              <a:extLst>
                <a:ext uri="{FF2B5EF4-FFF2-40B4-BE49-F238E27FC236}">
                  <a16:creationId xmlns:a16="http://schemas.microsoft.com/office/drawing/2014/main" id="{1A559A5A-FF5B-C4A1-FBB9-17F04B2572FB}"/>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2" name="Freeform 321">
              <a:extLst>
                <a:ext uri="{FF2B5EF4-FFF2-40B4-BE49-F238E27FC236}">
                  <a16:creationId xmlns:a16="http://schemas.microsoft.com/office/drawing/2014/main" id="{AA3487D1-995C-B436-2407-E724FC0582FA}"/>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4" name="Date Placeholder 3">
            <a:extLst>
              <a:ext uri="{FF2B5EF4-FFF2-40B4-BE49-F238E27FC236}">
                <a16:creationId xmlns:a16="http://schemas.microsoft.com/office/drawing/2014/main" id="{358A13D8-885F-6258-82CC-EE1A7ED60DB2}"/>
              </a:ext>
            </a:extLst>
          </p:cNvPr>
          <p:cNvSpPr>
            <a:spLocks noGrp="1"/>
          </p:cNvSpPr>
          <p:nvPr>
            <p:ph type="dt" sz="half" idx="24"/>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6" name="Footer Placeholder 5">
            <a:extLst>
              <a:ext uri="{FF2B5EF4-FFF2-40B4-BE49-F238E27FC236}">
                <a16:creationId xmlns:a16="http://schemas.microsoft.com/office/drawing/2014/main" id="{F3CB3B34-F920-D8B3-B36B-15435A286DB2}"/>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7" name="Slide Number Placeholder 6">
            <a:extLst>
              <a:ext uri="{FF2B5EF4-FFF2-40B4-BE49-F238E27FC236}">
                <a16:creationId xmlns:a16="http://schemas.microsoft.com/office/drawing/2014/main" id="{D2B44653-FCDA-83BF-7377-AD5F2E69077A}"/>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ext Placeholder 10">
            <a:extLst>
              <a:ext uri="{FF2B5EF4-FFF2-40B4-BE49-F238E27FC236}">
                <a16:creationId xmlns:a16="http://schemas.microsoft.com/office/drawing/2014/main" id="{451310E0-84B4-F98C-F3F7-72DA21763F45}"/>
              </a:ext>
            </a:extLst>
          </p:cNvPr>
          <p:cNvSpPr>
            <a:spLocks noGrp="1"/>
          </p:cNvSpPr>
          <p:nvPr>
            <p:ph type="body" sz="quarter" idx="27"/>
          </p:nvPr>
        </p:nvSpPr>
        <p:spPr>
          <a:xfrm>
            <a:off x="6456039" y="1634285"/>
            <a:ext cx="5185099"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US"/>
              <a:t>Click to edit Master text styles</a:t>
            </a:r>
          </a:p>
        </p:txBody>
      </p:sp>
      <p:sp>
        <p:nvSpPr>
          <p:cNvPr id="10" name="Content Placeholder 20">
            <a:extLst>
              <a:ext uri="{FF2B5EF4-FFF2-40B4-BE49-F238E27FC236}">
                <a16:creationId xmlns:a16="http://schemas.microsoft.com/office/drawing/2014/main" id="{E141C255-5CEA-B30A-9789-9B0063D0603D}"/>
              </a:ext>
            </a:extLst>
          </p:cNvPr>
          <p:cNvSpPr>
            <a:spLocks noGrp="1"/>
          </p:cNvSpPr>
          <p:nvPr>
            <p:ph sz="quarter" idx="28"/>
          </p:nvPr>
        </p:nvSpPr>
        <p:spPr>
          <a:xfrm>
            <a:off x="6456039" y="2132856"/>
            <a:ext cx="5185099"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marL="0" marR="0" lvl="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a:pPr>
            <a:r>
              <a:rPr kumimoji="0" lang="en-US" sz="1400" b="0" i="0" u="none" strike="noStrike" kern="1200" cap="none" spc="0" normalizeH="0" baseline="0" noProof="0">
                <a:ln>
                  <a:noFill/>
                </a:ln>
                <a:solidFill>
                  <a:srgbClr val="000000"/>
                </a:solidFill>
                <a:effectLst/>
                <a:uLnTx/>
                <a:uFillTx/>
                <a:latin typeface="Ubuntu"/>
                <a:ea typeface="+mn-ea"/>
                <a:cs typeface="+mn-cs"/>
              </a:rPr>
              <a:t>Click to edit Master text styles</a:t>
            </a:r>
          </a:p>
          <a:p>
            <a:pPr marL="0" marR="0" lvl="1"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a:pPr>
            <a:r>
              <a:rPr kumimoji="0" lang="en-US" sz="1400" b="0" i="0" u="none" strike="noStrike" kern="1200" cap="none" spc="0" normalizeH="0" baseline="0" noProof="0">
                <a:ln>
                  <a:noFill/>
                </a:ln>
                <a:solidFill>
                  <a:srgbClr val="000000"/>
                </a:solidFill>
                <a:effectLst/>
                <a:uLnTx/>
                <a:uFillTx/>
                <a:latin typeface="Ubuntu"/>
                <a:ea typeface="+mn-ea"/>
                <a:cs typeface="+mn-cs"/>
              </a:rPr>
              <a:t>Second level</a:t>
            </a:r>
          </a:p>
          <a:p>
            <a:pPr marL="0" marR="0" lvl="2"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a:pPr>
            <a:r>
              <a:rPr kumimoji="0" lang="en-US" sz="1400" b="0" i="0" u="none" strike="noStrike" kern="1200" cap="none" spc="0" normalizeH="0" baseline="0" noProof="0">
                <a:ln>
                  <a:noFill/>
                </a:ln>
                <a:solidFill>
                  <a:srgbClr val="000000"/>
                </a:solidFill>
                <a:effectLst/>
                <a:uLnTx/>
                <a:uFillTx/>
                <a:latin typeface="Ubuntu"/>
                <a:ea typeface="+mn-ea"/>
                <a:cs typeface="+mn-cs"/>
              </a:rPr>
              <a:t>Third level</a:t>
            </a:r>
          </a:p>
          <a:p>
            <a:pPr marL="0" marR="0" lvl="3"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a:pPr>
            <a:r>
              <a:rPr kumimoji="0" lang="en-US" sz="1400" b="0" i="0" u="none" strike="noStrike" kern="1200" cap="none" spc="0" normalizeH="0" baseline="0" noProof="0">
                <a:ln>
                  <a:noFill/>
                </a:ln>
                <a:solidFill>
                  <a:srgbClr val="000000"/>
                </a:solidFill>
                <a:effectLst/>
                <a:uLnTx/>
                <a:uFillTx/>
                <a:latin typeface="Ubuntu"/>
                <a:ea typeface="+mn-ea"/>
                <a:cs typeface="+mn-cs"/>
              </a:rPr>
              <a:t>Fourth level</a:t>
            </a:r>
          </a:p>
          <a:p>
            <a:pPr marL="0" marR="0" lvl="4"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a:pPr>
            <a:r>
              <a:rPr kumimoji="0" lang="en-US" sz="1400" b="0" i="0" u="none" strike="noStrike" kern="1200" cap="none" spc="0" normalizeH="0" baseline="0" noProof="0">
                <a:ln>
                  <a:noFill/>
                </a:ln>
                <a:solidFill>
                  <a:srgbClr val="000000"/>
                </a:solidFill>
                <a:effectLst/>
                <a:uLnTx/>
                <a:uFillTx/>
                <a:latin typeface="Ubuntu"/>
                <a:ea typeface="+mn-ea"/>
                <a:cs typeface="+mn-cs"/>
              </a:rPr>
              <a:t>Fifth level</a:t>
            </a:r>
          </a:p>
        </p:txBody>
      </p:sp>
      <p:sp>
        <p:nvSpPr>
          <p:cNvPr id="12" name="Text Placeholder 9">
            <a:extLst>
              <a:ext uri="{FF2B5EF4-FFF2-40B4-BE49-F238E27FC236}">
                <a16:creationId xmlns:a16="http://schemas.microsoft.com/office/drawing/2014/main" id="{2F2A2FFD-9408-B87F-A8B5-3F762A928C7B}"/>
              </a:ext>
            </a:extLst>
          </p:cNvPr>
          <p:cNvSpPr>
            <a:spLocks noGrp="1"/>
          </p:cNvSpPr>
          <p:nvPr>
            <p:ph type="body" sz="quarter" idx="22" hasCustomPrompt="1"/>
          </p:nvPr>
        </p:nvSpPr>
        <p:spPr>
          <a:xfrm>
            <a:off x="550200" y="1634286"/>
            <a:ext cx="5184576"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13" name="Title 4">
            <a:extLst>
              <a:ext uri="{FF2B5EF4-FFF2-40B4-BE49-F238E27FC236}">
                <a16:creationId xmlns:a16="http://schemas.microsoft.com/office/drawing/2014/main" id="{977C0003-D8CE-E520-F373-C6F1FD458FE8}"/>
              </a:ext>
            </a:extLst>
          </p:cNvPr>
          <p:cNvSpPr>
            <a:spLocks noGrp="1"/>
          </p:cNvSpPr>
          <p:nvPr>
            <p:ph type="title"/>
          </p:nvPr>
        </p:nvSpPr>
        <p:spPr>
          <a:xfrm>
            <a:off x="551384" y="549274"/>
            <a:ext cx="5184576" cy="930372"/>
          </a:xfrm>
        </p:spPr>
        <p:txBody>
          <a:bodyPr/>
          <a:lstStyle/>
          <a:p>
            <a:r>
              <a:rPr lang="en-US"/>
              <a:t>Click to edit Master title style</a:t>
            </a:r>
          </a:p>
        </p:txBody>
      </p:sp>
      <p:sp>
        <p:nvSpPr>
          <p:cNvPr id="14" name="Content Placeholder 5">
            <a:extLst>
              <a:ext uri="{FF2B5EF4-FFF2-40B4-BE49-F238E27FC236}">
                <a16:creationId xmlns:a16="http://schemas.microsoft.com/office/drawing/2014/main" id="{647B7035-6834-174D-19B7-E059C0EDBC1F}"/>
              </a:ext>
            </a:extLst>
          </p:cNvPr>
          <p:cNvSpPr>
            <a:spLocks noGrp="1"/>
          </p:cNvSpPr>
          <p:nvPr>
            <p:ph sz="quarter" idx="31"/>
          </p:nvPr>
        </p:nvSpPr>
        <p:spPr>
          <a:xfrm>
            <a:off x="551384" y="2132856"/>
            <a:ext cx="5184576"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949277452"/>
      </p:ext>
    </p:extLst>
  </p:cSld>
  <p:clrMapOvr>
    <a:masterClrMapping/>
  </p:clrMapOvr>
</p:sldLayout>
</file>

<file path=ppt/slideLayouts/slideLayout234.xml><?xml version="1.0" encoding="utf-8"?>
<p:sldLayout xmlns:a="http://schemas.openxmlformats.org/drawingml/2006/main" xmlns:r="http://schemas.openxmlformats.org/officeDocument/2006/relationships" xmlns:p="http://schemas.openxmlformats.org/presentationml/2006/main" preserve="1" userDrawn="1">
  <p:cSld name="Content 3 Chapterbox">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FDA5053-3D63-3C3B-F1E9-69CFF9FC43BA}"/>
              </a:ext>
            </a:extLst>
          </p:cNvPr>
          <p:cNvSpPr/>
          <p:nvPr userDrawn="1"/>
        </p:nvSpPr>
        <p:spPr>
          <a:xfrm rot="16200000" flipV="1">
            <a:off x="5715003" y="381000"/>
            <a:ext cx="6857998" cy="6096002"/>
          </a:xfrm>
          <a:prstGeom prst="rect">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0" name="Group 37">
            <a:extLst>
              <a:ext uri="{FF2B5EF4-FFF2-40B4-BE49-F238E27FC236}">
                <a16:creationId xmlns:a16="http://schemas.microsoft.com/office/drawing/2014/main" id="{C7484E95-42C9-8DB4-CE16-9F65A190121F}"/>
              </a:ext>
            </a:extLst>
          </p:cNvPr>
          <p:cNvGrpSpPr/>
          <p:nvPr userDrawn="1"/>
        </p:nvGrpSpPr>
        <p:grpSpPr>
          <a:xfrm>
            <a:off x="11770322" y="176700"/>
            <a:ext cx="260230" cy="240782"/>
            <a:chOff x="5481638" y="2859088"/>
            <a:chExt cx="1231900" cy="1139825"/>
          </a:xfrm>
          <a:solidFill>
            <a:schemeClr val="tx2"/>
          </a:solidFill>
        </p:grpSpPr>
        <p:sp>
          <p:nvSpPr>
            <p:cNvPr id="21" name="Freeform 320">
              <a:extLst>
                <a:ext uri="{FF2B5EF4-FFF2-40B4-BE49-F238E27FC236}">
                  <a16:creationId xmlns:a16="http://schemas.microsoft.com/office/drawing/2014/main" id="{1A559A5A-FF5B-C4A1-FBB9-17F04B2572FB}"/>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2" name="Freeform 321">
              <a:extLst>
                <a:ext uri="{FF2B5EF4-FFF2-40B4-BE49-F238E27FC236}">
                  <a16:creationId xmlns:a16="http://schemas.microsoft.com/office/drawing/2014/main" id="{AA3487D1-995C-B436-2407-E724FC0582FA}"/>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4" name="Date Placeholder 3">
            <a:extLst>
              <a:ext uri="{FF2B5EF4-FFF2-40B4-BE49-F238E27FC236}">
                <a16:creationId xmlns:a16="http://schemas.microsoft.com/office/drawing/2014/main" id="{358A13D8-885F-6258-82CC-EE1A7ED60DB2}"/>
              </a:ext>
            </a:extLst>
          </p:cNvPr>
          <p:cNvSpPr>
            <a:spLocks noGrp="1"/>
          </p:cNvSpPr>
          <p:nvPr>
            <p:ph type="dt" sz="half" idx="24"/>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6" name="Footer Placeholder 5">
            <a:extLst>
              <a:ext uri="{FF2B5EF4-FFF2-40B4-BE49-F238E27FC236}">
                <a16:creationId xmlns:a16="http://schemas.microsoft.com/office/drawing/2014/main" id="{F3CB3B34-F920-D8B3-B36B-15435A286DB2}"/>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7" name="Slide Number Placeholder 6">
            <a:extLst>
              <a:ext uri="{FF2B5EF4-FFF2-40B4-BE49-F238E27FC236}">
                <a16:creationId xmlns:a16="http://schemas.microsoft.com/office/drawing/2014/main" id="{D2B44653-FCDA-83BF-7377-AD5F2E69077A}"/>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13" name="Text Placeholder 9">
            <a:extLst>
              <a:ext uri="{FF2B5EF4-FFF2-40B4-BE49-F238E27FC236}">
                <a16:creationId xmlns:a16="http://schemas.microsoft.com/office/drawing/2014/main" id="{890791F0-5611-8762-491F-3288972F8A9C}"/>
              </a:ext>
            </a:extLst>
          </p:cNvPr>
          <p:cNvSpPr>
            <a:spLocks noGrp="1"/>
          </p:cNvSpPr>
          <p:nvPr>
            <p:ph type="body" sz="quarter" idx="22" hasCustomPrompt="1"/>
          </p:nvPr>
        </p:nvSpPr>
        <p:spPr>
          <a:xfrm>
            <a:off x="550200" y="1634286"/>
            <a:ext cx="5184576"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14" name="Title 4">
            <a:extLst>
              <a:ext uri="{FF2B5EF4-FFF2-40B4-BE49-F238E27FC236}">
                <a16:creationId xmlns:a16="http://schemas.microsoft.com/office/drawing/2014/main" id="{7D7D6CCC-CCB2-BBCE-BFC1-4FD3FDF2F75E}"/>
              </a:ext>
            </a:extLst>
          </p:cNvPr>
          <p:cNvSpPr>
            <a:spLocks noGrp="1"/>
          </p:cNvSpPr>
          <p:nvPr>
            <p:ph type="title"/>
          </p:nvPr>
        </p:nvSpPr>
        <p:spPr>
          <a:xfrm>
            <a:off x="551384" y="549274"/>
            <a:ext cx="5184576" cy="930372"/>
          </a:xfrm>
        </p:spPr>
        <p:txBody>
          <a:bodyPr/>
          <a:lstStyle/>
          <a:p>
            <a:r>
              <a:rPr lang="en-US"/>
              <a:t>Click to edit Master title style</a:t>
            </a:r>
          </a:p>
        </p:txBody>
      </p:sp>
      <p:sp>
        <p:nvSpPr>
          <p:cNvPr id="16" name="Content Placeholder 5">
            <a:extLst>
              <a:ext uri="{FF2B5EF4-FFF2-40B4-BE49-F238E27FC236}">
                <a16:creationId xmlns:a16="http://schemas.microsoft.com/office/drawing/2014/main" id="{C98F844E-BEDC-D2A5-9221-3F64757B1403}"/>
              </a:ext>
            </a:extLst>
          </p:cNvPr>
          <p:cNvSpPr>
            <a:spLocks noGrp="1"/>
          </p:cNvSpPr>
          <p:nvPr>
            <p:ph sz="quarter" idx="31"/>
          </p:nvPr>
        </p:nvSpPr>
        <p:spPr>
          <a:xfrm>
            <a:off x="551384" y="2132856"/>
            <a:ext cx="5184576"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Chapter Placeholder 2">
            <a:extLst>
              <a:ext uri="{FF2B5EF4-FFF2-40B4-BE49-F238E27FC236}">
                <a16:creationId xmlns:a16="http://schemas.microsoft.com/office/drawing/2014/main" id="{4FF38FCE-9407-FCCC-4D8D-A1B5E7FDA7E6}"/>
              </a:ext>
            </a:extLst>
          </p:cNvPr>
          <p:cNvSpPr>
            <a:spLocks noGrp="1"/>
          </p:cNvSpPr>
          <p:nvPr>
            <p:ph type="body" sz="quarter" idx="13" hasCustomPrompt="1"/>
          </p:nvPr>
        </p:nvSpPr>
        <p:spPr>
          <a:xfrm>
            <a:off x="550863" y="266219"/>
            <a:ext cx="5183538" cy="151264"/>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18" name="Text Placeholder 10">
            <a:extLst>
              <a:ext uri="{FF2B5EF4-FFF2-40B4-BE49-F238E27FC236}">
                <a16:creationId xmlns:a16="http://schemas.microsoft.com/office/drawing/2014/main" id="{3B89F972-5445-C6F6-241E-7EAD43713722}"/>
              </a:ext>
            </a:extLst>
          </p:cNvPr>
          <p:cNvSpPr>
            <a:spLocks noGrp="1"/>
          </p:cNvSpPr>
          <p:nvPr>
            <p:ph type="body" sz="quarter" idx="27"/>
          </p:nvPr>
        </p:nvSpPr>
        <p:spPr>
          <a:xfrm>
            <a:off x="6456039" y="1634285"/>
            <a:ext cx="5185099"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US"/>
              <a:t>Click to edit Master text styles</a:t>
            </a:r>
          </a:p>
        </p:txBody>
      </p:sp>
      <p:sp>
        <p:nvSpPr>
          <p:cNvPr id="19" name="Content Placeholder 20">
            <a:extLst>
              <a:ext uri="{FF2B5EF4-FFF2-40B4-BE49-F238E27FC236}">
                <a16:creationId xmlns:a16="http://schemas.microsoft.com/office/drawing/2014/main" id="{61645DBC-455B-98A9-E811-CCBD77F184A8}"/>
              </a:ext>
            </a:extLst>
          </p:cNvPr>
          <p:cNvSpPr>
            <a:spLocks noGrp="1"/>
          </p:cNvSpPr>
          <p:nvPr>
            <p:ph sz="quarter" idx="28"/>
          </p:nvPr>
        </p:nvSpPr>
        <p:spPr>
          <a:xfrm>
            <a:off x="6456039" y="2132856"/>
            <a:ext cx="5185099"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marL="0" marR="0" lvl="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a:pPr>
            <a:r>
              <a:rPr kumimoji="0" lang="en-US" sz="1400" b="0" i="0" u="none" strike="noStrike" kern="1200" cap="none" spc="0" normalizeH="0" baseline="0" noProof="0">
                <a:ln>
                  <a:noFill/>
                </a:ln>
                <a:solidFill>
                  <a:srgbClr val="000000"/>
                </a:solidFill>
                <a:effectLst/>
                <a:uLnTx/>
                <a:uFillTx/>
                <a:latin typeface="Ubuntu"/>
                <a:ea typeface="+mn-ea"/>
                <a:cs typeface="+mn-cs"/>
              </a:rPr>
              <a:t>Click to edit Master text styles</a:t>
            </a:r>
          </a:p>
          <a:p>
            <a:pPr marL="0" marR="0" lvl="1"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a:pPr>
            <a:r>
              <a:rPr kumimoji="0" lang="en-US" sz="1400" b="0" i="0" u="none" strike="noStrike" kern="1200" cap="none" spc="0" normalizeH="0" baseline="0" noProof="0">
                <a:ln>
                  <a:noFill/>
                </a:ln>
                <a:solidFill>
                  <a:srgbClr val="000000"/>
                </a:solidFill>
                <a:effectLst/>
                <a:uLnTx/>
                <a:uFillTx/>
                <a:latin typeface="Ubuntu"/>
                <a:ea typeface="+mn-ea"/>
                <a:cs typeface="+mn-cs"/>
              </a:rPr>
              <a:t>Second level</a:t>
            </a:r>
          </a:p>
          <a:p>
            <a:pPr marL="0" marR="0" lvl="2"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a:pPr>
            <a:r>
              <a:rPr kumimoji="0" lang="en-US" sz="1400" b="0" i="0" u="none" strike="noStrike" kern="1200" cap="none" spc="0" normalizeH="0" baseline="0" noProof="0">
                <a:ln>
                  <a:noFill/>
                </a:ln>
                <a:solidFill>
                  <a:srgbClr val="000000"/>
                </a:solidFill>
                <a:effectLst/>
                <a:uLnTx/>
                <a:uFillTx/>
                <a:latin typeface="Ubuntu"/>
                <a:ea typeface="+mn-ea"/>
                <a:cs typeface="+mn-cs"/>
              </a:rPr>
              <a:t>Third level</a:t>
            </a:r>
          </a:p>
          <a:p>
            <a:pPr marL="0" marR="0" lvl="3"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a:pPr>
            <a:r>
              <a:rPr kumimoji="0" lang="en-US" sz="1400" b="0" i="0" u="none" strike="noStrike" kern="1200" cap="none" spc="0" normalizeH="0" baseline="0" noProof="0">
                <a:ln>
                  <a:noFill/>
                </a:ln>
                <a:solidFill>
                  <a:srgbClr val="000000"/>
                </a:solidFill>
                <a:effectLst/>
                <a:uLnTx/>
                <a:uFillTx/>
                <a:latin typeface="Ubuntu"/>
                <a:ea typeface="+mn-ea"/>
                <a:cs typeface="+mn-cs"/>
              </a:rPr>
              <a:t>Fourth level</a:t>
            </a:r>
          </a:p>
          <a:p>
            <a:pPr marL="0" marR="0" lvl="4"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a:pPr>
            <a:r>
              <a:rPr kumimoji="0" lang="en-US" sz="1400" b="0" i="0" u="none" strike="noStrike" kern="1200" cap="none" spc="0" normalizeH="0" baseline="0" noProof="0">
                <a:ln>
                  <a:noFill/>
                </a:ln>
                <a:solidFill>
                  <a:srgbClr val="000000"/>
                </a:solidFill>
                <a:effectLst/>
                <a:uLnTx/>
                <a:uFillTx/>
                <a:latin typeface="Ubuntu"/>
                <a:ea typeface="+mn-ea"/>
                <a:cs typeface="+mn-cs"/>
              </a:rPr>
              <a:t>Fifth level</a:t>
            </a:r>
          </a:p>
        </p:txBody>
      </p:sp>
    </p:spTree>
    <p:extLst>
      <p:ext uri="{BB962C8B-B14F-4D97-AF65-F5344CB8AC3E}">
        <p14:creationId xmlns:p14="http://schemas.microsoft.com/office/powerpoint/2010/main" val="1893920832"/>
      </p:ext>
    </p:extLst>
  </p:cSld>
  <p:clrMapOvr>
    <a:masterClrMapping/>
  </p:clrMapOvr>
</p:sldLayout>
</file>

<file path=ppt/slideLayouts/slideLayout235.xml><?xml version="1.0" encoding="utf-8"?>
<p:sldLayout xmlns:a="http://schemas.openxmlformats.org/drawingml/2006/main" xmlns:r="http://schemas.openxmlformats.org/officeDocument/2006/relationships" xmlns:p="http://schemas.openxmlformats.org/presentationml/2006/main" preserve="1" userDrawn="1">
  <p:cSld name="Content 4">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6900C123-9D30-0EBC-5FF8-AB8833A92E04}"/>
              </a:ext>
            </a:extLst>
          </p:cNvPr>
          <p:cNvSpPr/>
          <p:nvPr userDrawn="1"/>
        </p:nvSpPr>
        <p:spPr>
          <a:xfrm rot="16200000" flipV="1">
            <a:off x="6640013" y="1306009"/>
            <a:ext cx="6857998" cy="4245983"/>
          </a:xfrm>
          <a:prstGeom prst="rect">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18" name="Group 37">
            <a:extLst>
              <a:ext uri="{FF2B5EF4-FFF2-40B4-BE49-F238E27FC236}">
                <a16:creationId xmlns:a16="http://schemas.microsoft.com/office/drawing/2014/main" id="{EAB09A99-143F-FC31-39FF-7DF7B4ACA5CF}"/>
              </a:ext>
            </a:extLst>
          </p:cNvPr>
          <p:cNvGrpSpPr/>
          <p:nvPr userDrawn="1"/>
        </p:nvGrpSpPr>
        <p:grpSpPr>
          <a:xfrm>
            <a:off x="11770322" y="176700"/>
            <a:ext cx="260230" cy="240782"/>
            <a:chOff x="5481638" y="2859088"/>
            <a:chExt cx="1231900" cy="1139825"/>
          </a:xfrm>
          <a:solidFill>
            <a:schemeClr val="tx2"/>
          </a:solidFill>
        </p:grpSpPr>
        <p:sp>
          <p:nvSpPr>
            <p:cNvPr id="19" name="Freeform 320">
              <a:extLst>
                <a:ext uri="{FF2B5EF4-FFF2-40B4-BE49-F238E27FC236}">
                  <a16:creationId xmlns:a16="http://schemas.microsoft.com/office/drawing/2014/main" id="{87F6F8F7-5BC0-8EDE-8130-67B046E555CF}"/>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0" name="Freeform 321">
              <a:extLst>
                <a:ext uri="{FF2B5EF4-FFF2-40B4-BE49-F238E27FC236}">
                  <a16:creationId xmlns:a16="http://schemas.microsoft.com/office/drawing/2014/main" id="{59BC8A90-2223-E3B3-3D95-0EBCFB812F2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545F7198-C878-E20D-1FB2-E42A8A78A28C}"/>
              </a:ext>
            </a:extLst>
          </p:cNvPr>
          <p:cNvSpPr>
            <a:spLocks noGrp="1"/>
          </p:cNvSpPr>
          <p:nvPr>
            <p:ph type="dt" sz="half" idx="24"/>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4" name="Footer Placeholder 3">
            <a:extLst>
              <a:ext uri="{FF2B5EF4-FFF2-40B4-BE49-F238E27FC236}">
                <a16:creationId xmlns:a16="http://schemas.microsoft.com/office/drawing/2014/main" id="{8F3B15C5-4190-C7AB-2CDF-2D3ACCBB15A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65F939E0-4FD6-2BB5-5421-0B506A62A78F}"/>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10" name="Text Placeholder 10">
            <a:extLst>
              <a:ext uri="{FF2B5EF4-FFF2-40B4-BE49-F238E27FC236}">
                <a16:creationId xmlns:a16="http://schemas.microsoft.com/office/drawing/2014/main" id="{DDD19F50-1409-118E-AB03-98F95B2F3EE7}"/>
              </a:ext>
            </a:extLst>
          </p:cNvPr>
          <p:cNvSpPr>
            <a:spLocks noGrp="1"/>
          </p:cNvSpPr>
          <p:nvPr>
            <p:ph type="body" sz="quarter" idx="27" hasCustomPrompt="1"/>
          </p:nvPr>
        </p:nvSpPr>
        <p:spPr>
          <a:xfrm>
            <a:off x="8328249" y="1634285"/>
            <a:ext cx="3312890"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1" name="Content Placeholder 20">
            <a:extLst>
              <a:ext uri="{FF2B5EF4-FFF2-40B4-BE49-F238E27FC236}">
                <a16:creationId xmlns:a16="http://schemas.microsoft.com/office/drawing/2014/main" id="{05F7808B-13C5-A300-6661-DDAC0F8FD841}"/>
              </a:ext>
            </a:extLst>
          </p:cNvPr>
          <p:cNvSpPr>
            <a:spLocks noGrp="1"/>
          </p:cNvSpPr>
          <p:nvPr>
            <p:ph sz="quarter" idx="28"/>
          </p:nvPr>
        </p:nvSpPr>
        <p:spPr>
          <a:xfrm>
            <a:off x="8328249" y="2132856"/>
            <a:ext cx="3312890"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marL="0" marR="0" lvl="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a:pPr>
            <a:r>
              <a:rPr kumimoji="0" lang="en-US" sz="1400" b="0" i="0" u="none" strike="noStrike" kern="1200" cap="none" spc="0" normalizeH="0" baseline="0" noProof="0">
                <a:ln>
                  <a:noFill/>
                </a:ln>
                <a:solidFill>
                  <a:srgbClr val="000000"/>
                </a:solidFill>
                <a:effectLst/>
                <a:uLnTx/>
                <a:uFillTx/>
                <a:latin typeface="Ubuntu"/>
                <a:ea typeface="+mn-ea"/>
                <a:cs typeface="+mn-cs"/>
              </a:rPr>
              <a:t>Click to edit Master text styles</a:t>
            </a:r>
          </a:p>
          <a:p>
            <a:pPr marL="0" marR="0" lvl="1"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a:pPr>
            <a:r>
              <a:rPr kumimoji="0" lang="en-US" sz="1400" b="0" i="0" u="none" strike="noStrike" kern="1200" cap="none" spc="0" normalizeH="0" baseline="0" noProof="0">
                <a:ln>
                  <a:noFill/>
                </a:ln>
                <a:solidFill>
                  <a:srgbClr val="000000"/>
                </a:solidFill>
                <a:effectLst/>
                <a:uLnTx/>
                <a:uFillTx/>
                <a:latin typeface="Ubuntu"/>
                <a:ea typeface="+mn-ea"/>
                <a:cs typeface="+mn-cs"/>
              </a:rPr>
              <a:t>Second level</a:t>
            </a:r>
          </a:p>
          <a:p>
            <a:pPr marL="0" marR="0" lvl="2"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a:pPr>
            <a:r>
              <a:rPr kumimoji="0" lang="en-US" sz="1400" b="0" i="0" u="none" strike="noStrike" kern="1200" cap="none" spc="0" normalizeH="0" baseline="0" noProof="0">
                <a:ln>
                  <a:noFill/>
                </a:ln>
                <a:solidFill>
                  <a:srgbClr val="000000"/>
                </a:solidFill>
                <a:effectLst/>
                <a:uLnTx/>
                <a:uFillTx/>
                <a:latin typeface="Ubuntu"/>
                <a:ea typeface="+mn-ea"/>
                <a:cs typeface="+mn-cs"/>
              </a:rPr>
              <a:t>Third level</a:t>
            </a:r>
          </a:p>
          <a:p>
            <a:pPr marL="0" marR="0" lvl="3"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a:pPr>
            <a:r>
              <a:rPr kumimoji="0" lang="en-US" sz="1400" b="0" i="0" u="none" strike="noStrike" kern="1200" cap="none" spc="0" normalizeH="0" baseline="0" noProof="0">
                <a:ln>
                  <a:noFill/>
                </a:ln>
                <a:solidFill>
                  <a:srgbClr val="000000"/>
                </a:solidFill>
                <a:effectLst/>
                <a:uLnTx/>
                <a:uFillTx/>
                <a:latin typeface="Ubuntu"/>
                <a:ea typeface="+mn-ea"/>
                <a:cs typeface="+mn-cs"/>
              </a:rPr>
              <a:t>Fourth level</a:t>
            </a:r>
          </a:p>
          <a:p>
            <a:pPr marL="0" marR="0" lvl="4"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a:pPr>
            <a:r>
              <a:rPr kumimoji="0" lang="en-US" sz="1400" b="0" i="0" u="none" strike="noStrike" kern="1200" cap="none" spc="0" normalizeH="0" baseline="0" noProof="0">
                <a:ln>
                  <a:noFill/>
                </a:ln>
                <a:solidFill>
                  <a:srgbClr val="000000"/>
                </a:solidFill>
                <a:effectLst/>
                <a:uLnTx/>
                <a:uFillTx/>
                <a:latin typeface="Ubuntu"/>
                <a:ea typeface="+mn-ea"/>
                <a:cs typeface="+mn-cs"/>
              </a:rPr>
              <a:t>Fifth level</a:t>
            </a:r>
          </a:p>
        </p:txBody>
      </p:sp>
      <p:sp>
        <p:nvSpPr>
          <p:cNvPr id="13" name="Text Placeholder 9">
            <a:extLst>
              <a:ext uri="{FF2B5EF4-FFF2-40B4-BE49-F238E27FC236}">
                <a16:creationId xmlns:a16="http://schemas.microsoft.com/office/drawing/2014/main" id="{C823ED09-43A3-C822-6B3D-004C6F124AE0}"/>
              </a:ext>
            </a:extLst>
          </p:cNvPr>
          <p:cNvSpPr>
            <a:spLocks noGrp="1"/>
          </p:cNvSpPr>
          <p:nvPr>
            <p:ph type="body" sz="quarter" idx="22" hasCustomPrompt="1"/>
          </p:nvPr>
        </p:nvSpPr>
        <p:spPr>
          <a:xfrm>
            <a:off x="550200" y="1634286"/>
            <a:ext cx="6984776"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14" name="Title 4">
            <a:extLst>
              <a:ext uri="{FF2B5EF4-FFF2-40B4-BE49-F238E27FC236}">
                <a16:creationId xmlns:a16="http://schemas.microsoft.com/office/drawing/2014/main" id="{8541A4B0-2050-E510-5DA5-3F29BEEB01CB}"/>
              </a:ext>
            </a:extLst>
          </p:cNvPr>
          <p:cNvSpPr>
            <a:spLocks noGrp="1"/>
          </p:cNvSpPr>
          <p:nvPr>
            <p:ph type="title"/>
          </p:nvPr>
        </p:nvSpPr>
        <p:spPr>
          <a:xfrm>
            <a:off x="551384" y="549274"/>
            <a:ext cx="6984776" cy="930372"/>
          </a:xfrm>
        </p:spPr>
        <p:txBody>
          <a:bodyPr/>
          <a:lstStyle/>
          <a:p>
            <a:r>
              <a:rPr lang="en-US"/>
              <a:t>Click to edit Master title style</a:t>
            </a:r>
          </a:p>
        </p:txBody>
      </p:sp>
      <p:sp>
        <p:nvSpPr>
          <p:cNvPr id="15" name="Content Placeholder 5">
            <a:extLst>
              <a:ext uri="{FF2B5EF4-FFF2-40B4-BE49-F238E27FC236}">
                <a16:creationId xmlns:a16="http://schemas.microsoft.com/office/drawing/2014/main" id="{1CC04C3C-451C-6991-07F3-D0DFC821BF41}"/>
              </a:ext>
            </a:extLst>
          </p:cNvPr>
          <p:cNvSpPr>
            <a:spLocks noGrp="1"/>
          </p:cNvSpPr>
          <p:nvPr>
            <p:ph sz="quarter" idx="31"/>
          </p:nvPr>
        </p:nvSpPr>
        <p:spPr>
          <a:xfrm>
            <a:off x="551384" y="2132856"/>
            <a:ext cx="6984776"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778317884"/>
      </p:ext>
    </p:extLst>
  </p:cSld>
  <p:clrMapOvr>
    <a:overrideClrMapping bg1="lt1" tx1="dk1" bg2="lt2" tx2="dk2" accent1="accent1" accent2="accent2" accent3="accent3" accent4="accent4" accent5="accent5" accent6="accent6" hlink="hlink" folHlink="folHlink"/>
  </p:clrMapOvr>
</p:sldLayout>
</file>

<file path=ppt/slideLayouts/slideLayout236.xml><?xml version="1.0" encoding="utf-8"?>
<p:sldLayout xmlns:a="http://schemas.openxmlformats.org/drawingml/2006/main" xmlns:r="http://schemas.openxmlformats.org/officeDocument/2006/relationships" xmlns:p="http://schemas.openxmlformats.org/presentationml/2006/main" preserve="1" userDrawn="1">
  <p:cSld name="Content 4 Chapterbox">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6900C123-9D30-0EBC-5FF8-AB8833A92E04}"/>
              </a:ext>
            </a:extLst>
          </p:cNvPr>
          <p:cNvSpPr/>
          <p:nvPr userDrawn="1"/>
        </p:nvSpPr>
        <p:spPr>
          <a:xfrm rot="16200000" flipV="1">
            <a:off x="6640013" y="1306009"/>
            <a:ext cx="6857998" cy="4245983"/>
          </a:xfrm>
          <a:prstGeom prst="rect">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18" name="Group 37">
            <a:extLst>
              <a:ext uri="{FF2B5EF4-FFF2-40B4-BE49-F238E27FC236}">
                <a16:creationId xmlns:a16="http://schemas.microsoft.com/office/drawing/2014/main" id="{EAB09A99-143F-FC31-39FF-7DF7B4ACA5CF}"/>
              </a:ext>
            </a:extLst>
          </p:cNvPr>
          <p:cNvGrpSpPr/>
          <p:nvPr userDrawn="1"/>
        </p:nvGrpSpPr>
        <p:grpSpPr>
          <a:xfrm>
            <a:off x="11770322" y="176700"/>
            <a:ext cx="260230" cy="240782"/>
            <a:chOff x="5481638" y="2859088"/>
            <a:chExt cx="1231900" cy="1139825"/>
          </a:xfrm>
          <a:solidFill>
            <a:schemeClr val="tx2"/>
          </a:solidFill>
        </p:grpSpPr>
        <p:sp>
          <p:nvSpPr>
            <p:cNvPr id="19" name="Freeform 320">
              <a:extLst>
                <a:ext uri="{FF2B5EF4-FFF2-40B4-BE49-F238E27FC236}">
                  <a16:creationId xmlns:a16="http://schemas.microsoft.com/office/drawing/2014/main" id="{87F6F8F7-5BC0-8EDE-8130-67B046E555CF}"/>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0" name="Freeform 321">
              <a:extLst>
                <a:ext uri="{FF2B5EF4-FFF2-40B4-BE49-F238E27FC236}">
                  <a16:creationId xmlns:a16="http://schemas.microsoft.com/office/drawing/2014/main" id="{59BC8A90-2223-E3B3-3D95-0EBCFB812F2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545F7198-C878-E20D-1FB2-E42A8A78A28C}"/>
              </a:ext>
            </a:extLst>
          </p:cNvPr>
          <p:cNvSpPr>
            <a:spLocks noGrp="1"/>
          </p:cNvSpPr>
          <p:nvPr>
            <p:ph type="dt" sz="half" idx="24"/>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4" name="Footer Placeholder 3">
            <a:extLst>
              <a:ext uri="{FF2B5EF4-FFF2-40B4-BE49-F238E27FC236}">
                <a16:creationId xmlns:a16="http://schemas.microsoft.com/office/drawing/2014/main" id="{8F3B15C5-4190-C7AB-2CDF-2D3ACCBB15A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65F939E0-4FD6-2BB5-5421-0B506A62A78F}"/>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14" name="Text Placeholder 9">
            <a:extLst>
              <a:ext uri="{FF2B5EF4-FFF2-40B4-BE49-F238E27FC236}">
                <a16:creationId xmlns:a16="http://schemas.microsoft.com/office/drawing/2014/main" id="{BB58DC26-AB17-A114-5848-E16B716E4BC3}"/>
              </a:ext>
            </a:extLst>
          </p:cNvPr>
          <p:cNvSpPr>
            <a:spLocks noGrp="1"/>
          </p:cNvSpPr>
          <p:nvPr>
            <p:ph type="body" sz="quarter" idx="22" hasCustomPrompt="1"/>
          </p:nvPr>
        </p:nvSpPr>
        <p:spPr>
          <a:xfrm>
            <a:off x="550200" y="1634286"/>
            <a:ext cx="6984776"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15" name="Title 4">
            <a:extLst>
              <a:ext uri="{FF2B5EF4-FFF2-40B4-BE49-F238E27FC236}">
                <a16:creationId xmlns:a16="http://schemas.microsoft.com/office/drawing/2014/main" id="{D14E6F8F-1FA2-7B27-92D9-A7B3C19F5484}"/>
              </a:ext>
            </a:extLst>
          </p:cNvPr>
          <p:cNvSpPr>
            <a:spLocks noGrp="1"/>
          </p:cNvSpPr>
          <p:nvPr>
            <p:ph type="title"/>
          </p:nvPr>
        </p:nvSpPr>
        <p:spPr>
          <a:xfrm>
            <a:off x="551384" y="549274"/>
            <a:ext cx="6984776" cy="930372"/>
          </a:xfrm>
        </p:spPr>
        <p:txBody>
          <a:bodyPr/>
          <a:lstStyle/>
          <a:p>
            <a:r>
              <a:rPr lang="en-US"/>
              <a:t>Click to edit Master title style</a:t>
            </a:r>
          </a:p>
        </p:txBody>
      </p:sp>
      <p:sp>
        <p:nvSpPr>
          <p:cNvPr id="16" name="Content Placeholder 5">
            <a:extLst>
              <a:ext uri="{FF2B5EF4-FFF2-40B4-BE49-F238E27FC236}">
                <a16:creationId xmlns:a16="http://schemas.microsoft.com/office/drawing/2014/main" id="{77B71408-106B-DF65-5F82-D38B11E407D4}"/>
              </a:ext>
            </a:extLst>
          </p:cNvPr>
          <p:cNvSpPr>
            <a:spLocks noGrp="1"/>
          </p:cNvSpPr>
          <p:nvPr>
            <p:ph sz="quarter" idx="31"/>
          </p:nvPr>
        </p:nvSpPr>
        <p:spPr>
          <a:xfrm>
            <a:off x="551384" y="2132856"/>
            <a:ext cx="6984776"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Chapter Placeholder 2">
            <a:extLst>
              <a:ext uri="{FF2B5EF4-FFF2-40B4-BE49-F238E27FC236}">
                <a16:creationId xmlns:a16="http://schemas.microsoft.com/office/drawing/2014/main" id="{07E17E17-8802-3B32-A07A-71C81B533228}"/>
              </a:ext>
            </a:extLst>
          </p:cNvPr>
          <p:cNvSpPr>
            <a:spLocks noGrp="1"/>
          </p:cNvSpPr>
          <p:nvPr>
            <p:ph type="body" sz="quarter" idx="13" hasCustomPrompt="1"/>
          </p:nvPr>
        </p:nvSpPr>
        <p:spPr>
          <a:xfrm>
            <a:off x="550863" y="266219"/>
            <a:ext cx="6983378" cy="151264"/>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21" name="Text Placeholder 10">
            <a:extLst>
              <a:ext uri="{FF2B5EF4-FFF2-40B4-BE49-F238E27FC236}">
                <a16:creationId xmlns:a16="http://schemas.microsoft.com/office/drawing/2014/main" id="{33FA637F-3174-8027-1FE6-C62E91213B9A}"/>
              </a:ext>
            </a:extLst>
          </p:cNvPr>
          <p:cNvSpPr>
            <a:spLocks noGrp="1"/>
          </p:cNvSpPr>
          <p:nvPr>
            <p:ph type="body" sz="quarter" idx="27" hasCustomPrompt="1"/>
          </p:nvPr>
        </p:nvSpPr>
        <p:spPr>
          <a:xfrm>
            <a:off x="8328249" y="1634285"/>
            <a:ext cx="3312890"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22" name="Content Placeholder 20">
            <a:extLst>
              <a:ext uri="{FF2B5EF4-FFF2-40B4-BE49-F238E27FC236}">
                <a16:creationId xmlns:a16="http://schemas.microsoft.com/office/drawing/2014/main" id="{C57FEDC4-FA50-8287-D2F2-B3E071310425}"/>
              </a:ext>
            </a:extLst>
          </p:cNvPr>
          <p:cNvSpPr>
            <a:spLocks noGrp="1"/>
          </p:cNvSpPr>
          <p:nvPr>
            <p:ph sz="quarter" idx="28"/>
          </p:nvPr>
        </p:nvSpPr>
        <p:spPr>
          <a:xfrm>
            <a:off x="8328249" y="2132856"/>
            <a:ext cx="3312890"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marL="0" marR="0" lvl="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a:pPr>
            <a:r>
              <a:rPr kumimoji="0" lang="en-US" sz="1400" b="0" i="0" u="none" strike="noStrike" kern="1200" cap="none" spc="0" normalizeH="0" baseline="0" noProof="0">
                <a:ln>
                  <a:noFill/>
                </a:ln>
                <a:solidFill>
                  <a:srgbClr val="000000"/>
                </a:solidFill>
                <a:effectLst/>
                <a:uLnTx/>
                <a:uFillTx/>
                <a:latin typeface="Ubuntu"/>
                <a:ea typeface="+mn-ea"/>
                <a:cs typeface="+mn-cs"/>
              </a:rPr>
              <a:t>Click to edit Master text styles</a:t>
            </a:r>
          </a:p>
          <a:p>
            <a:pPr marL="0" marR="0" lvl="1"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a:pPr>
            <a:r>
              <a:rPr kumimoji="0" lang="en-US" sz="1400" b="0" i="0" u="none" strike="noStrike" kern="1200" cap="none" spc="0" normalizeH="0" baseline="0" noProof="0">
                <a:ln>
                  <a:noFill/>
                </a:ln>
                <a:solidFill>
                  <a:srgbClr val="000000"/>
                </a:solidFill>
                <a:effectLst/>
                <a:uLnTx/>
                <a:uFillTx/>
                <a:latin typeface="Ubuntu"/>
                <a:ea typeface="+mn-ea"/>
                <a:cs typeface="+mn-cs"/>
              </a:rPr>
              <a:t>Second level</a:t>
            </a:r>
          </a:p>
          <a:p>
            <a:pPr marL="0" marR="0" lvl="2"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a:pPr>
            <a:r>
              <a:rPr kumimoji="0" lang="en-US" sz="1400" b="0" i="0" u="none" strike="noStrike" kern="1200" cap="none" spc="0" normalizeH="0" baseline="0" noProof="0">
                <a:ln>
                  <a:noFill/>
                </a:ln>
                <a:solidFill>
                  <a:srgbClr val="000000"/>
                </a:solidFill>
                <a:effectLst/>
                <a:uLnTx/>
                <a:uFillTx/>
                <a:latin typeface="Ubuntu"/>
                <a:ea typeface="+mn-ea"/>
                <a:cs typeface="+mn-cs"/>
              </a:rPr>
              <a:t>Third level</a:t>
            </a:r>
          </a:p>
          <a:p>
            <a:pPr marL="0" marR="0" lvl="3"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a:pPr>
            <a:r>
              <a:rPr kumimoji="0" lang="en-US" sz="1400" b="0" i="0" u="none" strike="noStrike" kern="1200" cap="none" spc="0" normalizeH="0" baseline="0" noProof="0">
                <a:ln>
                  <a:noFill/>
                </a:ln>
                <a:solidFill>
                  <a:srgbClr val="000000"/>
                </a:solidFill>
                <a:effectLst/>
                <a:uLnTx/>
                <a:uFillTx/>
                <a:latin typeface="Ubuntu"/>
                <a:ea typeface="+mn-ea"/>
                <a:cs typeface="+mn-cs"/>
              </a:rPr>
              <a:t>Fourth level</a:t>
            </a:r>
          </a:p>
          <a:p>
            <a:pPr marL="0" marR="0" lvl="4"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a:pPr>
            <a:r>
              <a:rPr kumimoji="0" lang="en-US" sz="1400" b="0" i="0" u="none" strike="noStrike" kern="1200" cap="none" spc="0" normalizeH="0" baseline="0" noProof="0">
                <a:ln>
                  <a:noFill/>
                </a:ln>
                <a:solidFill>
                  <a:srgbClr val="000000"/>
                </a:solidFill>
                <a:effectLst/>
                <a:uLnTx/>
                <a:uFillTx/>
                <a:latin typeface="Ubuntu"/>
                <a:ea typeface="+mn-ea"/>
                <a:cs typeface="+mn-cs"/>
              </a:rPr>
              <a:t>Fifth level</a:t>
            </a:r>
          </a:p>
        </p:txBody>
      </p:sp>
    </p:spTree>
    <p:extLst>
      <p:ext uri="{BB962C8B-B14F-4D97-AF65-F5344CB8AC3E}">
        <p14:creationId xmlns:p14="http://schemas.microsoft.com/office/powerpoint/2010/main" val="3019586918"/>
      </p:ext>
    </p:extLst>
  </p:cSld>
  <p:clrMapOvr>
    <a:overrideClrMapping bg1="lt1" tx1="dk1" bg2="lt2" tx2="dk2" accent1="accent1" accent2="accent2" accent3="accent3" accent4="accent4" accent5="accent5" accent6="accent6" hlink="hlink" folHlink="folHlink"/>
  </p:clrMapOvr>
</p:sldLayout>
</file>

<file path=ppt/slideLayouts/slideLayout237.xml><?xml version="1.0" encoding="utf-8"?>
<p:sldLayout xmlns:a="http://schemas.openxmlformats.org/drawingml/2006/main" xmlns:r="http://schemas.openxmlformats.org/officeDocument/2006/relationships" xmlns:p="http://schemas.openxmlformats.org/presentationml/2006/main" showMasterSp="0" preserve="1" userDrawn="1">
  <p:cSld name="Content 5">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AAEFDD5A-0E10-35E6-046E-79E61257DDF1}"/>
              </a:ext>
            </a:extLst>
          </p:cNvPr>
          <p:cNvSpPr/>
          <p:nvPr userDrawn="1"/>
        </p:nvSpPr>
        <p:spPr>
          <a:xfrm rot="16200000" flipV="1">
            <a:off x="7103001" y="1768998"/>
            <a:ext cx="6857998" cy="3320006"/>
          </a:xfrm>
          <a:prstGeom prst="rect">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0" name="Group 37">
            <a:extLst>
              <a:ext uri="{FF2B5EF4-FFF2-40B4-BE49-F238E27FC236}">
                <a16:creationId xmlns:a16="http://schemas.microsoft.com/office/drawing/2014/main" id="{AA1EA1F2-A678-B9A4-119A-DA3923B39A3A}"/>
              </a:ext>
            </a:extLst>
          </p:cNvPr>
          <p:cNvGrpSpPr/>
          <p:nvPr userDrawn="1"/>
        </p:nvGrpSpPr>
        <p:grpSpPr>
          <a:xfrm>
            <a:off x="11770322" y="176700"/>
            <a:ext cx="260230" cy="240782"/>
            <a:chOff x="5481638" y="2859088"/>
            <a:chExt cx="1231900" cy="1139825"/>
          </a:xfrm>
          <a:solidFill>
            <a:schemeClr val="tx2"/>
          </a:solidFill>
        </p:grpSpPr>
        <p:sp>
          <p:nvSpPr>
            <p:cNvPr id="21" name="Freeform 320">
              <a:extLst>
                <a:ext uri="{FF2B5EF4-FFF2-40B4-BE49-F238E27FC236}">
                  <a16:creationId xmlns:a16="http://schemas.microsoft.com/office/drawing/2014/main" id="{F2CAAAB8-8F85-36D6-90A3-F9EF7CA3A4F1}"/>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2" name="Freeform 321">
              <a:extLst>
                <a:ext uri="{FF2B5EF4-FFF2-40B4-BE49-F238E27FC236}">
                  <a16:creationId xmlns:a16="http://schemas.microsoft.com/office/drawing/2014/main" id="{5CFC2EFB-5E04-2EE5-FF07-1211D0C87D5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2" name="Date Placeholder 1">
            <a:extLst>
              <a:ext uri="{FF2B5EF4-FFF2-40B4-BE49-F238E27FC236}">
                <a16:creationId xmlns:a16="http://schemas.microsoft.com/office/drawing/2014/main" id="{2B8F9C6F-5E55-F6B7-39D2-CF5A9A6F84BD}"/>
              </a:ext>
            </a:extLst>
          </p:cNvPr>
          <p:cNvSpPr>
            <a:spLocks noGrp="1"/>
          </p:cNvSpPr>
          <p:nvPr>
            <p:ph type="dt" sz="half" idx="24"/>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3" name="Footer Placeholder 2">
            <a:extLst>
              <a:ext uri="{FF2B5EF4-FFF2-40B4-BE49-F238E27FC236}">
                <a16:creationId xmlns:a16="http://schemas.microsoft.com/office/drawing/2014/main" id="{230850CD-89CD-C34B-151D-32B983A0A5B1}"/>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C3F4590F-315C-56B0-3B3E-63266FA764B6}"/>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7" name="Text Placeholder 10">
            <a:extLst>
              <a:ext uri="{FF2B5EF4-FFF2-40B4-BE49-F238E27FC236}">
                <a16:creationId xmlns:a16="http://schemas.microsoft.com/office/drawing/2014/main" id="{85C65DE2-D633-E9E4-C099-8D72DA0DABAE}"/>
              </a:ext>
            </a:extLst>
          </p:cNvPr>
          <p:cNvSpPr>
            <a:spLocks noGrp="1"/>
          </p:cNvSpPr>
          <p:nvPr>
            <p:ph type="body" sz="quarter" idx="27" hasCustomPrompt="1"/>
          </p:nvPr>
        </p:nvSpPr>
        <p:spPr>
          <a:xfrm>
            <a:off x="9192343" y="1630817"/>
            <a:ext cx="2448795"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styles</a:t>
            </a:r>
          </a:p>
        </p:txBody>
      </p:sp>
      <p:sp>
        <p:nvSpPr>
          <p:cNvPr id="9" name="Content Placeholder 20">
            <a:extLst>
              <a:ext uri="{FF2B5EF4-FFF2-40B4-BE49-F238E27FC236}">
                <a16:creationId xmlns:a16="http://schemas.microsoft.com/office/drawing/2014/main" id="{2DC5CD21-1091-DDC7-F3F6-A5263B3F1F65}"/>
              </a:ext>
            </a:extLst>
          </p:cNvPr>
          <p:cNvSpPr>
            <a:spLocks noGrp="1"/>
          </p:cNvSpPr>
          <p:nvPr>
            <p:ph sz="quarter" idx="28"/>
          </p:nvPr>
        </p:nvSpPr>
        <p:spPr>
          <a:xfrm>
            <a:off x="9192343" y="2132856"/>
            <a:ext cx="2448795"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marL="0" marR="0" lvl="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a:pPr>
            <a:r>
              <a:rPr kumimoji="0" lang="en-US" sz="1400" b="0" i="0" u="none" strike="noStrike" kern="1200" cap="none" spc="0" normalizeH="0" baseline="0" noProof="0">
                <a:ln>
                  <a:noFill/>
                </a:ln>
                <a:solidFill>
                  <a:srgbClr val="000000"/>
                </a:solidFill>
                <a:effectLst/>
                <a:uLnTx/>
                <a:uFillTx/>
                <a:latin typeface="Ubuntu"/>
                <a:ea typeface="+mn-ea"/>
                <a:cs typeface="+mn-cs"/>
              </a:rPr>
              <a:t>Click to edit Master text styles</a:t>
            </a:r>
          </a:p>
          <a:p>
            <a:pPr marL="0" marR="0" lvl="1"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a:pPr>
            <a:r>
              <a:rPr kumimoji="0" lang="en-US" sz="1400" b="0" i="0" u="none" strike="noStrike" kern="1200" cap="none" spc="0" normalizeH="0" baseline="0" noProof="0">
                <a:ln>
                  <a:noFill/>
                </a:ln>
                <a:solidFill>
                  <a:srgbClr val="000000"/>
                </a:solidFill>
                <a:effectLst/>
                <a:uLnTx/>
                <a:uFillTx/>
                <a:latin typeface="Ubuntu"/>
                <a:ea typeface="+mn-ea"/>
                <a:cs typeface="+mn-cs"/>
              </a:rPr>
              <a:t>Second level</a:t>
            </a:r>
          </a:p>
          <a:p>
            <a:pPr marL="0" marR="0" lvl="2"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a:pPr>
            <a:r>
              <a:rPr kumimoji="0" lang="en-US" sz="1400" b="0" i="0" u="none" strike="noStrike" kern="1200" cap="none" spc="0" normalizeH="0" baseline="0" noProof="0">
                <a:ln>
                  <a:noFill/>
                </a:ln>
                <a:solidFill>
                  <a:srgbClr val="000000"/>
                </a:solidFill>
                <a:effectLst/>
                <a:uLnTx/>
                <a:uFillTx/>
                <a:latin typeface="Ubuntu"/>
                <a:ea typeface="+mn-ea"/>
                <a:cs typeface="+mn-cs"/>
              </a:rPr>
              <a:t>Third level</a:t>
            </a:r>
          </a:p>
          <a:p>
            <a:pPr marL="0" marR="0" lvl="3"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a:pPr>
            <a:r>
              <a:rPr kumimoji="0" lang="en-US" sz="1400" b="0" i="0" u="none" strike="noStrike" kern="1200" cap="none" spc="0" normalizeH="0" baseline="0" noProof="0">
                <a:ln>
                  <a:noFill/>
                </a:ln>
                <a:solidFill>
                  <a:srgbClr val="000000"/>
                </a:solidFill>
                <a:effectLst/>
                <a:uLnTx/>
                <a:uFillTx/>
                <a:latin typeface="Ubuntu"/>
                <a:ea typeface="+mn-ea"/>
                <a:cs typeface="+mn-cs"/>
              </a:rPr>
              <a:t>Fourth level</a:t>
            </a:r>
          </a:p>
          <a:p>
            <a:pPr marL="0" marR="0" lvl="4"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a:pPr>
            <a:r>
              <a:rPr kumimoji="0" lang="en-US" sz="1400" b="0" i="0" u="none" strike="noStrike" kern="1200" cap="none" spc="0" normalizeH="0" baseline="0" noProof="0">
                <a:ln>
                  <a:noFill/>
                </a:ln>
                <a:solidFill>
                  <a:srgbClr val="000000"/>
                </a:solidFill>
                <a:effectLst/>
                <a:uLnTx/>
                <a:uFillTx/>
                <a:latin typeface="Ubuntu"/>
                <a:ea typeface="+mn-ea"/>
                <a:cs typeface="+mn-cs"/>
              </a:rPr>
              <a:t>Fifth level</a:t>
            </a:r>
          </a:p>
        </p:txBody>
      </p:sp>
      <p:sp>
        <p:nvSpPr>
          <p:cNvPr id="11" name="Text Placeholder 9">
            <a:extLst>
              <a:ext uri="{FF2B5EF4-FFF2-40B4-BE49-F238E27FC236}">
                <a16:creationId xmlns:a16="http://schemas.microsoft.com/office/drawing/2014/main" id="{A29C74D3-EB0B-2DA9-A833-3D9125BEEEA1}"/>
              </a:ext>
            </a:extLst>
          </p:cNvPr>
          <p:cNvSpPr>
            <a:spLocks noGrp="1"/>
          </p:cNvSpPr>
          <p:nvPr>
            <p:ph type="body" sz="quarter" idx="22" hasCustomPrompt="1"/>
          </p:nvPr>
        </p:nvSpPr>
        <p:spPr>
          <a:xfrm>
            <a:off x="550200" y="1634286"/>
            <a:ext cx="7920880"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13" name="Title 4">
            <a:extLst>
              <a:ext uri="{FF2B5EF4-FFF2-40B4-BE49-F238E27FC236}">
                <a16:creationId xmlns:a16="http://schemas.microsoft.com/office/drawing/2014/main" id="{220DB9AC-B558-657F-DE0C-899A6E4B619F}"/>
              </a:ext>
            </a:extLst>
          </p:cNvPr>
          <p:cNvSpPr>
            <a:spLocks noGrp="1"/>
          </p:cNvSpPr>
          <p:nvPr>
            <p:ph type="title"/>
          </p:nvPr>
        </p:nvSpPr>
        <p:spPr>
          <a:xfrm>
            <a:off x="551384" y="549274"/>
            <a:ext cx="7920880" cy="930372"/>
          </a:xfrm>
        </p:spPr>
        <p:txBody>
          <a:bodyPr/>
          <a:lstStyle/>
          <a:p>
            <a:r>
              <a:rPr lang="en-US"/>
              <a:t>Click to edit Master title style</a:t>
            </a:r>
          </a:p>
        </p:txBody>
      </p:sp>
      <p:sp>
        <p:nvSpPr>
          <p:cNvPr id="14" name="Content Placeholder 5">
            <a:extLst>
              <a:ext uri="{FF2B5EF4-FFF2-40B4-BE49-F238E27FC236}">
                <a16:creationId xmlns:a16="http://schemas.microsoft.com/office/drawing/2014/main" id="{57F29B67-372C-1601-5AA1-76CBE49F80F9}"/>
              </a:ext>
            </a:extLst>
          </p:cNvPr>
          <p:cNvSpPr>
            <a:spLocks noGrp="1"/>
          </p:cNvSpPr>
          <p:nvPr>
            <p:ph sz="quarter" idx="31"/>
          </p:nvPr>
        </p:nvSpPr>
        <p:spPr>
          <a:xfrm>
            <a:off x="551384" y="2132856"/>
            <a:ext cx="7920880"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17737227"/>
      </p:ext>
    </p:extLst>
  </p:cSld>
  <p:clrMapOvr>
    <a:masterClrMapping/>
  </p:clrMapOvr>
</p:sldLayout>
</file>

<file path=ppt/slideLayouts/slideLayout238.xml><?xml version="1.0" encoding="utf-8"?>
<p:sldLayout xmlns:a="http://schemas.openxmlformats.org/drawingml/2006/main" xmlns:r="http://schemas.openxmlformats.org/officeDocument/2006/relationships" xmlns:p="http://schemas.openxmlformats.org/presentationml/2006/main" showMasterSp="0" preserve="1" userDrawn="1">
  <p:cSld name="Content 5 Chapterbox">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AAEFDD5A-0E10-35E6-046E-79E61257DDF1}"/>
              </a:ext>
            </a:extLst>
          </p:cNvPr>
          <p:cNvSpPr/>
          <p:nvPr userDrawn="1"/>
        </p:nvSpPr>
        <p:spPr>
          <a:xfrm rot="16200000" flipV="1">
            <a:off x="7103001" y="1768998"/>
            <a:ext cx="6857998" cy="3320006"/>
          </a:xfrm>
          <a:prstGeom prst="rect">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0" name="Group 37">
            <a:extLst>
              <a:ext uri="{FF2B5EF4-FFF2-40B4-BE49-F238E27FC236}">
                <a16:creationId xmlns:a16="http://schemas.microsoft.com/office/drawing/2014/main" id="{AA1EA1F2-A678-B9A4-119A-DA3923B39A3A}"/>
              </a:ext>
            </a:extLst>
          </p:cNvPr>
          <p:cNvGrpSpPr/>
          <p:nvPr userDrawn="1"/>
        </p:nvGrpSpPr>
        <p:grpSpPr>
          <a:xfrm>
            <a:off x="11770322" y="176700"/>
            <a:ext cx="260230" cy="240782"/>
            <a:chOff x="5481638" y="2859088"/>
            <a:chExt cx="1231900" cy="1139825"/>
          </a:xfrm>
          <a:solidFill>
            <a:schemeClr val="tx2"/>
          </a:solidFill>
        </p:grpSpPr>
        <p:sp>
          <p:nvSpPr>
            <p:cNvPr id="21" name="Freeform 320">
              <a:extLst>
                <a:ext uri="{FF2B5EF4-FFF2-40B4-BE49-F238E27FC236}">
                  <a16:creationId xmlns:a16="http://schemas.microsoft.com/office/drawing/2014/main" id="{F2CAAAB8-8F85-36D6-90A3-F9EF7CA3A4F1}"/>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2" name="Freeform 321">
              <a:extLst>
                <a:ext uri="{FF2B5EF4-FFF2-40B4-BE49-F238E27FC236}">
                  <a16:creationId xmlns:a16="http://schemas.microsoft.com/office/drawing/2014/main" id="{5CFC2EFB-5E04-2EE5-FF07-1211D0C87D5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2" name="Date Placeholder 1">
            <a:extLst>
              <a:ext uri="{FF2B5EF4-FFF2-40B4-BE49-F238E27FC236}">
                <a16:creationId xmlns:a16="http://schemas.microsoft.com/office/drawing/2014/main" id="{2B8F9C6F-5E55-F6B7-39D2-CF5A9A6F84BD}"/>
              </a:ext>
            </a:extLst>
          </p:cNvPr>
          <p:cNvSpPr>
            <a:spLocks noGrp="1"/>
          </p:cNvSpPr>
          <p:nvPr>
            <p:ph type="dt" sz="half" idx="24"/>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3" name="Footer Placeholder 2">
            <a:extLst>
              <a:ext uri="{FF2B5EF4-FFF2-40B4-BE49-F238E27FC236}">
                <a16:creationId xmlns:a16="http://schemas.microsoft.com/office/drawing/2014/main" id="{230850CD-89CD-C34B-151D-32B983A0A5B1}"/>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C3F4590F-315C-56B0-3B3E-63266FA764B6}"/>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13" name="Text Placeholder 9">
            <a:extLst>
              <a:ext uri="{FF2B5EF4-FFF2-40B4-BE49-F238E27FC236}">
                <a16:creationId xmlns:a16="http://schemas.microsoft.com/office/drawing/2014/main" id="{D497DF30-993E-2DAE-FA33-CBD3CB7CEB27}"/>
              </a:ext>
            </a:extLst>
          </p:cNvPr>
          <p:cNvSpPr>
            <a:spLocks noGrp="1"/>
          </p:cNvSpPr>
          <p:nvPr>
            <p:ph type="body" sz="quarter" idx="22" hasCustomPrompt="1"/>
          </p:nvPr>
        </p:nvSpPr>
        <p:spPr>
          <a:xfrm>
            <a:off x="550200" y="1634286"/>
            <a:ext cx="7920880"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14" name="Title 4">
            <a:extLst>
              <a:ext uri="{FF2B5EF4-FFF2-40B4-BE49-F238E27FC236}">
                <a16:creationId xmlns:a16="http://schemas.microsoft.com/office/drawing/2014/main" id="{E2829572-A7E5-F936-83E5-55B02476CCAB}"/>
              </a:ext>
            </a:extLst>
          </p:cNvPr>
          <p:cNvSpPr>
            <a:spLocks noGrp="1"/>
          </p:cNvSpPr>
          <p:nvPr>
            <p:ph type="title"/>
          </p:nvPr>
        </p:nvSpPr>
        <p:spPr>
          <a:xfrm>
            <a:off x="551384" y="549274"/>
            <a:ext cx="7920880" cy="930372"/>
          </a:xfrm>
        </p:spPr>
        <p:txBody>
          <a:bodyPr/>
          <a:lstStyle/>
          <a:p>
            <a:r>
              <a:rPr lang="en-US"/>
              <a:t>Click to edit Master title style</a:t>
            </a:r>
          </a:p>
        </p:txBody>
      </p:sp>
      <p:sp>
        <p:nvSpPr>
          <p:cNvPr id="15" name="Content Placeholder 5">
            <a:extLst>
              <a:ext uri="{FF2B5EF4-FFF2-40B4-BE49-F238E27FC236}">
                <a16:creationId xmlns:a16="http://schemas.microsoft.com/office/drawing/2014/main" id="{6A9D5DB5-AACC-3AC1-74DE-FD8719741717}"/>
              </a:ext>
            </a:extLst>
          </p:cNvPr>
          <p:cNvSpPr>
            <a:spLocks noGrp="1"/>
          </p:cNvSpPr>
          <p:nvPr>
            <p:ph sz="quarter" idx="31"/>
          </p:nvPr>
        </p:nvSpPr>
        <p:spPr>
          <a:xfrm>
            <a:off x="551384" y="2132856"/>
            <a:ext cx="7920880"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Chapter Placeholder 2">
            <a:extLst>
              <a:ext uri="{FF2B5EF4-FFF2-40B4-BE49-F238E27FC236}">
                <a16:creationId xmlns:a16="http://schemas.microsoft.com/office/drawing/2014/main" id="{095C3F11-741D-6C4B-7C22-F34950120E7B}"/>
              </a:ext>
            </a:extLst>
          </p:cNvPr>
          <p:cNvSpPr>
            <a:spLocks noGrp="1"/>
          </p:cNvSpPr>
          <p:nvPr>
            <p:ph type="body" sz="quarter" idx="13" hasCustomPrompt="1"/>
          </p:nvPr>
        </p:nvSpPr>
        <p:spPr>
          <a:xfrm>
            <a:off x="550862" y="266219"/>
            <a:ext cx="7919295" cy="151264"/>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18" name="Text Placeholder 10">
            <a:extLst>
              <a:ext uri="{FF2B5EF4-FFF2-40B4-BE49-F238E27FC236}">
                <a16:creationId xmlns:a16="http://schemas.microsoft.com/office/drawing/2014/main" id="{119D1CB9-0BDC-379D-9F95-80F46009C992}"/>
              </a:ext>
            </a:extLst>
          </p:cNvPr>
          <p:cNvSpPr>
            <a:spLocks noGrp="1"/>
          </p:cNvSpPr>
          <p:nvPr>
            <p:ph type="body" sz="quarter" idx="27" hasCustomPrompt="1"/>
          </p:nvPr>
        </p:nvSpPr>
        <p:spPr>
          <a:xfrm>
            <a:off x="9192343" y="1630817"/>
            <a:ext cx="2448795"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styles</a:t>
            </a:r>
          </a:p>
        </p:txBody>
      </p:sp>
      <p:sp>
        <p:nvSpPr>
          <p:cNvPr id="19" name="Content Placeholder 20">
            <a:extLst>
              <a:ext uri="{FF2B5EF4-FFF2-40B4-BE49-F238E27FC236}">
                <a16:creationId xmlns:a16="http://schemas.microsoft.com/office/drawing/2014/main" id="{E9AB145F-3EEE-DD29-2DCD-D04DCA8B8E79}"/>
              </a:ext>
            </a:extLst>
          </p:cNvPr>
          <p:cNvSpPr>
            <a:spLocks noGrp="1"/>
          </p:cNvSpPr>
          <p:nvPr>
            <p:ph sz="quarter" idx="28"/>
          </p:nvPr>
        </p:nvSpPr>
        <p:spPr>
          <a:xfrm>
            <a:off x="9192343" y="2132856"/>
            <a:ext cx="2448795"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marL="0" marR="0" lvl="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a:pPr>
            <a:r>
              <a:rPr kumimoji="0" lang="en-US" sz="1400" b="0" i="0" u="none" strike="noStrike" kern="1200" cap="none" spc="0" normalizeH="0" baseline="0" noProof="0">
                <a:ln>
                  <a:noFill/>
                </a:ln>
                <a:solidFill>
                  <a:srgbClr val="000000"/>
                </a:solidFill>
                <a:effectLst/>
                <a:uLnTx/>
                <a:uFillTx/>
                <a:latin typeface="Ubuntu"/>
                <a:ea typeface="+mn-ea"/>
                <a:cs typeface="+mn-cs"/>
              </a:rPr>
              <a:t>Click to edit Master text styles</a:t>
            </a:r>
          </a:p>
          <a:p>
            <a:pPr marL="0" marR="0" lvl="1"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a:pPr>
            <a:r>
              <a:rPr kumimoji="0" lang="en-US" sz="1400" b="0" i="0" u="none" strike="noStrike" kern="1200" cap="none" spc="0" normalizeH="0" baseline="0" noProof="0">
                <a:ln>
                  <a:noFill/>
                </a:ln>
                <a:solidFill>
                  <a:srgbClr val="000000"/>
                </a:solidFill>
                <a:effectLst/>
                <a:uLnTx/>
                <a:uFillTx/>
                <a:latin typeface="Ubuntu"/>
                <a:ea typeface="+mn-ea"/>
                <a:cs typeface="+mn-cs"/>
              </a:rPr>
              <a:t>Second level</a:t>
            </a:r>
          </a:p>
          <a:p>
            <a:pPr marL="0" marR="0" lvl="2"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a:pPr>
            <a:r>
              <a:rPr kumimoji="0" lang="en-US" sz="1400" b="0" i="0" u="none" strike="noStrike" kern="1200" cap="none" spc="0" normalizeH="0" baseline="0" noProof="0">
                <a:ln>
                  <a:noFill/>
                </a:ln>
                <a:solidFill>
                  <a:srgbClr val="000000"/>
                </a:solidFill>
                <a:effectLst/>
                <a:uLnTx/>
                <a:uFillTx/>
                <a:latin typeface="Ubuntu"/>
                <a:ea typeface="+mn-ea"/>
                <a:cs typeface="+mn-cs"/>
              </a:rPr>
              <a:t>Third level</a:t>
            </a:r>
          </a:p>
          <a:p>
            <a:pPr marL="0" marR="0" lvl="3"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a:pPr>
            <a:r>
              <a:rPr kumimoji="0" lang="en-US" sz="1400" b="0" i="0" u="none" strike="noStrike" kern="1200" cap="none" spc="0" normalizeH="0" baseline="0" noProof="0">
                <a:ln>
                  <a:noFill/>
                </a:ln>
                <a:solidFill>
                  <a:srgbClr val="000000"/>
                </a:solidFill>
                <a:effectLst/>
                <a:uLnTx/>
                <a:uFillTx/>
                <a:latin typeface="Ubuntu"/>
                <a:ea typeface="+mn-ea"/>
                <a:cs typeface="+mn-cs"/>
              </a:rPr>
              <a:t>Fourth level</a:t>
            </a:r>
          </a:p>
          <a:p>
            <a:pPr marL="0" marR="0" lvl="4"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a:pPr>
            <a:r>
              <a:rPr kumimoji="0" lang="en-US" sz="1400" b="0" i="0" u="none" strike="noStrike" kern="1200" cap="none" spc="0" normalizeH="0" baseline="0" noProof="0">
                <a:ln>
                  <a:noFill/>
                </a:ln>
                <a:solidFill>
                  <a:srgbClr val="000000"/>
                </a:solidFill>
                <a:effectLst/>
                <a:uLnTx/>
                <a:uFillTx/>
                <a:latin typeface="Ubuntu"/>
                <a:ea typeface="+mn-ea"/>
                <a:cs typeface="+mn-cs"/>
              </a:rPr>
              <a:t>Fifth level</a:t>
            </a:r>
          </a:p>
        </p:txBody>
      </p:sp>
    </p:spTree>
    <p:extLst>
      <p:ext uri="{BB962C8B-B14F-4D97-AF65-F5344CB8AC3E}">
        <p14:creationId xmlns:p14="http://schemas.microsoft.com/office/powerpoint/2010/main" val="203440708"/>
      </p:ext>
    </p:extLst>
  </p:cSld>
  <p:clrMapOvr>
    <a:masterClrMapping/>
  </p:clrMapOvr>
</p:sldLayout>
</file>

<file path=ppt/slideLayouts/slideLayout239.xml><?xml version="1.0" encoding="utf-8"?>
<p:sldLayout xmlns:a="http://schemas.openxmlformats.org/drawingml/2006/main" xmlns:r="http://schemas.openxmlformats.org/officeDocument/2006/relationships" xmlns:p="http://schemas.openxmlformats.org/presentationml/2006/main" showMasterSp="0" preserve="1" userDrawn="1">
  <p:cSld name="Content 6">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44142192-00F6-71C9-9A77-489CD275D234}"/>
              </a:ext>
            </a:extLst>
          </p:cNvPr>
          <p:cNvSpPr/>
          <p:nvPr userDrawn="1"/>
        </p:nvSpPr>
        <p:spPr>
          <a:xfrm rot="16200000" flipV="1">
            <a:off x="7563095" y="2229091"/>
            <a:ext cx="6857998" cy="2399819"/>
          </a:xfrm>
          <a:prstGeom prst="rect">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5" name="Group 37">
            <a:extLst>
              <a:ext uri="{FF2B5EF4-FFF2-40B4-BE49-F238E27FC236}">
                <a16:creationId xmlns:a16="http://schemas.microsoft.com/office/drawing/2014/main" id="{3DFDE37E-5420-F85E-8E48-40542DA08033}"/>
              </a:ext>
            </a:extLst>
          </p:cNvPr>
          <p:cNvGrpSpPr/>
          <p:nvPr userDrawn="1"/>
        </p:nvGrpSpPr>
        <p:grpSpPr>
          <a:xfrm>
            <a:off x="11770322" y="176700"/>
            <a:ext cx="260230" cy="240782"/>
            <a:chOff x="5481638" y="2859088"/>
            <a:chExt cx="1231900" cy="1139825"/>
          </a:xfrm>
          <a:solidFill>
            <a:schemeClr val="tx2"/>
          </a:solidFill>
        </p:grpSpPr>
        <p:sp>
          <p:nvSpPr>
            <p:cNvPr id="26" name="Freeform 320">
              <a:extLst>
                <a:ext uri="{FF2B5EF4-FFF2-40B4-BE49-F238E27FC236}">
                  <a16:creationId xmlns:a16="http://schemas.microsoft.com/office/drawing/2014/main" id="{AD48A599-A45D-8D69-AEA6-662642AD9D93}"/>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7" name="Freeform 321">
              <a:extLst>
                <a:ext uri="{FF2B5EF4-FFF2-40B4-BE49-F238E27FC236}">
                  <a16:creationId xmlns:a16="http://schemas.microsoft.com/office/drawing/2014/main" id="{D65A51CC-4C31-51CB-14AC-6B1601AB8AD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D5AE9DA6-521B-F449-72BF-F6B58357D1E2}"/>
              </a:ext>
            </a:extLst>
          </p:cNvPr>
          <p:cNvSpPr>
            <a:spLocks noGrp="1"/>
          </p:cNvSpPr>
          <p:nvPr>
            <p:ph type="dt" sz="half" idx="25"/>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4" name="Footer Placeholder 3">
            <a:extLst>
              <a:ext uri="{FF2B5EF4-FFF2-40B4-BE49-F238E27FC236}">
                <a16:creationId xmlns:a16="http://schemas.microsoft.com/office/drawing/2014/main" id="{B8E5A5A4-4ABB-75D4-0347-730FFE4FE623}"/>
              </a:ext>
            </a:extLst>
          </p:cNvPr>
          <p:cNvSpPr>
            <a:spLocks noGrp="1"/>
          </p:cNvSpPr>
          <p:nvPr>
            <p:ph type="ftr" sz="quarter" idx="26"/>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1D8486EB-33DC-2A07-4FA3-E55575E4F077}"/>
              </a:ext>
            </a:extLst>
          </p:cNvPr>
          <p:cNvSpPr>
            <a:spLocks noGrp="1"/>
          </p:cNvSpPr>
          <p:nvPr>
            <p:ph type="sldNum" sz="quarter" idx="27"/>
          </p:nvPr>
        </p:nvSpPr>
        <p:spPr/>
        <p:txBody>
          <a:bodyPr/>
          <a:lstStyle/>
          <a:p>
            <a:pPr algn="r"/>
            <a:fld id="{5D9A5160-6218-4E5A-B9E6-B93E3DAE377C}" type="slidenum">
              <a:rPr lang="en-US" smtClean="0"/>
              <a:pPr algn="r"/>
              <a:t>‹#›</a:t>
            </a:fld>
            <a:endParaRPr lang="en-US"/>
          </a:p>
        </p:txBody>
      </p:sp>
      <p:sp>
        <p:nvSpPr>
          <p:cNvPr id="10" name="Text Placeholder 10">
            <a:extLst>
              <a:ext uri="{FF2B5EF4-FFF2-40B4-BE49-F238E27FC236}">
                <a16:creationId xmlns:a16="http://schemas.microsoft.com/office/drawing/2014/main" id="{A330C55F-D744-2271-A744-FB08FEA9C3F2}"/>
              </a:ext>
            </a:extLst>
          </p:cNvPr>
          <p:cNvSpPr>
            <a:spLocks noGrp="1"/>
          </p:cNvSpPr>
          <p:nvPr>
            <p:ph type="body" sz="quarter" idx="28"/>
          </p:nvPr>
        </p:nvSpPr>
        <p:spPr>
          <a:xfrm>
            <a:off x="9984432" y="1634285"/>
            <a:ext cx="1656706"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US"/>
              <a:t>Click to edit Master text styles</a:t>
            </a:r>
          </a:p>
        </p:txBody>
      </p:sp>
      <p:sp>
        <p:nvSpPr>
          <p:cNvPr id="11" name="Content Placeholder 20">
            <a:extLst>
              <a:ext uri="{FF2B5EF4-FFF2-40B4-BE49-F238E27FC236}">
                <a16:creationId xmlns:a16="http://schemas.microsoft.com/office/drawing/2014/main" id="{D0938303-9E4A-7951-5CF4-73A80E066CF3}"/>
              </a:ext>
            </a:extLst>
          </p:cNvPr>
          <p:cNvSpPr>
            <a:spLocks noGrp="1"/>
          </p:cNvSpPr>
          <p:nvPr>
            <p:ph sz="quarter" idx="29"/>
          </p:nvPr>
        </p:nvSpPr>
        <p:spPr>
          <a:xfrm>
            <a:off x="9984432" y="2132856"/>
            <a:ext cx="1656706"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marL="0" marR="0" lvl="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a:pPr>
            <a:r>
              <a:rPr kumimoji="0" lang="en-US" sz="1400" b="0" i="0" u="none" strike="noStrike" kern="1200" cap="none" spc="0" normalizeH="0" baseline="0" noProof="0">
                <a:ln>
                  <a:noFill/>
                </a:ln>
                <a:solidFill>
                  <a:srgbClr val="000000"/>
                </a:solidFill>
                <a:effectLst/>
                <a:uLnTx/>
                <a:uFillTx/>
                <a:latin typeface="Ubuntu"/>
                <a:ea typeface="+mn-ea"/>
                <a:cs typeface="+mn-cs"/>
              </a:rPr>
              <a:t>Click to edit Master text styles</a:t>
            </a:r>
          </a:p>
          <a:p>
            <a:pPr marL="0" marR="0" lvl="1"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a:pPr>
            <a:r>
              <a:rPr kumimoji="0" lang="en-US" sz="1400" b="0" i="0" u="none" strike="noStrike" kern="1200" cap="none" spc="0" normalizeH="0" baseline="0" noProof="0">
                <a:ln>
                  <a:noFill/>
                </a:ln>
                <a:solidFill>
                  <a:srgbClr val="000000"/>
                </a:solidFill>
                <a:effectLst/>
                <a:uLnTx/>
                <a:uFillTx/>
                <a:latin typeface="Ubuntu"/>
                <a:ea typeface="+mn-ea"/>
                <a:cs typeface="+mn-cs"/>
              </a:rPr>
              <a:t>Second level</a:t>
            </a:r>
          </a:p>
          <a:p>
            <a:pPr marL="0" marR="0" lvl="2"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a:pPr>
            <a:r>
              <a:rPr kumimoji="0" lang="en-US" sz="1400" b="0" i="0" u="none" strike="noStrike" kern="1200" cap="none" spc="0" normalizeH="0" baseline="0" noProof="0">
                <a:ln>
                  <a:noFill/>
                </a:ln>
                <a:solidFill>
                  <a:srgbClr val="000000"/>
                </a:solidFill>
                <a:effectLst/>
                <a:uLnTx/>
                <a:uFillTx/>
                <a:latin typeface="Ubuntu"/>
                <a:ea typeface="+mn-ea"/>
                <a:cs typeface="+mn-cs"/>
              </a:rPr>
              <a:t>Third level</a:t>
            </a:r>
          </a:p>
          <a:p>
            <a:pPr marL="0" marR="0" lvl="3"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a:pPr>
            <a:r>
              <a:rPr kumimoji="0" lang="en-US" sz="1400" b="0" i="0" u="none" strike="noStrike" kern="1200" cap="none" spc="0" normalizeH="0" baseline="0" noProof="0">
                <a:ln>
                  <a:noFill/>
                </a:ln>
                <a:solidFill>
                  <a:srgbClr val="000000"/>
                </a:solidFill>
                <a:effectLst/>
                <a:uLnTx/>
                <a:uFillTx/>
                <a:latin typeface="Ubuntu"/>
                <a:ea typeface="+mn-ea"/>
                <a:cs typeface="+mn-cs"/>
              </a:rPr>
              <a:t>Fourth level</a:t>
            </a:r>
          </a:p>
          <a:p>
            <a:pPr marL="0" marR="0" lvl="4"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a:pPr>
            <a:r>
              <a:rPr kumimoji="0" lang="en-US" sz="1400" b="0" i="0" u="none" strike="noStrike" kern="1200" cap="none" spc="0" normalizeH="0" baseline="0" noProof="0">
                <a:ln>
                  <a:noFill/>
                </a:ln>
                <a:solidFill>
                  <a:srgbClr val="000000"/>
                </a:solidFill>
                <a:effectLst/>
                <a:uLnTx/>
                <a:uFillTx/>
                <a:latin typeface="Ubuntu"/>
                <a:ea typeface="+mn-ea"/>
                <a:cs typeface="+mn-cs"/>
              </a:rPr>
              <a:t>Fifth level</a:t>
            </a:r>
          </a:p>
        </p:txBody>
      </p:sp>
      <p:sp>
        <p:nvSpPr>
          <p:cNvPr id="12" name="Text Placeholder 9">
            <a:extLst>
              <a:ext uri="{FF2B5EF4-FFF2-40B4-BE49-F238E27FC236}">
                <a16:creationId xmlns:a16="http://schemas.microsoft.com/office/drawing/2014/main" id="{7C9639AC-5FFD-1253-4DC1-EBEDE1886A6D}"/>
              </a:ext>
            </a:extLst>
          </p:cNvPr>
          <p:cNvSpPr>
            <a:spLocks noGrp="1"/>
          </p:cNvSpPr>
          <p:nvPr>
            <p:ph type="body" sz="quarter" idx="22" hasCustomPrompt="1"/>
          </p:nvPr>
        </p:nvSpPr>
        <p:spPr>
          <a:xfrm>
            <a:off x="550200" y="1634286"/>
            <a:ext cx="8882182"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13" name="Title 4">
            <a:extLst>
              <a:ext uri="{FF2B5EF4-FFF2-40B4-BE49-F238E27FC236}">
                <a16:creationId xmlns:a16="http://schemas.microsoft.com/office/drawing/2014/main" id="{1BB648A1-1B65-F77C-294B-40FC6142BE8F}"/>
              </a:ext>
            </a:extLst>
          </p:cNvPr>
          <p:cNvSpPr>
            <a:spLocks noGrp="1"/>
          </p:cNvSpPr>
          <p:nvPr>
            <p:ph type="title"/>
          </p:nvPr>
        </p:nvSpPr>
        <p:spPr>
          <a:xfrm>
            <a:off x="551384" y="549274"/>
            <a:ext cx="8882182" cy="930372"/>
          </a:xfrm>
        </p:spPr>
        <p:txBody>
          <a:bodyPr/>
          <a:lstStyle/>
          <a:p>
            <a:r>
              <a:rPr lang="en-US"/>
              <a:t>Click to edit Master title style</a:t>
            </a:r>
          </a:p>
        </p:txBody>
      </p:sp>
      <p:sp>
        <p:nvSpPr>
          <p:cNvPr id="14" name="Content Placeholder 5">
            <a:extLst>
              <a:ext uri="{FF2B5EF4-FFF2-40B4-BE49-F238E27FC236}">
                <a16:creationId xmlns:a16="http://schemas.microsoft.com/office/drawing/2014/main" id="{49421495-E59F-EE66-99F1-D6DC0203F5DE}"/>
              </a:ext>
            </a:extLst>
          </p:cNvPr>
          <p:cNvSpPr>
            <a:spLocks noGrp="1"/>
          </p:cNvSpPr>
          <p:nvPr>
            <p:ph sz="quarter" idx="31"/>
          </p:nvPr>
        </p:nvSpPr>
        <p:spPr>
          <a:xfrm>
            <a:off x="551384" y="2132856"/>
            <a:ext cx="8882182"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284373611"/>
      </p:ext>
    </p:extLst>
  </p:cSld>
  <p:clrMapOvr>
    <a:masterClrMapping/>
  </p:clrMapOvr>
</p:sldLayout>
</file>

<file path=ppt/slideLayouts/slideLayout240.xml><?xml version="1.0" encoding="utf-8"?>
<p:sldLayout xmlns:a="http://schemas.openxmlformats.org/drawingml/2006/main" xmlns:r="http://schemas.openxmlformats.org/officeDocument/2006/relationships" xmlns:p="http://schemas.openxmlformats.org/presentationml/2006/main" preserve="1" userDrawn="1">
  <p:cSld name="Content 6  Chapterbox">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44142192-00F6-71C9-9A77-489CD275D234}"/>
              </a:ext>
            </a:extLst>
          </p:cNvPr>
          <p:cNvSpPr/>
          <p:nvPr userDrawn="1"/>
        </p:nvSpPr>
        <p:spPr>
          <a:xfrm rot="16200000" flipV="1">
            <a:off x="7563095" y="2229091"/>
            <a:ext cx="6857998" cy="2399819"/>
          </a:xfrm>
          <a:prstGeom prst="rect">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5" name="Group 37">
            <a:extLst>
              <a:ext uri="{FF2B5EF4-FFF2-40B4-BE49-F238E27FC236}">
                <a16:creationId xmlns:a16="http://schemas.microsoft.com/office/drawing/2014/main" id="{3DFDE37E-5420-F85E-8E48-40542DA08033}"/>
              </a:ext>
            </a:extLst>
          </p:cNvPr>
          <p:cNvGrpSpPr/>
          <p:nvPr userDrawn="1"/>
        </p:nvGrpSpPr>
        <p:grpSpPr>
          <a:xfrm>
            <a:off x="11770322" y="176700"/>
            <a:ext cx="260230" cy="240782"/>
            <a:chOff x="5481638" y="2859088"/>
            <a:chExt cx="1231900" cy="1139825"/>
          </a:xfrm>
          <a:solidFill>
            <a:schemeClr val="tx2"/>
          </a:solidFill>
        </p:grpSpPr>
        <p:sp>
          <p:nvSpPr>
            <p:cNvPr id="26" name="Freeform 320">
              <a:extLst>
                <a:ext uri="{FF2B5EF4-FFF2-40B4-BE49-F238E27FC236}">
                  <a16:creationId xmlns:a16="http://schemas.microsoft.com/office/drawing/2014/main" id="{AD48A599-A45D-8D69-AEA6-662642AD9D93}"/>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7" name="Freeform 321">
              <a:extLst>
                <a:ext uri="{FF2B5EF4-FFF2-40B4-BE49-F238E27FC236}">
                  <a16:creationId xmlns:a16="http://schemas.microsoft.com/office/drawing/2014/main" id="{D65A51CC-4C31-51CB-14AC-6B1601AB8AD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D5AE9DA6-521B-F449-72BF-F6B58357D1E2}"/>
              </a:ext>
            </a:extLst>
          </p:cNvPr>
          <p:cNvSpPr>
            <a:spLocks noGrp="1"/>
          </p:cNvSpPr>
          <p:nvPr>
            <p:ph type="dt" sz="half" idx="25"/>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4" name="Footer Placeholder 3">
            <a:extLst>
              <a:ext uri="{FF2B5EF4-FFF2-40B4-BE49-F238E27FC236}">
                <a16:creationId xmlns:a16="http://schemas.microsoft.com/office/drawing/2014/main" id="{B8E5A5A4-4ABB-75D4-0347-730FFE4FE623}"/>
              </a:ext>
            </a:extLst>
          </p:cNvPr>
          <p:cNvSpPr>
            <a:spLocks noGrp="1"/>
          </p:cNvSpPr>
          <p:nvPr>
            <p:ph type="ftr" sz="quarter" idx="26"/>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1D8486EB-33DC-2A07-4FA3-E55575E4F077}"/>
              </a:ext>
            </a:extLst>
          </p:cNvPr>
          <p:cNvSpPr>
            <a:spLocks noGrp="1"/>
          </p:cNvSpPr>
          <p:nvPr>
            <p:ph type="sldNum" sz="quarter" idx="27"/>
          </p:nvPr>
        </p:nvSpPr>
        <p:spPr/>
        <p:txBody>
          <a:bodyPr/>
          <a:lstStyle/>
          <a:p>
            <a:pPr algn="r"/>
            <a:fld id="{5D9A5160-6218-4E5A-B9E6-B93E3DAE377C}" type="slidenum">
              <a:rPr lang="en-US" smtClean="0"/>
              <a:pPr algn="r"/>
              <a:t>‹#›</a:t>
            </a:fld>
            <a:endParaRPr lang="en-US"/>
          </a:p>
        </p:txBody>
      </p:sp>
      <p:sp>
        <p:nvSpPr>
          <p:cNvPr id="13" name="Text Placeholder 9">
            <a:extLst>
              <a:ext uri="{FF2B5EF4-FFF2-40B4-BE49-F238E27FC236}">
                <a16:creationId xmlns:a16="http://schemas.microsoft.com/office/drawing/2014/main" id="{529E6C84-64B2-00D3-F323-E02B98EC12C2}"/>
              </a:ext>
            </a:extLst>
          </p:cNvPr>
          <p:cNvSpPr>
            <a:spLocks noGrp="1"/>
          </p:cNvSpPr>
          <p:nvPr>
            <p:ph type="body" sz="quarter" idx="22" hasCustomPrompt="1"/>
          </p:nvPr>
        </p:nvSpPr>
        <p:spPr>
          <a:xfrm>
            <a:off x="550200" y="1634286"/>
            <a:ext cx="8882182"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14" name="Title 4">
            <a:extLst>
              <a:ext uri="{FF2B5EF4-FFF2-40B4-BE49-F238E27FC236}">
                <a16:creationId xmlns:a16="http://schemas.microsoft.com/office/drawing/2014/main" id="{5EB48A6D-F65C-9637-FFC5-76206881CBC1}"/>
              </a:ext>
            </a:extLst>
          </p:cNvPr>
          <p:cNvSpPr>
            <a:spLocks noGrp="1"/>
          </p:cNvSpPr>
          <p:nvPr>
            <p:ph type="title"/>
          </p:nvPr>
        </p:nvSpPr>
        <p:spPr>
          <a:xfrm>
            <a:off x="551384" y="549274"/>
            <a:ext cx="8882182" cy="930372"/>
          </a:xfrm>
        </p:spPr>
        <p:txBody>
          <a:bodyPr/>
          <a:lstStyle/>
          <a:p>
            <a:r>
              <a:rPr lang="en-US"/>
              <a:t>Click to edit Master title style</a:t>
            </a:r>
          </a:p>
        </p:txBody>
      </p:sp>
      <p:sp>
        <p:nvSpPr>
          <p:cNvPr id="15" name="Content Placeholder 5">
            <a:extLst>
              <a:ext uri="{FF2B5EF4-FFF2-40B4-BE49-F238E27FC236}">
                <a16:creationId xmlns:a16="http://schemas.microsoft.com/office/drawing/2014/main" id="{07E02CCB-C71A-0339-72B0-EFB7FEF5AA0A}"/>
              </a:ext>
            </a:extLst>
          </p:cNvPr>
          <p:cNvSpPr>
            <a:spLocks noGrp="1"/>
          </p:cNvSpPr>
          <p:nvPr>
            <p:ph sz="quarter" idx="31"/>
          </p:nvPr>
        </p:nvSpPr>
        <p:spPr>
          <a:xfrm>
            <a:off x="551384" y="2132856"/>
            <a:ext cx="8882182"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hapter Placeholder 2">
            <a:extLst>
              <a:ext uri="{FF2B5EF4-FFF2-40B4-BE49-F238E27FC236}">
                <a16:creationId xmlns:a16="http://schemas.microsoft.com/office/drawing/2014/main" id="{D558D76D-73AB-D804-717B-9457F8C63F55}"/>
              </a:ext>
            </a:extLst>
          </p:cNvPr>
          <p:cNvSpPr>
            <a:spLocks noGrp="1"/>
          </p:cNvSpPr>
          <p:nvPr>
            <p:ph type="body" sz="quarter" idx="13" hasCustomPrompt="1"/>
          </p:nvPr>
        </p:nvSpPr>
        <p:spPr>
          <a:xfrm>
            <a:off x="550862" y="266219"/>
            <a:ext cx="8880405" cy="151264"/>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17" name="Text Placeholder 10">
            <a:extLst>
              <a:ext uri="{FF2B5EF4-FFF2-40B4-BE49-F238E27FC236}">
                <a16:creationId xmlns:a16="http://schemas.microsoft.com/office/drawing/2014/main" id="{6B38ECBD-1578-338F-1830-325071613349}"/>
              </a:ext>
            </a:extLst>
          </p:cNvPr>
          <p:cNvSpPr>
            <a:spLocks noGrp="1"/>
          </p:cNvSpPr>
          <p:nvPr>
            <p:ph type="body" sz="quarter" idx="28"/>
          </p:nvPr>
        </p:nvSpPr>
        <p:spPr>
          <a:xfrm>
            <a:off x="9984432" y="1634285"/>
            <a:ext cx="1656706"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US"/>
              <a:t>Click to edit Master text styles</a:t>
            </a:r>
          </a:p>
        </p:txBody>
      </p:sp>
      <p:sp>
        <p:nvSpPr>
          <p:cNvPr id="18" name="Content Placeholder 20">
            <a:extLst>
              <a:ext uri="{FF2B5EF4-FFF2-40B4-BE49-F238E27FC236}">
                <a16:creationId xmlns:a16="http://schemas.microsoft.com/office/drawing/2014/main" id="{EE88E0BA-CEEC-AD04-5C1C-654A051DE48E}"/>
              </a:ext>
            </a:extLst>
          </p:cNvPr>
          <p:cNvSpPr>
            <a:spLocks noGrp="1"/>
          </p:cNvSpPr>
          <p:nvPr>
            <p:ph sz="quarter" idx="29"/>
          </p:nvPr>
        </p:nvSpPr>
        <p:spPr>
          <a:xfrm>
            <a:off x="9984432" y="2132856"/>
            <a:ext cx="1656706"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marL="0" marR="0" lvl="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a:pPr>
            <a:r>
              <a:rPr kumimoji="0" lang="en-US" sz="1400" b="0" i="0" u="none" strike="noStrike" kern="1200" cap="none" spc="0" normalizeH="0" baseline="0" noProof="0">
                <a:ln>
                  <a:noFill/>
                </a:ln>
                <a:solidFill>
                  <a:srgbClr val="000000"/>
                </a:solidFill>
                <a:effectLst/>
                <a:uLnTx/>
                <a:uFillTx/>
                <a:latin typeface="Ubuntu"/>
                <a:ea typeface="+mn-ea"/>
                <a:cs typeface="+mn-cs"/>
              </a:rPr>
              <a:t>Click to edit Master text styles</a:t>
            </a:r>
          </a:p>
          <a:p>
            <a:pPr marL="0" marR="0" lvl="1"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a:pPr>
            <a:r>
              <a:rPr kumimoji="0" lang="en-US" sz="1400" b="0" i="0" u="none" strike="noStrike" kern="1200" cap="none" spc="0" normalizeH="0" baseline="0" noProof="0">
                <a:ln>
                  <a:noFill/>
                </a:ln>
                <a:solidFill>
                  <a:srgbClr val="000000"/>
                </a:solidFill>
                <a:effectLst/>
                <a:uLnTx/>
                <a:uFillTx/>
                <a:latin typeface="Ubuntu"/>
                <a:ea typeface="+mn-ea"/>
                <a:cs typeface="+mn-cs"/>
              </a:rPr>
              <a:t>Second level</a:t>
            </a:r>
          </a:p>
          <a:p>
            <a:pPr marL="0" marR="0" lvl="2"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a:pPr>
            <a:r>
              <a:rPr kumimoji="0" lang="en-US" sz="1400" b="0" i="0" u="none" strike="noStrike" kern="1200" cap="none" spc="0" normalizeH="0" baseline="0" noProof="0">
                <a:ln>
                  <a:noFill/>
                </a:ln>
                <a:solidFill>
                  <a:srgbClr val="000000"/>
                </a:solidFill>
                <a:effectLst/>
                <a:uLnTx/>
                <a:uFillTx/>
                <a:latin typeface="Ubuntu"/>
                <a:ea typeface="+mn-ea"/>
                <a:cs typeface="+mn-cs"/>
              </a:rPr>
              <a:t>Third level</a:t>
            </a:r>
          </a:p>
          <a:p>
            <a:pPr marL="0" marR="0" lvl="3"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a:pPr>
            <a:r>
              <a:rPr kumimoji="0" lang="en-US" sz="1400" b="0" i="0" u="none" strike="noStrike" kern="1200" cap="none" spc="0" normalizeH="0" baseline="0" noProof="0">
                <a:ln>
                  <a:noFill/>
                </a:ln>
                <a:solidFill>
                  <a:srgbClr val="000000"/>
                </a:solidFill>
                <a:effectLst/>
                <a:uLnTx/>
                <a:uFillTx/>
                <a:latin typeface="Ubuntu"/>
                <a:ea typeface="+mn-ea"/>
                <a:cs typeface="+mn-cs"/>
              </a:rPr>
              <a:t>Fourth level</a:t>
            </a:r>
          </a:p>
          <a:p>
            <a:pPr marL="0" marR="0" lvl="4"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a:pPr>
            <a:r>
              <a:rPr kumimoji="0" lang="en-US" sz="1400" b="0" i="0" u="none" strike="noStrike" kern="1200" cap="none" spc="0" normalizeH="0" baseline="0" noProof="0">
                <a:ln>
                  <a:noFill/>
                </a:ln>
                <a:solidFill>
                  <a:srgbClr val="000000"/>
                </a:solidFill>
                <a:effectLst/>
                <a:uLnTx/>
                <a:uFillTx/>
                <a:latin typeface="Ubuntu"/>
                <a:ea typeface="+mn-ea"/>
                <a:cs typeface="+mn-cs"/>
              </a:rPr>
              <a:t>Fifth level</a:t>
            </a:r>
          </a:p>
        </p:txBody>
      </p:sp>
    </p:spTree>
    <p:extLst>
      <p:ext uri="{BB962C8B-B14F-4D97-AF65-F5344CB8AC3E}">
        <p14:creationId xmlns:p14="http://schemas.microsoft.com/office/powerpoint/2010/main" val="599523048"/>
      </p:ext>
    </p:extLst>
  </p:cSld>
  <p:clrMapOvr>
    <a:masterClrMapping/>
  </p:clrMapOvr>
</p:sldLayout>
</file>

<file path=ppt/slideLayouts/slideLayout241.xml><?xml version="1.0" encoding="utf-8"?>
<p:sldLayout xmlns:a="http://schemas.openxmlformats.org/drawingml/2006/main" xmlns:r="http://schemas.openxmlformats.org/officeDocument/2006/relationships" xmlns:p="http://schemas.openxmlformats.org/presentationml/2006/main" preserve="1" userDrawn="1">
  <p:cSld name="Content 7">
    <p:spTree>
      <p:nvGrpSpPr>
        <p:cNvPr id="1" name=""/>
        <p:cNvGrpSpPr/>
        <p:nvPr/>
      </p:nvGrpSpPr>
      <p:grpSpPr>
        <a:xfrm>
          <a:off x="0" y="0"/>
          <a:ext cx="0" cy="0"/>
          <a:chOff x="0" y="0"/>
          <a:chExt cx="0" cy="0"/>
        </a:xfrm>
      </p:grpSpPr>
      <p:sp>
        <p:nvSpPr>
          <p:cNvPr id="7" name="Content Placeholder 17">
            <a:extLst>
              <a:ext uri="{FF2B5EF4-FFF2-40B4-BE49-F238E27FC236}">
                <a16:creationId xmlns:a16="http://schemas.microsoft.com/office/drawing/2014/main" id="{9419F9B9-A3F9-F338-CA95-2522ADFD9276}"/>
              </a:ext>
            </a:extLst>
          </p:cNvPr>
          <p:cNvSpPr>
            <a:spLocks noGrp="1"/>
          </p:cNvSpPr>
          <p:nvPr>
            <p:ph sz="quarter" idx="23"/>
          </p:nvPr>
        </p:nvSpPr>
        <p:spPr>
          <a:xfrm>
            <a:off x="6646863" y="1772816"/>
            <a:ext cx="4993753" cy="4535909"/>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3" name="Date Placeholder 2">
            <a:extLst>
              <a:ext uri="{FF2B5EF4-FFF2-40B4-BE49-F238E27FC236}">
                <a16:creationId xmlns:a16="http://schemas.microsoft.com/office/drawing/2014/main" id="{885B9FD2-6048-2D15-B439-6975CB885DBE}"/>
              </a:ext>
            </a:extLst>
          </p:cNvPr>
          <p:cNvSpPr>
            <a:spLocks noGrp="1"/>
          </p:cNvSpPr>
          <p:nvPr>
            <p:ph type="dt" sz="half" idx="24"/>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4" name="Footer Placeholder 3">
            <a:extLst>
              <a:ext uri="{FF2B5EF4-FFF2-40B4-BE49-F238E27FC236}">
                <a16:creationId xmlns:a16="http://schemas.microsoft.com/office/drawing/2014/main" id="{043C87BC-20D2-3A31-20C8-5F67B34C6548}"/>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0288BCF5-D034-A931-945B-6AA231F982A9}"/>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5" name="Title 7">
            <a:extLst>
              <a:ext uri="{FF2B5EF4-FFF2-40B4-BE49-F238E27FC236}">
                <a16:creationId xmlns:a16="http://schemas.microsoft.com/office/drawing/2014/main" id="{08F229AB-200D-A118-A540-6775F6D62DD5}"/>
              </a:ext>
            </a:extLst>
          </p:cNvPr>
          <p:cNvSpPr>
            <a:spLocks noGrp="1"/>
          </p:cNvSpPr>
          <p:nvPr>
            <p:ph type="title"/>
          </p:nvPr>
        </p:nvSpPr>
        <p:spPr>
          <a:xfrm>
            <a:off x="551384" y="549274"/>
            <a:ext cx="11090938" cy="930372"/>
          </a:xfrm>
        </p:spPr>
        <p:txBody>
          <a:bodyPr/>
          <a:lstStyle/>
          <a:p>
            <a:r>
              <a:rPr lang="en-US"/>
              <a:t>Click to edit Master title style</a:t>
            </a:r>
          </a:p>
        </p:txBody>
      </p:sp>
      <p:sp>
        <p:nvSpPr>
          <p:cNvPr id="9" name="Text Placeholder 9">
            <a:extLst>
              <a:ext uri="{FF2B5EF4-FFF2-40B4-BE49-F238E27FC236}">
                <a16:creationId xmlns:a16="http://schemas.microsoft.com/office/drawing/2014/main" id="{764E1598-B47B-E5BD-C159-2B9A902D4D9E}"/>
              </a:ext>
            </a:extLst>
          </p:cNvPr>
          <p:cNvSpPr>
            <a:spLocks noGrp="1"/>
          </p:cNvSpPr>
          <p:nvPr>
            <p:ph type="body" sz="quarter" idx="22" hasCustomPrompt="1"/>
          </p:nvPr>
        </p:nvSpPr>
        <p:spPr>
          <a:xfrm>
            <a:off x="550200" y="1634286"/>
            <a:ext cx="5545800"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Tree>
    <p:extLst>
      <p:ext uri="{BB962C8B-B14F-4D97-AF65-F5344CB8AC3E}">
        <p14:creationId xmlns:p14="http://schemas.microsoft.com/office/powerpoint/2010/main" val="425029219"/>
      </p:ext>
    </p:extLst>
  </p:cSld>
  <p:clrMapOvr>
    <a:masterClrMapping/>
  </p:clrMapOvr>
</p:sldLayout>
</file>

<file path=ppt/slideLayouts/slideLayout242.xml><?xml version="1.0" encoding="utf-8"?>
<p:sldLayout xmlns:a="http://schemas.openxmlformats.org/drawingml/2006/main" xmlns:r="http://schemas.openxmlformats.org/officeDocument/2006/relationships" xmlns:p="http://schemas.openxmlformats.org/presentationml/2006/main" preserve="1" userDrawn="1">
  <p:cSld name="Content 7 Chapterbox">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885B9FD2-6048-2D15-B439-6975CB885DBE}"/>
              </a:ext>
            </a:extLst>
          </p:cNvPr>
          <p:cNvSpPr>
            <a:spLocks noGrp="1"/>
          </p:cNvSpPr>
          <p:nvPr>
            <p:ph type="dt" sz="half" idx="24"/>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4" name="Footer Placeholder 3">
            <a:extLst>
              <a:ext uri="{FF2B5EF4-FFF2-40B4-BE49-F238E27FC236}">
                <a16:creationId xmlns:a16="http://schemas.microsoft.com/office/drawing/2014/main" id="{043C87BC-20D2-3A31-20C8-5F67B34C6548}"/>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0288BCF5-D034-A931-945B-6AA231F982A9}"/>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5" name="Title 7">
            <a:extLst>
              <a:ext uri="{FF2B5EF4-FFF2-40B4-BE49-F238E27FC236}">
                <a16:creationId xmlns:a16="http://schemas.microsoft.com/office/drawing/2014/main" id="{EDF9C910-2A07-6DAD-11EA-E6FCA89F7C5F}"/>
              </a:ext>
            </a:extLst>
          </p:cNvPr>
          <p:cNvSpPr>
            <a:spLocks noGrp="1"/>
          </p:cNvSpPr>
          <p:nvPr>
            <p:ph type="title"/>
          </p:nvPr>
        </p:nvSpPr>
        <p:spPr>
          <a:xfrm>
            <a:off x="551384" y="549274"/>
            <a:ext cx="11090938" cy="930372"/>
          </a:xfrm>
        </p:spPr>
        <p:txBody>
          <a:bodyPr/>
          <a:lstStyle/>
          <a:p>
            <a:r>
              <a:rPr lang="en-US"/>
              <a:t>Click to edit Master title style</a:t>
            </a:r>
          </a:p>
        </p:txBody>
      </p:sp>
      <p:sp>
        <p:nvSpPr>
          <p:cNvPr id="10" name="Text Placeholder 9">
            <a:extLst>
              <a:ext uri="{FF2B5EF4-FFF2-40B4-BE49-F238E27FC236}">
                <a16:creationId xmlns:a16="http://schemas.microsoft.com/office/drawing/2014/main" id="{2CCBB290-7053-E876-1673-443C14B0392B}"/>
              </a:ext>
            </a:extLst>
          </p:cNvPr>
          <p:cNvSpPr>
            <a:spLocks noGrp="1"/>
          </p:cNvSpPr>
          <p:nvPr>
            <p:ph type="body" sz="quarter" idx="22" hasCustomPrompt="1"/>
          </p:nvPr>
        </p:nvSpPr>
        <p:spPr>
          <a:xfrm>
            <a:off x="550200" y="1634286"/>
            <a:ext cx="5545800"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11" name="Chapter Placeholder 2">
            <a:extLst>
              <a:ext uri="{FF2B5EF4-FFF2-40B4-BE49-F238E27FC236}">
                <a16:creationId xmlns:a16="http://schemas.microsoft.com/office/drawing/2014/main" id="{AC81B38A-0B51-DCD9-4354-65F64A9F3759}"/>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12" name="Content Placeholder 17">
            <a:extLst>
              <a:ext uri="{FF2B5EF4-FFF2-40B4-BE49-F238E27FC236}">
                <a16:creationId xmlns:a16="http://schemas.microsoft.com/office/drawing/2014/main" id="{9480536C-79D9-4EC7-B91E-29F094235468}"/>
              </a:ext>
            </a:extLst>
          </p:cNvPr>
          <p:cNvSpPr>
            <a:spLocks noGrp="1"/>
          </p:cNvSpPr>
          <p:nvPr>
            <p:ph sz="quarter" idx="23"/>
          </p:nvPr>
        </p:nvSpPr>
        <p:spPr>
          <a:xfrm>
            <a:off x="6646863" y="1772816"/>
            <a:ext cx="4993753" cy="4535909"/>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Tree>
    <p:extLst>
      <p:ext uri="{BB962C8B-B14F-4D97-AF65-F5344CB8AC3E}">
        <p14:creationId xmlns:p14="http://schemas.microsoft.com/office/powerpoint/2010/main" val="3305026476"/>
      </p:ext>
    </p:extLst>
  </p:cSld>
  <p:clrMapOvr>
    <a:masterClrMapping/>
  </p:clrMapOvr>
</p:sldLayout>
</file>

<file path=ppt/slideLayouts/slideLayout243.xml><?xml version="1.0" encoding="utf-8"?>
<p:sldLayout xmlns:a="http://schemas.openxmlformats.org/drawingml/2006/main" xmlns:r="http://schemas.openxmlformats.org/officeDocument/2006/relationships" xmlns:p="http://schemas.openxmlformats.org/presentationml/2006/main" preserve="1" userDrawn="1">
  <p:cSld name="Content 3 Boxes">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C75832D-4FE3-EA04-12B9-E1273FD483F9}"/>
              </a:ext>
            </a:extLst>
          </p:cNvPr>
          <p:cNvSpPr>
            <a:spLocks noGrp="1"/>
          </p:cNvSpPr>
          <p:nvPr>
            <p:ph type="dt" sz="half" idx="45"/>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3" name="Footer Placeholder 2">
            <a:extLst>
              <a:ext uri="{FF2B5EF4-FFF2-40B4-BE49-F238E27FC236}">
                <a16:creationId xmlns:a16="http://schemas.microsoft.com/office/drawing/2014/main" id="{5B94528A-812C-C7DE-A787-ABF5508E4B6F}"/>
              </a:ext>
            </a:extLst>
          </p:cNvPr>
          <p:cNvSpPr>
            <a:spLocks noGrp="1"/>
          </p:cNvSpPr>
          <p:nvPr>
            <p:ph type="ftr" sz="quarter" idx="46"/>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29042902-22AE-CB28-435A-B90F5D3E43B3}"/>
              </a:ext>
            </a:extLst>
          </p:cNvPr>
          <p:cNvSpPr>
            <a:spLocks noGrp="1"/>
          </p:cNvSpPr>
          <p:nvPr>
            <p:ph type="sldNum" sz="quarter" idx="47"/>
          </p:nvPr>
        </p:nvSpPr>
        <p:spPr/>
        <p:txBody>
          <a:bodyPr/>
          <a:lstStyle/>
          <a:p>
            <a:pPr algn="r"/>
            <a:fld id="{5D9A5160-6218-4E5A-B9E6-B93E3DAE377C}" type="slidenum">
              <a:rPr lang="en-US" smtClean="0"/>
              <a:pPr algn="r"/>
              <a:t>‹#›</a:t>
            </a:fld>
            <a:endParaRPr lang="en-US"/>
          </a:p>
        </p:txBody>
      </p:sp>
      <p:sp>
        <p:nvSpPr>
          <p:cNvPr id="6" name="Text Placeholder 9">
            <a:extLst>
              <a:ext uri="{FF2B5EF4-FFF2-40B4-BE49-F238E27FC236}">
                <a16:creationId xmlns:a16="http://schemas.microsoft.com/office/drawing/2014/main" id="{96586190-EDB8-87A5-704C-30E2AA97082E}"/>
              </a:ext>
            </a:extLst>
          </p:cNvPr>
          <p:cNvSpPr>
            <a:spLocks noGrp="1"/>
          </p:cNvSpPr>
          <p:nvPr>
            <p:ph type="body" sz="quarter" idx="22"/>
          </p:nvPr>
        </p:nvSpPr>
        <p:spPr>
          <a:xfrm>
            <a:off x="550863" y="1628800"/>
            <a:ext cx="3546000" cy="615553"/>
          </a:xfrm>
          <a:prstGeom prst="rect">
            <a:avLst/>
          </a:prstGeom>
        </p:spPr>
        <p:txBody>
          <a:bodyPr wrap="square">
            <a:spAutoFit/>
          </a:bodyPr>
          <a:lstStyle>
            <a:lvl1pPr>
              <a:defRPr sz="2000" b="1">
                <a:solidFill>
                  <a:schemeClr val="accent2"/>
                </a:solidFill>
                <a:latin typeface="+mn-lt"/>
              </a:defRPr>
            </a:lvl1pPr>
          </a:lstStyle>
          <a:p>
            <a:pPr lvl="0"/>
            <a:r>
              <a:rPr lang="en-US"/>
              <a:t>Click to edit Master text styles</a:t>
            </a:r>
          </a:p>
        </p:txBody>
      </p:sp>
      <p:sp>
        <p:nvSpPr>
          <p:cNvPr id="7" name="Text Placeholder 9">
            <a:extLst>
              <a:ext uri="{FF2B5EF4-FFF2-40B4-BE49-F238E27FC236}">
                <a16:creationId xmlns:a16="http://schemas.microsoft.com/office/drawing/2014/main" id="{1B66A406-F032-9AB0-D649-45B683048DAD}"/>
              </a:ext>
            </a:extLst>
          </p:cNvPr>
          <p:cNvSpPr>
            <a:spLocks noGrp="1"/>
          </p:cNvSpPr>
          <p:nvPr>
            <p:ph type="body" sz="quarter" idx="35"/>
          </p:nvPr>
        </p:nvSpPr>
        <p:spPr>
          <a:xfrm>
            <a:off x="4324134" y="1628800"/>
            <a:ext cx="3546000" cy="615553"/>
          </a:xfrm>
          <a:prstGeom prst="rect">
            <a:avLst/>
          </a:prstGeom>
        </p:spPr>
        <p:txBody>
          <a:bodyPr wrap="square">
            <a:spAutoFit/>
          </a:bodyPr>
          <a:lstStyle>
            <a:lvl1pPr>
              <a:defRPr sz="2000" b="1">
                <a:solidFill>
                  <a:schemeClr val="accent2"/>
                </a:solidFill>
                <a:latin typeface="+mn-lt"/>
              </a:defRPr>
            </a:lvl1pPr>
          </a:lstStyle>
          <a:p>
            <a:pPr lvl="0"/>
            <a:r>
              <a:rPr lang="en-US"/>
              <a:t>Click to edit Master text styles</a:t>
            </a:r>
          </a:p>
        </p:txBody>
      </p:sp>
      <p:sp>
        <p:nvSpPr>
          <p:cNvPr id="8" name="Text Placeholder 9">
            <a:extLst>
              <a:ext uri="{FF2B5EF4-FFF2-40B4-BE49-F238E27FC236}">
                <a16:creationId xmlns:a16="http://schemas.microsoft.com/office/drawing/2014/main" id="{8397EFAA-1129-D671-BD52-E2BD52EAB0A7}"/>
              </a:ext>
            </a:extLst>
          </p:cNvPr>
          <p:cNvSpPr>
            <a:spLocks noGrp="1"/>
          </p:cNvSpPr>
          <p:nvPr>
            <p:ph type="body" sz="quarter" idx="36"/>
          </p:nvPr>
        </p:nvSpPr>
        <p:spPr>
          <a:xfrm>
            <a:off x="8097719" y="1628800"/>
            <a:ext cx="3509377" cy="615553"/>
          </a:xfrm>
          <a:prstGeom prst="rect">
            <a:avLst/>
          </a:prstGeom>
        </p:spPr>
        <p:txBody>
          <a:bodyPr wrap="square">
            <a:spAutoFit/>
          </a:bodyPr>
          <a:lstStyle>
            <a:lvl1pPr>
              <a:defRPr sz="2000" b="1">
                <a:solidFill>
                  <a:schemeClr val="accent2"/>
                </a:solidFill>
                <a:latin typeface="+mn-lt"/>
              </a:defRPr>
            </a:lvl1pPr>
          </a:lstStyle>
          <a:p>
            <a:pPr lvl="0"/>
            <a:r>
              <a:rPr lang="en-US"/>
              <a:t>Click to edit Master text styles</a:t>
            </a:r>
          </a:p>
        </p:txBody>
      </p:sp>
      <p:sp>
        <p:nvSpPr>
          <p:cNvPr id="9" name="Content Placeholder 2">
            <a:extLst>
              <a:ext uri="{FF2B5EF4-FFF2-40B4-BE49-F238E27FC236}">
                <a16:creationId xmlns:a16="http://schemas.microsoft.com/office/drawing/2014/main" id="{84C92A5E-3524-FF94-FE2C-BFAACFF66950}"/>
              </a:ext>
            </a:extLst>
          </p:cNvPr>
          <p:cNvSpPr>
            <a:spLocks noGrp="1"/>
          </p:cNvSpPr>
          <p:nvPr>
            <p:ph sz="quarter" idx="37"/>
          </p:nvPr>
        </p:nvSpPr>
        <p:spPr>
          <a:xfrm>
            <a:off x="550864" y="2471738"/>
            <a:ext cx="3544934" cy="38623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0" name="Content Placeholder 2">
            <a:extLst>
              <a:ext uri="{FF2B5EF4-FFF2-40B4-BE49-F238E27FC236}">
                <a16:creationId xmlns:a16="http://schemas.microsoft.com/office/drawing/2014/main" id="{656B9D4C-0B93-4560-8C79-17491E771934}"/>
              </a:ext>
            </a:extLst>
          </p:cNvPr>
          <p:cNvSpPr>
            <a:spLocks noGrp="1"/>
          </p:cNvSpPr>
          <p:nvPr>
            <p:ph sz="quarter" idx="43"/>
          </p:nvPr>
        </p:nvSpPr>
        <p:spPr>
          <a:xfrm>
            <a:off x="4322749" y="2471738"/>
            <a:ext cx="3544934" cy="38623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1" name="Content Placeholder 2">
            <a:extLst>
              <a:ext uri="{FF2B5EF4-FFF2-40B4-BE49-F238E27FC236}">
                <a16:creationId xmlns:a16="http://schemas.microsoft.com/office/drawing/2014/main" id="{4860CA35-F290-18CC-B66A-D9EBB6215B64}"/>
              </a:ext>
            </a:extLst>
          </p:cNvPr>
          <p:cNvSpPr>
            <a:spLocks noGrp="1"/>
          </p:cNvSpPr>
          <p:nvPr>
            <p:ph sz="quarter" idx="44"/>
          </p:nvPr>
        </p:nvSpPr>
        <p:spPr>
          <a:xfrm>
            <a:off x="8062162" y="2471738"/>
            <a:ext cx="3544934" cy="38623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2" name="Title 4">
            <a:extLst>
              <a:ext uri="{FF2B5EF4-FFF2-40B4-BE49-F238E27FC236}">
                <a16:creationId xmlns:a16="http://schemas.microsoft.com/office/drawing/2014/main" id="{C3191F1B-BD82-D13B-4631-1CBF6FFEB4CD}"/>
              </a:ext>
            </a:extLst>
          </p:cNvPr>
          <p:cNvSpPr>
            <a:spLocks noGrp="1"/>
          </p:cNvSpPr>
          <p:nvPr>
            <p:ph type="title"/>
          </p:nvPr>
        </p:nvSpPr>
        <p:spPr>
          <a:xfrm>
            <a:off x="551384" y="549274"/>
            <a:ext cx="11090938" cy="930372"/>
          </a:xfrm>
        </p:spPr>
        <p:txBody>
          <a:bodyPr/>
          <a:lstStyle/>
          <a:p>
            <a:r>
              <a:rPr lang="en-US"/>
              <a:t>Click to edit Master title style</a:t>
            </a:r>
          </a:p>
        </p:txBody>
      </p:sp>
    </p:spTree>
    <p:extLst>
      <p:ext uri="{BB962C8B-B14F-4D97-AF65-F5344CB8AC3E}">
        <p14:creationId xmlns:p14="http://schemas.microsoft.com/office/powerpoint/2010/main" val="3584442916"/>
      </p:ext>
    </p:extLst>
  </p:cSld>
  <p:clrMapOvr>
    <a:masterClrMapping/>
  </p:clrMapOvr>
</p:sldLayout>
</file>

<file path=ppt/slideLayouts/slideLayout244.xml><?xml version="1.0" encoding="utf-8"?>
<p:sldLayout xmlns:a="http://schemas.openxmlformats.org/drawingml/2006/main" xmlns:r="http://schemas.openxmlformats.org/officeDocument/2006/relationships" xmlns:p="http://schemas.openxmlformats.org/presentationml/2006/main" preserve="1" userDrawn="1">
  <p:cSld name="Content 3 Boxes Chapterbox">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C75832D-4FE3-EA04-12B9-E1273FD483F9}"/>
              </a:ext>
            </a:extLst>
          </p:cNvPr>
          <p:cNvSpPr>
            <a:spLocks noGrp="1"/>
          </p:cNvSpPr>
          <p:nvPr>
            <p:ph type="dt" sz="half" idx="45"/>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3" name="Footer Placeholder 2">
            <a:extLst>
              <a:ext uri="{FF2B5EF4-FFF2-40B4-BE49-F238E27FC236}">
                <a16:creationId xmlns:a16="http://schemas.microsoft.com/office/drawing/2014/main" id="{5B94528A-812C-C7DE-A787-ABF5508E4B6F}"/>
              </a:ext>
            </a:extLst>
          </p:cNvPr>
          <p:cNvSpPr>
            <a:spLocks noGrp="1"/>
          </p:cNvSpPr>
          <p:nvPr>
            <p:ph type="ftr" sz="quarter" idx="46"/>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29042902-22AE-CB28-435A-B90F5D3E43B3}"/>
              </a:ext>
            </a:extLst>
          </p:cNvPr>
          <p:cNvSpPr>
            <a:spLocks noGrp="1"/>
          </p:cNvSpPr>
          <p:nvPr>
            <p:ph type="sldNum" sz="quarter" idx="47"/>
          </p:nvPr>
        </p:nvSpPr>
        <p:spPr/>
        <p:txBody>
          <a:bodyPr/>
          <a:lstStyle/>
          <a:p>
            <a:pPr algn="r"/>
            <a:fld id="{5D9A5160-6218-4E5A-B9E6-B93E3DAE377C}" type="slidenum">
              <a:rPr lang="en-US" smtClean="0"/>
              <a:pPr algn="r"/>
              <a:t>‹#›</a:t>
            </a:fld>
            <a:endParaRPr lang="en-US"/>
          </a:p>
        </p:txBody>
      </p:sp>
      <p:sp>
        <p:nvSpPr>
          <p:cNvPr id="5" name="Text Placeholder 9">
            <a:extLst>
              <a:ext uri="{FF2B5EF4-FFF2-40B4-BE49-F238E27FC236}">
                <a16:creationId xmlns:a16="http://schemas.microsoft.com/office/drawing/2014/main" id="{738AD294-E020-C9C4-B243-F1A1CB94FF4C}"/>
              </a:ext>
            </a:extLst>
          </p:cNvPr>
          <p:cNvSpPr>
            <a:spLocks noGrp="1"/>
          </p:cNvSpPr>
          <p:nvPr>
            <p:ph type="body" sz="quarter" idx="22"/>
          </p:nvPr>
        </p:nvSpPr>
        <p:spPr>
          <a:xfrm>
            <a:off x="550863" y="1628800"/>
            <a:ext cx="3546000" cy="615553"/>
          </a:xfrm>
          <a:prstGeom prst="rect">
            <a:avLst/>
          </a:prstGeom>
        </p:spPr>
        <p:txBody>
          <a:bodyPr wrap="square">
            <a:spAutoFit/>
          </a:bodyPr>
          <a:lstStyle>
            <a:lvl1pPr>
              <a:defRPr sz="2000" b="1">
                <a:solidFill>
                  <a:schemeClr val="accent2"/>
                </a:solidFill>
                <a:latin typeface="+mn-lt"/>
              </a:defRPr>
            </a:lvl1pPr>
          </a:lstStyle>
          <a:p>
            <a:pPr lvl="0"/>
            <a:r>
              <a:rPr lang="en-US"/>
              <a:t>Click to edit Master text styles</a:t>
            </a:r>
          </a:p>
        </p:txBody>
      </p:sp>
      <p:sp>
        <p:nvSpPr>
          <p:cNvPr id="8" name="Text Placeholder 9">
            <a:extLst>
              <a:ext uri="{FF2B5EF4-FFF2-40B4-BE49-F238E27FC236}">
                <a16:creationId xmlns:a16="http://schemas.microsoft.com/office/drawing/2014/main" id="{0743423A-DBA3-9B0C-3161-5056E017E5B0}"/>
              </a:ext>
            </a:extLst>
          </p:cNvPr>
          <p:cNvSpPr>
            <a:spLocks noGrp="1"/>
          </p:cNvSpPr>
          <p:nvPr>
            <p:ph type="body" sz="quarter" idx="35"/>
          </p:nvPr>
        </p:nvSpPr>
        <p:spPr>
          <a:xfrm>
            <a:off x="4324134" y="1628800"/>
            <a:ext cx="3546000" cy="615553"/>
          </a:xfrm>
          <a:prstGeom prst="rect">
            <a:avLst/>
          </a:prstGeom>
        </p:spPr>
        <p:txBody>
          <a:bodyPr wrap="square">
            <a:spAutoFit/>
          </a:bodyPr>
          <a:lstStyle>
            <a:lvl1pPr>
              <a:defRPr sz="2000" b="1">
                <a:solidFill>
                  <a:schemeClr val="accent2"/>
                </a:solidFill>
                <a:latin typeface="+mn-lt"/>
              </a:defRPr>
            </a:lvl1pPr>
          </a:lstStyle>
          <a:p>
            <a:pPr lvl="0"/>
            <a:r>
              <a:rPr lang="en-US"/>
              <a:t>Click to edit Master text styles</a:t>
            </a:r>
          </a:p>
        </p:txBody>
      </p:sp>
      <p:sp>
        <p:nvSpPr>
          <p:cNvPr id="9" name="Text Placeholder 9">
            <a:extLst>
              <a:ext uri="{FF2B5EF4-FFF2-40B4-BE49-F238E27FC236}">
                <a16:creationId xmlns:a16="http://schemas.microsoft.com/office/drawing/2014/main" id="{1593D18A-5450-BCE6-253D-12C5E3C58B77}"/>
              </a:ext>
            </a:extLst>
          </p:cNvPr>
          <p:cNvSpPr>
            <a:spLocks noGrp="1"/>
          </p:cNvSpPr>
          <p:nvPr>
            <p:ph type="body" sz="quarter" idx="36"/>
          </p:nvPr>
        </p:nvSpPr>
        <p:spPr>
          <a:xfrm>
            <a:off x="8097719" y="1628800"/>
            <a:ext cx="3509377" cy="615553"/>
          </a:xfrm>
          <a:prstGeom prst="rect">
            <a:avLst/>
          </a:prstGeom>
        </p:spPr>
        <p:txBody>
          <a:bodyPr wrap="square">
            <a:spAutoFit/>
          </a:bodyPr>
          <a:lstStyle>
            <a:lvl1pPr>
              <a:defRPr sz="2000" b="1">
                <a:solidFill>
                  <a:schemeClr val="accent2"/>
                </a:solidFill>
                <a:latin typeface="+mn-lt"/>
              </a:defRPr>
            </a:lvl1pPr>
          </a:lstStyle>
          <a:p>
            <a:pPr lvl="0"/>
            <a:r>
              <a:rPr lang="en-US"/>
              <a:t>Click to edit Master text styles</a:t>
            </a:r>
          </a:p>
        </p:txBody>
      </p:sp>
      <p:sp>
        <p:nvSpPr>
          <p:cNvPr id="10" name="Content Placeholder 2">
            <a:extLst>
              <a:ext uri="{FF2B5EF4-FFF2-40B4-BE49-F238E27FC236}">
                <a16:creationId xmlns:a16="http://schemas.microsoft.com/office/drawing/2014/main" id="{540E17C6-5E71-D15C-FA24-E7096C5A2BC6}"/>
              </a:ext>
            </a:extLst>
          </p:cNvPr>
          <p:cNvSpPr>
            <a:spLocks noGrp="1"/>
          </p:cNvSpPr>
          <p:nvPr>
            <p:ph sz="quarter" idx="37"/>
          </p:nvPr>
        </p:nvSpPr>
        <p:spPr>
          <a:xfrm>
            <a:off x="550864" y="2471738"/>
            <a:ext cx="3544934" cy="38623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1" name="Content Placeholder 2">
            <a:extLst>
              <a:ext uri="{FF2B5EF4-FFF2-40B4-BE49-F238E27FC236}">
                <a16:creationId xmlns:a16="http://schemas.microsoft.com/office/drawing/2014/main" id="{D8A6D9B6-AEF0-43C0-A87B-93714CCFDB45}"/>
              </a:ext>
            </a:extLst>
          </p:cNvPr>
          <p:cNvSpPr>
            <a:spLocks noGrp="1"/>
          </p:cNvSpPr>
          <p:nvPr>
            <p:ph sz="quarter" idx="43"/>
          </p:nvPr>
        </p:nvSpPr>
        <p:spPr>
          <a:xfrm>
            <a:off x="4322749" y="2471738"/>
            <a:ext cx="3544934" cy="38623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2" name="Content Placeholder 2">
            <a:extLst>
              <a:ext uri="{FF2B5EF4-FFF2-40B4-BE49-F238E27FC236}">
                <a16:creationId xmlns:a16="http://schemas.microsoft.com/office/drawing/2014/main" id="{1E994A1F-D688-653A-23D6-331B35318495}"/>
              </a:ext>
            </a:extLst>
          </p:cNvPr>
          <p:cNvSpPr>
            <a:spLocks noGrp="1"/>
          </p:cNvSpPr>
          <p:nvPr>
            <p:ph sz="quarter" idx="44"/>
          </p:nvPr>
        </p:nvSpPr>
        <p:spPr>
          <a:xfrm>
            <a:off x="8062162" y="2471738"/>
            <a:ext cx="3544934" cy="38623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3" name="Title 4">
            <a:extLst>
              <a:ext uri="{FF2B5EF4-FFF2-40B4-BE49-F238E27FC236}">
                <a16:creationId xmlns:a16="http://schemas.microsoft.com/office/drawing/2014/main" id="{3031062A-62FF-7149-D87E-41D663FE3E81}"/>
              </a:ext>
            </a:extLst>
          </p:cNvPr>
          <p:cNvSpPr>
            <a:spLocks noGrp="1"/>
          </p:cNvSpPr>
          <p:nvPr>
            <p:ph type="title"/>
          </p:nvPr>
        </p:nvSpPr>
        <p:spPr>
          <a:xfrm>
            <a:off x="551384" y="549274"/>
            <a:ext cx="11090938" cy="930372"/>
          </a:xfrm>
        </p:spPr>
        <p:txBody>
          <a:bodyPr/>
          <a:lstStyle/>
          <a:p>
            <a:r>
              <a:rPr lang="en-US"/>
              <a:t>Click to edit Master title style</a:t>
            </a:r>
          </a:p>
        </p:txBody>
      </p:sp>
      <p:sp>
        <p:nvSpPr>
          <p:cNvPr id="14" name="Chapter Placeholder 2">
            <a:extLst>
              <a:ext uri="{FF2B5EF4-FFF2-40B4-BE49-F238E27FC236}">
                <a16:creationId xmlns:a16="http://schemas.microsoft.com/office/drawing/2014/main" id="{E3BABA6E-B6A1-AE5E-4371-45136C7CDF7F}"/>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3878599824"/>
      </p:ext>
    </p:extLst>
  </p:cSld>
  <p:clrMapOvr>
    <a:masterClrMapping/>
  </p:clrMapOvr>
</p:sldLayout>
</file>

<file path=ppt/slideLayouts/slideLayout24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E19822C-D354-F2FB-1C56-D296F7B12974}"/>
              </a:ext>
            </a:extLst>
          </p:cNvPr>
          <p:cNvSpPr>
            <a:spLocks noGrp="1"/>
          </p:cNvSpPr>
          <p:nvPr>
            <p:ph type="dt" sz="half" idx="26"/>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3" name="Footer Placeholder 2">
            <a:extLst>
              <a:ext uri="{FF2B5EF4-FFF2-40B4-BE49-F238E27FC236}">
                <a16:creationId xmlns:a16="http://schemas.microsoft.com/office/drawing/2014/main" id="{79AA8835-108D-EC01-28A9-036F9DC1ED24}"/>
              </a:ext>
            </a:extLst>
          </p:cNvPr>
          <p:cNvSpPr>
            <a:spLocks noGrp="1"/>
          </p:cNvSpPr>
          <p:nvPr>
            <p:ph type="ftr" sz="quarter" idx="27"/>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97F09F6A-36AF-74AE-86F3-4627D658998C}"/>
              </a:ext>
            </a:extLst>
          </p:cNvPr>
          <p:cNvSpPr>
            <a:spLocks noGrp="1"/>
          </p:cNvSpPr>
          <p:nvPr>
            <p:ph type="sldNum" sz="quarter" idx="28"/>
          </p:nvPr>
        </p:nvSpPr>
        <p:spPr/>
        <p:txBody>
          <a:bodyPr/>
          <a:lstStyle/>
          <a:p>
            <a:pPr algn="r"/>
            <a:fld id="{5D9A5160-6218-4E5A-B9E6-B93E3DAE377C}" type="slidenum">
              <a:rPr lang="en-US" smtClean="0"/>
              <a:pPr algn="r"/>
              <a:t>‹#›</a:t>
            </a:fld>
            <a:endParaRPr lang="en-US"/>
          </a:p>
        </p:txBody>
      </p:sp>
      <p:sp>
        <p:nvSpPr>
          <p:cNvPr id="7" name="Text Placeholder 9">
            <a:extLst>
              <a:ext uri="{FF2B5EF4-FFF2-40B4-BE49-F238E27FC236}">
                <a16:creationId xmlns:a16="http://schemas.microsoft.com/office/drawing/2014/main" id="{8ED8937A-BDCD-1C7B-1031-CE36E36DF148}"/>
              </a:ext>
            </a:extLst>
          </p:cNvPr>
          <p:cNvSpPr>
            <a:spLocks noGrp="1"/>
          </p:cNvSpPr>
          <p:nvPr>
            <p:ph type="body" sz="quarter" idx="22"/>
          </p:nvPr>
        </p:nvSpPr>
        <p:spPr>
          <a:xfrm>
            <a:off x="550864" y="1628800"/>
            <a:ext cx="5330138" cy="307777"/>
          </a:xfrm>
          <a:prstGeom prst="rect">
            <a:avLst/>
          </a:prstGeom>
        </p:spPr>
        <p:txBody>
          <a:bodyPr wrap="square">
            <a:spAutoFit/>
          </a:bodyPr>
          <a:lstStyle>
            <a:lvl1pPr>
              <a:defRPr sz="2000" b="1">
                <a:solidFill>
                  <a:schemeClr val="accent2"/>
                </a:solidFill>
                <a:latin typeface="+mn-lt"/>
              </a:defRPr>
            </a:lvl1pPr>
          </a:lstStyle>
          <a:p>
            <a:pPr lvl="0"/>
            <a:r>
              <a:rPr lang="en-US"/>
              <a:t>Click to edit Master text styles</a:t>
            </a:r>
          </a:p>
        </p:txBody>
      </p:sp>
      <p:sp>
        <p:nvSpPr>
          <p:cNvPr id="9" name="Content Placeholder 17">
            <a:extLst>
              <a:ext uri="{FF2B5EF4-FFF2-40B4-BE49-F238E27FC236}">
                <a16:creationId xmlns:a16="http://schemas.microsoft.com/office/drawing/2014/main" id="{EC89BC23-B247-9DDB-EF08-3FB8A2422F52}"/>
              </a:ext>
            </a:extLst>
          </p:cNvPr>
          <p:cNvSpPr>
            <a:spLocks noGrp="1"/>
          </p:cNvSpPr>
          <p:nvPr>
            <p:ph sz="quarter" idx="23"/>
          </p:nvPr>
        </p:nvSpPr>
        <p:spPr>
          <a:xfrm>
            <a:off x="550862" y="2492896"/>
            <a:ext cx="5330138" cy="385075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2" name="Text Placeholder 9">
            <a:extLst>
              <a:ext uri="{FF2B5EF4-FFF2-40B4-BE49-F238E27FC236}">
                <a16:creationId xmlns:a16="http://schemas.microsoft.com/office/drawing/2014/main" id="{57542F4C-7AB5-610A-068E-D782FDDC87E2}"/>
              </a:ext>
            </a:extLst>
          </p:cNvPr>
          <p:cNvSpPr>
            <a:spLocks noGrp="1"/>
          </p:cNvSpPr>
          <p:nvPr>
            <p:ph type="body" sz="quarter" idx="24"/>
          </p:nvPr>
        </p:nvSpPr>
        <p:spPr>
          <a:xfrm>
            <a:off x="6310478" y="1628800"/>
            <a:ext cx="5330138" cy="307777"/>
          </a:xfrm>
          <a:prstGeom prst="rect">
            <a:avLst/>
          </a:prstGeom>
        </p:spPr>
        <p:txBody>
          <a:bodyPr wrap="square">
            <a:spAutoFit/>
          </a:bodyPr>
          <a:lstStyle>
            <a:lvl1pPr>
              <a:defRPr sz="2000" b="1">
                <a:solidFill>
                  <a:schemeClr val="accent2"/>
                </a:solidFill>
                <a:latin typeface="+mn-lt"/>
              </a:defRPr>
            </a:lvl1pPr>
          </a:lstStyle>
          <a:p>
            <a:pPr lvl="0"/>
            <a:r>
              <a:rPr lang="en-US"/>
              <a:t>Click to edit Master text styles</a:t>
            </a:r>
          </a:p>
        </p:txBody>
      </p:sp>
      <p:sp>
        <p:nvSpPr>
          <p:cNvPr id="13" name="Content Placeholder 17">
            <a:extLst>
              <a:ext uri="{FF2B5EF4-FFF2-40B4-BE49-F238E27FC236}">
                <a16:creationId xmlns:a16="http://schemas.microsoft.com/office/drawing/2014/main" id="{78FE6A9F-332D-4392-545F-E33BF8120F4D}"/>
              </a:ext>
            </a:extLst>
          </p:cNvPr>
          <p:cNvSpPr>
            <a:spLocks noGrp="1"/>
          </p:cNvSpPr>
          <p:nvPr>
            <p:ph sz="quarter" idx="25"/>
          </p:nvPr>
        </p:nvSpPr>
        <p:spPr>
          <a:xfrm>
            <a:off x="6310476" y="2492896"/>
            <a:ext cx="5330138" cy="385075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4" name="Title 5">
            <a:extLst>
              <a:ext uri="{FF2B5EF4-FFF2-40B4-BE49-F238E27FC236}">
                <a16:creationId xmlns:a16="http://schemas.microsoft.com/office/drawing/2014/main" id="{28C29246-8E2C-9342-925A-78962EE46BB5}"/>
              </a:ext>
            </a:extLst>
          </p:cNvPr>
          <p:cNvSpPr>
            <a:spLocks noGrp="1"/>
          </p:cNvSpPr>
          <p:nvPr>
            <p:ph type="title"/>
          </p:nvPr>
        </p:nvSpPr>
        <p:spPr>
          <a:xfrm>
            <a:off x="551384" y="549274"/>
            <a:ext cx="11090938" cy="930372"/>
          </a:xfrm>
        </p:spPr>
        <p:txBody>
          <a:bodyPr/>
          <a:lstStyle/>
          <a:p>
            <a:r>
              <a:rPr lang="en-US"/>
              <a:t>Click to edit Master title style</a:t>
            </a:r>
          </a:p>
        </p:txBody>
      </p:sp>
    </p:spTree>
    <p:extLst>
      <p:ext uri="{BB962C8B-B14F-4D97-AF65-F5344CB8AC3E}">
        <p14:creationId xmlns:p14="http://schemas.microsoft.com/office/powerpoint/2010/main" val="243399802"/>
      </p:ext>
    </p:extLst>
  </p:cSld>
  <p:clrMapOvr>
    <a:masterClrMapping/>
  </p:clrMapOvr>
</p:sldLayout>
</file>

<file path=ppt/slideLayouts/slideLayout246.xml><?xml version="1.0" encoding="utf-8"?>
<p:sldLayout xmlns:a="http://schemas.openxmlformats.org/drawingml/2006/main" xmlns:r="http://schemas.openxmlformats.org/officeDocument/2006/relationships" xmlns:p="http://schemas.openxmlformats.org/presentationml/2006/main" preserve="1" userDrawn="1">
  <p:cSld name="Comparison Chapterbox">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E19822C-D354-F2FB-1C56-D296F7B12974}"/>
              </a:ext>
            </a:extLst>
          </p:cNvPr>
          <p:cNvSpPr>
            <a:spLocks noGrp="1"/>
          </p:cNvSpPr>
          <p:nvPr>
            <p:ph type="dt" sz="half" idx="26"/>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3" name="Footer Placeholder 2">
            <a:extLst>
              <a:ext uri="{FF2B5EF4-FFF2-40B4-BE49-F238E27FC236}">
                <a16:creationId xmlns:a16="http://schemas.microsoft.com/office/drawing/2014/main" id="{79AA8835-108D-EC01-28A9-036F9DC1ED24}"/>
              </a:ext>
            </a:extLst>
          </p:cNvPr>
          <p:cNvSpPr>
            <a:spLocks noGrp="1"/>
          </p:cNvSpPr>
          <p:nvPr>
            <p:ph type="ftr" sz="quarter" idx="27"/>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97F09F6A-36AF-74AE-86F3-4627D658998C}"/>
              </a:ext>
            </a:extLst>
          </p:cNvPr>
          <p:cNvSpPr>
            <a:spLocks noGrp="1"/>
          </p:cNvSpPr>
          <p:nvPr>
            <p:ph type="sldNum" sz="quarter" idx="28"/>
          </p:nvPr>
        </p:nvSpPr>
        <p:spPr/>
        <p:txBody>
          <a:bodyPr/>
          <a:lstStyle/>
          <a:p>
            <a:pPr algn="r"/>
            <a:fld id="{5D9A5160-6218-4E5A-B9E6-B93E3DAE377C}" type="slidenum">
              <a:rPr lang="en-US" smtClean="0"/>
              <a:pPr algn="r"/>
              <a:t>‹#›</a:t>
            </a:fld>
            <a:endParaRPr lang="en-US"/>
          </a:p>
        </p:txBody>
      </p:sp>
      <p:sp>
        <p:nvSpPr>
          <p:cNvPr id="7" name="Text Placeholder 9">
            <a:extLst>
              <a:ext uri="{FF2B5EF4-FFF2-40B4-BE49-F238E27FC236}">
                <a16:creationId xmlns:a16="http://schemas.microsoft.com/office/drawing/2014/main" id="{2BB60F9F-C17D-A0F2-AF4C-49B5D5D7DC56}"/>
              </a:ext>
            </a:extLst>
          </p:cNvPr>
          <p:cNvSpPr>
            <a:spLocks noGrp="1"/>
          </p:cNvSpPr>
          <p:nvPr>
            <p:ph type="body" sz="quarter" idx="22"/>
          </p:nvPr>
        </p:nvSpPr>
        <p:spPr>
          <a:xfrm>
            <a:off x="550864" y="1628800"/>
            <a:ext cx="5330138" cy="307777"/>
          </a:xfrm>
          <a:prstGeom prst="rect">
            <a:avLst/>
          </a:prstGeom>
        </p:spPr>
        <p:txBody>
          <a:bodyPr wrap="square">
            <a:spAutoFit/>
          </a:bodyPr>
          <a:lstStyle>
            <a:lvl1pPr>
              <a:defRPr sz="2000" b="1">
                <a:solidFill>
                  <a:schemeClr val="accent2"/>
                </a:solidFill>
                <a:latin typeface="+mn-lt"/>
              </a:defRPr>
            </a:lvl1pPr>
          </a:lstStyle>
          <a:p>
            <a:pPr lvl="0"/>
            <a:r>
              <a:rPr lang="en-US"/>
              <a:t>Click to edit Master text styles</a:t>
            </a:r>
          </a:p>
        </p:txBody>
      </p:sp>
      <p:sp>
        <p:nvSpPr>
          <p:cNvPr id="12" name="Content Placeholder 17">
            <a:extLst>
              <a:ext uri="{FF2B5EF4-FFF2-40B4-BE49-F238E27FC236}">
                <a16:creationId xmlns:a16="http://schemas.microsoft.com/office/drawing/2014/main" id="{62A6C567-3430-927B-43FF-5BC1BB1111C0}"/>
              </a:ext>
            </a:extLst>
          </p:cNvPr>
          <p:cNvSpPr>
            <a:spLocks noGrp="1"/>
          </p:cNvSpPr>
          <p:nvPr>
            <p:ph sz="quarter" idx="23"/>
          </p:nvPr>
        </p:nvSpPr>
        <p:spPr>
          <a:xfrm>
            <a:off x="550862" y="2492896"/>
            <a:ext cx="5330138" cy="385075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3" name="Text Placeholder 9">
            <a:extLst>
              <a:ext uri="{FF2B5EF4-FFF2-40B4-BE49-F238E27FC236}">
                <a16:creationId xmlns:a16="http://schemas.microsoft.com/office/drawing/2014/main" id="{A69C9BF3-1D84-E83B-A702-22DCB8A9B15F}"/>
              </a:ext>
            </a:extLst>
          </p:cNvPr>
          <p:cNvSpPr>
            <a:spLocks noGrp="1"/>
          </p:cNvSpPr>
          <p:nvPr>
            <p:ph type="body" sz="quarter" idx="24"/>
          </p:nvPr>
        </p:nvSpPr>
        <p:spPr>
          <a:xfrm>
            <a:off x="6310478" y="1628800"/>
            <a:ext cx="5330138" cy="307777"/>
          </a:xfrm>
          <a:prstGeom prst="rect">
            <a:avLst/>
          </a:prstGeom>
        </p:spPr>
        <p:txBody>
          <a:bodyPr wrap="square">
            <a:spAutoFit/>
          </a:bodyPr>
          <a:lstStyle>
            <a:lvl1pPr>
              <a:defRPr sz="2000" b="1">
                <a:solidFill>
                  <a:schemeClr val="accent2"/>
                </a:solidFill>
                <a:latin typeface="+mn-lt"/>
              </a:defRPr>
            </a:lvl1pPr>
          </a:lstStyle>
          <a:p>
            <a:pPr lvl="0"/>
            <a:r>
              <a:rPr lang="en-US"/>
              <a:t>Click to edit Master text styles</a:t>
            </a:r>
          </a:p>
        </p:txBody>
      </p:sp>
      <p:sp>
        <p:nvSpPr>
          <p:cNvPr id="14" name="Content Placeholder 17">
            <a:extLst>
              <a:ext uri="{FF2B5EF4-FFF2-40B4-BE49-F238E27FC236}">
                <a16:creationId xmlns:a16="http://schemas.microsoft.com/office/drawing/2014/main" id="{C3EC2564-BBF6-EF4D-0128-CA29F00DBFB8}"/>
              </a:ext>
            </a:extLst>
          </p:cNvPr>
          <p:cNvSpPr>
            <a:spLocks noGrp="1"/>
          </p:cNvSpPr>
          <p:nvPr>
            <p:ph sz="quarter" idx="25"/>
          </p:nvPr>
        </p:nvSpPr>
        <p:spPr>
          <a:xfrm>
            <a:off x="6310476" y="2492896"/>
            <a:ext cx="5330138" cy="385075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5" name="Title 5">
            <a:extLst>
              <a:ext uri="{FF2B5EF4-FFF2-40B4-BE49-F238E27FC236}">
                <a16:creationId xmlns:a16="http://schemas.microsoft.com/office/drawing/2014/main" id="{4045D8F7-351F-04E5-BF99-8BC0BF423F9D}"/>
              </a:ext>
            </a:extLst>
          </p:cNvPr>
          <p:cNvSpPr>
            <a:spLocks noGrp="1"/>
          </p:cNvSpPr>
          <p:nvPr>
            <p:ph type="title"/>
          </p:nvPr>
        </p:nvSpPr>
        <p:spPr>
          <a:xfrm>
            <a:off x="551384" y="549274"/>
            <a:ext cx="11090938" cy="930372"/>
          </a:xfrm>
        </p:spPr>
        <p:txBody>
          <a:bodyPr/>
          <a:lstStyle/>
          <a:p>
            <a:r>
              <a:rPr lang="en-US"/>
              <a:t>Click to edit Master title style</a:t>
            </a:r>
          </a:p>
        </p:txBody>
      </p:sp>
      <p:sp>
        <p:nvSpPr>
          <p:cNvPr id="16" name="Chapter Placeholder 2">
            <a:extLst>
              <a:ext uri="{FF2B5EF4-FFF2-40B4-BE49-F238E27FC236}">
                <a16:creationId xmlns:a16="http://schemas.microsoft.com/office/drawing/2014/main" id="{FAB55B73-3ED8-7A71-A6FD-93C471FD04F1}"/>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3717252422"/>
      </p:ext>
    </p:extLst>
  </p:cSld>
  <p:clrMapOvr>
    <a:masterClrMapping/>
  </p:clrMapOvr>
</p:sldLayout>
</file>

<file path=ppt/slideLayouts/slideLayout247.xml><?xml version="1.0" encoding="utf-8"?>
<p:sldLayout xmlns:a="http://schemas.openxmlformats.org/drawingml/2006/main" xmlns:r="http://schemas.openxmlformats.org/officeDocument/2006/relationships" xmlns:p="http://schemas.openxmlformats.org/presentationml/2006/main" preserve="1" userDrawn="1">
  <p:cSld name="Content Photo 1">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6C4F5EE7-6CA6-23D5-2788-911B0B2A43B3}"/>
              </a:ext>
            </a:extLst>
          </p:cNvPr>
          <p:cNvSpPr>
            <a:spLocks noGrp="1"/>
          </p:cNvSpPr>
          <p:nvPr>
            <p:ph type="pic" sz="quarter" idx="10" hasCustomPrompt="1"/>
          </p:nvPr>
        </p:nvSpPr>
        <p:spPr>
          <a:xfrm>
            <a:off x="7943743" y="1"/>
            <a:ext cx="4248257"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0" name="Date Placeholder 9">
            <a:extLst>
              <a:ext uri="{FF2B5EF4-FFF2-40B4-BE49-F238E27FC236}">
                <a16:creationId xmlns:a16="http://schemas.microsoft.com/office/drawing/2014/main" id="{46783FFD-9F48-C402-1C8B-428607819FB0}"/>
              </a:ext>
            </a:extLst>
          </p:cNvPr>
          <p:cNvSpPr>
            <a:spLocks noGrp="1"/>
          </p:cNvSpPr>
          <p:nvPr>
            <p:ph type="dt" sz="half" idx="24"/>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11" name="Footer Placeholder 10">
            <a:extLst>
              <a:ext uri="{FF2B5EF4-FFF2-40B4-BE49-F238E27FC236}">
                <a16:creationId xmlns:a16="http://schemas.microsoft.com/office/drawing/2014/main" id="{86AD5ECD-D6D3-FD2C-E095-2E1A79FDA02A}"/>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C3781C8A-9DD0-4577-58C6-4DB8551B5B02}"/>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7" name="Logo Placeholder 7">
            <a:extLst>
              <a:ext uri="{FF2B5EF4-FFF2-40B4-BE49-F238E27FC236}">
                <a16:creationId xmlns:a16="http://schemas.microsoft.com/office/drawing/2014/main" id="{7EBFDE81-F82C-5544-FDCA-40D6435BCE83}"/>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
        <p:nvSpPr>
          <p:cNvPr id="4" name="Text Placeholder 9">
            <a:extLst>
              <a:ext uri="{FF2B5EF4-FFF2-40B4-BE49-F238E27FC236}">
                <a16:creationId xmlns:a16="http://schemas.microsoft.com/office/drawing/2014/main" id="{16C98FF9-D060-2DA2-5ED5-4A937D940428}"/>
              </a:ext>
            </a:extLst>
          </p:cNvPr>
          <p:cNvSpPr>
            <a:spLocks noGrp="1"/>
          </p:cNvSpPr>
          <p:nvPr>
            <p:ph type="body" sz="quarter" idx="22" hasCustomPrompt="1"/>
          </p:nvPr>
        </p:nvSpPr>
        <p:spPr>
          <a:xfrm>
            <a:off x="550200" y="1634286"/>
            <a:ext cx="6984776"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8" name="Title 4">
            <a:extLst>
              <a:ext uri="{FF2B5EF4-FFF2-40B4-BE49-F238E27FC236}">
                <a16:creationId xmlns:a16="http://schemas.microsoft.com/office/drawing/2014/main" id="{9572CED7-C68E-814A-1E53-49A656B2E73E}"/>
              </a:ext>
            </a:extLst>
          </p:cNvPr>
          <p:cNvSpPr>
            <a:spLocks noGrp="1"/>
          </p:cNvSpPr>
          <p:nvPr>
            <p:ph type="title"/>
          </p:nvPr>
        </p:nvSpPr>
        <p:spPr>
          <a:xfrm>
            <a:off x="551384" y="549274"/>
            <a:ext cx="6984776" cy="930372"/>
          </a:xfrm>
        </p:spPr>
        <p:txBody>
          <a:bodyPr/>
          <a:lstStyle/>
          <a:p>
            <a:r>
              <a:rPr lang="en-US"/>
              <a:t>Click to edit Master title style</a:t>
            </a:r>
          </a:p>
        </p:txBody>
      </p:sp>
      <p:sp>
        <p:nvSpPr>
          <p:cNvPr id="9" name="Content Placeholder 5">
            <a:extLst>
              <a:ext uri="{FF2B5EF4-FFF2-40B4-BE49-F238E27FC236}">
                <a16:creationId xmlns:a16="http://schemas.microsoft.com/office/drawing/2014/main" id="{4CF1D676-B151-8A5E-11EA-037E5AD0086B}"/>
              </a:ext>
            </a:extLst>
          </p:cNvPr>
          <p:cNvSpPr>
            <a:spLocks noGrp="1"/>
          </p:cNvSpPr>
          <p:nvPr>
            <p:ph sz="quarter" idx="31"/>
          </p:nvPr>
        </p:nvSpPr>
        <p:spPr>
          <a:xfrm>
            <a:off x="551384" y="2132856"/>
            <a:ext cx="6984776"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061375465"/>
      </p:ext>
    </p:extLst>
  </p:cSld>
  <p:clrMapOvr>
    <a:masterClrMapping/>
  </p:clrMapOvr>
  <p:extLst>
    <p:ext uri="{DCECCB84-F9BA-43D5-87BE-67443E8EF086}">
      <p15:sldGuideLst xmlns:p15="http://schemas.microsoft.com/office/powerpoint/2012/main">
        <p15:guide id="1" pos="5110">
          <p15:clr>
            <a:srgbClr val="FBAE40"/>
          </p15:clr>
        </p15:guide>
      </p15:sldGuideLst>
    </p:ext>
  </p:extLst>
</p:sldLayout>
</file>

<file path=ppt/slideLayouts/slideLayout248.xml><?xml version="1.0" encoding="utf-8"?>
<p:sldLayout xmlns:a="http://schemas.openxmlformats.org/drawingml/2006/main" xmlns:r="http://schemas.openxmlformats.org/officeDocument/2006/relationships" xmlns:p="http://schemas.openxmlformats.org/presentationml/2006/main" preserve="1" userDrawn="1">
  <p:cSld name="Content Photo 1 Chapterbox">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6C4F5EE7-6CA6-23D5-2788-911B0B2A43B3}"/>
              </a:ext>
            </a:extLst>
          </p:cNvPr>
          <p:cNvSpPr>
            <a:spLocks noGrp="1"/>
          </p:cNvSpPr>
          <p:nvPr>
            <p:ph type="pic" sz="quarter" idx="10" hasCustomPrompt="1"/>
          </p:nvPr>
        </p:nvSpPr>
        <p:spPr>
          <a:xfrm>
            <a:off x="7943743" y="1"/>
            <a:ext cx="4248257"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0" name="Date Placeholder 9">
            <a:extLst>
              <a:ext uri="{FF2B5EF4-FFF2-40B4-BE49-F238E27FC236}">
                <a16:creationId xmlns:a16="http://schemas.microsoft.com/office/drawing/2014/main" id="{46783FFD-9F48-C402-1C8B-428607819FB0}"/>
              </a:ext>
            </a:extLst>
          </p:cNvPr>
          <p:cNvSpPr>
            <a:spLocks noGrp="1"/>
          </p:cNvSpPr>
          <p:nvPr>
            <p:ph type="dt" sz="half" idx="24"/>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11" name="Footer Placeholder 10">
            <a:extLst>
              <a:ext uri="{FF2B5EF4-FFF2-40B4-BE49-F238E27FC236}">
                <a16:creationId xmlns:a16="http://schemas.microsoft.com/office/drawing/2014/main" id="{86AD5ECD-D6D3-FD2C-E095-2E1A79FDA02A}"/>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C3781C8A-9DD0-4577-58C6-4DB8551B5B02}"/>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7" name="Logo Placeholder 7">
            <a:extLst>
              <a:ext uri="{FF2B5EF4-FFF2-40B4-BE49-F238E27FC236}">
                <a16:creationId xmlns:a16="http://schemas.microsoft.com/office/drawing/2014/main" id="{D542D666-F27A-51E7-78E4-62BFF13ADCB3}"/>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
        <p:nvSpPr>
          <p:cNvPr id="4" name="Text Placeholder 9">
            <a:extLst>
              <a:ext uri="{FF2B5EF4-FFF2-40B4-BE49-F238E27FC236}">
                <a16:creationId xmlns:a16="http://schemas.microsoft.com/office/drawing/2014/main" id="{62010C55-0E7B-F24A-E4DE-CCF1A7DB363F}"/>
              </a:ext>
            </a:extLst>
          </p:cNvPr>
          <p:cNvSpPr>
            <a:spLocks noGrp="1"/>
          </p:cNvSpPr>
          <p:nvPr>
            <p:ph type="body" sz="quarter" idx="22" hasCustomPrompt="1"/>
          </p:nvPr>
        </p:nvSpPr>
        <p:spPr>
          <a:xfrm>
            <a:off x="550200" y="1634286"/>
            <a:ext cx="6984776"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9" name="Title 4">
            <a:extLst>
              <a:ext uri="{FF2B5EF4-FFF2-40B4-BE49-F238E27FC236}">
                <a16:creationId xmlns:a16="http://schemas.microsoft.com/office/drawing/2014/main" id="{8FB67D90-FCD4-BEC9-CB50-68082B9A27E1}"/>
              </a:ext>
            </a:extLst>
          </p:cNvPr>
          <p:cNvSpPr>
            <a:spLocks noGrp="1"/>
          </p:cNvSpPr>
          <p:nvPr>
            <p:ph type="title"/>
          </p:nvPr>
        </p:nvSpPr>
        <p:spPr>
          <a:xfrm>
            <a:off x="551384" y="549274"/>
            <a:ext cx="6984776" cy="930372"/>
          </a:xfrm>
        </p:spPr>
        <p:txBody>
          <a:bodyPr/>
          <a:lstStyle/>
          <a:p>
            <a:r>
              <a:rPr lang="en-US"/>
              <a:t>Click to edit Master title style</a:t>
            </a:r>
          </a:p>
        </p:txBody>
      </p:sp>
      <p:sp>
        <p:nvSpPr>
          <p:cNvPr id="13" name="Content Placeholder 5">
            <a:extLst>
              <a:ext uri="{FF2B5EF4-FFF2-40B4-BE49-F238E27FC236}">
                <a16:creationId xmlns:a16="http://schemas.microsoft.com/office/drawing/2014/main" id="{F4CED83C-2613-694F-4E6C-0429C3A7BC1A}"/>
              </a:ext>
            </a:extLst>
          </p:cNvPr>
          <p:cNvSpPr>
            <a:spLocks noGrp="1"/>
          </p:cNvSpPr>
          <p:nvPr>
            <p:ph sz="quarter" idx="31"/>
          </p:nvPr>
        </p:nvSpPr>
        <p:spPr>
          <a:xfrm>
            <a:off x="551384" y="2132856"/>
            <a:ext cx="6984776"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hapter Placeholder 2">
            <a:extLst>
              <a:ext uri="{FF2B5EF4-FFF2-40B4-BE49-F238E27FC236}">
                <a16:creationId xmlns:a16="http://schemas.microsoft.com/office/drawing/2014/main" id="{192B5A24-39A9-FBCE-6DB2-89E62EC08B2F}"/>
              </a:ext>
            </a:extLst>
          </p:cNvPr>
          <p:cNvSpPr>
            <a:spLocks noGrp="1"/>
          </p:cNvSpPr>
          <p:nvPr>
            <p:ph type="body" sz="quarter" idx="13" hasCustomPrompt="1"/>
          </p:nvPr>
        </p:nvSpPr>
        <p:spPr>
          <a:xfrm>
            <a:off x="550863" y="266219"/>
            <a:ext cx="6983870"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849902721"/>
      </p:ext>
    </p:extLst>
  </p:cSld>
  <p:clrMapOvr>
    <a:masterClrMapping/>
  </p:clrMapOvr>
  <p:extLst>
    <p:ext uri="{DCECCB84-F9BA-43D5-87BE-67443E8EF086}">
      <p15:sldGuideLst xmlns:p15="http://schemas.microsoft.com/office/powerpoint/2012/main">
        <p15:guide id="1" pos="5110">
          <p15:clr>
            <a:srgbClr val="FBAE40"/>
          </p15:clr>
        </p15:guide>
      </p15:sldGuideLst>
    </p:ext>
  </p:extLst>
</p:sldLayout>
</file>

<file path=ppt/slideLayouts/slideLayout249.xml><?xml version="1.0" encoding="utf-8"?>
<p:sldLayout xmlns:a="http://schemas.openxmlformats.org/drawingml/2006/main" xmlns:r="http://schemas.openxmlformats.org/officeDocument/2006/relationships" xmlns:p="http://schemas.openxmlformats.org/presentationml/2006/main" preserve="1" userDrawn="1">
  <p:cSld name="Content Photo 2">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97BD40BB-A2F0-F646-3CC2-596CC4195838}"/>
              </a:ext>
            </a:extLst>
          </p:cNvPr>
          <p:cNvSpPr>
            <a:spLocks noGrp="1"/>
          </p:cNvSpPr>
          <p:nvPr>
            <p:ph type="pic" sz="quarter" idx="18" hasCustomPrompt="1"/>
          </p:nvPr>
        </p:nvSpPr>
        <p:spPr>
          <a:xfrm>
            <a:off x="6095937" y="1"/>
            <a:ext cx="6096064"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0" name="Date Placeholder 9">
            <a:extLst>
              <a:ext uri="{FF2B5EF4-FFF2-40B4-BE49-F238E27FC236}">
                <a16:creationId xmlns:a16="http://schemas.microsoft.com/office/drawing/2014/main" id="{6132EE43-B817-E2F8-9E7F-509C8F5C333F}"/>
              </a:ext>
            </a:extLst>
          </p:cNvPr>
          <p:cNvSpPr>
            <a:spLocks noGrp="1"/>
          </p:cNvSpPr>
          <p:nvPr>
            <p:ph type="dt" sz="half" idx="24"/>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11" name="Footer Placeholder 10">
            <a:extLst>
              <a:ext uri="{FF2B5EF4-FFF2-40B4-BE49-F238E27FC236}">
                <a16:creationId xmlns:a16="http://schemas.microsoft.com/office/drawing/2014/main" id="{9D40FDFE-5D39-1793-49A7-C223A0B5A728}"/>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D3F18AC0-D398-EFCE-8D4E-EBBC42BA70A1}"/>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7" name="Logo Placeholder 7">
            <a:extLst>
              <a:ext uri="{FF2B5EF4-FFF2-40B4-BE49-F238E27FC236}">
                <a16:creationId xmlns:a16="http://schemas.microsoft.com/office/drawing/2014/main" id="{1AD41556-BB62-5264-14D6-D81A2755A41C}"/>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
        <p:nvSpPr>
          <p:cNvPr id="4" name="Text Placeholder 9">
            <a:extLst>
              <a:ext uri="{FF2B5EF4-FFF2-40B4-BE49-F238E27FC236}">
                <a16:creationId xmlns:a16="http://schemas.microsoft.com/office/drawing/2014/main" id="{4A7765CD-012C-1577-2975-38307A5A418B}"/>
              </a:ext>
            </a:extLst>
          </p:cNvPr>
          <p:cNvSpPr>
            <a:spLocks noGrp="1"/>
          </p:cNvSpPr>
          <p:nvPr>
            <p:ph type="body" sz="quarter" idx="22" hasCustomPrompt="1"/>
          </p:nvPr>
        </p:nvSpPr>
        <p:spPr>
          <a:xfrm>
            <a:off x="550200" y="1634286"/>
            <a:ext cx="5184576"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8" name="Title 4">
            <a:extLst>
              <a:ext uri="{FF2B5EF4-FFF2-40B4-BE49-F238E27FC236}">
                <a16:creationId xmlns:a16="http://schemas.microsoft.com/office/drawing/2014/main" id="{C0C10BFD-49FE-E2BD-4BD6-C2F1A38F7612}"/>
              </a:ext>
            </a:extLst>
          </p:cNvPr>
          <p:cNvSpPr>
            <a:spLocks noGrp="1"/>
          </p:cNvSpPr>
          <p:nvPr>
            <p:ph type="title"/>
          </p:nvPr>
        </p:nvSpPr>
        <p:spPr>
          <a:xfrm>
            <a:off x="551384" y="549274"/>
            <a:ext cx="5184576" cy="930372"/>
          </a:xfrm>
        </p:spPr>
        <p:txBody>
          <a:bodyPr/>
          <a:lstStyle/>
          <a:p>
            <a:r>
              <a:rPr lang="en-US"/>
              <a:t>Click to edit Master title style</a:t>
            </a:r>
          </a:p>
        </p:txBody>
      </p:sp>
      <p:sp>
        <p:nvSpPr>
          <p:cNvPr id="9" name="Content Placeholder 5">
            <a:extLst>
              <a:ext uri="{FF2B5EF4-FFF2-40B4-BE49-F238E27FC236}">
                <a16:creationId xmlns:a16="http://schemas.microsoft.com/office/drawing/2014/main" id="{1B7A436E-3F0B-34DC-7555-3B31CBA16852}"/>
              </a:ext>
            </a:extLst>
          </p:cNvPr>
          <p:cNvSpPr>
            <a:spLocks noGrp="1"/>
          </p:cNvSpPr>
          <p:nvPr>
            <p:ph sz="quarter" idx="31"/>
          </p:nvPr>
        </p:nvSpPr>
        <p:spPr>
          <a:xfrm>
            <a:off x="551384" y="2132856"/>
            <a:ext cx="5184576"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44662065"/>
      </p:ext>
    </p:extLst>
  </p:cSld>
  <p:clrMapOvr>
    <a:masterClrMapping/>
  </p:clrMapOvr>
</p:sldLayout>
</file>

<file path=ppt/slideLayouts/slideLayout250.xml><?xml version="1.0" encoding="utf-8"?>
<p:sldLayout xmlns:a="http://schemas.openxmlformats.org/drawingml/2006/main" xmlns:r="http://schemas.openxmlformats.org/officeDocument/2006/relationships" xmlns:p="http://schemas.openxmlformats.org/presentationml/2006/main" preserve="1" userDrawn="1">
  <p:cSld name="Content Photo 2 Chapterbox">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97BD40BB-A2F0-F646-3CC2-596CC4195838}"/>
              </a:ext>
            </a:extLst>
          </p:cNvPr>
          <p:cNvSpPr>
            <a:spLocks noGrp="1"/>
          </p:cNvSpPr>
          <p:nvPr>
            <p:ph type="pic" sz="quarter" idx="18" hasCustomPrompt="1"/>
          </p:nvPr>
        </p:nvSpPr>
        <p:spPr>
          <a:xfrm>
            <a:off x="6095937" y="1"/>
            <a:ext cx="6096064"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0" name="Date Placeholder 9">
            <a:extLst>
              <a:ext uri="{FF2B5EF4-FFF2-40B4-BE49-F238E27FC236}">
                <a16:creationId xmlns:a16="http://schemas.microsoft.com/office/drawing/2014/main" id="{6132EE43-B817-E2F8-9E7F-509C8F5C333F}"/>
              </a:ext>
            </a:extLst>
          </p:cNvPr>
          <p:cNvSpPr>
            <a:spLocks noGrp="1"/>
          </p:cNvSpPr>
          <p:nvPr>
            <p:ph type="dt" sz="half" idx="24"/>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11" name="Footer Placeholder 10">
            <a:extLst>
              <a:ext uri="{FF2B5EF4-FFF2-40B4-BE49-F238E27FC236}">
                <a16:creationId xmlns:a16="http://schemas.microsoft.com/office/drawing/2014/main" id="{9D40FDFE-5D39-1793-49A7-C223A0B5A728}"/>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D3F18AC0-D398-EFCE-8D4E-EBBC42BA70A1}"/>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7" name="Logo Placeholder 7">
            <a:extLst>
              <a:ext uri="{FF2B5EF4-FFF2-40B4-BE49-F238E27FC236}">
                <a16:creationId xmlns:a16="http://schemas.microsoft.com/office/drawing/2014/main" id="{D33D77EA-B671-C92B-698F-72E2BA89FE23}"/>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
        <p:nvSpPr>
          <p:cNvPr id="4" name="Text Placeholder 9">
            <a:extLst>
              <a:ext uri="{FF2B5EF4-FFF2-40B4-BE49-F238E27FC236}">
                <a16:creationId xmlns:a16="http://schemas.microsoft.com/office/drawing/2014/main" id="{D0D34ED9-C893-6BA7-831D-59C9C1B36D63}"/>
              </a:ext>
            </a:extLst>
          </p:cNvPr>
          <p:cNvSpPr>
            <a:spLocks noGrp="1"/>
          </p:cNvSpPr>
          <p:nvPr>
            <p:ph type="body" sz="quarter" idx="22" hasCustomPrompt="1"/>
          </p:nvPr>
        </p:nvSpPr>
        <p:spPr>
          <a:xfrm>
            <a:off x="550200" y="1634286"/>
            <a:ext cx="5184576"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9" name="Title 4">
            <a:extLst>
              <a:ext uri="{FF2B5EF4-FFF2-40B4-BE49-F238E27FC236}">
                <a16:creationId xmlns:a16="http://schemas.microsoft.com/office/drawing/2014/main" id="{F8DDCB14-C537-C756-2E77-635D50ED990C}"/>
              </a:ext>
            </a:extLst>
          </p:cNvPr>
          <p:cNvSpPr>
            <a:spLocks noGrp="1"/>
          </p:cNvSpPr>
          <p:nvPr>
            <p:ph type="title"/>
          </p:nvPr>
        </p:nvSpPr>
        <p:spPr>
          <a:xfrm>
            <a:off x="551384" y="549274"/>
            <a:ext cx="5184576" cy="930372"/>
          </a:xfrm>
        </p:spPr>
        <p:txBody>
          <a:bodyPr/>
          <a:lstStyle/>
          <a:p>
            <a:r>
              <a:rPr lang="en-US"/>
              <a:t>Click to edit Master title style</a:t>
            </a:r>
          </a:p>
        </p:txBody>
      </p:sp>
      <p:sp>
        <p:nvSpPr>
          <p:cNvPr id="13" name="Content Placeholder 5">
            <a:extLst>
              <a:ext uri="{FF2B5EF4-FFF2-40B4-BE49-F238E27FC236}">
                <a16:creationId xmlns:a16="http://schemas.microsoft.com/office/drawing/2014/main" id="{A8766C61-E34B-43D1-6914-2616FE5BE1C9}"/>
              </a:ext>
            </a:extLst>
          </p:cNvPr>
          <p:cNvSpPr>
            <a:spLocks noGrp="1"/>
          </p:cNvSpPr>
          <p:nvPr>
            <p:ph sz="quarter" idx="31"/>
          </p:nvPr>
        </p:nvSpPr>
        <p:spPr>
          <a:xfrm>
            <a:off x="551384" y="2132856"/>
            <a:ext cx="5184576"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hapter Placeholder 2">
            <a:extLst>
              <a:ext uri="{FF2B5EF4-FFF2-40B4-BE49-F238E27FC236}">
                <a16:creationId xmlns:a16="http://schemas.microsoft.com/office/drawing/2014/main" id="{7D263BE5-A8C9-E719-4885-642AD84E918A}"/>
              </a:ext>
            </a:extLst>
          </p:cNvPr>
          <p:cNvSpPr>
            <a:spLocks noGrp="1"/>
          </p:cNvSpPr>
          <p:nvPr>
            <p:ph type="body" sz="quarter" idx="13" hasCustomPrompt="1"/>
          </p:nvPr>
        </p:nvSpPr>
        <p:spPr>
          <a:xfrm>
            <a:off x="550863" y="266219"/>
            <a:ext cx="5183904"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4174849703"/>
      </p:ext>
    </p:extLst>
  </p:cSld>
  <p:clrMapOvr>
    <a:masterClrMapping/>
  </p:clrMapOvr>
</p:sldLayout>
</file>

<file path=ppt/slideLayouts/slideLayout251.xml><?xml version="1.0" encoding="utf-8"?>
<p:sldLayout xmlns:a="http://schemas.openxmlformats.org/drawingml/2006/main" xmlns:r="http://schemas.openxmlformats.org/officeDocument/2006/relationships" xmlns:p="http://schemas.openxmlformats.org/presentationml/2006/main" preserve="1" userDrawn="1">
  <p:cSld name="Content Photo 3">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0DD7751A-AC4E-473A-B544-73973FAE9468}"/>
              </a:ext>
            </a:extLst>
          </p:cNvPr>
          <p:cNvSpPr>
            <a:spLocks noGrp="1"/>
          </p:cNvSpPr>
          <p:nvPr>
            <p:ph type="pic" sz="quarter" idx="19" hasCustomPrompt="1"/>
          </p:nvPr>
        </p:nvSpPr>
        <p:spPr>
          <a:xfrm>
            <a:off x="1" y="0"/>
            <a:ext cx="4242121"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10" name="Date Placeholder 9">
            <a:extLst>
              <a:ext uri="{FF2B5EF4-FFF2-40B4-BE49-F238E27FC236}">
                <a16:creationId xmlns:a16="http://schemas.microsoft.com/office/drawing/2014/main" id="{7C228C6D-3BD8-F7A9-DA9D-DCE9B373CC09}"/>
              </a:ext>
            </a:extLst>
          </p:cNvPr>
          <p:cNvSpPr>
            <a:spLocks noGrp="1"/>
          </p:cNvSpPr>
          <p:nvPr>
            <p:ph type="dt" sz="half" idx="24"/>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11" name="Footer Placeholder 10">
            <a:extLst>
              <a:ext uri="{FF2B5EF4-FFF2-40B4-BE49-F238E27FC236}">
                <a16:creationId xmlns:a16="http://schemas.microsoft.com/office/drawing/2014/main" id="{81656793-2C07-1E16-6CE1-3C4AD69759DF}"/>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C166A976-F780-55C8-4310-792D90B73CC9}"/>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3" name="Text Placeholder 9">
            <a:extLst>
              <a:ext uri="{FF2B5EF4-FFF2-40B4-BE49-F238E27FC236}">
                <a16:creationId xmlns:a16="http://schemas.microsoft.com/office/drawing/2014/main" id="{F2FA9536-3E4F-60CB-6CF6-C0C1CC8CC1C3}"/>
              </a:ext>
            </a:extLst>
          </p:cNvPr>
          <p:cNvSpPr>
            <a:spLocks noGrp="1"/>
          </p:cNvSpPr>
          <p:nvPr>
            <p:ph type="body" sz="quarter" idx="22" hasCustomPrompt="1"/>
          </p:nvPr>
        </p:nvSpPr>
        <p:spPr>
          <a:xfrm>
            <a:off x="4651880" y="1634286"/>
            <a:ext cx="6984776"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6" name="Title 4">
            <a:extLst>
              <a:ext uri="{FF2B5EF4-FFF2-40B4-BE49-F238E27FC236}">
                <a16:creationId xmlns:a16="http://schemas.microsoft.com/office/drawing/2014/main" id="{661875BA-C3D3-6202-8BAC-EE8BB5C9CE6D}"/>
              </a:ext>
            </a:extLst>
          </p:cNvPr>
          <p:cNvSpPr>
            <a:spLocks noGrp="1"/>
          </p:cNvSpPr>
          <p:nvPr>
            <p:ph type="title"/>
          </p:nvPr>
        </p:nvSpPr>
        <p:spPr>
          <a:xfrm>
            <a:off x="4653064" y="549274"/>
            <a:ext cx="6984776" cy="930372"/>
          </a:xfrm>
        </p:spPr>
        <p:txBody>
          <a:bodyPr/>
          <a:lstStyle/>
          <a:p>
            <a:r>
              <a:rPr lang="en-US"/>
              <a:t>Click to edit Master title style</a:t>
            </a:r>
          </a:p>
        </p:txBody>
      </p:sp>
      <p:sp>
        <p:nvSpPr>
          <p:cNvPr id="8" name="Content Placeholder 5">
            <a:extLst>
              <a:ext uri="{FF2B5EF4-FFF2-40B4-BE49-F238E27FC236}">
                <a16:creationId xmlns:a16="http://schemas.microsoft.com/office/drawing/2014/main" id="{80C50E3C-BFB3-2BC5-ADFE-642AE1BC58D4}"/>
              </a:ext>
            </a:extLst>
          </p:cNvPr>
          <p:cNvSpPr>
            <a:spLocks noGrp="1"/>
          </p:cNvSpPr>
          <p:nvPr>
            <p:ph sz="quarter" idx="31"/>
          </p:nvPr>
        </p:nvSpPr>
        <p:spPr>
          <a:xfrm>
            <a:off x="4653064" y="2132856"/>
            <a:ext cx="6984776"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75929929"/>
      </p:ext>
    </p:extLst>
  </p:cSld>
  <p:clrMapOvr>
    <a:masterClrMapping/>
  </p:clrMapOvr>
</p:sldLayout>
</file>

<file path=ppt/slideLayouts/slideLayout252.xml><?xml version="1.0" encoding="utf-8"?>
<p:sldLayout xmlns:a="http://schemas.openxmlformats.org/drawingml/2006/main" xmlns:r="http://schemas.openxmlformats.org/officeDocument/2006/relationships" xmlns:p="http://schemas.openxmlformats.org/presentationml/2006/main" preserve="1" userDrawn="1">
  <p:cSld name="Content Photo 3 Chapterbox">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0DD7751A-AC4E-473A-B544-73973FAE9468}"/>
              </a:ext>
            </a:extLst>
          </p:cNvPr>
          <p:cNvSpPr>
            <a:spLocks noGrp="1"/>
          </p:cNvSpPr>
          <p:nvPr>
            <p:ph type="pic" sz="quarter" idx="19" hasCustomPrompt="1"/>
          </p:nvPr>
        </p:nvSpPr>
        <p:spPr>
          <a:xfrm>
            <a:off x="1" y="0"/>
            <a:ext cx="4242121"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10" name="Date Placeholder 9">
            <a:extLst>
              <a:ext uri="{FF2B5EF4-FFF2-40B4-BE49-F238E27FC236}">
                <a16:creationId xmlns:a16="http://schemas.microsoft.com/office/drawing/2014/main" id="{7C228C6D-3BD8-F7A9-DA9D-DCE9B373CC09}"/>
              </a:ext>
            </a:extLst>
          </p:cNvPr>
          <p:cNvSpPr>
            <a:spLocks noGrp="1"/>
          </p:cNvSpPr>
          <p:nvPr>
            <p:ph type="dt" sz="half" idx="24"/>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11" name="Footer Placeholder 10">
            <a:extLst>
              <a:ext uri="{FF2B5EF4-FFF2-40B4-BE49-F238E27FC236}">
                <a16:creationId xmlns:a16="http://schemas.microsoft.com/office/drawing/2014/main" id="{81656793-2C07-1E16-6CE1-3C4AD69759DF}"/>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C166A976-F780-55C8-4310-792D90B73CC9}"/>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3" name="Text Placeholder 9">
            <a:extLst>
              <a:ext uri="{FF2B5EF4-FFF2-40B4-BE49-F238E27FC236}">
                <a16:creationId xmlns:a16="http://schemas.microsoft.com/office/drawing/2014/main" id="{B10666F9-C43B-7AAE-8118-5B63A01C14DB}"/>
              </a:ext>
            </a:extLst>
          </p:cNvPr>
          <p:cNvSpPr>
            <a:spLocks noGrp="1"/>
          </p:cNvSpPr>
          <p:nvPr>
            <p:ph type="body" sz="quarter" idx="22" hasCustomPrompt="1"/>
          </p:nvPr>
        </p:nvSpPr>
        <p:spPr>
          <a:xfrm>
            <a:off x="4651880" y="1634286"/>
            <a:ext cx="6984776"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8" name="Title 4">
            <a:extLst>
              <a:ext uri="{FF2B5EF4-FFF2-40B4-BE49-F238E27FC236}">
                <a16:creationId xmlns:a16="http://schemas.microsoft.com/office/drawing/2014/main" id="{1AAE349C-EBF6-0593-65FA-4CE8BD17FF15}"/>
              </a:ext>
            </a:extLst>
          </p:cNvPr>
          <p:cNvSpPr>
            <a:spLocks noGrp="1"/>
          </p:cNvSpPr>
          <p:nvPr>
            <p:ph type="title"/>
          </p:nvPr>
        </p:nvSpPr>
        <p:spPr>
          <a:xfrm>
            <a:off x="4653064" y="549274"/>
            <a:ext cx="6984776" cy="930372"/>
          </a:xfrm>
        </p:spPr>
        <p:txBody>
          <a:bodyPr/>
          <a:lstStyle/>
          <a:p>
            <a:r>
              <a:rPr lang="en-US"/>
              <a:t>Click to edit Master title style</a:t>
            </a:r>
          </a:p>
        </p:txBody>
      </p:sp>
      <p:sp>
        <p:nvSpPr>
          <p:cNvPr id="9" name="Content Placeholder 5">
            <a:extLst>
              <a:ext uri="{FF2B5EF4-FFF2-40B4-BE49-F238E27FC236}">
                <a16:creationId xmlns:a16="http://schemas.microsoft.com/office/drawing/2014/main" id="{80455469-83B9-A80D-5541-A59E2797135A}"/>
              </a:ext>
            </a:extLst>
          </p:cNvPr>
          <p:cNvSpPr>
            <a:spLocks noGrp="1"/>
          </p:cNvSpPr>
          <p:nvPr>
            <p:ph sz="quarter" idx="31"/>
          </p:nvPr>
        </p:nvSpPr>
        <p:spPr>
          <a:xfrm>
            <a:off x="4653064" y="2132856"/>
            <a:ext cx="6984776"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hapter Placeholder 2">
            <a:extLst>
              <a:ext uri="{FF2B5EF4-FFF2-40B4-BE49-F238E27FC236}">
                <a16:creationId xmlns:a16="http://schemas.microsoft.com/office/drawing/2014/main" id="{9499649C-DD96-C3A4-D2F2-F047196EA62A}"/>
              </a:ext>
            </a:extLst>
          </p:cNvPr>
          <p:cNvSpPr>
            <a:spLocks noGrp="1"/>
          </p:cNvSpPr>
          <p:nvPr>
            <p:ph type="body" sz="quarter" idx="13" hasCustomPrompt="1"/>
          </p:nvPr>
        </p:nvSpPr>
        <p:spPr>
          <a:xfrm>
            <a:off x="4652543" y="266219"/>
            <a:ext cx="6983870"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2545363328"/>
      </p:ext>
    </p:extLst>
  </p:cSld>
  <p:clrMapOvr>
    <a:masterClrMapping/>
  </p:clrMapOvr>
</p:sldLayout>
</file>

<file path=ppt/slideLayouts/slideLayout253.xml><?xml version="1.0" encoding="utf-8"?>
<p:sldLayout xmlns:a="http://schemas.openxmlformats.org/drawingml/2006/main" xmlns:r="http://schemas.openxmlformats.org/officeDocument/2006/relationships" xmlns:p="http://schemas.openxmlformats.org/presentationml/2006/main" preserve="1" userDrawn="1">
  <p:cSld name="Content Photo 4">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3AAAC9D4-CD35-41A1-A14D-B18A58A2866E}"/>
              </a:ext>
            </a:extLst>
          </p:cNvPr>
          <p:cNvSpPr>
            <a:spLocks noGrp="1"/>
          </p:cNvSpPr>
          <p:nvPr>
            <p:ph type="pic" sz="quarter" idx="18" hasCustomPrompt="1"/>
          </p:nvPr>
        </p:nvSpPr>
        <p:spPr>
          <a:xfrm>
            <a:off x="0" y="0"/>
            <a:ext cx="6096000"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10" name="Date Placeholder 9">
            <a:extLst>
              <a:ext uri="{FF2B5EF4-FFF2-40B4-BE49-F238E27FC236}">
                <a16:creationId xmlns:a16="http://schemas.microsoft.com/office/drawing/2014/main" id="{F18ACBAA-5616-6B76-6F3E-019A776E4E01}"/>
              </a:ext>
            </a:extLst>
          </p:cNvPr>
          <p:cNvSpPr>
            <a:spLocks noGrp="1"/>
          </p:cNvSpPr>
          <p:nvPr>
            <p:ph type="dt" sz="half" idx="24"/>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11" name="Footer Placeholder 10">
            <a:extLst>
              <a:ext uri="{FF2B5EF4-FFF2-40B4-BE49-F238E27FC236}">
                <a16:creationId xmlns:a16="http://schemas.microsoft.com/office/drawing/2014/main" id="{84A3242F-2D46-5913-5CA7-B4AB8C7C413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D72DABC1-51BB-C9B2-6119-ED5F9C849345}"/>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3" name="Text Placeholder 9">
            <a:extLst>
              <a:ext uri="{FF2B5EF4-FFF2-40B4-BE49-F238E27FC236}">
                <a16:creationId xmlns:a16="http://schemas.microsoft.com/office/drawing/2014/main" id="{66FF608A-AFDC-1059-1373-96581B42186F}"/>
              </a:ext>
            </a:extLst>
          </p:cNvPr>
          <p:cNvSpPr>
            <a:spLocks noGrp="1"/>
          </p:cNvSpPr>
          <p:nvPr>
            <p:ph type="body" sz="quarter" idx="22" hasCustomPrompt="1"/>
          </p:nvPr>
        </p:nvSpPr>
        <p:spPr>
          <a:xfrm>
            <a:off x="6454856" y="1634286"/>
            <a:ext cx="5181800"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6" name="Title 4">
            <a:extLst>
              <a:ext uri="{FF2B5EF4-FFF2-40B4-BE49-F238E27FC236}">
                <a16:creationId xmlns:a16="http://schemas.microsoft.com/office/drawing/2014/main" id="{0392BD4F-C86E-7B18-B8BE-4C13E9DB2FF7}"/>
              </a:ext>
            </a:extLst>
          </p:cNvPr>
          <p:cNvSpPr>
            <a:spLocks noGrp="1"/>
          </p:cNvSpPr>
          <p:nvPr>
            <p:ph type="title"/>
          </p:nvPr>
        </p:nvSpPr>
        <p:spPr>
          <a:xfrm>
            <a:off x="6456040" y="549274"/>
            <a:ext cx="5181800" cy="930372"/>
          </a:xfrm>
        </p:spPr>
        <p:txBody>
          <a:bodyPr/>
          <a:lstStyle/>
          <a:p>
            <a:r>
              <a:rPr lang="en-US"/>
              <a:t>Click to edit Master title style</a:t>
            </a:r>
          </a:p>
        </p:txBody>
      </p:sp>
      <p:sp>
        <p:nvSpPr>
          <p:cNvPr id="7" name="Content Placeholder 5">
            <a:extLst>
              <a:ext uri="{FF2B5EF4-FFF2-40B4-BE49-F238E27FC236}">
                <a16:creationId xmlns:a16="http://schemas.microsoft.com/office/drawing/2014/main" id="{F748DC2A-DB26-2CD9-D168-6F44A7450804}"/>
              </a:ext>
            </a:extLst>
          </p:cNvPr>
          <p:cNvSpPr>
            <a:spLocks noGrp="1"/>
          </p:cNvSpPr>
          <p:nvPr>
            <p:ph sz="quarter" idx="31"/>
          </p:nvPr>
        </p:nvSpPr>
        <p:spPr>
          <a:xfrm>
            <a:off x="6456040" y="2132856"/>
            <a:ext cx="5181800"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60082455"/>
      </p:ext>
    </p:extLst>
  </p:cSld>
  <p:clrMapOvr>
    <a:masterClrMapping/>
  </p:clrMapOvr>
</p:sldLayout>
</file>

<file path=ppt/slideLayouts/slideLayout254.xml><?xml version="1.0" encoding="utf-8"?>
<p:sldLayout xmlns:a="http://schemas.openxmlformats.org/drawingml/2006/main" xmlns:r="http://schemas.openxmlformats.org/officeDocument/2006/relationships" xmlns:p="http://schemas.openxmlformats.org/presentationml/2006/main" preserve="1" userDrawn="1">
  <p:cSld name="Content Photo Chapterbox">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3AAAC9D4-CD35-41A1-A14D-B18A58A2866E}"/>
              </a:ext>
            </a:extLst>
          </p:cNvPr>
          <p:cNvSpPr>
            <a:spLocks noGrp="1"/>
          </p:cNvSpPr>
          <p:nvPr>
            <p:ph type="pic" sz="quarter" idx="18" hasCustomPrompt="1"/>
          </p:nvPr>
        </p:nvSpPr>
        <p:spPr>
          <a:xfrm>
            <a:off x="0" y="0"/>
            <a:ext cx="6096000"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10" name="Date Placeholder 9">
            <a:extLst>
              <a:ext uri="{FF2B5EF4-FFF2-40B4-BE49-F238E27FC236}">
                <a16:creationId xmlns:a16="http://schemas.microsoft.com/office/drawing/2014/main" id="{F18ACBAA-5616-6B76-6F3E-019A776E4E01}"/>
              </a:ext>
            </a:extLst>
          </p:cNvPr>
          <p:cNvSpPr>
            <a:spLocks noGrp="1"/>
          </p:cNvSpPr>
          <p:nvPr>
            <p:ph type="dt" sz="half" idx="24"/>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11" name="Footer Placeholder 10">
            <a:extLst>
              <a:ext uri="{FF2B5EF4-FFF2-40B4-BE49-F238E27FC236}">
                <a16:creationId xmlns:a16="http://schemas.microsoft.com/office/drawing/2014/main" id="{84A3242F-2D46-5913-5CA7-B4AB8C7C413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D72DABC1-51BB-C9B2-6119-ED5F9C849345}"/>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3" name="Text Placeholder 9">
            <a:extLst>
              <a:ext uri="{FF2B5EF4-FFF2-40B4-BE49-F238E27FC236}">
                <a16:creationId xmlns:a16="http://schemas.microsoft.com/office/drawing/2014/main" id="{4E826325-BD68-0769-CCDC-8878FFB1B29A}"/>
              </a:ext>
            </a:extLst>
          </p:cNvPr>
          <p:cNvSpPr>
            <a:spLocks noGrp="1"/>
          </p:cNvSpPr>
          <p:nvPr>
            <p:ph type="body" sz="quarter" idx="22" hasCustomPrompt="1"/>
          </p:nvPr>
        </p:nvSpPr>
        <p:spPr>
          <a:xfrm>
            <a:off x="6454856" y="1634286"/>
            <a:ext cx="5181800"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7" name="Title 4">
            <a:extLst>
              <a:ext uri="{FF2B5EF4-FFF2-40B4-BE49-F238E27FC236}">
                <a16:creationId xmlns:a16="http://schemas.microsoft.com/office/drawing/2014/main" id="{5A7FE184-B788-E273-FFC0-C2B2EB9469D8}"/>
              </a:ext>
            </a:extLst>
          </p:cNvPr>
          <p:cNvSpPr>
            <a:spLocks noGrp="1"/>
          </p:cNvSpPr>
          <p:nvPr>
            <p:ph type="title"/>
          </p:nvPr>
        </p:nvSpPr>
        <p:spPr>
          <a:xfrm>
            <a:off x="6456040" y="549274"/>
            <a:ext cx="5181800" cy="930372"/>
          </a:xfrm>
        </p:spPr>
        <p:txBody>
          <a:bodyPr/>
          <a:lstStyle/>
          <a:p>
            <a:r>
              <a:rPr lang="en-US"/>
              <a:t>Click to edit Master title style</a:t>
            </a:r>
          </a:p>
        </p:txBody>
      </p:sp>
      <p:sp>
        <p:nvSpPr>
          <p:cNvPr id="9" name="Content Placeholder 5">
            <a:extLst>
              <a:ext uri="{FF2B5EF4-FFF2-40B4-BE49-F238E27FC236}">
                <a16:creationId xmlns:a16="http://schemas.microsoft.com/office/drawing/2014/main" id="{BD05CE32-8C67-2297-0217-914504B8FDE3}"/>
              </a:ext>
            </a:extLst>
          </p:cNvPr>
          <p:cNvSpPr>
            <a:spLocks noGrp="1"/>
          </p:cNvSpPr>
          <p:nvPr>
            <p:ph sz="quarter" idx="31"/>
          </p:nvPr>
        </p:nvSpPr>
        <p:spPr>
          <a:xfrm>
            <a:off x="6456040" y="2132856"/>
            <a:ext cx="5181800"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hapter Placeholder 2">
            <a:extLst>
              <a:ext uri="{FF2B5EF4-FFF2-40B4-BE49-F238E27FC236}">
                <a16:creationId xmlns:a16="http://schemas.microsoft.com/office/drawing/2014/main" id="{F5F1596A-0B42-95E4-B1EF-50F7A4E622A5}"/>
              </a:ext>
            </a:extLst>
          </p:cNvPr>
          <p:cNvSpPr>
            <a:spLocks noGrp="1"/>
          </p:cNvSpPr>
          <p:nvPr>
            <p:ph type="body" sz="quarter" idx="13" hasCustomPrompt="1"/>
          </p:nvPr>
        </p:nvSpPr>
        <p:spPr>
          <a:xfrm>
            <a:off x="6455285" y="266219"/>
            <a:ext cx="5181128"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225185245"/>
      </p:ext>
    </p:extLst>
  </p:cSld>
  <p:clrMapOvr>
    <a:masterClrMapping/>
  </p:clrMapOvr>
</p:sldLayout>
</file>

<file path=ppt/slideLayouts/slideLayout255.xml><?xml version="1.0" encoding="utf-8"?>
<p:sldLayout xmlns:a="http://schemas.openxmlformats.org/drawingml/2006/main" xmlns:r="http://schemas.openxmlformats.org/officeDocument/2006/relationships" xmlns:p="http://schemas.openxmlformats.org/presentationml/2006/main" preserve="1" userDrawn="1">
  <p:cSld name="Content Photo 6">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3AAAC9D4-CD35-41A1-A14D-B18A58A2866E}"/>
              </a:ext>
            </a:extLst>
          </p:cNvPr>
          <p:cNvSpPr>
            <a:spLocks noGrp="1"/>
          </p:cNvSpPr>
          <p:nvPr>
            <p:ph type="pic" sz="quarter" idx="18" hasCustomPrompt="1"/>
          </p:nvPr>
        </p:nvSpPr>
        <p:spPr>
          <a:xfrm>
            <a:off x="0" y="1"/>
            <a:ext cx="12191999" cy="4383654"/>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2" name="Title 1">
            <a:extLst>
              <a:ext uri="{FF2B5EF4-FFF2-40B4-BE49-F238E27FC236}">
                <a16:creationId xmlns:a16="http://schemas.microsoft.com/office/drawing/2014/main" id="{CA1A3C3A-247E-AD3F-3C93-BDD315BB7F29}"/>
              </a:ext>
            </a:extLst>
          </p:cNvPr>
          <p:cNvSpPr>
            <a:spLocks noGrp="1"/>
          </p:cNvSpPr>
          <p:nvPr>
            <p:ph type="title"/>
          </p:nvPr>
        </p:nvSpPr>
        <p:spPr>
          <a:xfrm>
            <a:off x="550863" y="4581128"/>
            <a:ext cx="4981137" cy="785352"/>
          </a:xfrm>
          <a:prstGeom prst="rect">
            <a:avLst/>
          </a:prstGeom>
        </p:spPr>
        <p:txBody>
          <a:bodyPr anchor="t"/>
          <a:lstStyle/>
          <a:p>
            <a:r>
              <a:rPr lang="en-US"/>
              <a:t>Click to edit Master title style</a:t>
            </a:r>
            <a:endParaRPr lang="de-DE"/>
          </a:p>
        </p:txBody>
      </p:sp>
      <p:sp>
        <p:nvSpPr>
          <p:cNvPr id="9" name="Text Placeholder 9">
            <a:extLst>
              <a:ext uri="{FF2B5EF4-FFF2-40B4-BE49-F238E27FC236}">
                <a16:creationId xmlns:a16="http://schemas.microsoft.com/office/drawing/2014/main" id="{34F1BAE4-1DA8-A534-E46A-001AE4E9CADB}"/>
              </a:ext>
            </a:extLst>
          </p:cNvPr>
          <p:cNvSpPr>
            <a:spLocks noGrp="1"/>
          </p:cNvSpPr>
          <p:nvPr>
            <p:ph type="body" sz="quarter" idx="24"/>
          </p:nvPr>
        </p:nvSpPr>
        <p:spPr>
          <a:xfrm>
            <a:off x="550863" y="5854682"/>
            <a:ext cx="5112000" cy="307777"/>
          </a:xfrm>
          <a:prstGeom prst="rect">
            <a:avLst/>
          </a:prstGeom>
        </p:spPr>
        <p:txBody>
          <a:bodyPr wrap="square" anchor="b">
            <a:spAutoFit/>
          </a:bodyPr>
          <a:lstStyle>
            <a:lvl1pPr>
              <a:defRPr sz="2000" b="0">
                <a:solidFill>
                  <a:schemeClr val="accent2"/>
                </a:solidFill>
                <a:latin typeface="+mj-lt"/>
              </a:defRPr>
            </a:lvl1pPr>
          </a:lstStyle>
          <a:p>
            <a:pPr lvl="0"/>
            <a:r>
              <a:rPr lang="en-US"/>
              <a:t>Click to edit Master text styles</a:t>
            </a:r>
          </a:p>
        </p:txBody>
      </p:sp>
      <p:sp>
        <p:nvSpPr>
          <p:cNvPr id="10" name="Content Placeholder 17">
            <a:extLst>
              <a:ext uri="{FF2B5EF4-FFF2-40B4-BE49-F238E27FC236}">
                <a16:creationId xmlns:a16="http://schemas.microsoft.com/office/drawing/2014/main" id="{60E57257-3112-054C-0B58-3B89619EC3E7}"/>
              </a:ext>
            </a:extLst>
          </p:cNvPr>
          <p:cNvSpPr>
            <a:spLocks noGrp="1"/>
          </p:cNvSpPr>
          <p:nvPr>
            <p:ph sz="quarter" idx="25"/>
          </p:nvPr>
        </p:nvSpPr>
        <p:spPr>
          <a:xfrm>
            <a:off x="6093246" y="4581128"/>
            <a:ext cx="5112000" cy="176252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6" name="Date Placeholder 5">
            <a:extLst>
              <a:ext uri="{FF2B5EF4-FFF2-40B4-BE49-F238E27FC236}">
                <a16:creationId xmlns:a16="http://schemas.microsoft.com/office/drawing/2014/main" id="{2F70AC82-D733-3487-AE00-D177A5A43581}"/>
              </a:ext>
            </a:extLst>
          </p:cNvPr>
          <p:cNvSpPr>
            <a:spLocks noGrp="1"/>
          </p:cNvSpPr>
          <p:nvPr>
            <p:ph type="dt" sz="half" idx="26"/>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13" name="Footer Placeholder 12">
            <a:extLst>
              <a:ext uri="{FF2B5EF4-FFF2-40B4-BE49-F238E27FC236}">
                <a16:creationId xmlns:a16="http://schemas.microsoft.com/office/drawing/2014/main" id="{31E8CB07-AB40-15A0-08C7-BF54DC438B34}"/>
              </a:ext>
            </a:extLst>
          </p:cNvPr>
          <p:cNvSpPr>
            <a:spLocks noGrp="1"/>
          </p:cNvSpPr>
          <p:nvPr>
            <p:ph type="ftr" sz="quarter" idx="27"/>
          </p:nvPr>
        </p:nvSpPr>
        <p:spPr/>
        <p:txBody>
          <a:bodyPr/>
          <a:lstStyle/>
          <a:p>
            <a:pPr>
              <a:spcBef>
                <a:spcPts val="1000"/>
              </a:spcBef>
              <a:buFont typeface="Arial" panose="020B0604020202020204" pitchFamily="34" charset="0"/>
              <a:buNone/>
            </a:pPr>
            <a:r>
              <a:rPr lang="en-US"/>
              <a:t>Presentation Title | Author | Date</a:t>
            </a:r>
          </a:p>
        </p:txBody>
      </p:sp>
      <p:sp>
        <p:nvSpPr>
          <p:cNvPr id="15" name="Slide Number Placeholder 14">
            <a:extLst>
              <a:ext uri="{FF2B5EF4-FFF2-40B4-BE49-F238E27FC236}">
                <a16:creationId xmlns:a16="http://schemas.microsoft.com/office/drawing/2014/main" id="{C41FA911-A4A1-34D1-BF04-9F22140C28D1}"/>
              </a:ext>
            </a:extLst>
          </p:cNvPr>
          <p:cNvSpPr>
            <a:spLocks noGrp="1"/>
          </p:cNvSpPr>
          <p:nvPr>
            <p:ph type="sldNum" sz="quarter" idx="28"/>
          </p:nvPr>
        </p:nvSpPr>
        <p:spPr/>
        <p:txBody>
          <a:bodyPr/>
          <a:lstStyle/>
          <a:p>
            <a:pPr algn="r"/>
            <a:fld id="{5D9A5160-6218-4E5A-B9E6-B93E3DAE377C}" type="slidenum">
              <a:rPr lang="en-US" smtClean="0"/>
              <a:pPr algn="r"/>
              <a:t>‹#›</a:t>
            </a:fld>
            <a:endParaRPr lang="en-US"/>
          </a:p>
        </p:txBody>
      </p:sp>
      <p:sp>
        <p:nvSpPr>
          <p:cNvPr id="3" name="Logo Placeholder 7">
            <a:extLst>
              <a:ext uri="{FF2B5EF4-FFF2-40B4-BE49-F238E27FC236}">
                <a16:creationId xmlns:a16="http://schemas.microsoft.com/office/drawing/2014/main" id="{84CCB971-6858-E885-0E65-8EDC027005D2}"/>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Tree>
    <p:extLst>
      <p:ext uri="{BB962C8B-B14F-4D97-AF65-F5344CB8AC3E}">
        <p14:creationId xmlns:p14="http://schemas.microsoft.com/office/powerpoint/2010/main" val="2070751897"/>
      </p:ext>
    </p:extLst>
  </p:cSld>
  <p:clrMapOvr>
    <a:masterClrMapping/>
  </p:clrMapOvr>
</p:sldLayout>
</file>

<file path=ppt/slideLayouts/slideLayout256.xml><?xml version="1.0" encoding="utf-8"?>
<p:sldLayout xmlns:a="http://schemas.openxmlformats.org/drawingml/2006/main" xmlns:r="http://schemas.openxmlformats.org/officeDocument/2006/relationships" xmlns:p="http://schemas.openxmlformats.org/presentationml/2006/main" preserve="1" userDrawn="1">
  <p:cSld name="Text 1">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8ABFE959-AAB6-76DF-7517-8AE8C424F99C}"/>
              </a:ext>
            </a:extLst>
          </p:cNvPr>
          <p:cNvSpPr>
            <a:spLocks noGrp="1"/>
          </p:cNvSpPr>
          <p:nvPr>
            <p:ph type="title"/>
          </p:nvPr>
        </p:nvSpPr>
        <p:spPr>
          <a:xfrm>
            <a:off x="2402003" y="1916112"/>
            <a:ext cx="7387993" cy="1512887"/>
          </a:xfrm>
          <a:prstGeom prst="rect">
            <a:avLst/>
          </a:prstGeom>
        </p:spPr>
        <p:txBody>
          <a:bodyPr wrap="square" anchor="b">
            <a:noAutofit/>
          </a:bodyPr>
          <a:lstStyle>
            <a:lvl1pPr algn="ctr">
              <a:defRPr sz="3200"/>
            </a:lvl1pPr>
          </a:lstStyle>
          <a:p>
            <a:r>
              <a:rPr lang="en-US"/>
              <a:t>Click to edit Master title style</a:t>
            </a:r>
          </a:p>
        </p:txBody>
      </p:sp>
      <p:sp>
        <p:nvSpPr>
          <p:cNvPr id="6" name="Text Placeholder 8">
            <a:extLst>
              <a:ext uri="{FF2B5EF4-FFF2-40B4-BE49-F238E27FC236}">
                <a16:creationId xmlns:a16="http://schemas.microsoft.com/office/drawing/2014/main" id="{B8EC071D-C9EA-D72D-472D-47AC8DAE4AFA}"/>
              </a:ext>
            </a:extLst>
          </p:cNvPr>
          <p:cNvSpPr>
            <a:spLocks noGrp="1"/>
          </p:cNvSpPr>
          <p:nvPr>
            <p:ph type="body" sz="quarter" idx="13"/>
          </p:nvPr>
        </p:nvSpPr>
        <p:spPr>
          <a:xfrm>
            <a:off x="2402003" y="4025468"/>
            <a:ext cx="7387993" cy="916420"/>
          </a:xfrm>
          <a:prstGeom prst="rect">
            <a:avLst/>
          </a:prstGeom>
        </p:spPr>
        <p:txBody>
          <a:bodyPr wrap="square">
            <a:noAutofit/>
          </a:bodyPr>
          <a:lstStyle>
            <a:lvl1pPr algn="ctr">
              <a:defRPr sz="2000"/>
            </a:lvl1pPr>
            <a:lvl2pPr>
              <a:defRPr sz="2000"/>
            </a:lvl2pPr>
            <a:lvl3pPr>
              <a:defRPr sz="2000"/>
            </a:lvl3pPr>
            <a:lvl4pPr>
              <a:defRPr sz="2000"/>
            </a:lvl4pPr>
            <a:lvl5pPr>
              <a:defRPr sz="2000"/>
            </a:lvl5pPr>
          </a:lstStyle>
          <a:p>
            <a:pPr lvl="0"/>
            <a:r>
              <a:rPr lang="en-US"/>
              <a:t>Click to edit Master text styles</a:t>
            </a:r>
          </a:p>
        </p:txBody>
      </p:sp>
      <p:sp>
        <p:nvSpPr>
          <p:cNvPr id="7" name="Date Placeholder 6">
            <a:extLst>
              <a:ext uri="{FF2B5EF4-FFF2-40B4-BE49-F238E27FC236}">
                <a16:creationId xmlns:a16="http://schemas.microsoft.com/office/drawing/2014/main" id="{1C4C92CE-41EC-4D2F-4311-92100A79FE86}"/>
              </a:ext>
            </a:extLst>
          </p:cNvPr>
          <p:cNvSpPr>
            <a:spLocks noGrp="1"/>
          </p:cNvSpPr>
          <p:nvPr>
            <p:ph type="dt" sz="half" idx="14"/>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8" name="Footer Placeholder 7">
            <a:extLst>
              <a:ext uri="{FF2B5EF4-FFF2-40B4-BE49-F238E27FC236}">
                <a16:creationId xmlns:a16="http://schemas.microsoft.com/office/drawing/2014/main" id="{8C0A6AFF-C176-E59D-2165-DE17D66BCAA1}"/>
              </a:ext>
            </a:extLst>
          </p:cNvPr>
          <p:cNvSpPr>
            <a:spLocks noGrp="1"/>
          </p:cNvSpPr>
          <p:nvPr>
            <p:ph type="ftr" sz="quarter" idx="15"/>
          </p:nvPr>
        </p:nvSpPr>
        <p:spPr/>
        <p:txBody>
          <a:bodyPr/>
          <a:lstStyle/>
          <a:p>
            <a:pPr>
              <a:spcBef>
                <a:spcPts val="1000"/>
              </a:spcBef>
              <a:buFont typeface="Arial" panose="020B0604020202020204" pitchFamily="34" charset="0"/>
              <a:buNone/>
            </a:pPr>
            <a:r>
              <a:rPr lang="en-US"/>
              <a:t>Presentation Title | Author | Date</a:t>
            </a:r>
          </a:p>
        </p:txBody>
      </p:sp>
      <p:sp>
        <p:nvSpPr>
          <p:cNvPr id="9" name="Slide Number Placeholder 8">
            <a:extLst>
              <a:ext uri="{FF2B5EF4-FFF2-40B4-BE49-F238E27FC236}">
                <a16:creationId xmlns:a16="http://schemas.microsoft.com/office/drawing/2014/main" id="{22B9BB3B-51E8-595D-BE01-2881F99A8D5E}"/>
              </a:ext>
            </a:extLst>
          </p:cNvPr>
          <p:cNvSpPr>
            <a:spLocks noGrp="1"/>
          </p:cNvSpPr>
          <p:nvPr>
            <p:ph type="sldNum" sz="quarter" idx="16"/>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2670637566"/>
      </p:ext>
    </p:extLst>
  </p:cSld>
  <p:clrMapOvr>
    <a:masterClrMapping/>
  </p:clrMapOvr>
</p:sldLayout>
</file>

<file path=ppt/slideLayouts/slideLayout257.xml><?xml version="1.0" encoding="utf-8"?>
<p:sldLayout xmlns:a="http://schemas.openxmlformats.org/drawingml/2006/main" xmlns:r="http://schemas.openxmlformats.org/officeDocument/2006/relationships" xmlns:p="http://schemas.openxmlformats.org/presentationml/2006/main" preserve="1" userDrawn="1">
  <p:cSld name="Text 2">
    <p:spTree>
      <p:nvGrpSpPr>
        <p:cNvPr id="1" name=""/>
        <p:cNvGrpSpPr/>
        <p:nvPr/>
      </p:nvGrpSpPr>
      <p:grpSpPr>
        <a:xfrm>
          <a:off x="0" y="0"/>
          <a:ext cx="0" cy="0"/>
          <a:chOff x="0" y="0"/>
          <a:chExt cx="0" cy="0"/>
        </a:xfrm>
      </p:grpSpPr>
      <p:sp>
        <p:nvSpPr>
          <p:cNvPr id="3" name="Picture Placeholder 10">
            <a:extLst>
              <a:ext uri="{FF2B5EF4-FFF2-40B4-BE49-F238E27FC236}">
                <a16:creationId xmlns:a16="http://schemas.microsoft.com/office/drawing/2014/main" id="{92A14B44-A6BB-FD7D-633A-78C683F4F269}"/>
              </a:ext>
            </a:extLst>
          </p:cNvPr>
          <p:cNvSpPr>
            <a:spLocks noGrp="1"/>
          </p:cNvSpPr>
          <p:nvPr>
            <p:ph type="pic" sz="quarter" idx="14" hasCustomPrompt="1"/>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sp>
        <p:nvSpPr>
          <p:cNvPr id="5" name="Title 1">
            <a:extLst>
              <a:ext uri="{FF2B5EF4-FFF2-40B4-BE49-F238E27FC236}">
                <a16:creationId xmlns:a16="http://schemas.microsoft.com/office/drawing/2014/main" id="{8ABFE959-AAB6-76DF-7517-8AE8C424F99C}"/>
              </a:ext>
            </a:extLst>
          </p:cNvPr>
          <p:cNvSpPr>
            <a:spLocks noGrp="1"/>
          </p:cNvSpPr>
          <p:nvPr>
            <p:ph type="title"/>
          </p:nvPr>
        </p:nvSpPr>
        <p:spPr>
          <a:xfrm>
            <a:off x="2402003" y="1916112"/>
            <a:ext cx="7387993" cy="1512887"/>
          </a:xfrm>
          <a:prstGeom prst="rect">
            <a:avLst/>
          </a:prstGeom>
        </p:spPr>
        <p:txBody>
          <a:bodyPr wrap="square" anchor="b">
            <a:noAutofit/>
          </a:bodyPr>
          <a:lstStyle>
            <a:lvl1pPr algn="ctr">
              <a:defRPr sz="3200">
                <a:effectLst>
                  <a:outerShdw blurRad="1016000" dir="5400000" algn="ctr" rotWithShape="0">
                    <a:schemeClr val="bg1"/>
                  </a:outerShdw>
                </a:effectLst>
              </a:defRPr>
            </a:lvl1pPr>
          </a:lstStyle>
          <a:p>
            <a:r>
              <a:rPr lang="en-US"/>
              <a:t>Click to edit Master title style</a:t>
            </a:r>
          </a:p>
        </p:txBody>
      </p:sp>
      <p:sp>
        <p:nvSpPr>
          <p:cNvPr id="6" name="Text Placeholder 8">
            <a:extLst>
              <a:ext uri="{FF2B5EF4-FFF2-40B4-BE49-F238E27FC236}">
                <a16:creationId xmlns:a16="http://schemas.microsoft.com/office/drawing/2014/main" id="{B8EC071D-C9EA-D72D-472D-47AC8DAE4AFA}"/>
              </a:ext>
            </a:extLst>
          </p:cNvPr>
          <p:cNvSpPr>
            <a:spLocks noGrp="1"/>
          </p:cNvSpPr>
          <p:nvPr>
            <p:ph type="body" sz="quarter" idx="13"/>
          </p:nvPr>
        </p:nvSpPr>
        <p:spPr>
          <a:xfrm>
            <a:off x="2402003" y="4025468"/>
            <a:ext cx="7387993" cy="916420"/>
          </a:xfrm>
          <a:prstGeom prst="rect">
            <a:avLst/>
          </a:prstGeom>
        </p:spPr>
        <p:txBody>
          <a:bodyPr wrap="square">
            <a:noAutofit/>
          </a:bodyPr>
          <a:lstStyle>
            <a:lvl1pPr algn="ctr">
              <a:defRPr sz="2000"/>
            </a:lvl1pPr>
            <a:lvl2pPr>
              <a:defRPr sz="2000"/>
            </a:lvl2pPr>
            <a:lvl3pPr>
              <a:defRPr sz="2000"/>
            </a:lvl3pPr>
            <a:lvl4pPr>
              <a:defRPr sz="2000"/>
            </a:lvl4pPr>
            <a:lvl5pPr>
              <a:defRPr sz="2000"/>
            </a:lvl5pPr>
          </a:lstStyle>
          <a:p>
            <a:pPr lvl="0"/>
            <a:r>
              <a:rPr lang="en-US"/>
              <a:t>Click to edit Master text styles</a:t>
            </a:r>
          </a:p>
        </p:txBody>
      </p:sp>
      <p:sp>
        <p:nvSpPr>
          <p:cNvPr id="8" name="Date Placeholder 7">
            <a:extLst>
              <a:ext uri="{FF2B5EF4-FFF2-40B4-BE49-F238E27FC236}">
                <a16:creationId xmlns:a16="http://schemas.microsoft.com/office/drawing/2014/main" id="{A113035B-9AB2-FCA1-E3D6-B54ADD883094}"/>
              </a:ext>
            </a:extLst>
          </p:cNvPr>
          <p:cNvSpPr>
            <a:spLocks noGrp="1"/>
          </p:cNvSpPr>
          <p:nvPr>
            <p:ph type="dt" sz="half" idx="15"/>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9" name="Footer Placeholder 8">
            <a:extLst>
              <a:ext uri="{FF2B5EF4-FFF2-40B4-BE49-F238E27FC236}">
                <a16:creationId xmlns:a16="http://schemas.microsoft.com/office/drawing/2014/main" id="{6C422829-3285-536E-9A1D-C1461DD7772E}"/>
              </a:ext>
            </a:extLst>
          </p:cNvPr>
          <p:cNvSpPr>
            <a:spLocks noGrp="1"/>
          </p:cNvSpPr>
          <p:nvPr>
            <p:ph type="ftr" sz="quarter" idx="16"/>
          </p:nvPr>
        </p:nvSpPr>
        <p:spPr/>
        <p:txBody>
          <a:bodyPr/>
          <a:lstStyle/>
          <a:p>
            <a:pPr>
              <a:spcBef>
                <a:spcPts val="1000"/>
              </a:spcBef>
              <a:buFont typeface="Arial" panose="020B0604020202020204" pitchFamily="34" charset="0"/>
              <a:buNone/>
            </a:pPr>
            <a:r>
              <a:rPr lang="en-US"/>
              <a:t>Presentation Title | Author | Date</a:t>
            </a:r>
          </a:p>
        </p:txBody>
      </p:sp>
      <p:sp>
        <p:nvSpPr>
          <p:cNvPr id="14" name="Slide Number Placeholder 13">
            <a:extLst>
              <a:ext uri="{FF2B5EF4-FFF2-40B4-BE49-F238E27FC236}">
                <a16:creationId xmlns:a16="http://schemas.microsoft.com/office/drawing/2014/main" id="{F8824F2D-932D-C110-76B1-E57FB6242005}"/>
              </a:ext>
            </a:extLst>
          </p:cNvPr>
          <p:cNvSpPr>
            <a:spLocks noGrp="1"/>
          </p:cNvSpPr>
          <p:nvPr>
            <p:ph type="sldNum" sz="quarter" idx="17"/>
          </p:nvPr>
        </p:nvSpPr>
        <p:spPr/>
        <p:txBody>
          <a:bodyPr/>
          <a:lstStyle/>
          <a:p>
            <a:pPr algn="r"/>
            <a:fld id="{5D9A5160-6218-4E5A-B9E6-B93E3DAE377C}" type="slidenum">
              <a:rPr lang="en-US" smtClean="0"/>
              <a:pPr algn="r"/>
              <a:t>‹#›</a:t>
            </a:fld>
            <a:endParaRPr lang="en-US"/>
          </a:p>
        </p:txBody>
      </p:sp>
      <p:sp>
        <p:nvSpPr>
          <p:cNvPr id="2" name="Logo Placeholder 7">
            <a:extLst>
              <a:ext uri="{FF2B5EF4-FFF2-40B4-BE49-F238E27FC236}">
                <a16:creationId xmlns:a16="http://schemas.microsoft.com/office/drawing/2014/main" id="{0072F85E-9F5B-D10F-E276-45F16E7D22A6}"/>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Tree>
    <p:extLst>
      <p:ext uri="{BB962C8B-B14F-4D97-AF65-F5344CB8AC3E}">
        <p14:creationId xmlns:p14="http://schemas.microsoft.com/office/powerpoint/2010/main" val="906226980"/>
      </p:ext>
    </p:extLst>
  </p:cSld>
  <p:clrMapOvr>
    <a:masterClrMapping/>
  </p:clrMapOvr>
</p:sldLayout>
</file>

<file path=ppt/slideLayouts/slideLayout258.xml><?xml version="1.0" encoding="utf-8"?>
<p:sldLayout xmlns:a="http://schemas.openxmlformats.org/drawingml/2006/main" xmlns:r="http://schemas.openxmlformats.org/officeDocument/2006/relationships" xmlns:p="http://schemas.openxmlformats.org/presentationml/2006/main" preserve="1" userDrawn="1">
  <p:cSld name="Conclusion 1">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F50CBB0B-9D54-C4B7-F774-A406AEB759DC}"/>
              </a:ext>
            </a:extLst>
          </p:cNvPr>
          <p:cNvSpPr>
            <a:spLocks noGrp="1"/>
          </p:cNvSpPr>
          <p:nvPr>
            <p:ph type="title"/>
          </p:nvPr>
        </p:nvSpPr>
        <p:spPr>
          <a:xfrm>
            <a:off x="550863" y="2154596"/>
            <a:ext cx="4170329" cy="2737444"/>
          </a:xfrm>
          <a:prstGeom prst="rect">
            <a:avLst/>
          </a:prstGeom>
        </p:spPr>
        <p:txBody>
          <a:bodyPr anchor="t">
            <a:noAutofit/>
          </a:bodyPr>
          <a:lstStyle>
            <a:lvl1pPr>
              <a:defRPr sz="4800"/>
            </a:lvl1pPr>
          </a:lstStyle>
          <a:p>
            <a:r>
              <a:rPr lang="en-US"/>
              <a:t>Click to edit Master title style</a:t>
            </a:r>
          </a:p>
        </p:txBody>
      </p:sp>
      <p:sp>
        <p:nvSpPr>
          <p:cNvPr id="14" name="Content Placeholder 3">
            <a:extLst>
              <a:ext uri="{FF2B5EF4-FFF2-40B4-BE49-F238E27FC236}">
                <a16:creationId xmlns:a16="http://schemas.microsoft.com/office/drawing/2014/main" id="{D898CD75-E929-80D9-7E35-D845DA59F5F4}"/>
              </a:ext>
            </a:extLst>
          </p:cNvPr>
          <p:cNvSpPr>
            <a:spLocks noGrp="1"/>
          </p:cNvSpPr>
          <p:nvPr>
            <p:ph sz="quarter" idx="17"/>
          </p:nvPr>
        </p:nvSpPr>
        <p:spPr>
          <a:xfrm>
            <a:off x="6096000" y="2154597"/>
            <a:ext cx="5524500" cy="4154128"/>
          </a:xfrm>
          <a:prstGeom prst="rect">
            <a:avLst/>
          </a:prstGeom>
        </p:spPr>
        <p:txBody>
          <a:bodyPr/>
          <a:lstStyle>
            <a:lvl1pPr>
              <a:defRPr sz="2000"/>
            </a:lvl1pPr>
            <a:lvl2pPr>
              <a:defRPr sz="2000"/>
            </a:lvl2pPr>
            <a:lvl3pPr>
              <a:defRPr sz="2000"/>
            </a:lvl3pPr>
            <a:lvl4pPr>
              <a:defRPr sz="2000"/>
            </a:lvl4pPr>
            <a:lvl5pP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3" name="Date Placeholder 2">
            <a:extLst>
              <a:ext uri="{FF2B5EF4-FFF2-40B4-BE49-F238E27FC236}">
                <a16:creationId xmlns:a16="http://schemas.microsoft.com/office/drawing/2014/main" id="{DDEDA374-C587-779E-8AE1-6CD7F4553941}"/>
              </a:ext>
            </a:extLst>
          </p:cNvPr>
          <p:cNvSpPr>
            <a:spLocks noGrp="1"/>
          </p:cNvSpPr>
          <p:nvPr>
            <p:ph type="dt" sz="half" idx="18"/>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4" name="Footer Placeholder 3">
            <a:extLst>
              <a:ext uri="{FF2B5EF4-FFF2-40B4-BE49-F238E27FC236}">
                <a16:creationId xmlns:a16="http://schemas.microsoft.com/office/drawing/2014/main" id="{1A46EF84-E452-DF73-A462-F323675455D6}"/>
              </a:ext>
            </a:extLst>
          </p:cNvPr>
          <p:cNvSpPr>
            <a:spLocks noGrp="1"/>
          </p:cNvSpPr>
          <p:nvPr>
            <p:ph type="ftr" sz="quarter" idx="19"/>
          </p:nvPr>
        </p:nvSpPr>
        <p:spPr/>
        <p:txBody>
          <a:bodyPr/>
          <a:lstStyle/>
          <a:p>
            <a:pPr>
              <a:spcBef>
                <a:spcPts val="1000"/>
              </a:spcBef>
              <a:buFont typeface="Arial" panose="020B0604020202020204" pitchFamily="34" charset="0"/>
              <a:buNone/>
            </a:pPr>
            <a:r>
              <a:rPr lang="en-US"/>
              <a:t>Presentation Title | Author | Date</a:t>
            </a:r>
          </a:p>
        </p:txBody>
      </p:sp>
      <p:sp>
        <p:nvSpPr>
          <p:cNvPr id="5" name="Slide Number Placeholder 4">
            <a:extLst>
              <a:ext uri="{FF2B5EF4-FFF2-40B4-BE49-F238E27FC236}">
                <a16:creationId xmlns:a16="http://schemas.microsoft.com/office/drawing/2014/main" id="{70216EAB-E162-DA2D-EE00-98D4A5012C1D}"/>
              </a:ext>
            </a:extLst>
          </p:cNvPr>
          <p:cNvSpPr>
            <a:spLocks noGrp="1"/>
          </p:cNvSpPr>
          <p:nvPr>
            <p:ph type="sldNum" sz="quarter" idx="20"/>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692048656"/>
      </p:ext>
    </p:extLst>
  </p:cSld>
  <p:clrMapOvr>
    <a:masterClrMapping/>
  </p:clrMapOvr>
</p:sldLayout>
</file>

<file path=ppt/slideLayouts/slideLayout259.xml><?xml version="1.0" encoding="utf-8"?>
<p:sldLayout xmlns:a="http://schemas.openxmlformats.org/drawingml/2006/main" xmlns:r="http://schemas.openxmlformats.org/officeDocument/2006/relationships" xmlns:p="http://schemas.openxmlformats.org/presentationml/2006/main" preserve="1" userDrawn="1">
  <p:cSld name="Conclusion 1 Photo">
    <p:spTree>
      <p:nvGrpSpPr>
        <p:cNvPr id="1" name=""/>
        <p:cNvGrpSpPr/>
        <p:nvPr/>
      </p:nvGrpSpPr>
      <p:grpSpPr>
        <a:xfrm>
          <a:off x="0" y="0"/>
          <a:ext cx="0" cy="0"/>
          <a:chOff x="0" y="0"/>
          <a:chExt cx="0" cy="0"/>
        </a:xfrm>
      </p:grpSpPr>
      <p:sp>
        <p:nvSpPr>
          <p:cNvPr id="12" name="Picture Placeholder 10">
            <a:extLst>
              <a:ext uri="{FF2B5EF4-FFF2-40B4-BE49-F238E27FC236}">
                <a16:creationId xmlns:a16="http://schemas.microsoft.com/office/drawing/2014/main" id="{1C08FB90-AF58-85B5-3914-77B3471EE049}"/>
              </a:ext>
            </a:extLst>
          </p:cNvPr>
          <p:cNvSpPr>
            <a:spLocks noGrp="1"/>
          </p:cNvSpPr>
          <p:nvPr>
            <p:ph type="pic" sz="quarter" idx="13" hasCustomPrompt="1"/>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sp>
        <p:nvSpPr>
          <p:cNvPr id="21" name="Title 1">
            <a:extLst>
              <a:ext uri="{FF2B5EF4-FFF2-40B4-BE49-F238E27FC236}">
                <a16:creationId xmlns:a16="http://schemas.microsoft.com/office/drawing/2014/main" id="{28231349-D5BA-64A4-A1C7-EDC789C8DEEB}"/>
              </a:ext>
            </a:extLst>
          </p:cNvPr>
          <p:cNvSpPr>
            <a:spLocks noGrp="1"/>
          </p:cNvSpPr>
          <p:nvPr>
            <p:ph type="title"/>
          </p:nvPr>
        </p:nvSpPr>
        <p:spPr>
          <a:xfrm>
            <a:off x="550863" y="2154596"/>
            <a:ext cx="4170329" cy="2737444"/>
          </a:xfrm>
          <a:prstGeom prst="rect">
            <a:avLst/>
          </a:prstGeom>
        </p:spPr>
        <p:txBody>
          <a:bodyPr anchor="t">
            <a:noAutofit/>
          </a:bodyPr>
          <a:lstStyle>
            <a:lvl1pPr>
              <a:defRPr sz="4800"/>
            </a:lvl1pPr>
          </a:lstStyle>
          <a:p>
            <a:r>
              <a:rPr lang="en-US"/>
              <a:t>Click to edit Master title style</a:t>
            </a:r>
          </a:p>
        </p:txBody>
      </p:sp>
      <p:sp>
        <p:nvSpPr>
          <p:cNvPr id="22" name="Content Placeholder 3">
            <a:extLst>
              <a:ext uri="{FF2B5EF4-FFF2-40B4-BE49-F238E27FC236}">
                <a16:creationId xmlns:a16="http://schemas.microsoft.com/office/drawing/2014/main" id="{6B455CB3-CA48-68B3-77F6-EB2C98EE7BD0}"/>
              </a:ext>
            </a:extLst>
          </p:cNvPr>
          <p:cNvSpPr>
            <a:spLocks noGrp="1"/>
          </p:cNvSpPr>
          <p:nvPr>
            <p:ph sz="quarter" idx="17"/>
          </p:nvPr>
        </p:nvSpPr>
        <p:spPr>
          <a:xfrm>
            <a:off x="6096000" y="2154597"/>
            <a:ext cx="5524500" cy="4154128"/>
          </a:xfrm>
          <a:prstGeom prst="rect">
            <a:avLst/>
          </a:prstGeom>
        </p:spPr>
        <p:txBody>
          <a:bodyPr/>
          <a:lstStyle>
            <a:lvl1pPr>
              <a:defRPr sz="2000"/>
            </a:lvl1pPr>
            <a:lvl2pPr>
              <a:defRPr sz="2000"/>
            </a:lvl2pPr>
            <a:lvl3pPr>
              <a:defRPr sz="2000"/>
            </a:lvl3pPr>
            <a:lvl4pPr>
              <a:defRPr sz="2000"/>
            </a:lvl4pPr>
            <a:lvl5pP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6" name="Date Placeholder 5">
            <a:extLst>
              <a:ext uri="{FF2B5EF4-FFF2-40B4-BE49-F238E27FC236}">
                <a16:creationId xmlns:a16="http://schemas.microsoft.com/office/drawing/2014/main" id="{A8F2C4DE-6A1C-4BAF-CEDB-0741A198E0C1}"/>
              </a:ext>
            </a:extLst>
          </p:cNvPr>
          <p:cNvSpPr>
            <a:spLocks noGrp="1"/>
          </p:cNvSpPr>
          <p:nvPr>
            <p:ph type="dt" sz="half" idx="18"/>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7" name="Footer Placeholder 6">
            <a:extLst>
              <a:ext uri="{FF2B5EF4-FFF2-40B4-BE49-F238E27FC236}">
                <a16:creationId xmlns:a16="http://schemas.microsoft.com/office/drawing/2014/main" id="{B5A666D7-760F-C3E7-2C45-537A38AB18BC}"/>
              </a:ext>
            </a:extLst>
          </p:cNvPr>
          <p:cNvSpPr>
            <a:spLocks noGrp="1"/>
          </p:cNvSpPr>
          <p:nvPr>
            <p:ph type="ftr" sz="quarter" idx="19"/>
          </p:nvPr>
        </p:nvSpPr>
        <p:spPr/>
        <p:txBody>
          <a:bodyPr/>
          <a:lstStyle/>
          <a:p>
            <a:pPr>
              <a:spcBef>
                <a:spcPts val="1000"/>
              </a:spcBef>
              <a:buFont typeface="Arial" panose="020B0604020202020204" pitchFamily="34" charset="0"/>
              <a:buNone/>
            </a:pPr>
            <a:r>
              <a:rPr lang="en-US"/>
              <a:t>Presentation Title | Author | Date</a:t>
            </a:r>
          </a:p>
        </p:txBody>
      </p:sp>
      <p:sp>
        <p:nvSpPr>
          <p:cNvPr id="8" name="Slide Number Placeholder 7">
            <a:extLst>
              <a:ext uri="{FF2B5EF4-FFF2-40B4-BE49-F238E27FC236}">
                <a16:creationId xmlns:a16="http://schemas.microsoft.com/office/drawing/2014/main" id="{94953DC7-FBD0-D234-515C-B70C65FA03DD}"/>
              </a:ext>
            </a:extLst>
          </p:cNvPr>
          <p:cNvSpPr>
            <a:spLocks noGrp="1"/>
          </p:cNvSpPr>
          <p:nvPr>
            <p:ph type="sldNum" sz="quarter" idx="20"/>
          </p:nvPr>
        </p:nvSpPr>
        <p:spPr/>
        <p:txBody>
          <a:bodyPr/>
          <a:lstStyle/>
          <a:p>
            <a:pPr algn="r"/>
            <a:fld id="{5D9A5160-6218-4E5A-B9E6-B93E3DAE377C}" type="slidenum">
              <a:rPr lang="en-US" smtClean="0"/>
              <a:pPr algn="r"/>
              <a:t>‹#›</a:t>
            </a:fld>
            <a:endParaRPr lang="en-US"/>
          </a:p>
        </p:txBody>
      </p:sp>
      <p:sp>
        <p:nvSpPr>
          <p:cNvPr id="3" name="Logo Placeholder 7">
            <a:extLst>
              <a:ext uri="{FF2B5EF4-FFF2-40B4-BE49-F238E27FC236}">
                <a16:creationId xmlns:a16="http://schemas.microsoft.com/office/drawing/2014/main" id="{FAFA1232-0FBB-596D-3C5B-262A39CDB735}"/>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Tree>
    <p:extLst>
      <p:ext uri="{BB962C8B-B14F-4D97-AF65-F5344CB8AC3E}">
        <p14:creationId xmlns:p14="http://schemas.microsoft.com/office/powerpoint/2010/main" val="3066220337"/>
      </p:ext>
    </p:extLst>
  </p:cSld>
  <p:clrMapOvr>
    <a:masterClrMapping/>
  </p:clrMapOvr>
</p:sldLayout>
</file>

<file path=ppt/slideLayouts/slideLayout260.xml><?xml version="1.0" encoding="utf-8"?>
<p:sldLayout xmlns:a="http://schemas.openxmlformats.org/drawingml/2006/main" xmlns:r="http://schemas.openxmlformats.org/officeDocument/2006/relationships" xmlns:p="http://schemas.openxmlformats.org/presentationml/2006/main" preserve="1" userDrawn="1">
  <p:cSld name="Conclusion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481328" y="1517904"/>
            <a:ext cx="3685032" cy="3185499"/>
          </a:xfrm>
          <a:prstGeom prst="rect">
            <a:avLst/>
          </a:prstGeom>
        </p:spPr>
        <p:txBody>
          <a:bodyPr anchor="t">
            <a:noAutofit/>
          </a:bodyPr>
          <a:lstStyle>
            <a:lvl1pPr>
              <a:defRPr sz="2400"/>
            </a:lvl1pPr>
          </a:lstStyle>
          <a:p>
            <a:r>
              <a:rPr lang="en-US"/>
              <a:t>Click to edit Master title style</a:t>
            </a:r>
          </a:p>
        </p:txBody>
      </p:sp>
      <p:sp>
        <p:nvSpPr>
          <p:cNvPr id="4" name="Content Placeholder 3">
            <a:extLst>
              <a:ext uri="{FF2B5EF4-FFF2-40B4-BE49-F238E27FC236}">
                <a16:creationId xmlns:a16="http://schemas.microsoft.com/office/drawing/2014/main" id="{64F9B09F-7191-4FCF-3B0D-173D1B5BE8AA}"/>
              </a:ext>
            </a:extLst>
          </p:cNvPr>
          <p:cNvSpPr>
            <a:spLocks noGrp="1"/>
          </p:cNvSpPr>
          <p:nvPr>
            <p:ph sz="quarter" idx="17"/>
          </p:nvPr>
        </p:nvSpPr>
        <p:spPr>
          <a:xfrm>
            <a:off x="7949096" y="4882895"/>
            <a:ext cx="3671404" cy="1425829"/>
          </a:xfrm>
          <a:prstGeom prst="rect">
            <a:avLst/>
          </a:prstGeom>
        </p:spPr>
        <p:txBody>
          <a:bodyPr/>
          <a:lstStyle>
            <a:lvl1pPr>
              <a:defRPr sz="3200"/>
            </a:lvl1pPr>
            <a:lvl2pPr>
              <a:defRPr sz="3200"/>
            </a:lvl2pPr>
            <a:lvl3pPr>
              <a:defRPr sz="3200"/>
            </a:lvl3pPr>
            <a:lvl4pPr>
              <a:defRPr sz="3200"/>
            </a:lvl4pPr>
            <a:lvl5pPr>
              <a:defRPr sz="3200"/>
            </a:lvl5pPr>
          </a:lstStyle>
          <a:p>
            <a:pPr lvl="0"/>
            <a:r>
              <a:rPr lang="en-US"/>
              <a:t>Click to edit Master text styles</a:t>
            </a:r>
          </a:p>
        </p:txBody>
      </p:sp>
      <p:sp>
        <p:nvSpPr>
          <p:cNvPr id="5" name="Date Placeholder 4">
            <a:extLst>
              <a:ext uri="{FF2B5EF4-FFF2-40B4-BE49-F238E27FC236}">
                <a16:creationId xmlns:a16="http://schemas.microsoft.com/office/drawing/2014/main" id="{958CA01C-7827-82F6-2479-87C946BAD318}"/>
              </a:ext>
            </a:extLst>
          </p:cNvPr>
          <p:cNvSpPr>
            <a:spLocks noGrp="1"/>
          </p:cNvSpPr>
          <p:nvPr>
            <p:ph type="dt" sz="half" idx="18"/>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6" name="Footer Placeholder 5">
            <a:extLst>
              <a:ext uri="{FF2B5EF4-FFF2-40B4-BE49-F238E27FC236}">
                <a16:creationId xmlns:a16="http://schemas.microsoft.com/office/drawing/2014/main" id="{F5A9AE5F-A9DC-699F-D478-39BC3367EDFE}"/>
              </a:ext>
            </a:extLst>
          </p:cNvPr>
          <p:cNvSpPr>
            <a:spLocks noGrp="1"/>
          </p:cNvSpPr>
          <p:nvPr>
            <p:ph type="ftr" sz="quarter" idx="19"/>
          </p:nvPr>
        </p:nvSpPr>
        <p:spPr/>
        <p:txBody>
          <a:bodyPr/>
          <a:lstStyle/>
          <a:p>
            <a:pPr>
              <a:spcBef>
                <a:spcPts val="1000"/>
              </a:spcBef>
              <a:buFont typeface="Arial" panose="020B0604020202020204" pitchFamily="34" charset="0"/>
              <a:buNone/>
            </a:pPr>
            <a:r>
              <a:rPr lang="en-US"/>
              <a:t>Presentation Title | Author | Date</a:t>
            </a:r>
          </a:p>
        </p:txBody>
      </p:sp>
      <p:sp>
        <p:nvSpPr>
          <p:cNvPr id="7" name="Slide Number Placeholder 6">
            <a:extLst>
              <a:ext uri="{FF2B5EF4-FFF2-40B4-BE49-F238E27FC236}">
                <a16:creationId xmlns:a16="http://schemas.microsoft.com/office/drawing/2014/main" id="{23C200B6-39EA-19E8-344A-F12A2E6EBA26}"/>
              </a:ext>
            </a:extLst>
          </p:cNvPr>
          <p:cNvSpPr>
            <a:spLocks noGrp="1"/>
          </p:cNvSpPr>
          <p:nvPr>
            <p:ph type="sldNum" sz="quarter" idx="20"/>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1784030894"/>
      </p:ext>
    </p:extLst>
  </p:cSld>
  <p:clrMapOvr>
    <a:masterClrMapping/>
  </p:clrMapOvr>
</p:sldLayout>
</file>

<file path=ppt/slideLayouts/slideLayout261.xml><?xml version="1.0" encoding="utf-8"?>
<p:sldLayout xmlns:a="http://schemas.openxmlformats.org/drawingml/2006/main" xmlns:r="http://schemas.openxmlformats.org/officeDocument/2006/relationships" xmlns:p="http://schemas.openxmlformats.org/presentationml/2006/main" preserve="1" userDrawn="1">
  <p:cSld name="Conclusion 2 Photo">
    <p:spTree>
      <p:nvGrpSpPr>
        <p:cNvPr id="1" name=""/>
        <p:cNvGrpSpPr/>
        <p:nvPr/>
      </p:nvGrpSpPr>
      <p:grpSpPr>
        <a:xfrm>
          <a:off x="0" y="0"/>
          <a:ext cx="0" cy="0"/>
          <a:chOff x="0" y="0"/>
          <a:chExt cx="0" cy="0"/>
        </a:xfrm>
      </p:grpSpPr>
      <p:sp>
        <p:nvSpPr>
          <p:cNvPr id="3" name="Picture Placeholder 10">
            <a:extLst>
              <a:ext uri="{FF2B5EF4-FFF2-40B4-BE49-F238E27FC236}">
                <a16:creationId xmlns:a16="http://schemas.microsoft.com/office/drawing/2014/main" id="{B4DEBDB5-5781-B892-9D45-BC7289836339}"/>
              </a:ext>
            </a:extLst>
          </p:cNvPr>
          <p:cNvSpPr>
            <a:spLocks noGrp="1"/>
          </p:cNvSpPr>
          <p:nvPr>
            <p:ph type="pic" sz="quarter" idx="13" hasCustomPrompt="1"/>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481328" y="1517904"/>
            <a:ext cx="3685032" cy="3185499"/>
          </a:xfrm>
          <a:prstGeom prst="rect">
            <a:avLst/>
          </a:prstGeom>
        </p:spPr>
        <p:txBody>
          <a:bodyPr anchor="t">
            <a:noAutofit/>
          </a:bodyPr>
          <a:lstStyle>
            <a:lvl1pPr>
              <a:defRPr sz="2400"/>
            </a:lvl1pPr>
          </a:lstStyle>
          <a:p>
            <a:r>
              <a:rPr lang="en-US"/>
              <a:t>Click to edit Master title style</a:t>
            </a:r>
          </a:p>
        </p:txBody>
      </p:sp>
      <p:sp>
        <p:nvSpPr>
          <p:cNvPr id="4" name="Content Placeholder 3">
            <a:extLst>
              <a:ext uri="{FF2B5EF4-FFF2-40B4-BE49-F238E27FC236}">
                <a16:creationId xmlns:a16="http://schemas.microsoft.com/office/drawing/2014/main" id="{64F9B09F-7191-4FCF-3B0D-173D1B5BE8AA}"/>
              </a:ext>
            </a:extLst>
          </p:cNvPr>
          <p:cNvSpPr>
            <a:spLocks noGrp="1"/>
          </p:cNvSpPr>
          <p:nvPr>
            <p:ph sz="quarter" idx="17"/>
          </p:nvPr>
        </p:nvSpPr>
        <p:spPr>
          <a:xfrm>
            <a:off x="7949096" y="4882895"/>
            <a:ext cx="3671404" cy="1425829"/>
          </a:xfrm>
          <a:prstGeom prst="rect">
            <a:avLst/>
          </a:prstGeom>
        </p:spPr>
        <p:txBody>
          <a:bodyPr/>
          <a:lstStyle>
            <a:lvl1pPr>
              <a:defRPr sz="3200"/>
            </a:lvl1pPr>
            <a:lvl2pPr>
              <a:defRPr sz="3200"/>
            </a:lvl2pPr>
            <a:lvl3pPr>
              <a:defRPr sz="3200"/>
            </a:lvl3pPr>
            <a:lvl4pPr>
              <a:defRPr sz="3200"/>
            </a:lvl4pPr>
            <a:lvl5pPr>
              <a:defRPr sz="3200"/>
            </a:lvl5pPr>
          </a:lstStyle>
          <a:p>
            <a:pPr lvl="0"/>
            <a:r>
              <a:rPr lang="en-US"/>
              <a:t>Click to edit Master text styles</a:t>
            </a:r>
          </a:p>
        </p:txBody>
      </p:sp>
      <p:sp>
        <p:nvSpPr>
          <p:cNvPr id="6" name="Date Placeholder 5">
            <a:extLst>
              <a:ext uri="{FF2B5EF4-FFF2-40B4-BE49-F238E27FC236}">
                <a16:creationId xmlns:a16="http://schemas.microsoft.com/office/drawing/2014/main" id="{EAED4CBA-FED0-60CF-6658-5821F1968589}"/>
              </a:ext>
            </a:extLst>
          </p:cNvPr>
          <p:cNvSpPr>
            <a:spLocks noGrp="1"/>
          </p:cNvSpPr>
          <p:nvPr>
            <p:ph type="dt" sz="half" idx="18"/>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7" name="Footer Placeholder 6">
            <a:extLst>
              <a:ext uri="{FF2B5EF4-FFF2-40B4-BE49-F238E27FC236}">
                <a16:creationId xmlns:a16="http://schemas.microsoft.com/office/drawing/2014/main" id="{973E460F-1F60-3564-8377-BF259B8D5F20}"/>
              </a:ext>
            </a:extLst>
          </p:cNvPr>
          <p:cNvSpPr>
            <a:spLocks noGrp="1"/>
          </p:cNvSpPr>
          <p:nvPr>
            <p:ph type="ftr" sz="quarter" idx="19"/>
          </p:nvPr>
        </p:nvSpPr>
        <p:spPr/>
        <p:txBody>
          <a:bodyPr/>
          <a:lstStyle/>
          <a:p>
            <a:pPr>
              <a:spcBef>
                <a:spcPts val="1000"/>
              </a:spcBef>
              <a:buFont typeface="Arial" panose="020B0604020202020204" pitchFamily="34" charset="0"/>
              <a:buNone/>
            </a:pPr>
            <a:r>
              <a:rPr lang="en-US"/>
              <a:t>Presentation Title | Author | Date</a:t>
            </a:r>
          </a:p>
        </p:txBody>
      </p:sp>
      <p:sp>
        <p:nvSpPr>
          <p:cNvPr id="14" name="Slide Number Placeholder 13">
            <a:extLst>
              <a:ext uri="{FF2B5EF4-FFF2-40B4-BE49-F238E27FC236}">
                <a16:creationId xmlns:a16="http://schemas.microsoft.com/office/drawing/2014/main" id="{0D493F99-C63F-0DED-2802-307160340314}"/>
              </a:ext>
            </a:extLst>
          </p:cNvPr>
          <p:cNvSpPr>
            <a:spLocks noGrp="1"/>
          </p:cNvSpPr>
          <p:nvPr>
            <p:ph type="sldNum" sz="quarter" idx="20"/>
          </p:nvPr>
        </p:nvSpPr>
        <p:spPr/>
        <p:txBody>
          <a:bodyPr/>
          <a:lstStyle/>
          <a:p>
            <a:pPr algn="r"/>
            <a:fld id="{5D9A5160-6218-4E5A-B9E6-B93E3DAE377C}" type="slidenum">
              <a:rPr lang="en-US" smtClean="0"/>
              <a:pPr algn="r"/>
              <a:t>‹#›</a:t>
            </a:fld>
            <a:endParaRPr lang="en-US"/>
          </a:p>
        </p:txBody>
      </p:sp>
      <p:sp>
        <p:nvSpPr>
          <p:cNvPr id="8" name="Logo Placeholder 7">
            <a:extLst>
              <a:ext uri="{FF2B5EF4-FFF2-40B4-BE49-F238E27FC236}">
                <a16:creationId xmlns:a16="http://schemas.microsoft.com/office/drawing/2014/main" id="{BA0C1D33-1AAC-52C8-3668-7AD2E3130585}"/>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Tree>
    <p:extLst>
      <p:ext uri="{BB962C8B-B14F-4D97-AF65-F5344CB8AC3E}">
        <p14:creationId xmlns:p14="http://schemas.microsoft.com/office/powerpoint/2010/main" val="2102407078"/>
      </p:ext>
    </p:extLst>
  </p:cSld>
  <p:clrMapOvr>
    <a:masterClrMapping/>
  </p:clrMapOvr>
</p:sldLayout>
</file>

<file path=ppt/slideLayouts/slideLayout262.xml><?xml version="1.0" encoding="utf-8"?>
<p:sldLayout xmlns:a="http://schemas.openxmlformats.org/drawingml/2006/main" xmlns:r="http://schemas.openxmlformats.org/officeDocument/2006/relationships" xmlns:p="http://schemas.openxmlformats.org/presentationml/2006/main" preserve="1" userDrawn="1">
  <p:cSld name="Conclusion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50EB54-2DDF-50B7-9D98-A038DEF17892}"/>
              </a:ext>
            </a:extLst>
          </p:cNvPr>
          <p:cNvSpPr>
            <a:spLocks noGrp="1"/>
          </p:cNvSpPr>
          <p:nvPr>
            <p:ph type="title"/>
          </p:nvPr>
        </p:nvSpPr>
        <p:spPr>
          <a:xfrm>
            <a:off x="7450171" y="2154596"/>
            <a:ext cx="4170329" cy="2737444"/>
          </a:xfrm>
          <a:prstGeom prst="rect">
            <a:avLst/>
          </a:prstGeom>
        </p:spPr>
        <p:txBody>
          <a:bodyPr anchor="b">
            <a:noAutofit/>
          </a:bodyPr>
          <a:lstStyle>
            <a:lvl1pPr algn="r">
              <a:defRPr sz="4800"/>
            </a:lvl1pPr>
          </a:lstStyle>
          <a:p>
            <a:r>
              <a:rPr lang="en-US"/>
              <a:t>Click to edit Master title style</a:t>
            </a:r>
          </a:p>
        </p:txBody>
      </p:sp>
      <p:sp>
        <p:nvSpPr>
          <p:cNvPr id="3" name="Date Placeholder 2">
            <a:extLst>
              <a:ext uri="{FF2B5EF4-FFF2-40B4-BE49-F238E27FC236}">
                <a16:creationId xmlns:a16="http://schemas.microsoft.com/office/drawing/2014/main" id="{AE44684F-D794-29DA-96BD-7FDCFE9BBC83}"/>
              </a:ext>
            </a:extLst>
          </p:cNvPr>
          <p:cNvSpPr>
            <a:spLocks noGrp="1"/>
          </p:cNvSpPr>
          <p:nvPr>
            <p:ph type="dt" sz="half" idx="10"/>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4" name="Footer Placeholder 3">
            <a:extLst>
              <a:ext uri="{FF2B5EF4-FFF2-40B4-BE49-F238E27FC236}">
                <a16:creationId xmlns:a16="http://schemas.microsoft.com/office/drawing/2014/main" id="{810692F0-1502-0611-DB5D-DCB4C1B2D896}"/>
              </a:ext>
            </a:extLst>
          </p:cNvPr>
          <p:cNvSpPr>
            <a:spLocks noGrp="1"/>
          </p:cNvSpPr>
          <p:nvPr>
            <p:ph type="ftr" sz="quarter" idx="11"/>
          </p:nvPr>
        </p:nvSpPr>
        <p:spPr/>
        <p:txBody>
          <a:bodyPr/>
          <a:lstStyle/>
          <a:p>
            <a:pPr>
              <a:spcBef>
                <a:spcPts val="1000"/>
              </a:spcBef>
              <a:buFont typeface="Arial" panose="020B0604020202020204" pitchFamily="34" charset="0"/>
              <a:buNone/>
            </a:pPr>
            <a:r>
              <a:rPr lang="en-US"/>
              <a:t>Presentation Title | Author | Date</a:t>
            </a:r>
          </a:p>
        </p:txBody>
      </p:sp>
      <p:sp>
        <p:nvSpPr>
          <p:cNvPr id="5" name="Slide Number Placeholder 4">
            <a:extLst>
              <a:ext uri="{FF2B5EF4-FFF2-40B4-BE49-F238E27FC236}">
                <a16:creationId xmlns:a16="http://schemas.microsoft.com/office/drawing/2014/main" id="{D9D88EBB-9A16-B41B-C8AC-2FB3BD40ECDE}"/>
              </a:ext>
            </a:extLst>
          </p:cNvPr>
          <p:cNvSpPr>
            <a:spLocks noGrp="1"/>
          </p:cNvSpPr>
          <p:nvPr>
            <p:ph type="sldNum" sz="quarter" idx="12"/>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2466369255"/>
      </p:ext>
    </p:extLst>
  </p:cSld>
  <p:clrMapOvr>
    <a:masterClrMapping/>
  </p:clrMapOvr>
</p:sldLayout>
</file>

<file path=ppt/slideLayouts/slideLayout263.xml><?xml version="1.0" encoding="utf-8"?>
<p:sldLayout xmlns:a="http://schemas.openxmlformats.org/drawingml/2006/main" xmlns:r="http://schemas.openxmlformats.org/officeDocument/2006/relationships" xmlns:p="http://schemas.openxmlformats.org/presentationml/2006/main" preserve="1" userDrawn="1">
  <p:cSld name="Conclusion 3 Photo">
    <p:spTree>
      <p:nvGrpSpPr>
        <p:cNvPr id="1" name=""/>
        <p:cNvGrpSpPr/>
        <p:nvPr/>
      </p:nvGrpSpPr>
      <p:grpSpPr>
        <a:xfrm>
          <a:off x="0" y="0"/>
          <a:ext cx="0" cy="0"/>
          <a:chOff x="0" y="0"/>
          <a:chExt cx="0" cy="0"/>
        </a:xfrm>
      </p:grpSpPr>
      <p:sp>
        <p:nvSpPr>
          <p:cNvPr id="12" name="Picture Placeholder 10">
            <a:extLst>
              <a:ext uri="{FF2B5EF4-FFF2-40B4-BE49-F238E27FC236}">
                <a16:creationId xmlns:a16="http://schemas.microsoft.com/office/drawing/2014/main" id="{1C08FB90-AF58-85B5-3914-77B3471EE049}"/>
              </a:ext>
            </a:extLst>
          </p:cNvPr>
          <p:cNvSpPr>
            <a:spLocks noGrp="1"/>
          </p:cNvSpPr>
          <p:nvPr>
            <p:ph type="pic" sz="quarter" idx="13" hasCustomPrompt="1"/>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sp>
        <p:nvSpPr>
          <p:cNvPr id="21" name="Title 1">
            <a:extLst>
              <a:ext uri="{FF2B5EF4-FFF2-40B4-BE49-F238E27FC236}">
                <a16:creationId xmlns:a16="http://schemas.microsoft.com/office/drawing/2014/main" id="{28231349-D5BA-64A4-A1C7-EDC789C8DEEB}"/>
              </a:ext>
            </a:extLst>
          </p:cNvPr>
          <p:cNvSpPr>
            <a:spLocks noGrp="1"/>
          </p:cNvSpPr>
          <p:nvPr>
            <p:ph type="title"/>
          </p:nvPr>
        </p:nvSpPr>
        <p:spPr>
          <a:xfrm>
            <a:off x="7450171" y="2154596"/>
            <a:ext cx="4170329" cy="2737444"/>
          </a:xfrm>
          <a:prstGeom prst="rect">
            <a:avLst/>
          </a:prstGeom>
        </p:spPr>
        <p:txBody>
          <a:bodyPr anchor="b">
            <a:noAutofit/>
          </a:bodyPr>
          <a:lstStyle>
            <a:lvl1pPr algn="r">
              <a:defRPr sz="4800"/>
            </a:lvl1pPr>
          </a:lstStyle>
          <a:p>
            <a:r>
              <a:rPr lang="en-US"/>
              <a:t>Click to edit Master title style</a:t>
            </a:r>
          </a:p>
        </p:txBody>
      </p:sp>
      <p:sp>
        <p:nvSpPr>
          <p:cNvPr id="6" name="Date Placeholder 5">
            <a:extLst>
              <a:ext uri="{FF2B5EF4-FFF2-40B4-BE49-F238E27FC236}">
                <a16:creationId xmlns:a16="http://schemas.microsoft.com/office/drawing/2014/main" id="{A4A388B3-FA4E-30F1-CC6B-BEF5D50CA00B}"/>
              </a:ext>
            </a:extLst>
          </p:cNvPr>
          <p:cNvSpPr>
            <a:spLocks noGrp="1"/>
          </p:cNvSpPr>
          <p:nvPr>
            <p:ph type="dt" sz="half" idx="14"/>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7" name="Footer Placeholder 6">
            <a:extLst>
              <a:ext uri="{FF2B5EF4-FFF2-40B4-BE49-F238E27FC236}">
                <a16:creationId xmlns:a16="http://schemas.microsoft.com/office/drawing/2014/main" id="{8AC7AD12-0DD4-D7FD-F186-59426836A189}"/>
              </a:ext>
            </a:extLst>
          </p:cNvPr>
          <p:cNvSpPr>
            <a:spLocks noGrp="1"/>
          </p:cNvSpPr>
          <p:nvPr>
            <p:ph type="ftr" sz="quarter" idx="15"/>
          </p:nvPr>
        </p:nvSpPr>
        <p:spPr/>
        <p:txBody>
          <a:bodyPr/>
          <a:lstStyle/>
          <a:p>
            <a:pPr>
              <a:spcBef>
                <a:spcPts val="1000"/>
              </a:spcBef>
              <a:buFont typeface="Arial" panose="020B0604020202020204" pitchFamily="34" charset="0"/>
              <a:buNone/>
            </a:pPr>
            <a:r>
              <a:rPr lang="en-US"/>
              <a:t>Presentation Title | Author | Date</a:t>
            </a:r>
          </a:p>
        </p:txBody>
      </p:sp>
      <p:sp>
        <p:nvSpPr>
          <p:cNvPr id="8" name="Slide Number Placeholder 7">
            <a:extLst>
              <a:ext uri="{FF2B5EF4-FFF2-40B4-BE49-F238E27FC236}">
                <a16:creationId xmlns:a16="http://schemas.microsoft.com/office/drawing/2014/main" id="{18457B4D-EEFD-198C-15F3-0A77696494B6}"/>
              </a:ext>
            </a:extLst>
          </p:cNvPr>
          <p:cNvSpPr>
            <a:spLocks noGrp="1"/>
          </p:cNvSpPr>
          <p:nvPr>
            <p:ph type="sldNum" sz="quarter" idx="16"/>
          </p:nvPr>
        </p:nvSpPr>
        <p:spPr/>
        <p:txBody>
          <a:bodyPr/>
          <a:lstStyle/>
          <a:p>
            <a:pPr algn="r"/>
            <a:fld id="{5D9A5160-6218-4E5A-B9E6-B93E3DAE377C}" type="slidenum">
              <a:rPr lang="en-US" smtClean="0"/>
              <a:pPr algn="r"/>
              <a:t>‹#›</a:t>
            </a:fld>
            <a:endParaRPr lang="en-US"/>
          </a:p>
        </p:txBody>
      </p:sp>
      <p:sp>
        <p:nvSpPr>
          <p:cNvPr id="3" name="Logo Placeholder 7">
            <a:extLst>
              <a:ext uri="{FF2B5EF4-FFF2-40B4-BE49-F238E27FC236}">
                <a16:creationId xmlns:a16="http://schemas.microsoft.com/office/drawing/2014/main" id="{A02DCE88-CA65-30A1-6856-6512EDFE9CFF}"/>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Tree>
    <p:extLst>
      <p:ext uri="{BB962C8B-B14F-4D97-AF65-F5344CB8AC3E}">
        <p14:creationId xmlns:p14="http://schemas.microsoft.com/office/powerpoint/2010/main" val="711992375"/>
      </p:ext>
    </p:extLst>
  </p:cSld>
  <p:clrMapOvr>
    <a:masterClrMapping/>
  </p:clrMapOvr>
</p:sldLayout>
</file>

<file path=ppt/slideLayouts/slideLayout264.xml><?xml version="1.0" encoding="utf-8"?>
<p:sldLayout xmlns:a="http://schemas.openxmlformats.org/drawingml/2006/main" xmlns:r="http://schemas.openxmlformats.org/officeDocument/2006/relationships" xmlns:p="http://schemas.openxmlformats.org/presentationml/2006/main" showMasterSp="0" preserve="1" userDrawn="1">
  <p:cSld name="End Slide 1">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BE9A7C0-1B19-CA66-4300-296F0EE9926E}"/>
              </a:ext>
            </a:extLst>
          </p:cNvPr>
          <p:cNvSpPr/>
          <p:nvPr userDrawn="1">
            <p:custDataLst>
              <p:tags r:id="rId1"/>
            </p:custDataLst>
          </p:nvPr>
        </p:nvSpPr>
        <p:spPr>
          <a:xfrm>
            <a:off x="6096000" y="854464"/>
            <a:ext cx="2240280" cy="1031051"/>
          </a:xfrm>
          <a:prstGeom prst="rect">
            <a:avLst/>
          </a:prstGeom>
        </p:spPr>
        <p:txBody>
          <a:bodyPr wrap="square" lIns="0" tIns="0" rIns="0" bIns="0">
            <a:spAutoFit/>
          </a:bodyPr>
          <a:lstStyle/>
          <a:p>
            <a:pPr>
              <a:spcAft>
                <a:spcPts val="600"/>
              </a:spcAft>
            </a:pPr>
            <a:r>
              <a:rPr lang="en-US" sz="1200" b="0" i="0">
                <a:solidFill>
                  <a:schemeClr val="bg2"/>
                </a:solidFill>
                <a:cs typeface="Arial"/>
              </a:rPr>
              <a:t>Name, Last Name</a:t>
            </a:r>
          </a:p>
          <a:p>
            <a:pPr>
              <a:lnSpc>
                <a:spcPts val="1200"/>
              </a:lnSpc>
            </a:pPr>
            <a:r>
              <a:rPr lang="en-US" sz="1000" b="0" i="0">
                <a:solidFill>
                  <a:schemeClr val="bg2"/>
                </a:solidFill>
                <a:cs typeface="Arial"/>
              </a:rPr>
              <a:t>Title/Role</a:t>
            </a:r>
          </a:p>
          <a:p>
            <a:pPr>
              <a:lnSpc>
                <a:spcPts val="1200"/>
              </a:lnSpc>
            </a:pPr>
            <a:r>
              <a:rPr lang="en-US" sz="1000" b="0" i="0">
                <a:solidFill>
                  <a:schemeClr val="bg2"/>
                </a:solidFill>
                <a:cs typeface="Arial"/>
              </a:rPr>
              <a:t>Capgemini Office (Optional)</a:t>
            </a:r>
          </a:p>
          <a:p>
            <a:pPr>
              <a:lnSpc>
                <a:spcPts val="1200"/>
              </a:lnSpc>
            </a:pPr>
            <a:r>
              <a:rPr lang="en-US" sz="1000" b="0" i="0">
                <a:solidFill>
                  <a:schemeClr val="bg2"/>
                </a:solidFill>
                <a:cs typeface="Arial"/>
              </a:rPr>
              <a:t>Address Line 1</a:t>
            </a:r>
          </a:p>
          <a:p>
            <a:pPr>
              <a:lnSpc>
                <a:spcPts val="1200"/>
              </a:lnSpc>
            </a:pPr>
            <a:r>
              <a:rPr lang="en-US" sz="1000" b="0" i="0">
                <a:solidFill>
                  <a:schemeClr val="bg2"/>
                </a:solidFill>
                <a:cs typeface="Arial"/>
              </a:rPr>
              <a:t>Address Line 2 </a:t>
            </a:r>
          </a:p>
          <a:p>
            <a:pPr>
              <a:lnSpc>
                <a:spcPts val="1200"/>
              </a:lnSpc>
            </a:pPr>
            <a:r>
              <a:rPr lang="en-US" sz="1000" b="0" i="0">
                <a:solidFill>
                  <a:schemeClr val="bg2"/>
                </a:solidFill>
                <a:cs typeface="Arial"/>
              </a:rPr>
              <a:t>Address Line 3</a:t>
            </a:r>
          </a:p>
        </p:txBody>
      </p:sp>
      <p:sp>
        <p:nvSpPr>
          <p:cNvPr id="8" name="Rectangle 7">
            <a:extLst>
              <a:ext uri="{FF2B5EF4-FFF2-40B4-BE49-F238E27FC236}">
                <a16:creationId xmlns:a16="http://schemas.microsoft.com/office/drawing/2014/main" id="{BC47918D-2D25-E44E-317A-2C575CFA6201}"/>
              </a:ext>
            </a:extLst>
          </p:cNvPr>
          <p:cNvSpPr/>
          <p:nvPr userDrawn="1">
            <p:custDataLst>
              <p:tags r:id="rId2"/>
            </p:custDataLst>
          </p:nvPr>
        </p:nvSpPr>
        <p:spPr>
          <a:xfrm>
            <a:off x="9499996" y="854464"/>
            <a:ext cx="2240280" cy="1031051"/>
          </a:xfrm>
          <a:prstGeom prst="rect">
            <a:avLst/>
          </a:prstGeom>
        </p:spPr>
        <p:txBody>
          <a:bodyPr wrap="square" lIns="0" tIns="0" rIns="0" bIns="0">
            <a:spAutoFit/>
          </a:bodyPr>
          <a:lstStyle/>
          <a:p>
            <a:pPr>
              <a:spcAft>
                <a:spcPts val="600"/>
              </a:spcAft>
            </a:pPr>
            <a:r>
              <a:rPr lang="en-US" sz="1200" b="0" i="0">
                <a:solidFill>
                  <a:schemeClr val="bg2"/>
                </a:solidFill>
                <a:cs typeface="Arial"/>
              </a:rPr>
              <a:t>Name, Last Name</a:t>
            </a:r>
          </a:p>
          <a:p>
            <a:pPr>
              <a:lnSpc>
                <a:spcPts val="1200"/>
              </a:lnSpc>
            </a:pPr>
            <a:r>
              <a:rPr lang="en-US" sz="1000" b="0" i="0">
                <a:solidFill>
                  <a:schemeClr val="bg2"/>
                </a:solidFill>
                <a:cs typeface="Arial"/>
              </a:rPr>
              <a:t>Title/Role</a:t>
            </a:r>
          </a:p>
          <a:p>
            <a:pPr>
              <a:lnSpc>
                <a:spcPts val="1200"/>
              </a:lnSpc>
            </a:pPr>
            <a:r>
              <a:rPr lang="en-US" sz="1000" b="0" i="0">
                <a:solidFill>
                  <a:schemeClr val="bg2"/>
                </a:solidFill>
                <a:cs typeface="Arial"/>
              </a:rPr>
              <a:t>Capgemini Office (Optional)</a:t>
            </a:r>
          </a:p>
          <a:p>
            <a:pPr>
              <a:lnSpc>
                <a:spcPts val="1200"/>
              </a:lnSpc>
            </a:pPr>
            <a:r>
              <a:rPr lang="en-US" sz="1000" b="0" i="0">
                <a:solidFill>
                  <a:schemeClr val="bg2"/>
                </a:solidFill>
                <a:cs typeface="Arial"/>
              </a:rPr>
              <a:t>Address Line 1</a:t>
            </a:r>
          </a:p>
          <a:p>
            <a:pPr>
              <a:lnSpc>
                <a:spcPts val="1200"/>
              </a:lnSpc>
            </a:pPr>
            <a:r>
              <a:rPr lang="en-US" sz="1000" b="0" i="0">
                <a:solidFill>
                  <a:schemeClr val="bg2"/>
                </a:solidFill>
                <a:cs typeface="Arial"/>
              </a:rPr>
              <a:t>Address Line 2 </a:t>
            </a:r>
          </a:p>
          <a:p>
            <a:pPr>
              <a:lnSpc>
                <a:spcPts val="1200"/>
              </a:lnSpc>
            </a:pPr>
            <a:r>
              <a:rPr lang="en-US" sz="1000" b="0" i="0">
                <a:solidFill>
                  <a:schemeClr val="bg2"/>
                </a:solidFill>
                <a:cs typeface="Arial"/>
              </a:rPr>
              <a:t>Address Line 3</a:t>
            </a:r>
          </a:p>
        </p:txBody>
      </p:sp>
      <p:sp>
        <p:nvSpPr>
          <p:cNvPr id="9" name="Rectangle 8">
            <a:extLst>
              <a:ext uri="{FF2B5EF4-FFF2-40B4-BE49-F238E27FC236}">
                <a16:creationId xmlns:a16="http://schemas.microsoft.com/office/drawing/2014/main" id="{223DD2BC-6CFE-2C0D-CC83-30E20FA868FB}"/>
              </a:ext>
            </a:extLst>
          </p:cNvPr>
          <p:cNvSpPr/>
          <p:nvPr userDrawn="1">
            <p:custDataLst>
              <p:tags r:id="rId3"/>
            </p:custDataLst>
          </p:nvPr>
        </p:nvSpPr>
        <p:spPr>
          <a:xfrm>
            <a:off x="6096000" y="2118389"/>
            <a:ext cx="2240280" cy="1031051"/>
          </a:xfrm>
          <a:prstGeom prst="rect">
            <a:avLst/>
          </a:prstGeom>
        </p:spPr>
        <p:txBody>
          <a:bodyPr wrap="square" lIns="0" tIns="0" rIns="0" bIns="0">
            <a:spAutoFit/>
          </a:bodyPr>
          <a:lstStyle/>
          <a:p>
            <a:pPr>
              <a:spcAft>
                <a:spcPts val="600"/>
              </a:spcAft>
            </a:pPr>
            <a:r>
              <a:rPr lang="en-US" sz="1200" b="0" i="0">
                <a:solidFill>
                  <a:schemeClr val="bg2"/>
                </a:solidFill>
                <a:cs typeface="Arial"/>
              </a:rPr>
              <a:t>Name, Last Name</a:t>
            </a:r>
          </a:p>
          <a:p>
            <a:pPr>
              <a:lnSpc>
                <a:spcPts val="1200"/>
              </a:lnSpc>
            </a:pPr>
            <a:r>
              <a:rPr lang="en-US" sz="1000" b="0" i="0">
                <a:solidFill>
                  <a:schemeClr val="bg2"/>
                </a:solidFill>
                <a:cs typeface="Arial"/>
              </a:rPr>
              <a:t>Title/Role</a:t>
            </a:r>
          </a:p>
          <a:p>
            <a:pPr>
              <a:lnSpc>
                <a:spcPts val="1200"/>
              </a:lnSpc>
            </a:pPr>
            <a:r>
              <a:rPr lang="en-US" sz="1000" b="0" i="0">
                <a:solidFill>
                  <a:schemeClr val="bg2"/>
                </a:solidFill>
                <a:cs typeface="Arial"/>
              </a:rPr>
              <a:t>Capgemini Office (Optional)</a:t>
            </a:r>
          </a:p>
          <a:p>
            <a:pPr>
              <a:lnSpc>
                <a:spcPts val="1200"/>
              </a:lnSpc>
            </a:pPr>
            <a:r>
              <a:rPr lang="en-US" sz="1000" b="0" i="0">
                <a:solidFill>
                  <a:schemeClr val="bg2"/>
                </a:solidFill>
                <a:cs typeface="Arial"/>
              </a:rPr>
              <a:t>Address Line 1</a:t>
            </a:r>
          </a:p>
          <a:p>
            <a:pPr>
              <a:lnSpc>
                <a:spcPts val="1200"/>
              </a:lnSpc>
            </a:pPr>
            <a:r>
              <a:rPr lang="en-US" sz="1000" b="0" i="0">
                <a:solidFill>
                  <a:schemeClr val="bg2"/>
                </a:solidFill>
                <a:cs typeface="Arial"/>
              </a:rPr>
              <a:t>Address Line 2 </a:t>
            </a:r>
          </a:p>
          <a:p>
            <a:pPr>
              <a:lnSpc>
                <a:spcPts val="1200"/>
              </a:lnSpc>
            </a:pPr>
            <a:r>
              <a:rPr lang="en-US" sz="1000" b="0" i="0">
                <a:solidFill>
                  <a:schemeClr val="bg2"/>
                </a:solidFill>
                <a:cs typeface="Arial"/>
              </a:rPr>
              <a:t>Address Line 3</a:t>
            </a:r>
          </a:p>
        </p:txBody>
      </p:sp>
      <p:sp>
        <p:nvSpPr>
          <p:cNvPr id="10" name="Rectangle 9">
            <a:extLst>
              <a:ext uri="{FF2B5EF4-FFF2-40B4-BE49-F238E27FC236}">
                <a16:creationId xmlns:a16="http://schemas.microsoft.com/office/drawing/2014/main" id="{4CD48234-BC4B-8C1A-A80D-4730B8F6FA54}"/>
              </a:ext>
            </a:extLst>
          </p:cNvPr>
          <p:cNvSpPr/>
          <p:nvPr userDrawn="1">
            <p:custDataLst>
              <p:tags r:id="rId4"/>
            </p:custDataLst>
          </p:nvPr>
        </p:nvSpPr>
        <p:spPr>
          <a:xfrm>
            <a:off x="9499996" y="2118389"/>
            <a:ext cx="2240280" cy="1031051"/>
          </a:xfrm>
          <a:prstGeom prst="rect">
            <a:avLst/>
          </a:prstGeom>
        </p:spPr>
        <p:txBody>
          <a:bodyPr wrap="square" lIns="0" tIns="0" rIns="0" bIns="0">
            <a:spAutoFit/>
          </a:bodyPr>
          <a:lstStyle/>
          <a:p>
            <a:pPr>
              <a:spcAft>
                <a:spcPts val="600"/>
              </a:spcAft>
            </a:pPr>
            <a:r>
              <a:rPr lang="en-US" sz="1200" b="0" i="0">
                <a:solidFill>
                  <a:schemeClr val="bg2"/>
                </a:solidFill>
                <a:cs typeface="Arial"/>
              </a:rPr>
              <a:t>Name, Last Name</a:t>
            </a:r>
          </a:p>
          <a:p>
            <a:pPr>
              <a:lnSpc>
                <a:spcPts val="1200"/>
              </a:lnSpc>
            </a:pPr>
            <a:r>
              <a:rPr lang="en-US" sz="1000" b="0" i="0">
                <a:solidFill>
                  <a:schemeClr val="bg2"/>
                </a:solidFill>
                <a:cs typeface="Arial"/>
              </a:rPr>
              <a:t>Title/Role</a:t>
            </a:r>
          </a:p>
          <a:p>
            <a:pPr>
              <a:lnSpc>
                <a:spcPts val="1200"/>
              </a:lnSpc>
            </a:pPr>
            <a:r>
              <a:rPr lang="en-US" sz="1000" b="0" i="0">
                <a:solidFill>
                  <a:schemeClr val="bg2"/>
                </a:solidFill>
                <a:cs typeface="Arial"/>
              </a:rPr>
              <a:t>Capgemini Office (Optional)</a:t>
            </a:r>
          </a:p>
          <a:p>
            <a:pPr>
              <a:lnSpc>
                <a:spcPts val="1200"/>
              </a:lnSpc>
            </a:pPr>
            <a:r>
              <a:rPr lang="en-US" sz="1000" b="0" i="0">
                <a:solidFill>
                  <a:schemeClr val="bg2"/>
                </a:solidFill>
                <a:cs typeface="Arial"/>
              </a:rPr>
              <a:t>Address Line 1</a:t>
            </a:r>
          </a:p>
          <a:p>
            <a:pPr>
              <a:lnSpc>
                <a:spcPts val="1200"/>
              </a:lnSpc>
            </a:pPr>
            <a:r>
              <a:rPr lang="en-US" sz="1000" b="0" i="0">
                <a:solidFill>
                  <a:schemeClr val="bg2"/>
                </a:solidFill>
                <a:cs typeface="Arial"/>
              </a:rPr>
              <a:t>Address Line 2 </a:t>
            </a:r>
          </a:p>
          <a:p>
            <a:pPr>
              <a:lnSpc>
                <a:spcPts val="1200"/>
              </a:lnSpc>
            </a:pPr>
            <a:r>
              <a:rPr lang="en-US" sz="1000" b="0" i="0">
                <a:solidFill>
                  <a:schemeClr val="bg2"/>
                </a:solidFill>
                <a:cs typeface="Arial"/>
              </a:rPr>
              <a:t>Address Line 3</a:t>
            </a:r>
          </a:p>
        </p:txBody>
      </p:sp>
      <p:sp>
        <p:nvSpPr>
          <p:cNvPr id="12" name="Rectangle 11">
            <a:extLst>
              <a:ext uri="{FF2B5EF4-FFF2-40B4-BE49-F238E27FC236}">
                <a16:creationId xmlns:a16="http://schemas.microsoft.com/office/drawing/2014/main" id="{F2AB464E-5373-7E4D-F692-A0E675F2B196}"/>
              </a:ext>
            </a:extLst>
          </p:cNvPr>
          <p:cNvSpPr/>
          <p:nvPr userDrawn="1"/>
        </p:nvSpPr>
        <p:spPr>
          <a:xfrm>
            <a:off x="8904288" y="6053226"/>
            <a:ext cx="2879725" cy="400110"/>
          </a:xfrm>
          <a:prstGeom prst="rect">
            <a:avLst/>
          </a:prstGeom>
        </p:spPr>
        <p:txBody>
          <a:bodyPr wrap="square" lIns="0" tIns="0" rIns="0" bIns="0" anchor="b" anchorCtr="0">
            <a:spAutoFit/>
          </a:bodyPr>
          <a:lstStyle/>
          <a:p>
            <a:pPr>
              <a:spcAft>
                <a:spcPts val="600"/>
              </a:spcAft>
            </a:pPr>
            <a:r>
              <a:rPr lang="en-US" sz="700" b="0" i="0" noProof="0">
                <a:solidFill>
                  <a:schemeClr val="bg2"/>
                </a:solidFill>
                <a:latin typeface="+mn-lt"/>
                <a:cs typeface="Arial"/>
              </a:rPr>
              <a:t>This presentation contains information that may be privileged or confidential and is the property of the Capgemini Group.</a:t>
            </a:r>
          </a:p>
          <a:p>
            <a:pPr>
              <a:spcAft>
                <a:spcPts val="600"/>
              </a:spcAft>
            </a:pPr>
            <a:r>
              <a:rPr lang="en-US" sz="700" b="0" i="0" noProof="0">
                <a:solidFill>
                  <a:schemeClr val="bg2"/>
                </a:solidFill>
                <a:latin typeface="+mn-lt"/>
                <a:cs typeface="Arial"/>
              </a:rPr>
              <a:t>Copyright © 2025 Capgemini. All rights reserved.</a:t>
            </a:r>
          </a:p>
        </p:txBody>
      </p:sp>
      <p:grpSp>
        <p:nvGrpSpPr>
          <p:cNvPr id="13" name="Group 2">
            <a:extLst>
              <a:ext uri="{FF2B5EF4-FFF2-40B4-BE49-F238E27FC236}">
                <a16:creationId xmlns:a16="http://schemas.microsoft.com/office/drawing/2014/main" id="{05772BD3-A81C-1CF6-82C7-FB11ED473A69}"/>
              </a:ext>
            </a:extLst>
          </p:cNvPr>
          <p:cNvGrpSpPr>
            <a:grpSpLocks noChangeAspect="1"/>
          </p:cNvGrpSpPr>
          <p:nvPr userDrawn="1"/>
        </p:nvGrpSpPr>
        <p:grpSpPr>
          <a:xfrm>
            <a:off x="550863" y="6021288"/>
            <a:ext cx="1872000" cy="420870"/>
            <a:chOff x="5094083" y="5360390"/>
            <a:chExt cx="3039349" cy="683316"/>
          </a:xfrm>
          <a:solidFill>
            <a:schemeClr val="bg1"/>
          </a:solidFill>
        </p:grpSpPr>
        <p:sp>
          <p:nvSpPr>
            <p:cNvPr id="14" name="Freeform: Shape 4">
              <a:extLst>
                <a:ext uri="{FF2B5EF4-FFF2-40B4-BE49-F238E27FC236}">
                  <a16:creationId xmlns:a16="http://schemas.microsoft.com/office/drawing/2014/main" id="{65F4C06B-3F4B-043B-465F-2B296AB672AA}"/>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lstStyle/>
            <a:p>
              <a:endParaRPr lang="en-US" sz="1800">
                <a:solidFill>
                  <a:schemeClr val="bg2"/>
                </a:solidFill>
              </a:endParaRPr>
            </a:p>
          </p:txBody>
        </p:sp>
        <p:sp>
          <p:nvSpPr>
            <p:cNvPr id="15" name="Freeform: Shape 5">
              <a:extLst>
                <a:ext uri="{FF2B5EF4-FFF2-40B4-BE49-F238E27FC236}">
                  <a16:creationId xmlns:a16="http://schemas.microsoft.com/office/drawing/2014/main" id="{0453F664-4E3E-18BB-40D3-004FB3A82BF3}"/>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lstStyle/>
            <a:p>
              <a:endParaRPr lang="en-US" sz="1800">
                <a:solidFill>
                  <a:schemeClr val="bg2"/>
                </a:solidFill>
              </a:endParaRPr>
            </a:p>
          </p:txBody>
        </p:sp>
        <p:sp>
          <p:nvSpPr>
            <p:cNvPr id="16" name="Freeform: Shape 6">
              <a:extLst>
                <a:ext uri="{FF2B5EF4-FFF2-40B4-BE49-F238E27FC236}">
                  <a16:creationId xmlns:a16="http://schemas.microsoft.com/office/drawing/2014/main" id="{3AB8D922-277A-8D02-3B17-31150F2469B1}"/>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lstStyle/>
            <a:p>
              <a:endParaRPr lang="en-US" sz="1800">
                <a:solidFill>
                  <a:schemeClr val="bg2"/>
                </a:solidFill>
              </a:endParaRPr>
            </a:p>
          </p:txBody>
        </p:sp>
        <p:sp>
          <p:nvSpPr>
            <p:cNvPr id="17" name="Freeform: Shape 7">
              <a:extLst>
                <a:ext uri="{FF2B5EF4-FFF2-40B4-BE49-F238E27FC236}">
                  <a16:creationId xmlns:a16="http://schemas.microsoft.com/office/drawing/2014/main" id="{3D3851EE-A1E2-2A22-50AE-7CA5E1ABE91F}"/>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lstStyle/>
            <a:p>
              <a:endParaRPr lang="en-US" sz="1800">
                <a:solidFill>
                  <a:schemeClr val="bg2"/>
                </a:solidFill>
              </a:endParaRPr>
            </a:p>
          </p:txBody>
        </p:sp>
        <p:sp>
          <p:nvSpPr>
            <p:cNvPr id="18" name="Freeform: Shape 8">
              <a:extLst>
                <a:ext uri="{FF2B5EF4-FFF2-40B4-BE49-F238E27FC236}">
                  <a16:creationId xmlns:a16="http://schemas.microsoft.com/office/drawing/2014/main" id="{5A7D9DCF-973E-E84F-5D6E-861D2543EC15}"/>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lstStyle/>
            <a:p>
              <a:endParaRPr lang="en-US" sz="1800">
                <a:solidFill>
                  <a:schemeClr val="bg2"/>
                </a:solidFill>
              </a:endParaRPr>
            </a:p>
          </p:txBody>
        </p:sp>
      </p:grpSp>
      <p:sp>
        <p:nvSpPr>
          <p:cNvPr id="46" name="Rectangle 45">
            <a:extLst>
              <a:ext uri="{FF2B5EF4-FFF2-40B4-BE49-F238E27FC236}">
                <a16:creationId xmlns:a16="http://schemas.microsoft.com/office/drawing/2014/main" id="{518C19CA-236B-538A-7BAE-5BEFF8D5CC22}"/>
              </a:ext>
            </a:extLst>
          </p:cNvPr>
          <p:cNvSpPr/>
          <p:nvPr userDrawn="1"/>
        </p:nvSpPr>
        <p:spPr>
          <a:xfrm>
            <a:off x="550863" y="2834640"/>
            <a:ext cx="4345176" cy="8102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US" sz="1100" b="1" i="0" kern="1200">
                <a:solidFill>
                  <a:schemeClr val="accent2"/>
                </a:solidFill>
                <a:latin typeface="+mn-lt"/>
                <a:ea typeface="+mn-ea"/>
                <a:cs typeface="+mn-cs"/>
              </a:rPr>
              <a:t>Make it real.</a:t>
            </a:r>
          </a:p>
          <a:p>
            <a:pPr marL="0" marR="0" lvl="0" indent="0" algn="l" defTabSz="914400" rtl="0" eaLnBrk="1" fontAlgn="auto" latinLnBrk="0" hangingPunct="1">
              <a:lnSpc>
                <a:spcPts val="1200"/>
              </a:lnSpc>
              <a:spcBef>
                <a:spcPts val="0"/>
              </a:spcBef>
              <a:spcAft>
                <a:spcPts val="0"/>
              </a:spcAft>
              <a:buClrTx/>
              <a:buSzTx/>
              <a:buFontTx/>
              <a:buNone/>
              <a:tabLst/>
              <a:defRPr/>
            </a:pPr>
            <a:r>
              <a:rPr lang="en-US" sz="1050" b="0" i="0">
                <a:solidFill>
                  <a:schemeClr val="bg2"/>
                </a:solidFill>
                <a:latin typeface="+mn-lt"/>
              </a:rPr>
              <a:t>w</a:t>
            </a:r>
            <a:r>
              <a:rPr lang="en-US" sz="1050">
                <a:solidFill>
                  <a:schemeClr val="bg2"/>
                </a:solidFill>
                <a:latin typeface="+mn-lt"/>
              </a:rPr>
              <a:t>ww.capgemini.com</a:t>
            </a:r>
          </a:p>
        </p:txBody>
      </p:sp>
      <p:sp>
        <p:nvSpPr>
          <p:cNvPr id="47" name="Rectangle 46">
            <a:extLst>
              <a:ext uri="{FF2B5EF4-FFF2-40B4-BE49-F238E27FC236}">
                <a16:creationId xmlns:a16="http://schemas.microsoft.com/office/drawing/2014/main" id="{5177A11C-B996-1AA2-5148-35CA703F28CC}"/>
              </a:ext>
            </a:extLst>
          </p:cNvPr>
          <p:cNvSpPr/>
          <p:nvPr userDrawn="1"/>
        </p:nvSpPr>
        <p:spPr>
          <a:xfrm>
            <a:off x="550864" y="854464"/>
            <a:ext cx="4248471" cy="185445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indent="0" algn="just" defTabSz="914400" rtl="0" eaLnBrk="1" fontAlgn="auto" latinLnBrk="0" hangingPunct="1">
              <a:lnSpc>
                <a:spcPct val="100000"/>
              </a:lnSpc>
              <a:spcBef>
                <a:spcPts val="0"/>
              </a:spcBef>
              <a:spcAft>
                <a:spcPts val="1200"/>
              </a:spcAft>
              <a:buClrTx/>
              <a:buSzTx/>
              <a:buFontTx/>
              <a:buNone/>
              <a:tabLst/>
              <a:defRPr/>
            </a:pPr>
            <a:r>
              <a:rPr kumimoji="0" lang="en-US" sz="1400" b="0" i="0" u="none" strike="noStrike" kern="1200" cap="none" spc="0" normalizeH="0" baseline="0" noProof="0">
                <a:ln>
                  <a:noFill/>
                </a:ln>
                <a:solidFill>
                  <a:schemeClr val="bg2"/>
                </a:solidFill>
                <a:effectLst/>
                <a:uLnTx/>
                <a:uFillTx/>
                <a:latin typeface="+mn-lt"/>
                <a:ea typeface="+mn-ea"/>
                <a:cs typeface="+mn-cs"/>
              </a:rPr>
              <a:t>About Capgemini</a:t>
            </a:r>
          </a:p>
          <a:p>
            <a:pPr marL="0" marR="0" indent="0" algn="just" defTabSz="914400" rtl="0" eaLnBrk="1" fontAlgn="auto" latinLnBrk="0" hangingPunct="1">
              <a:lnSpc>
                <a:spcPct val="100000"/>
              </a:lnSpc>
              <a:spcBef>
                <a:spcPts val="0"/>
              </a:spcBef>
              <a:spcAft>
                <a:spcPts val="0"/>
              </a:spcAft>
              <a:buClrTx/>
              <a:buSzTx/>
              <a:buFontTx/>
              <a:buNone/>
              <a:tabLst/>
              <a:defRPr/>
            </a:pPr>
            <a:r>
              <a:rPr lang="en-GB" sz="900"/>
              <a:t>Capgemini is an AI-powered global business and technology transformation partner, delivering tangible business value. We imagine the future of organizations and make it real with AI, technology and people. With our strong heritage of nearly 60 years, we are a responsible and diverse group of 420,000 team members in more than 50 countries. We deliver end-to-end services and solutions with our deep industry expertise and strong partner ecosystem, leveraging our capabilities across strategy, technology, design, engineering and business operations. The Group reported 2024 global revenues of €22.1 billion.</a:t>
            </a:r>
            <a:endParaRPr lang="en-US" sz="900" b="0" i="0">
              <a:solidFill>
                <a:schemeClr val="bg2"/>
              </a:solidFill>
              <a:effectLst/>
              <a:latin typeface="+mn-lt"/>
              <a:ea typeface="Calibri" panose="020F0502020204030204" pitchFamily="34" charset="0"/>
            </a:endParaRPr>
          </a:p>
        </p:txBody>
      </p:sp>
      <p:sp>
        <p:nvSpPr>
          <p:cNvPr id="2" name="Rectangle 1">
            <a:extLst>
              <a:ext uri="{FF2B5EF4-FFF2-40B4-BE49-F238E27FC236}">
                <a16:creationId xmlns:a16="http://schemas.microsoft.com/office/drawing/2014/main" id="{B4F0B3F9-CBA2-7856-C464-2561C30F55EA}"/>
              </a:ext>
            </a:extLst>
          </p:cNvPr>
          <p:cNvSpPr/>
          <p:nvPr userDrawn="1"/>
        </p:nvSpPr>
        <p:spPr>
          <a:xfrm>
            <a:off x="470430" y="3657600"/>
            <a:ext cx="4345176" cy="55431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l" defTabSz="914400" rtl="0" eaLnBrk="1" fontAlgn="auto" latinLnBrk="0" hangingPunct="1">
              <a:lnSpc>
                <a:spcPts val="1200"/>
              </a:lnSpc>
              <a:spcBef>
                <a:spcPts val="0"/>
              </a:spcBef>
              <a:spcAft>
                <a:spcPts val="0"/>
              </a:spcAft>
              <a:buClrTx/>
              <a:buSzTx/>
              <a:buFontTx/>
              <a:buNone/>
              <a:tabLst/>
              <a:defRPr/>
            </a:pPr>
            <a:endParaRPr lang="en-US" sz="1600">
              <a:solidFill>
                <a:schemeClr val="bg2"/>
              </a:solidFill>
              <a:latin typeface="Ubuntu" panose="020B0504030602030204" pitchFamily="34" charset="0"/>
            </a:endParaRPr>
          </a:p>
        </p:txBody>
      </p:sp>
      <p:grpSp>
        <p:nvGrpSpPr>
          <p:cNvPr id="19" name="Group 18">
            <a:extLst>
              <a:ext uri="{FF2B5EF4-FFF2-40B4-BE49-F238E27FC236}">
                <a16:creationId xmlns:a16="http://schemas.microsoft.com/office/drawing/2014/main" id="{A5610925-F855-014F-3846-A33BD39AE7CF}"/>
              </a:ext>
            </a:extLst>
          </p:cNvPr>
          <p:cNvGrpSpPr/>
          <p:nvPr userDrawn="1"/>
        </p:nvGrpSpPr>
        <p:grpSpPr>
          <a:xfrm>
            <a:off x="8904288" y="5569004"/>
            <a:ext cx="1951070" cy="335280"/>
            <a:chOff x="8904288" y="5569004"/>
            <a:chExt cx="1951070" cy="335280"/>
          </a:xfrm>
        </p:grpSpPr>
        <p:pic>
          <p:nvPicPr>
            <p:cNvPr id="20" name="Picture 19">
              <a:hlinkClick r:id="rId6"/>
              <a:extLst>
                <a:ext uri="{FF2B5EF4-FFF2-40B4-BE49-F238E27FC236}">
                  <a16:creationId xmlns:a16="http://schemas.microsoft.com/office/drawing/2014/main" id="{24FCF918-8BD0-16D2-F339-AA3D847D0A13}"/>
                </a:ext>
              </a:extLst>
            </p:cNvPr>
            <p:cNvPicPr>
              <a:picLocks noChangeAspect="1"/>
            </p:cNvPicPr>
            <p:nvPr userDrawn="1"/>
          </p:nvPicPr>
          <p:blipFill rotWithShape="1">
            <a:blip r:embed="rId7" cstate="screen">
              <a:lum bright="70000" contrast="-70000"/>
              <a:extLst>
                <a:ext uri="{BEBA8EAE-BF5A-486C-A8C5-ECC9F3942E4B}">
                  <a14:imgProps xmlns:a14="http://schemas.microsoft.com/office/drawing/2010/main">
                    <a14:imgLayer r:embed="rId8">
                      <a14:imgEffect>
                        <a14:artisticPhotocopy/>
                      </a14:imgEffect>
                    </a14:imgLayer>
                  </a14:imgProps>
                </a:ext>
                <a:ext uri="{28A0092B-C50C-407E-A947-70E740481C1C}">
                  <a14:useLocalDpi xmlns:a14="http://schemas.microsoft.com/office/drawing/2010/main"/>
                </a:ext>
              </a:extLst>
            </a:blip>
            <a:srcRect l="-15803" t="-15499" r="-15008" b="-15313"/>
            <a:stretch>
              <a:fillRect/>
            </a:stretch>
          </p:blipFill>
          <p:spPr>
            <a:xfrm>
              <a:off x="10520558" y="5569004"/>
              <a:ext cx="334800" cy="334800"/>
            </a:xfrm>
            <a:prstGeom prst="ellipse">
              <a:avLst/>
            </a:prstGeom>
            <a:ln>
              <a:solidFill>
                <a:srgbClr val="FFFFFF"/>
              </a:solidFill>
            </a:ln>
          </p:spPr>
        </p:pic>
        <p:pic>
          <p:nvPicPr>
            <p:cNvPr id="22" name="Picture 21">
              <a:hlinkClick r:id="rId9"/>
              <a:extLst>
                <a:ext uri="{FF2B5EF4-FFF2-40B4-BE49-F238E27FC236}">
                  <a16:creationId xmlns:a16="http://schemas.microsoft.com/office/drawing/2014/main" id="{43FFB736-D24D-5661-8C87-A4FA45684F22}"/>
                </a:ext>
              </a:extLst>
            </p:cNvPr>
            <p:cNvPicPr>
              <a:picLocks noChangeAspect="1"/>
            </p:cNvPicPr>
            <p:nvPr userDrawn="1"/>
          </p:nvPicPr>
          <p:blipFill rotWithShape="1">
            <a:blip r:embed="rId10" cstate="screen">
              <a:lum bright="70000" contrast="-70000"/>
              <a:extLst>
                <a:ext uri="{BEBA8EAE-BF5A-486C-A8C5-ECC9F3942E4B}">
                  <a14:imgProps xmlns:a14="http://schemas.microsoft.com/office/drawing/2010/main">
                    <a14:imgLayer r:embed="rId11">
                      <a14:imgEffect>
                        <a14:artisticPhotocopy/>
                      </a14:imgEffect>
                    </a14:imgLayer>
                  </a14:imgProps>
                </a:ext>
                <a:ext uri="{28A0092B-C50C-407E-A947-70E740481C1C}">
                  <a14:useLocalDpi xmlns:a14="http://schemas.microsoft.com/office/drawing/2010/main"/>
                </a:ext>
              </a:extLst>
            </a:blip>
            <a:srcRect l="-11970" t="-13244" r="-14518" b="-13244"/>
            <a:stretch>
              <a:fillRect/>
            </a:stretch>
          </p:blipFill>
          <p:spPr>
            <a:xfrm>
              <a:off x="10119213" y="5569004"/>
              <a:ext cx="335280" cy="335280"/>
            </a:xfrm>
            <a:prstGeom prst="ellipse">
              <a:avLst/>
            </a:prstGeom>
            <a:ln>
              <a:solidFill>
                <a:srgbClr val="FFFFFF"/>
              </a:solidFill>
            </a:ln>
          </p:spPr>
        </p:pic>
        <p:pic>
          <p:nvPicPr>
            <p:cNvPr id="23" name="Picture 22">
              <a:hlinkClick r:id="rId12"/>
              <a:extLst>
                <a:ext uri="{FF2B5EF4-FFF2-40B4-BE49-F238E27FC236}">
                  <a16:creationId xmlns:a16="http://schemas.microsoft.com/office/drawing/2014/main" id="{FD54A805-731A-166D-0E90-B161D3D72A48}"/>
                </a:ext>
              </a:extLst>
            </p:cNvPr>
            <p:cNvPicPr>
              <a:picLocks noChangeAspect="1"/>
            </p:cNvPicPr>
            <p:nvPr userDrawn="1"/>
          </p:nvPicPr>
          <p:blipFill rotWithShape="1">
            <a:blip r:embed="rId13" cstate="screen">
              <a:lum bright="70000" contrast="-70000"/>
              <a:extLst>
                <a:ext uri="{BEBA8EAE-BF5A-486C-A8C5-ECC9F3942E4B}">
                  <a14:imgProps xmlns:a14="http://schemas.microsoft.com/office/drawing/2010/main">
                    <a14:imgLayer r:embed="rId14">
                      <a14:imgEffect>
                        <a14:artisticPhotocopy/>
                      </a14:imgEffect>
                    </a14:imgLayer>
                  </a14:imgProps>
                </a:ext>
                <a:ext uri="{28A0092B-C50C-407E-A947-70E740481C1C}">
                  <a14:useLocalDpi xmlns:a14="http://schemas.microsoft.com/office/drawing/2010/main"/>
                </a:ext>
              </a:extLst>
            </a:blip>
            <a:srcRect l="-19298" t="-20188" r="-21078" b="-20188"/>
            <a:stretch>
              <a:fillRect/>
            </a:stretch>
          </p:blipFill>
          <p:spPr>
            <a:xfrm>
              <a:off x="9714238" y="5569004"/>
              <a:ext cx="335280" cy="335280"/>
            </a:xfrm>
            <a:prstGeom prst="ellipse">
              <a:avLst/>
            </a:prstGeom>
            <a:ln>
              <a:solidFill>
                <a:srgbClr val="FFFFFF"/>
              </a:solidFill>
            </a:ln>
          </p:spPr>
        </p:pic>
        <p:pic>
          <p:nvPicPr>
            <p:cNvPr id="24" name="Picture 23">
              <a:hlinkClick r:id="rId15"/>
              <a:extLst>
                <a:ext uri="{FF2B5EF4-FFF2-40B4-BE49-F238E27FC236}">
                  <a16:creationId xmlns:a16="http://schemas.microsoft.com/office/drawing/2014/main" id="{810DB779-E58E-2D08-4480-9915DA0226E2}"/>
                </a:ext>
              </a:extLst>
            </p:cNvPr>
            <p:cNvPicPr>
              <a:picLocks noChangeAspect="1"/>
            </p:cNvPicPr>
            <p:nvPr userDrawn="1"/>
          </p:nvPicPr>
          <p:blipFill rotWithShape="1">
            <a:blip r:embed="rId16" cstate="screen">
              <a:lum bright="70000" contrast="-70000"/>
              <a:extLst>
                <a:ext uri="{BEBA8EAE-BF5A-486C-A8C5-ECC9F3942E4B}">
                  <a14:imgProps xmlns:a14="http://schemas.microsoft.com/office/drawing/2010/main">
                    <a14:imgLayer r:embed="rId17">
                      <a14:imgEffect>
                        <a14:artisticPhotocopy/>
                      </a14:imgEffect>
                    </a14:imgLayer>
                  </a14:imgProps>
                </a:ext>
                <a:ext uri="{28A0092B-C50C-407E-A947-70E740481C1C}">
                  <a14:useLocalDpi xmlns:a14="http://schemas.microsoft.com/office/drawing/2010/main"/>
                </a:ext>
              </a:extLst>
            </a:blip>
            <a:srcRect l="-23025" t="-21407" r="-19995" b="-21613"/>
            <a:stretch>
              <a:fillRect/>
            </a:stretch>
          </p:blipFill>
          <p:spPr>
            <a:xfrm>
              <a:off x="8904288" y="5569004"/>
              <a:ext cx="335280" cy="335280"/>
            </a:xfrm>
            <a:prstGeom prst="ellipse">
              <a:avLst/>
            </a:prstGeom>
            <a:ln>
              <a:solidFill>
                <a:srgbClr val="FFFFFF"/>
              </a:solidFill>
            </a:ln>
          </p:spPr>
        </p:pic>
        <p:pic>
          <p:nvPicPr>
            <p:cNvPr id="25" name="Picture 24">
              <a:hlinkClick r:id="rId18"/>
              <a:extLst>
                <a:ext uri="{FF2B5EF4-FFF2-40B4-BE49-F238E27FC236}">
                  <a16:creationId xmlns:a16="http://schemas.microsoft.com/office/drawing/2014/main" id="{A7DC571B-9383-37DB-3C81-7DAF8A33D562}"/>
                </a:ext>
              </a:extLst>
            </p:cNvPr>
            <p:cNvPicPr>
              <a:picLocks noChangeAspect="1"/>
            </p:cNvPicPr>
            <p:nvPr userDrawn="1"/>
          </p:nvPicPr>
          <p:blipFill rotWithShape="1">
            <a:blip r:embed="rId19" cstate="screen">
              <a:lum bright="70000" contrast="-70000"/>
              <a:extLst>
                <a:ext uri="{BEBA8EAE-BF5A-486C-A8C5-ECC9F3942E4B}">
                  <a14:imgProps xmlns:a14="http://schemas.microsoft.com/office/drawing/2010/main">
                    <a14:imgLayer r:embed="rId20">
                      <a14:imgEffect>
                        <a14:artisticPhotocopy/>
                      </a14:imgEffect>
                    </a14:imgLayer>
                  </a14:imgProps>
                </a:ext>
                <a:ext uri="{28A0092B-C50C-407E-A947-70E740481C1C}">
                  <a14:useLocalDpi xmlns:a14="http://schemas.microsoft.com/office/drawing/2010/main"/>
                </a:ext>
              </a:extLst>
            </a:blip>
            <a:srcRect l="-16187" t="-16601" r="-17015" b="-16601"/>
            <a:stretch>
              <a:fillRect/>
            </a:stretch>
          </p:blipFill>
          <p:spPr>
            <a:xfrm>
              <a:off x="9309263" y="5569004"/>
              <a:ext cx="335280" cy="335280"/>
            </a:xfrm>
            <a:prstGeom prst="ellipse">
              <a:avLst/>
            </a:prstGeom>
            <a:ln>
              <a:solidFill>
                <a:srgbClr val="FFFFFF"/>
              </a:solidFill>
            </a:ln>
          </p:spPr>
        </p:pic>
      </p:grpSp>
      <p:sp>
        <p:nvSpPr>
          <p:cNvPr id="3" name="Rectangle 2">
            <a:extLst>
              <a:ext uri="{FF2B5EF4-FFF2-40B4-BE49-F238E27FC236}">
                <a16:creationId xmlns:a16="http://schemas.microsoft.com/office/drawing/2014/main" id="{2C645D6C-FA80-81D4-4ECF-74E959550267}"/>
              </a:ext>
            </a:extLst>
          </p:cNvPr>
          <p:cNvSpPr/>
          <p:nvPr userDrawn="1"/>
        </p:nvSpPr>
        <p:spPr>
          <a:xfrm rot="16200000">
            <a:off x="1826323"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L" sz="1400" b="0" i="0" u="none" strike="noStrike" kern="1200" cap="none" spc="0" normalizeH="0" baseline="0" noProof="0" err="1">
              <a:ln>
                <a:noFill/>
              </a:ln>
              <a:solidFill>
                <a:srgbClr val="000000"/>
              </a:solidFill>
              <a:effectLst/>
              <a:uLnTx/>
              <a:uFillTx/>
              <a:latin typeface="Ubuntu"/>
              <a:ea typeface="+mn-ea"/>
              <a:cs typeface="+mn-cs"/>
            </a:endParaRPr>
          </a:p>
        </p:txBody>
      </p:sp>
    </p:spTree>
    <p:extLst>
      <p:ext uri="{BB962C8B-B14F-4D97-AF65-F5344CB8AC3E}">
        <p14:creationId xmlns:p14="http://schemas.microsoft.com/office/powerpoint/2010/main" val="3927803012"/>
      </p:ext>
    </p:extLst>
  </p:cSld>
  <p:clrMapOvr>
    <a:masterClrMapping/>
  </p:clrMapOvr>
</p:sldLayout>
</file>

<file path=ppt/slideLayouts/slideLayout265.xml><?xml version="1.0" encoding="utf-8"?>
<p:sldLayout xmlns:a="http://schemas.openxmlformats.org/drawingml/2006/main" xmlns:r="http://schemas.openxmlformats.org/officeDocument/2006/relationships" xmlns:p="http://schemas.openxmlformats.org/presentationml/2006/main" showMasterSp="0" preserve="1" userDrawn="1">
  <p:cSld name="End Slide 2">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E828FFA5-3FBC-D174-A267-398AD796B6A1}"/>
              </a:ext>
            </a:extLst>
          </p:cNvPr>
          <p:cNvSpPr/>
          <p:nvPr userDrawn="1"/>
        </p:nvSpPr>
        <p:spPr>
          <a:xfrm>
            <a:off x="550862" y="3325369"/>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US" sz="1100" b="1" i="0" kern="1200">
                <a:solidFill>
                  <a:schemeClr val="accent2"/>
                </a:solidFill>
                <a:latin typeface="+mn-lt"/>
                <a:ea typeface="+mn-ea"/>
                <a:cs typeface="+mn-cs"/>
              </a:rPr>
              <a:t>Make it real.</a:t>
            </a:r>
          </a:p>
          <a:p>
            <a:pPr marL="0" marR="0" lvl="0" indent="0" algn="l" defTabSz="914400" rtl="0" eaLnBrk="1" fontAlgn="auto" latinLnBrk="0" hangingPunct="1">
              <a:lnSpc>
                <a:spcPts val="1200"/>
              </a:lnSpc>
              <a:spcBef>
                <a:spcPts val="0"/>
              </a:spcBef>
              <a:spcAft>
                <a:spcPts val="0"/>
              </a:spcAft>
              <a:buClrTx/>
              <a:buSzTx/>
              <a:buFontTx/>
              <a:buNone/>
              <a:tabLst/>
              <a:defRPr/>
            </a:pPr>
            <a:r>
              <a:rPr lang="en-US" sz="1050" b="0" i="0">
                <a:solidFill>
                  <a:schemeClr val="bg2"/>
                </a:solidFill>
                <a:latin typeface="+mn-lt"/>
              </a:rPr>
              <a:t>w</a:t>
            </a:r>
            <a:r>
              <a:rPr lang="en-US" sz="1050">
                <a:solidFill>
                  <a:schemeClr val="bg2"/>
                </a:solidFill>
                <a:latin typeface="+mn-lt"/>
              </a:rPr>
              <a:t>ww.capgemini.com</a:t>
            </a:r>
          </a:p>
        </p:txBody>
      </p:sp>
      <p:sp>
        <p:nvSpPr>
          <p:cNvPr id="30" name="Rectangle 29">
            <a:extLst>
              <a:ext uri="{FF2B5EF4-FFF2-40B4-BE49-F238E27FC236}">
                <a16:creationId xmlns:a16="http://schemas.microsoft.com/office/drawing/2014/main" id="{42F7D594-54F5-66A3-9AE8-EFE5D6CA5A39}"/>
              </a:ext>
            </a:extLst>
          </p:cNvPr>
          <p:cNvSpPr/>
          <p:nvPr userDrawn="1"/>
        </p:nvSpPr>
        <p:spPr>
          <a:xfrm>
            <a:off x="550863" y="1384200"/>
            <a:ext cx="4248471" cy="18287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just" defTabSz="914400" rtl="0" eaLnBrk="1" fontAlgn="auto" latinLnBrk="0" hangingPunct="1">
              <a:lnSpc>
                <a:spcPct val="100000"/>
              </a:lnSpc>
              <a:spcBef>
                <a:spcPts val="0"/>
              </a:spcBef>
              <a:spcAft>
                <a:spcPts val="1200"/>
              </a:spcAft>
              <a:buClrTx/>
              <a:buSzTx/>
              <a:buFontTx/>
              <a:buNone/>
              <a:tabLst/>
              <a:defRPr/>
            </a:pPr>
            <a:r>
              <a:rPr kumimoji="0" lang="en-US" sz="1400" b="0" i="0" u="none" strike="noStrike" kern="1200" cap="none" spc="0" normalizeH="0" baseline="0" noProof="0">
                <a:ln>
                  <a:noFill/>
                </a:ln>
                <a:solidFill>
                  <a:schemeClr val="bg2"/>
                </a:solidFill>
                <a:effectLst/>
                <a:uLnTx/>
                <a:uFillTx/>
                <a:latin typeface="+mn-lt"/>
                <a:ea typeface="+mn-ea"/>
                <a:cs typeface="+mn-cs"/>
              </a:rPr>
              <a:t>About Capgemini</a:t>
            </a:r>
          </a:p>
          <a:p>
            <a:pPr marL="0" marR="0" lvl="0" indent="0" algn="just" defTabSz="914400" rtl="0" eaLnBrk="1" fontAlgn="auto" latinLnBrk="0" hangingPunct="1">
              <a:lnSpc>
                <a:spcPct val="100000"/>
              </a:lnSpc>
              <a:spcBef>
                <a:spcPts val="0"/>
              </a:spcBef>
              <a:spcAft>
                <a:spcPts val="0"/>
              </a:spcAft>
              <a:buClrTx/>
              <a:buSzTx/>
              <a:buFontTx/>
              <a:buNone/>
              <a:tabLst/>
              <a:defRPr/>
            </a:pPr>
            <a:r>
              <a:rPr lang="en-GB" sz="900"/>
              <a:t>Capgemini is an AI-powered global business and technology transformation partner, delivering tangible business value. We imagine the future of organizations and make it real with AI, technology and people. With our strong heritage of nearly 60 years, we are a responsible and diverse group of 420,000 team members in more than 50 countries. We deliver end-to-end services and solutions with our deep industry expertise and strong partner ecosystem, leveraging our capabilities across strategy, technology, design, engineering and business operations. The Group reported 2024 global revenues of €22.1 billion.</a:t>
            </a:r>
            <a:endParaRPr kumimoji="0" lang="en-US" sz="900" b="0" i="0" u="none" strike="noStrike" kern="1200" cap="none" spc="0" normalizeH="0" baseline="0" noProof="0">
              <a:ln>
                <a:noFill/>
              </a:ln>
              <a:solidFill>
                <a:schemeClr val="bg2"/>
              </a:solidFill>
              <a:effectLst/>
              <a:uLnTx/>
              <a:uFillTx/>
              <a:latin typeface="+mn-lt"/>
              <a:ea typeface="+mn-ea"/>
              <a:cs typeface="+mn-cs"/>
            </a:endParaRPr>
          </a:p>
        </p:txBody>
      </p:sp>
      <p:sp>
        <p:nvSpPr>
          <p:cNvPr id="31" name="Rectangle 30">
            <a:extLst>
              <a:ext uri="{FF2B5EF4-FFF2-40B4-BE49-F238E27FC236}">
                <a16:creationId xmlns:a16="http://schemas.microsoft.com/office/drawing/2014/main" id="{C78622B2-B191-08A7-15CB-8C95D883649E}"/>
              </a:ext>
            </a:extLst>
          </p:cNvPr>
          <p:cNvSpPr/>
          <p:nvPr userDrawn="1"/>
        </p:nvSpPr>
        <p:spPr>
          <a:xfrm>
            <a:off x="8904288" y="6053226"/>
            <a:ext cx="2879725" cy="400110"/>
          </a:xfrm>
          <a:prstGeom prst="rect">
            <a:avLst/>
          </a:prstGeom>
        </p:spPr>
        <p:txBody>
          <a:bodyPr wrap="square" lIns="0" tIns="0" rIns="0" bIns="0" anchor="b" anchorCtr="0">
            <a:spAutoFit/>
          </a:bodyPr>
          <a:lstStyle/>
          <a:p>
            <a:pPr>
              <a:spcAft>
                <a:spcPts val="600"/>
              </a:spcAft>
            </a:pPr>
            <a:r>
              <a:rPr lang="en-US" sz="700" b="0" i="0" noProof="0">
                <a:solidFill>
                  <a:schemeClr val="bg2"/>
                </a:solidFill>
                <a:latin typeface="+mn-lt"/>
                <a:cs typeface="Arial"/>
              </a:rPr>
              <a:t>This presentation contains information that may be privileged or confidential and is the property of the Capgemini Group.</a:t>
            </a:r>
          </a:p>
          <a:p>
            <a:pPr>
              <a:spcAft>
                <a:spcPts val="600"/>
              </a:spcAft>
            </a:pPr>
            <a:r>
              <a:rPr lang="en-US" sz="700" b="0" i="0" noProof="0">
                <a:solidFill>
                  <a:schemeClr val="bg2"/>
                </a:solidFill>
                <a:latin typeface="+mn-lt"/>
                <a:cs typeface="Arial"/>
              </a:rPr>
              <a:t>Copyright © 2025 Capgemini. All rights reserved.</a:t>
            </a:r>
          </a:p>
        </p:txBody>
      </p:sp>
      <p:grpSp>
        <p:nvGrpSpPr>
          <p:cNvPr id="43" name="Group 2">
            <a:extLst>
              <a:ext uri="{FF2B5EF4-FFF2-40B4-BE49-F238E27FC236}">
                <a16:creationId xmlns:a16="http://schemas.microsoft.com/office/drawing/2014/main" id="{CD4310B4-5ADE-C2D0-DB4C-AF69D93A1DF5}"/>
              </a:ext>
            </a:extLst>
          </p:cNvPr>
          <p:cNvGrpSpPr>
            <a:grpSpLocks noChangeAspect="1"/>
          </p:cNvGrpSpPr>
          <p:nvPr userDrawn="1"/>
        </p:nvGrpSpPr>
        <p:grpSpPr>
          <a:xfrm>
            <a:off x="550862" y="6021288"/>
            <a:ext cx="1872000" cy="420870"/>
            <a:chOff x="5094083" y="5360390"/>
            <a:chExt cx="3039349" cy="683316"/>
          </a:xfrm>
          <a:solidFill>
            <a:schemeClr val="bg1"/>
          </a:solidFill>
        </p:grpSpPr>
        <p:sp>
          <p:nvSpPr>
            <p:cNvPr id="44" name="Freeform: Shape 4">
              <a:extLst>
                <a:ext uri="{FF2B5EF4-FFF2-40B4-BE49-F238E27FC236}">
                  <a16:creationId xmlns:a16="http://schemas.microsoft.com/office/drawing/2014/main" id="{089E09DC-D2DF-E25B-B85C-6EA1D98E1CA5}"/>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lstStyle/>
            <a:p>
              <a:endParaRPr lang="en-US" sz="1800">
                <a:solidFill>
                  <a:schemeClr val="bg2"/>
                </a:solidFill>
              </a:endParaRPr>
            </a:p>
          </p:txBody>
        </p:sp>
        <p:sp>
          <p:nvSpPr>
            <p:cNvPr id="45" name="Freeform: Shape 5">
              <a:extLst>
                <a:ext uri="{FF2B5EF4-FFF2-40B4-BE49-F238E27FC236}">
                  <a16:creationId xmlns:a16="http://schemas.microsoft.com/office/drawing/2014/main" id="{CFFDC692-B337-393E-311F-6135E50AC699}"/>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lstStyle/>
            <a:p>
              <a:endParaRPr lang="en-US" sz="1800">
                <a:solidFill>
                  <a:schemeClr val="bg2"/>
                </a:solidFill>
              </a:endParaRPr>
            </a:p>
          </p:txBody>
        </p:sp>
        <p:sp>
          <p:nvSpPr>
            <p:cNvPr id="46" name="Freeform: Shape 6">
              <a:extLst>
                <a:ext uri="{FF2B5EF4-FFF2-40B4-BE49-F238E27FC236}">
                  <a16:creationId xmlns:a16="http://schemas.microsoft.com/office/drawing/2014/main" id="{79F624AF-8CAF-1C4F-6AF4-0D3BAB6883DE}"/>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lstStyle/>
            <a:p>
              <a:endParaRPr lang="en-US" sz="1800">
                <a:solidFill>
                  <a:schemeClr val="bg2"/>
                </a:solidFill>
              </a:endParaRPr>
            </a:p>
          </p:txBody>
        </p:sp>
        <p:sp>
          <p:nvSpPr>
            <p:cNvPr id="47" name="Freeform: Shape 7">
              <a:extLst>
                <a:ext uri="{FF2B5EF4-FFF2-40B4-BE49-F238E27FC236}">
                  <a16:creationId xmlns:a16="http://schemas.microsoft.com/office/drawing/2014/main" id="{CC7B72C0-ED2F-06D1-872B-CC0A248A4A55}"/>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lstStyle/>
            <a:p>
              <a:endParaRPr lang="en-US" sz="1800">
                <a:solidFill>
                  <a:schemeClr val="bg2"/>
                </a:solidFill>
              </a:endParaRPr>
            </a:p>
          </p:txBody>
        </p:sp>
        <p:sp>
          <p:nvSpPr>
            <p:cNvPr id="48" name="Freeform: Shape 8">
              <a:extLst>
                <a:ext uri="{FF2B5EF4-FFF2-40B4-BE49-F238E27FC236}">
                  <a16:creationId xmlns:a16="http://schemas.microsoft.com/office/drawing/2014/main" id="{4387627B-473F-668B-D2BC-7D0705259BFC}"/>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lstStyle/>
            <a:p>
              <a:endParaRPr lang="en-US" sz="1800">
                <a:solidFill>
                  <a:schemeClr val="bg2"/>
                </a:solidFill>
              </a:endParaRPr>
            </a:p>
          </p:txBody>
        </p:sp>
      </p:grpSp>
      <p:grpSp>
        <p:nvGrpSpPr>
          <p:cNvPr id="8" name="Group 7">
            <a:extLst>
              <a:ext uri="{FF2B5EF4-FFF2-40B4-BE49-F238E27FC236}">
                <a16:creationId xmlns:a16="http://schemas.microsoft.com/office/drawing/2014/main" id="{C3529F38-DE31-8549-CDA7-1E4A748CA7C2}"/>
              </a:ext>
            </a:extLst>
          </p:cNvPr>
          <p:cNvGrpSpPr/>
          <p:nvPr userDrawn="1"/>
        </p:nvGrpSpPr>
        <p:grpSpPr>
          <a:xfrm>
            <a:off x="8904288" y="5569004"/>
            <a:ext cx="1951070" cy="335280"/>
            <a:chOff x="8904288" y="5569004"/>
            <a:chExt cx="1951070" cy="335280"/>
          </a:xfrm>
        </p:grpSpPr>
        <p:pic>
          <p:nvPicPr>
            <p:cNvPr id="9" name="Picture 8">
              <a:hlinkClick r:id="rId2"/>
              <a:extLst>
                <a:ext uri="{FF2B5EF4-FFF2-40B4-BE49-F238E27FC236}">
                  <a16:creationId xmlns:a16="http://schemas.microsoft.com/office/drawing/2014/main" id="{AA7E1FC5-0975-36A9-15BB-4B78B750848B}"/>
                </a:ext>
              </a:extLst>
            </p:cNvPr>
            <p:cNvPicPr>
              <a:picLocks noChangeAspect="1"/>
            </p:cNvPicPr>
            <p:nvPr userDrawn="1"/>
          </p:nvPicPr>
          <p:blipFill rotWithShape="1">
            <a:blip r:embed="rId3" cstate="screen">
              <a:lum bright="70000" contrast="-70000"/>
              <a:extLst>
                <a:ext uri="{BEBA8EAE-BF5A-486C-A8C5-ECC9F3942E4B}">
                  <a14:imgProps xmlns:a14="http://schemas.microsoft.com/office/drawing/2010/main">
                    <a14:imgLayer r:embed="rId4">
                      <a14:imgEffect>
                        <a14:artisticPhotocopy/>
                      </a14:imgEffect>
                    </a14:imgLayer>
                  </a14:imgProps>
                </a:ext>
                <a:ext uri="{28A0092B-C50C-407E-A947-70E740481C1C}">
                  <a14:useLocalDpi xmlns:a14="http://schemas.microsoft.com/office/drawing/2010/main"/>
                </a:ext>
              </a:extLst>
            </a:blip>
            <a:srcRect l="-15803" t="-15499" r="-15008" b="-15313"/>
            <a:stretch>
              <a:fillRect/>
            </a:stretch>
          </p:blipFill>
          <p:spPr>
            <a:xfrm>
              <a:off x="10520558" y="5569004"/>
              <a:ext cx="334800" cy="334800"/>
            </a:xfrm>
            <a:prstGeom prst="ellipse">
              <a:avLst/>
            </a:prstGeom>
            <a:ln>
              <a:solidFill>
                <a:srgbClr val="FFFFFF"/>
              </a:solidFill>
            </a:ln>
          </p:spPr>
        </p:pic>
        <p:pic>
          <p:nvPicPr>
            <p:cNvPr id="10" name="Picture 9">
              <a:hlinkClick r:id="rId5"/>
              <a:extLst>
                <a:ext uri="{FF2B5EF4-FFF2-40B4-BE49-F238E27FC236}">
                  <a16:creationId xmlns:a16="http://schemas.microsoft.com/office/drawing/2014/main" id="{9852B28F-AE33-FE98-514D-6F11A86092BB}"/>
                </a:ext>
              </a:extLst>
            </p:cNvPr>
            <p:cNvPicPr>
              <a:picLocks noChangeAspect="1"/>
            </p:cNvPicPr>
            <p:nvPr userDrawn="1"/>
          </p:nvPicPr>
          <p:blipFill rotWithShape="1">
            <a:blip r:embed="rId6" cstate="screen">
              <a:lum bright="70000" contrast="-70000"/>
              <a:extLst>
                <a:ext uri="{BEBA8EAE-BF5A-486C-A8C5-ECC9F3942E4B}">
                  <a14:imgProps xmlns:a14="http://schemas.microsoft.com/office/drawing/2010/main">
                    <a14:imgLayer r:embed="rId7">
                      <a14:imgEffect>
                        <a14:artisticPhotocopy/>
                      </a14:imgEffect>
                    </a14:imgLayer>
                  </a14:imgProps>
                </a:ext>
                <a:ext uri="{28A0092B-C50C-407E-A947-70E740481C1C}">
                  <a14:useLocalDpi xmlns:a14="http://schemas.microsoft.com/office/drawing/2010/main"/>
                </a:ext>
              </a:extLst>
            </a:blip>
            <a:srcRect l="-11970" t="-13244" r="-14518" b="-13244"/>
            <a:stretch>
              <a:fillRect/>
            </a:stretch>
          </p:blipFill>
          <p:spPr>
            <a:xfrm>
              <a:off x="10119213" y="5569004"/>
              <a:ext cx="335280" cy="335280"/>
            </a:xfrm>
            <a:prstGeom prst="ellipse">
              <a:avLst/>
            </a:prstGeom>
            <a:ln>
              <a:solidFill>
                <a:srgbClr val="FFFFFF"/>
              </a:solidFill>
            </a:ln>
          </p:spPr>
        </p:pic>
        <p:pic>
          <p:nvPicPr>
            <p:cNvPr id="11" name="Picture 10">
              <a:hlinkClick r:id="rId8"/>
              <a:extLst>
                <a:ext uri="{FF2B5EF4-FFF2-40B4-BE49-F238E27FC236}">
                  <a16:creationId xmlns:a16="http://schemas.microsoft.com/office/drawing/2014/main" id="{FA1AEA76-FACD-25B8-0110-7425FE173BD9}"/>
                </a:ext>
              </a:extLst>
            </p:cNvPr>
            <p:cNvPicPr>
              <a:picLocks noChangeAspect="1"/>
            </p:cNvPicPr>
            <p:nvPr userDrawn="1"/>
          </p:nvPicPr>
          <p:blipFill rotWithShape="1">
            <a:blip r:embed="rId9" cstate="screen">
              <a:lum bright="70000" contrast="-70000"/>
              <a:extLst>
                <a:ext uri="{BEBA8EAE-BF5A-486C-A8C5-ECC9F3942E4B}">
                  <a14:imgProps xmlns:a14="http://schemas.microsoft.com/office/drawing/2010/main">
                    <a14:imgLayer r:embed="rId10">
                      <a14:imgEffect>
                        <a14:artisticPhotocopy/>
                      </a14:imgEffect>
                    </a14:imgLayer>
                  </a14:imgProps>
                </a:ext>
                <a:ext uri="{28A0092B-C50C-407E-A947-70E740481C1C}">
                  <a14:useLocalDpi xmlns:a14="http://schemas.microsoft.com/office/drawing/2010/main"/>
                </a:ext>
              </a:extLst>
            </a:blip>
            <a:srcRect l="-19298" t="-20188" r="-21078" b="-20188"/>
            <a:stretch>
              <a:fillRect/>
            </a:stretch>
          </p:blipFill>
          <p:spPr>
            <a:xfrm>
              <a:off x="9714238" y="5569004"/>
              <a:ext cx="335280" cy="335280"/>
            </a:xfrm>
            <a:prstGeom prst="ellipse">
              <a:avLst/>
            </a:prstGeom>
            <a:ln>
              <a:solidFill>
                <a:srgbClr val="FFFFFF"/>
              </a:solidFill>
            </a:ln>
          </p:spPr>
        </p:pic>
        <p:pic>
          <p:nvPicPr>
            <p:cNvPr id="12" name="Picture 11">
              <a:hlinkClick r:id="rId11"/>
              <a:extLst>
                <a:ext uri="{FF2B5EF4-FFF2-40B4-BE49-F238E27FC236}">
                  <a16:creationId xmlns:a16="http://schemas.microsoft.com/office/drawing/2014/main" id="{8EE305D6-5BF1-8C3B-B40C-DAE50AEF0788}"/>
                </a:ext>
              </a:extLst>
            </p:cNvPr>
            <p:cNvPicPr>
              <a:picLocks noChangeAspect="1"/>
            </p:cNvPicPr>
            <p:nvPr userDrawn="1"/>
          </p:nvPicPr>
          <p:blipFill rotWithShape="1">
            <a:blip r:embed="rId12" cstate="screen">
              <a:lum bright="70000" contrast="-70000"/>
              <a:extLst>
                <a:ext uri="{BEBA8EAE-BF5A-486C-A8C5-ECC9F3942E4B}">
                  <a14:imgProps xmlns:a14="http://schemas.microsoft.com/office/drawing/2010/main">
                    <a14:imgLayer r:embed="rId13">
                      <a14:imgEffect>
                        <a14:artisticPhotocopy/>
                      </a14:imgEffect>
                    </a14:imgLayer>
                  </a14:imgProps>
                </a:ext>
                <a:ext uri="{28A0092B-C50C-407E-A947-70E740481C1C}">
                  <a14:useLocalDpi xmlns:a14="http://schemas.microsoft.com/office/drawing/2010/main"/>
                </a:ext>
              </a:extLst>
            </a:blip>
            <a:srcRect l="-23025" t="-21407" r="-19995" b="-21613"/>
            <a:stretch>
              <a:fillRect/>
            </a:stretch>
          </p:blipFill>
          <p:spPr>
            <a:xfrm>
              <a:off x="8904288" y="5569004"/>
              <a:ext cx="335280" cy="335280"/>
            </a:xfrm>
            <a:prstGeom prst="ellipse">
              <a:avLst/>
            </a:prstGeom>
            <a:ln>
              <a:solidFill>
                <a:srgbClr val="FFFFFF"/>
              </a:solidFill>
            </a:ln>
          </p:spPr>
        </p:pic>
        <p:pic>
          <p:nvPicPr>
            <p:cNvPr id="13" name="Picture 12">
              <a:hlinkClick r:id="rId14"/>
              <a:extLst>
                <a:ext uri="{FF2B5EF4-FFF2-40B4-BE49-F238E27FC236}">
                  <a16:creationId xmlns:a16="http://schemas.microsoft.com/office/drawing/2014/main" id="{152FD4A1-441F-A138-65D6-13171C1C355C}"/>
                </a:ext>
              </a:extLst>
            </p:cNvPr>
            <p:cNvPicPr>
              <a:picLocks noChangeAspect="1"/>
            </p:cNvPicPr>
            <p:nvPr userDrawn="1"/>
          </p:nvPicPr>
          <p:blipFill rotWithShape="1">
            <a:blip r:embed="rId15" cstate="screen">
              <a:lum bright="70000" contrast="-70000"/>
              <a:extLst>
                <a:ext uri="{BEBA8EAE-BF5A-486C-A8C5-ECC9F3942E4B}">
                  <a14:imgProps xmlns:a14="http://schemas.microsoft.com/office/drawing/2010/main">
                    <a14:imgLayer r:embed="rId16">
                      <a14:imgEffect>
                        <a14:artisticPhotocopy/>
                      </a14:imgEffect>
                    </a14:imgLayer>
                  </a14:imgProps>
                </a:ext>
                <a:ext uri="{28A0092B-C50C-407E-A947-70E740481C1C}">
                  <a14:useLocalDpi xmlns:a14="http://schemas.microsoft.com/office/drawing/2010/main"/>
                </a:ext>
              </a:extLst>
            </a:blip>
            <a:srcRect l="-16187" t="-16601" r="-17015" b="-16601"/>
            <a:stretch>
              <a:fillRect/>
            </a:stretch>
          </p:blipFill>
          <p:spPr>
            <a:xfrm>
              <a:off x="9309263" y="5569004"/>
              <a:ext cx="335280" cy="335280"/>
            </a:xfrm>
            <a:prstGeom prst="ellipse">
              <a:avLst/>
            </a:prstGeom>
            <a:ln>
              <a:solidFill>
                <a:srgbClr val="FFFFFF"/>
              </a:solidFill>
            </a:ln>
          </p:spPr>
        </p:pic>
      </p:grpSp>
    </p:spTree>
    <p:extLst>
      <p:ext uri="{BB962C8B-B14F-4D97-AF65-F5344CB8AC3E}">
        <p14:creationId xmlns:p14="http://schemas.microsoft.com/office/powerpoint/2010/main" val="3830758814"/>
      </p:ext>
    </p:extLst>
  </p:cSld>
  <p:clrMapOvr>
    <a:masterClrMapping/>
  </p:clrMapOvr>
</p:sldLayout>
</file>

<file path=ppt/slideLayouts/slideLayout266.xml><?xml version="1.0" encoding="utf-8"?>
<p:sldLayout xmlns:a="http://schemas.openxmlformats.org/drawingml/2006/main" xmlns:r="http://schemas.openxmlformats.org/officeDocument/2006/relationships" xmlns:p="http://schemas.openxmlformats.org/presentationml/2006/main" showMasterSp="0" preserve="1" userDrawn="1">
  <p:cSld name="End Slide 3">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D1D17019-0BF4-2D81-E041-AFBAAFE615A7}"/>
              </a:ext>
            </a:extLst>
          </p:cNvPr>
          <p:cNvSpPr/>
          <p:nvPr userDrawn="1"/>
        </p:nvSpPr>
        <p:spPr>
          <a:xfrm>
            <a:off x="8146580" y="0"/>
            <a:ext cx="4045420" cy="6858000"/>
          </a:xfrm>
          <a:prstGeom prst="rect">
            <a:avLst/>
          </a:prstGeom>
          <a:solidFill>
            <a:schemeClr val="bg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43" name="Group 2">
            <a:extLst>
              <a:ext uri="{FF2B5EF4-FFF2-40B4-BE49-F238E27FC236}">
                <a16:creationId xmlns:a16="http://schemas.microsoft.com/office/drawing/2014/main" id="{CD4310B4-5ADE-C2D0-DB4C-AF69D93A1DF5}"/>
              </a:ext>
            </a:extLst>
          </p:cNvPr>
          <p:cNvGrpSpPr>
            <a:grpSpLocks noChangeAspect="1"/>
          </p:cNvGrpSpPr>
          <p:nvPr userDrawn="1"/>
        </p:nvGrpSpPr>
        <p:grpSpPr>
          <a:xfrm>
            <a:off x="550863" y="6021288"/>
            <a:ext cx="1872000" cy="420870"/>
            <a:chOff x="5094083" y="5360390"/>
            <a:chExt cx="3039349" cy="683316"/>
          </a:xfrm>
          <a:solidFill>
            <a:schemeClr val="bg1"/>
          </a:solidFill>
        </p:grpSpPr>
        <p:sp>
          <p:nvSpPr>
            <p:cNvPr id="44" name="Freeform: Shape 4">
              <a:extLst>
                <a:ext uri="{FF2B5EF4-FFF2-40B4-BE49-F238E27FC236}">
                  <a16:creationId xmlns:a16="http://schemas.microsoft.com/office/drawing/2014/main" id="{089E09DC-D2DF-E25B-B85C-6EA1D98E1CA5}"/>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lstStyle/>
            <a:p>
              <a:endParaRPr lang="en-US" sz="1800">
                <a:solidFill>
                  <a:schemeClr val="bg1"/>
                </a:solidFill>
              </a:endParaRPr>
            </a:p>
          </p:txBody>
        </p:sp>
        <p:sp>
          <p:nvSpPr>
            <p:cNvPr id="45" name="Freeform: Shape 5">
              <a:extLst>
                <a:ext uri="{FF2B5EF4-FFF2-40B4-BE49-F238E27FC236}">
                  <a16:creationId xmlns:a16="http://schemas.microsoft.com/office/drawing/2014/main" id="{CFFDC692-B337-393E-311F-6135E50AC699}"/>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lstStyle/>
            <a:p>
              <a:endParaRPr lang="en-US" sz="1800">
                <a:solidFill>
                  <a:schemeClr val="bg1"/>
                </a:solidFill>
              </a:endParaRPr>
            </a:p>
          </p:txBody>
        </p:sp>
        <p:sp>
          <p:nvSpPr>
            <p:cNvPr id="46" name="Freeform: Shape 6">
              <a:extLst>
                <a:ext uri="{FF2B5EF4-FFF2-40B4-BE49-F238E27FC236}">
                  <a16:creationId xmlns:a16="http://schemas.microsoft.com/office/drawing/2014/main" id="{79F624AF-8CAF-1C4F-6AF4-0D3BAB6883DE}"/>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lstStyle/>
            <a:p>
              <a:endParaRPr lang="en-US" sz="1800">
                <a:solidFill>
                  <a:schemeClr val="bg1"/>
                </a:solidFill>
              </a:endParaRPr>
            </a:p>
          </p:txBody>
        </p:sp>
        <p:sp>
          <p:nvSpPr>
            <p:cNvPr id="47" name="Freeform: Shape 7">
              <a:extLst>
                <a:ext uri="{FF2B5EF4-FFF2-40B4-BE49-F238E27FC236}">
                  <a16:creationId xmlns:a16="http://schemas.microsoft.com/office/drawing/2014/main" id="{CC7B72C0-ED2F-06D1-872B-CC0A248A4A55}"/>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lstStyle/>
            <a:p>
              <a:endParaRPr lang="en-US" sz="1800">
                <a:solidFill>
                  <a:schemeClr val="bg1"/>
                </a:solidFill>
              </a:endParaRPr>
            </a:p>
          </p:txBody>
        </p:sp>
        <p:sp>
          <p:nvSpPr>
            <p:cNvPr id="48" name="Freeform: Shape 8">
              <a:extLst>
                <a:ext uri="{FF2B5EF4-FFF2-40B4-BE49-F238E27FC236}">
                  <a16:creationId xmlns:a16="http://schemas.microsoft.com/office/drawing/2014/main" id="{4387627B-473F-668B-D2BC-7D0705259BFC}"/>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lstStyle/>
            <a:p>
              <a:endParaRPr lang="en-US" sz="1800">
                <a:solidFill>
                  <a:schemeClr val="bg1"/>
                </a:solidFill>
              </a:endParaRPr>
            </a:p>
          </p:txBody>
        </p:sp>
      </p:grpSp>
      <p:sp>
        <p:nvSpPr>
          <p:cNvPr id="2" name="Rectangle 1">
            <a:extLst>
              <a:ext uri="{FF2B5EF4-FFF2-40B4-BE49-F238E27FC236}">
                <a16:creationId xmlns:a16="http://schemas.microsoft.com/office/drawing/2014/main" id="{BFA81E17-F832-B5EB-3D5D-25AE712EB4A5}"/>
              </a:ext>
            </a:extLst>
          </p:cNvPr>
          <p:cNvSpPr/>
          <p:nvPr userDrawn="1"/>
        </p:nvSpPr>
        <p:spPr>
          <a:xfrm>
            <a:off x="8904288" y="6053226"/>
            <a:ext cx="2879725" cy="400110"/>
          </a:xfrm>
          <a:prstGeom prst="rect">
            <a:avLst/>
          </a:prstGeom>
        </p:spPr>
        <p:txBody>
          <a:bodyPr wrap="square" lIns="0" tIns="0" rIns="0" bIns="0" anchor="b" anchorCtr="0">
            <a:spAutoFit/>
          </a:bodyPr>
          <a:lstStyle/>
          <a:p>
            <a:pPr>
              <a:spcAft>
                <a:spcPts val="600"/>
              </a:spcAft>
            </a:pPr>
            <a:r>
              <a:rPr lang="en-US" sz="700" b="0" i="0" noProof="0">
                <a:solidFill>
                  <a:schemeClr val="tx1"/>
                </a:solidFill>
                <a:latin typeface="+mn-lt"/>
                <a:cs typeface="Arial"/>
              </a:rPr>
              <a:t>This presentation contains information that may be privileged or confidential and is the property of the Capgemini Group.</a:t>
            </a:r>
          </a:p>
          <a:p>
            <a:pPr>
              <a:spcAft>
                <a:spcPts val="600"/>
              </a:spcAft>
            </a:pPr>
            <a:r>
              <a:rPr lang="en-US" sz="700" b="0" i="0" noProof="0">
                <a:solidFill>
                  <a:schemeClr val="tx1"/>
                </a:solidFill>
                <a:latin typeface="+mn-lt"/>
                <a:cs typeface="Arial"/>
              </a:rPr>
              <a:t>Copyright © 2025 Capgemini. All rights reserved.</a:t>
            </a:r>
          </a:p>
        </p:txBody>
      </p:sp>
      <p:sp>
        <p:nvSpPr>
          <p:cNvPr id="9" name="Rectangle 8">
            <a:extLst>
              <a:ext uri="{FF2B5EF4-FFF2-40B4-BE49-F238E27FC236}">
                <a16:creationId xmlns:a16="http://schemas.microsoft.com/office/drawing/2014/main" id="{FA5EFF19-B281-F0C9-FB01-070197B8DB96}"/>
              </a:ext>
            </a:extLst>
          </p:cNvPr>
          <p:cNvSpPr/>
          <p:nvPr userDrawn="1"/>
        </p:nvSpPr>
        <p:spPr>
          <a:xfrm>
            <a:off x="550864" y="1384200"/>
            <a:ext cx="4248471" cy="175676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just" defTabSz="914400" rtl="0" eaLnBrk="1" fontAlgn="auto" latinLnBrk="0" hangingPunct="1">
              <a:lnSpc>
                <a:spcPct val="100000"/>
              </a:lnSpc>
              <a:spcBef>
                <a:spcPts val="0"/>
              </a:spcBef>
              <a:spcAft>
                <a:spcPts val="1200"/>
              </a:spcAft>
              <a:buClrTx/>
              <a:buSzTx/>
              <a:buFontTx/>
              <a:buNone/>
              <a:tabLst/>
              <a:defRPr/>
            </a:pPr>
            <a:r>
              <a:rPr kumimoji="0" lang="en-US" sz="1400" b="0" i="0" u="none" strike="noStrike" kern="1200" cap="none" spc="0" normalizeH="0" baseline="0" noProof="0">
                <a:ln>
                  <a:noFill/>
                </a:ln>
                <a:solidFill>
                  <a:schemeClr val="bg2"/>
                </a:solidFill>
                <a:effectLst/>
                <a:uLnTx/>
                <a:uFillTx/>
                <a:latin typeface="+mn-lt"/>
                <a:ea typeface="+mn-ea"/>
                <a:cs typeface="+mn-cs"/>
              </a:rPr>
              <a:t>About Capgemini</a:t>
            </a:r>
          </a:p>
          <a:p>
            <a:pPr marL="0" marR="0" lvl="0" indent="0" algn="just" defTabSz="914400" rtl="0" eaLnBrk="1" fontAlgn="auto" latinLnBrk="0" hangingPunct="1">
              <a:lnSpc>
                <a:spcPct val="100000"/>
              </a:lnSpc>
              <a:spcBef>
                <a:spcPts val="0"/>
              </a:spcBef>
              <a:spcAft>
                <a:spcPts val="0"/>
              </a:spcAft>
              <a:buClrTx/>
              <a:buSzTx/>
              <a:buFontTx/>
              <a:buNone/>
              <a:tabLst/>
              <a:defRPr/>
            </a:pPr>
            <a:r>
              <a:rPr lang="en-GB" sz="900"/>
              <a:t>Capgemini is an AI-powered global business and technology transformation partner, delivering tangible business value. We imagine the future of organizations and make it real with AI, technology and people. With our strong heritage of nearly 60 years, we are a responsible and diverse group of 420,000 team members in more than 50 countries. We deliver end-to-end services and solutions with our deep industry expertise and strong partner ecosystem, leveraging our capabilities across strategy, technology, design, engineering and business operations. The Group reported 2024 global revenues of €22.1 billion.</a:t>
            </a:r>
            <a:endParaRPr kumimoji="0" lang="en-US" sz="900" b="0" i="0" u="none" strike="noStrike" kern="1200" cap="none" spc="0" normalizeH="0" baseline="0" noProof="0">
              <a:ln>
                <a:noFill/>
              </a:ln>
              <a:solidFill>
                <a:schemeClr val="bg2"/>
              </a:solidFill>
              <a:effectLst/>
              <a:uLnTx/>
              <a:uFillTx/>
              <a:latin typeface="+mn-lt"/>
              <a:ea typeface="+mn-ea"/>
              <a:cs typeface="+mn-cs"/>
            </a:endParaRPr>
          </a:p>
        </p:txBody>
      </p:sp>
      <p:sp>
        <p:nvSpPr>
          <p:cNvPr id="10" name="Rectangle 9">
            <a:extLst>
              <a:ext uri="{FF2B5EF4-FFF2-40B4-BE49-F238E27FC236}">
                <a16:creationId xmlns:a16="http://schemas.microsoft.com/office/drawing/2014/main" id="{456848E4-9E3E-BD1A-A82D-C9F95359644C}"/>
              </a:ext>
            </a:extLst>
          </p:cNvPr>
          <p:cNvSpPr/>
          <p:nvPr userDrawn="1"/>
        </p:nvSpPr>
        <p:spPr>
          <a:xfrm>
            <a:off x="550863" y="3325369"/>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US" sz="1100" b="1" i="0" kern="1200">
                <a:solidFill>
                  <a:schemeClr val="accent2"/>
                </a:solidFill>
                <a:latin typeface="+mn-lt"/>
                <a:ea typeface="+mn-ea"/>
                <a:cs typeface="+mn-cs"/>
              </a:rPr>
              <a:t>Make it real.</a:t>
            </a:r>
          </a:p>
          <a:p>
            <a:pPr marL="0" marR="0" lvl="0" indent="0" algn="l" defTabSz="914400" rtl="0" eaLnBrk="1" fontAlgn="auto" latinLnBrk="0" hangingPunct="1">
              <a:lnSpc>
                <a:spcPts val="1200"/>
              </a:lnSpc>
              <a:spcBef>
                <a:spcPts val="0"/>
              </a:spcBef>
              <a:spcAft>
                <a:spcPts val="0"/>
              </a:spcAft>
              <a:buClrTx/>
              <a:buSzTx/>
              <a:buFontTx/>
              <a:buNone/>
              <a:tabLst/>
              <a:defRPr/>
            </a:pPr>
            <a:r>
              <a:rPr lang="en-US" sz="1050" b="0" i="0">
                <a:solidFill>
                  <a:schemeClr val="bg2"/>
                </a:solidFill>
                <a:latin typeface="+mn-lt"/>
              </a:rPr>
              <a:t>w</a:t>
            </a:r>
            <a:r>
              <a:rPr lang="en-US" sz="1050">
                <a:solidFill>
                  <a:schemeClr val="bg2"/>
                </a:solidFill>
                <a:latin typeface="+mn-lt"/>
              </a:rPr>
              <a:t>ww.capgemini.com</a:t>
            </a:r>
          </a:p>
        </p:txBody>
      </p:sp>
      <p:sp>
        <p:nvSpPr>
          <p:cNvPr id="11" name="Rectangle 10">
            <a:extLst>
              <a:ext uri="{FF2B5EF4-FFF2-40B4-BE49-F238E27FC236}">
                <a16:creationId xmlns:a16="http://schemas.microsoft.com/office/drawing/2014/main" id="{243A1DDC-0EE3-87D7-B55C-C8336892FA90}"/>
              </a:ext>
            </a:extLst>
          </p:cNvPr>
          <p:cNvSpPr/>
          <p:nvPr userDrawn="1"/>
        </p:nvSpPr>
        <p:spPr>
          <a:xfrm rot="16200000">
            <a:off x="4627581"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3" name="Group 2">
            <a:extLst>
              <a:ext uri="{FF2B5EF4-FFF2-40B4-BE49-F238E27FC236}">
                <a16:creationId xmlns:a16="http://schemas.microsoft.com/office/drawing/2014/main" id="{80DDEBF5-BCD7-417A-1787-F148EF7B13B7}"/>
              </a:ext>
            </a:extLst>
          </p:cNvPr>
          <p:cNvGrpSpPr/>
          <p:nvPr userDrawn="1"/>
        </p:nvGrpSpPr>
        <p:grpSpPr>
          <a:xfrm>
            <a:off x="8904288" y="5569004"/>
            <a:ext cx="1951070" cy="335280"/>
            <a:chOff x="8904288" y="5569004"/>
            <a:chExt cx="1951070" cy="335280"/>
          </a:xfrm>
        </p:grpSpPr>
        <p:pic>
          <p:nvPicPr>
            <p:cNvPr id="4" name="Picture 3">
              <a:hlinkClick r:id="rId2"/>
              <a:extLst>
                <a:ext uri="{FF2B5EF4-FFF2-40B4-BE49-F238E27FC236}">
                  <a16:creationId xmlns:a16="http://schemas.microsoft.com/office/drawing/2014/main" id="{D8AE6A28-0135-28A5-EA09-7E561544F949}"/>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l="-15803" t="-15499" r="-15008" b="-15313"/>
            <a:stretch>
              <a:fillRect/>
            </a:stretch>
          </p:blipFill>
          <p:spPr>
            <a:xfrm>
              <a:off x="10520558" y="5569004"/>
              <a:ext cx="334800" cy="334800"/>
            </a:xfrm>
            <a:prstGeom prst="ellipse">
              <a:avLst/>
            </a:prstGeom>
            <a:ln>
              <a:solidFill>
                <a:srgbClr val="000000"/>
              </a:solidFill>
            </a:ln>
          </p:spPr>
        </p:pic>
        <p:pic>
          <p:nvPicPr>
            <p:cNvPr id="5" name="Picture 4">
              <a:hlinkClick r:id="rId4"/>
              <a:extLst>
                <a:ext uri="{FF2B5EF4-FFF2-40B4-BE49-F238E27FC236}">
                  <a16:creationId xmlns:a16="http://schemas.microsoft.com/office/drawing/2014/main" id="{9FF9D83D-3E8E-F5F4-73F1-6950C58A3575}"/>
                </a:ext>
              </a:extLst>
            </p:cNvPr>
            <p:cNvPicPr>
              <a:picLocks noChangeAspect="1"/>
            </p:cNvPicPr>
            <p:nvPr userDrawn="1"/>
          </p:nvPicPr>
          <p:blipFill rotWithShape="1">
            <a:blip r:embed="rId5" cstate="screen">
              <a:extLst>
                <a:ext uri="{28A0092B-C50C-407E-A947-70E740481C1C}">
                  <a14:useLocalDpi xmlns:a14="http://schemas.microsoft.com/office/drawing/2010/main"/>
                </a:ext>
              </a:extLst>
            </a:blip>
            <a:srcRect l="-11970" t="-13244" r="-14518" b="-13244"/>
            <a:stretch>
              <a:fillRect/>
            </a:stretch>
          </p:blipFill>
          <p:spPr>
            <a:xfrm>
              <a:off x="10119213" y="5569004"/>
              <a:ext cx="335280" cy="335280"/>
            </a:xfrm>
            <a:prstGeom prst="ellipse">
              <a:avLst/>
            </a:prstGeom>
            <a:ln>
              <a:solidFill>
                <a:srgbClr val="000000"/>
              </a:solidFill>
            </a:ln>
          </p:spPr>
        </p:pic>
        <p:pic>
          <p:nvPicPr>
            <p:cNvPr id="6" name="Picture 5">
              <a:hlinkClick r:id="rId6"/>
              <a:extLst>
                <a:ext uri="{FF2B5EF4-FFF2-40B4-BE49-F238E27FC236}">
                  <a16:creationId xmlns:a16="http://schemas.microsoft.com/office/drawing/2014/main" id="{38E6916A-F1B5-9C57-3FAA-6E274CAD8865}"/>
                </a:ext>
              </a:extLst>
            </p:cNvPr>
            <p:cNvPicPr>
              <a:picLocks noChangeAspect="1"/>
            </p:cNvPicPr>
            <p:nvPr userDrawn="1"/>
          </p:nvPicPr>
          <p:blipFill rotWithShape="1">
            <a:blip r:embed="rId7" cstate="screen">
              <a:extLst>
                <a:ext uri="{28A0092B-C50C-407E-A947-70E740481C1C}">
                  <a14:useLocalDpi xmlns:a14="http://schemas.microsoft.com/office/drawing/2010/main"/>
                </a:ext>
              </a:extLst>
            </a:blip>
            <a:srcRect l="-19298" t="-20188" r="-21078" b="-20188"/>
            <a:stretch>
              <a:fillRect/>
            </a:stretch>
          </p:blipFill>
          <p:spPr>
            <a:xfrm>
              <a:off x="9714238" y="5569004"/>
              <a:ext cx="335280" cy="335280"/>
            </a:xfrm>
            <a:prstGeom prst="ellipse">
              <a:avLst/>
            </a:prstGeom>
            <a:ln>
              <a:solidFill>
                <a:srgbClr val="000000"/>
              </a:solidFill>
            </a:ln>
          </p:spPr>
        </p:pic>
        <p:pic>
          <p:nvPicPr>
            <p:cNvPr id="7" name="Picture 6">
              <a:hlinkClick r:id="rId8"/>
              <a:extLst>
                <a:ext uri="{FF2B5EF4-FFF2-40B4-BE49-F238E27FC236}">
                  <a16:creationId xmlns:a16="http://schemas.microsoft.com/office/drawing/2014/main" id="{A69F2814-7CA6-9D53-A57F-35F014DE27BF}"/>
                </a:ext>
              </a:extLst>
            </p:cNvPr>
            <p:cNvPicPr>
              <a:picLocks noChangeAspect="1"/>
            </p:cNvPicPr>
            <p:nvPr userDrawn="1"/>
          </p:nvPicPr>
          <p:blipFill rotWithShape="1">
            <a:blip r:embed="rId9" cstate="screen">
              <a:extLst>
                <a:ext uri="{28A0092B-C50C-407E-A947-70E740481C1C}">
                  <a14:useLocalDpi xmlns:a14="http://schemas.microsoft.com/office/drawing/2010/main"/>
                </a:ext>
              </a:extLst>
            </a:blip>
            <a:srcRect l="-23025" t="-21407" r="-19995" b="-21613"/>
            <a:stretch>
              <a:fillRect/>
            </a:stretch>
          </p:blipFill>
          <p:spPr>
            <a:xfrm>
              <a:off x="8904288" y="5569004"/>
              <a:ext cx="335280" cy="335280"/>
            </a:xfrm>
            <a:prstGeom prst="ellipse">
              <a:avLst/>
            </a:prstGeom>
            <a:ln>
              <a:solidFill>
                <a:srgbClr val="000000"/>
              </a:solidFill>
            </a:ln>
          </p:spPr>
        </p:pic>
        <p:pic>
          <p:nvPicPr>
            <p:cNvPr id="8" name="Picture 7">
              <a:hlinkClick r:id="rId10"/>
              <a:extLst>
                <a:ext uri="{FF2B5EF4-FFF2-40B4-BE49-F238E27FC236}">
                  <a16:creationId xmlns:a16="http://schemas.microsoft.com/office/drawing/2014/main" id="{F3390200-66D1-FEF4-E185-1A09A0520D5E}"/>
                </a:ext>
              </a:extLst>
            </p:cNvPr>
            <p:cNvPicPr>
              <a:picLocks noChangeAspect="1"/>
            </p:cNvPicPr>
            <p:nvPr userDrawn="1"/>
          </p:nvPicPr>
          <p:blipFill rotWithShape="1">
            <a:blip r:embed="rId11" cstate="screen">
              <a:extLst>
                <a:ext uri="{28A0092B-C50C-407E-A947-70E740481C1C}">
                  <a14:useLocalDpi xmlns:a14="http://schemas.microsoft.com/office/drawing/2010/main"/>
                </a:ext>
              </a:extLst>
            </a:blip>
            <a:srcRect l="-16187" t="-16601" r="-17015" b="-16601"/>
            <a:stretch>
              <a:fillRect/>
            </a:stretch>
          </p:blipFill>
          <p:spPr>
            <a:xfrm>
              <a:off x="9309263" y="5569004"/>
              <a:ext cx="335280" cy="335280"/>
            </a:xfrm>
            <a:prstGeom prst="ellipse">
              <a:avLst/>
            </a:prstGeom>
            <a:ln>
              <a:solidFill>
                <a:srgbClr val="000000"/>
              </a:solidFill>
            </a:ln>
          </p:spPr>
        </p:pic>
      </p:grpSp>
    </p:spTree>
    <p:extLst>
      <p:ext uri="{BB962C8B-B14F-4D97-AF65-F5344CB8AC3E}">
        <p14:creationId xmlns:p14="http://schemas.microsoft.com/office/powerpoint/2010/main" val="879742608"/>
      </p:ext>
    </p:extLst>
  </p:cSld>
  <p:clrMapOvr>
    <a:masterClrMapping/>
  </p:clrMapOvr>
</p:sldLayout>
</file>

<file path=ppt/slideLayouts/slideLayout267.xml><?xml version="1.0" encoding="utf-8"?>
<p:sldLayout xmlns:a="http://schemas.openxmlformats.org/drawingml/2006/main" xmlns:r="http://schemas.openxmlformats.org/officeDocument/2006/relationships" xmlns:p="http://schemas.openxmlformats.org/presentationml/2006/main" showMasterSp="0" preserve="1" userDrawn="1">
  <p:cSld name="Title Slide 1">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1269F39D-C2C8-CD10-FC79-E8DF4011DD81}"/>
              </a:ext>
            </a:extLst>
          </p:cNvPr>
          <p:cNvSpPr/>
          <p:nvPr userDrawn="1"/>
        </p:nvSpPr>
        <p:spPr>
          <a:xfrm>
            <a:off x="0" y="0"/>
            <a:ext cx="8904287" cy="6858000"/>
          </a:xfrm>
          <a:prstGeom prst="rect">
            <a:avLst/>
          </a:prstGeom>
          <a:solidFill>
            <a:schemeClr val="accent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13" name="Group 2">
            <a:extLst>
              <a:ext uri="{FF2B5EF4-FFF2-40B4-BE49-F238E27FC236}">
                <a16:creationId xmlns:a16="http://schemas.microsoft.com/office/drawing/2014/main" id="{E1F341D8-9871-3E87-0C47-63724CC68DAF}"/>
              </a:ext>
            </a:extLst>
          </p:cNvPr>
          <p:cNvGrpSpPr>
            <a:grpSpLocks noChangeAspect="1"/>
          </p:cNvGrpSpPr>
          <p:nvPr userDrawn="1"/>
        </p:nvGrpSpPr>
        <p:grpSpPr>
          <a:xfrm>
            <a:off x="9912013" y="409248"/>
            <a:ext cx="1872000" cy="420870"/>
            <a:chOff x="5094083" y="5360390"/>
            <a:chExt cx="3039349" cy="683316"/>
          </a:xfrm>
          <a:solidFill>
            <a:schemeClr val="bg1"/>
          </a:solidFill>
        </p:grpSpPr>
        <p:sp>
          <p:nvSpPr>
            <p:cNvPr id="14" name="Freeform: Shape 4">
              <a:extLst>
                <a:ext uri="{FF2B5EF4-FFF2-40B4-BE49-F238E27FC236}">
                  <a16:creationId xmlns:a16="http://schemas.microsoft.com/office/drawing/2014/main" id="{2608921F-B565-8FD4-583E-9DA9BDDB5334}"/>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endParaRPr lang="en-US" sz="1800"/>
            </a:p>
          </p:txBody>
        </p:sp>
        <p:sp>
          <p:nvSpPr>
            <p:cNvPr id="15" name="Freeform: Shape 5">
              <a:extLst>
                <a:ext uri="{FF2B5EF4-FFF2-40B4-BE49-F238E27FC236}">
                  <a16:creationId xmlns:a16="http://schemas.microsoft.com/office/drawing/2014/main" id="{59393CFC-3187-9068-EACC-9DD97F450CB9}"/>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endParaRPr lang="en-US" sz="1800"/>
            </a:p>
          </p:txBody>
        </p:sp>
        <p:sp>
          <p:nvSpPr>
            <p:cNvPr id="20" name="Freeform: Shape 6">
              <a:extLst>
                <a:ext uri="{FF2B5EF4-FFF2-40B4-BE49-F238E27FC236}">
                  <a16:creationId xmlns:a16="http://schemas.microsoft.com/office/drawing/2014/main" id="{F2454DD1-23F6-150E-C46D-96FB7C5FC4D3}"/>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endParaRPr lang="en-US" sz="1800"/>
            </a:p>
          </p:txBody>
        </p:sp>
        <p:sp>
          <p:nvSpPr>
            <p:cNvPr id="21" name="Freeform: Shape 7">
              <a:extLst>
                <a:ext uri="{FF2B5EF4-FFF2-40B4-BE49-F238E27FC236}">
                  <a16:creationId xmlns:a16="http://schemas.microsoft.com/office/drawing/2014/main" id="{34B65355-DFA8-1685-F338-14C9D76CCDEF}"/>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endParaRPr lang="en-US" sz="1800"/>
            </a:p>
          </p:txBody>
        </p:sp>
        <p:sp>
          <p:nvSpPr>
            <p:cNvPr id="22" name="Freeform: Shape 8">
              <a:extLst>
                <a:ext uri="{FF2B5EF4-FFF2-40B4-BE49-F238E27FC236}">
                  <a16:creationId xmlns:a16="http://schemas.microsoft.com/office/drawing/2014/main" id="{DF15E081-4331-E828-08B5-2291332FD146}"/>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endParaRPr lang="en-US" sz="1800"/>
            </a:p>
          </p:txBody>
        </p:sp>
      </p:grpSp>
      <p:sp>
        <p:nvSpPr>
          <p:cNvPr id="23" name="Rectangle 22">
            <a:extLst>
              <a:ext uri="{FF2B5EF4-FFF2-40B4-BE49-F238E27FC236}">
                <a16:creationId xmlns:a16="http://schemas.microsoft.com/office/drawing/2014/main" id="{7D66C3DE-7CB2-8D02-1EF9-E3C8E4BFAA90}"/>
              </a:ext>
            </a:extLst>
          </p:cNvPr>
          <p:cNvSpPr/>
          <p:nvPr userDrawn="1"/>
        </p:nvSpPr>
        <p:spPr>
          <a:xfrm rot="16200000">
            <a:off x="5403547"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2" name="Title 1">
            <a:extLst>
              <a:ext uri="{FF2B5EF4-FFF2-40B4-BE49-F238E27FC236}">
                <a16:creationId xmlns:a16="http://schemas.microsoft.com/office/drawing/2014/main" id="{FE5276F6-E981-8407-5AD7-E85838815E5A}"/>
              </a:ext>
            </a:extLst>
          </p:cNvPr>
          <p:cNvSpPr>
            <a:spLocks noGrp="1"/>
          </p:cNvSpPr>
          <p:nvPr>
            <p:ph type="title"/>
          </p:nvPr>
        </p:nvSpPr>
        <p:spPr>
          <a:xfrm>
            <a:off x="445713" y="980728"/>
            <a:ext cx="7313049" cy="4104456"/>
          </a:xfrm>
          <a:prstGeom prst="rect">
            <a:avLst/>
          </a:prstGeom>
        </p:spPr>
        <p:txBody>
          <a:bodyPr vert="horz" lIns="0" tIns="0" rIns="0" bIns="126000" rtlCol="0" anchor="b" anchorCtr="0">
            <a:noAutofit/>
          </a:bodyPr>
          <a:lstStyle>
            <a:lvl1pPr>
              <a:defRPr lang="en-PL" sz="7200" dirty="0">
                <a:solidFill>
                  <a:schemeClr val="bg2"/>
                </a:solidFill>
                <a:latin typeface="Ubuntu Light" panose="020B0304030602030204" pitchFamily="34" charset="0"/>
              </a:defRPr>
            </a:lvl1pPr>
          </a:lstStyle>
          <a:p>
            <a:pPr lvl="0"/>
            <a:r>
              <a:rPr lang="en-US"/>
              <a:t>Click to edit Master title style</a:t>
            </a:r>
            <a:endParaRPr lang="en-PL"/>
          </a:p>
        </p:txBody>
      </p:sp>
      <p:sp>
        <p:nvSpPr>
          <p:cNvPr id="4" name="Text Placeholder 3">
            <a:extLst>
              <a:ext uri="{FF2B5EF4-FFF2-40B4-BE49-F238E27FC236}">
                <a16:creationId xmlns:a16="http://schemas.microsoft.com/office/drawing/2014/main" id="{710D5C00-226E-1369-C48F-FBB9D0A2D267}"/>
              </a:ext>
            </a:extLst>
          </p:cNvPr>
          <p:cNvSpPr>
            <a:spLocks noGrp="1"/>
          </p:cNvSpPr>
          <p:nvPr>
            <p:ph type="body" sz="quarter" idx="10" hasCustomPrompt="1"/>
          </p:nvPr>
        </p:nvSpPr>
        <p:spPr>
          <a:xfrm>
            <a:off x="445713" y="5131138"/>
            <a:ext cx="6479535" cy="215444"/>
          </a:xfrm>
          <a:prstGeom prst="rect">
            <a:avLst/>
          </a:prstGeom>
        </p:spPr>
        <p:txBody>
          <a:bodyPr/>
          <a:lstStyle>
            <a:lvl1pPr>
              <a:defRPr lang="en-GB" sz="1700" b="1" kern="1200" dirty="0" smtClean="0">
                <a:solidFill>
                  <a:schemeClr val="bg1"/>
                </a:solidFill>
                <a:latin typeface="+mn-lt"/>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a:t>Click to edit Master subtitle style</a:t>
            </a:r>
            <a:endParaRPr lang="en-US"/>
          </a:p>
        </p:txBody>
      </p:sp>
      <p:sp>
        <p:nvSpPr>
          <p:cNvPr id="6" name="Text Placeholder 3">
            <a:extLst>
              <a:ext uri="{FF2B5EF4-FFF2-40B4-BE49-F238E27FC236}">
                <a16:creationId xmlns:a16="http://schemas.microsoft.com/office/drawing/2014/main" id="{141DE9FA-300D-BBCE-A5BC-ECE60B3F1F61}"/>
              </a:ext>
            </a:extLst>
          </p:cNvPr>
          <p:cNvSpPr>
            <a:spLocks noGrp="1"/>
          </p:cNvSpPr>
          <p:nvPr>
            <p:ph type="body" sz="quarter" idx="11" hasCustomPrompt="1"/>
          </p:nvPr>
        </p:nvSpPr>
        <p:spPr>
          <a:xfrm>
            <a:off x="445713" y="5715912"/>
            <a:ext cx="6479535" cy="215444"/>
          </a:xfrm>
          <a:prstGeom prst="rect">
            <a:avLst/>
          </a:prstGeom>
        </p:spPr>
        <p:txBody>
          <a:bodyPr/>
          <a:lstStyle>
            <a:lvl1pPr>
              <a:defRPr lang="en-GB" sz="1400" kern="1200" dirty="0" smtClean="0">
                <a:solidFill>
                  <a:schemeClr val="bg1"/>
                </a:solidFill>
                <a:latin typeface="+mn-lt"/>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a:t>Click to edit Master subtitle style</a:t>
            </a:r>
            <a:endParaRPr lang="en-US"/>
          </a:p>
        </p:txBody>
      </p:sp>
    </p:spTree>
    <p:extLst>
      <p:ext uri="{BB962C8B-B14F-4D97-AF65-F5344CB8AC3E}">
        <p14:creationId xmlns:p14="http://schemas.microsoft.com/office/powerpoint/2010/main" val="2540499012"/>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268.xml><?xml version="1.0" encoding="utf-8"?>
<p:sldLayout xmlns:a="http://schemas.openxmlformats.org/drawingml/2006/main" xmlns:r="http://schemas.openxmlformats.org/officeDocument/2006/relationships" xmlns:p="http://schemas.openxmlformats.org/presentationml/2006/main" showMasterSp="0" preserve="1" userDrawn="1">
  <p:cSld name="Title Slide Logo C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5276F6-E981-8407-5AD7-E85838815E5A}"/>
              </a:ext>
            </a:extLst>
          </p:cNvPr>
          <p:cNvSpPr>
            <a:spLocks noGrp="1"/>
          </p:cNvSpPr>
          <p:nvPr>
            <p:ph type="title"/>
          </p:nvPr>
        </p:nvSpPr>
        <p:spPr>
          <a:xfrm>
            <a:off x="2765723" y="1489457"/>
            <a:ext cx="6480175" cy="1677988"/>
          </a:xfrm>
          <a:prstGeom prst="rect">
            <a:avLst/>
          </a:prstGeom>
          <a:noFill/>
        </p:spPr>
        <p:txBody>
          <a:bodyPr anchor="b"/>
          <a:lstStyle>
            <a:lvl1pPr algn="ctr">
              <a:defRPr kumimoji="0" lang="en-PL" sz="5400" b="0" i="0" u="none" strike="noStrike" kern="1200" cap="none" spc="0" normalizeH="0" baseline="0" noProof="0" dirty="0">
                <a:ln>
                  <a:noFill/>
                </a:ln>
                <a:solidFill>
                  <a:schemeClr val="bg1"/>
                </a:solidFill>
                <a:effectLst/>
                <a:uLnTx/>
                <a:uFillTx/>
                <a:latin typeface="+mn-lt"/>
                <a:ea typeface="+mj-ea"/>
                <a:cs typeface="+mj-cs"/>
              </a:defRPr>
            </a:lvl1pPr>
          </a:lstStyle>
          <a:p>
            <a:r>
              <a:rPr lang="en-US"/>
              <a:t>Click to edit Master title style</a:t>
            </a:r>
            <a:endParaRPr lang="en-PL"/>
          </a:p>
        </p:txBody>
      </p:sp>
      <p:sp>
        <p:nvSpPr>
          <p:cNvPr id="4" name="Text Placeholder 3">
            <a:extLst>
              <a:ext uri="{FF2B5EF4-FFF2-40B4-BE49-F238E27FC236}">
                <a16:creationId xmlns:a16="http://schemas.microsoft.com/office/drawing/2014/main" id="{710D5C00-226E-1369-C48F-FBB9D0A2D267}"/>
              </a:ext>
            </a:extLst>
          </p:cNvPr>
          <p:cNvSpPr>
            <a:spLocks noGrp="1"/>
          </p:cNvSpPr>
          <p:nvPr>
            <p:ph type="body" sz="quarter" idx="10" hasCustomPrompt="1"/>
          </p:nvPr>
        </p:nvSpPr>
        <p:spPr>
          <a:xfrm>
            <a:off x="2764136" y="3167445"/>
            <a:ext cx="6478587" cy="348286"/>
          </a:xfrm>
          <a:prstGeom prst="rect">
            <a:avLst/>
          </a:prstGeom>
        </p:spPr>
        <p:txBody>
          <a:bodyPr/>
          <a:lstStyle>
            <a:lvl1pPr algn="ctr">
              <a:defRPr lang="en-GB" sz="2000" kern="1200" dirty="0" smtClean="0">
                <a:solidFill>
                  <a:schemeClr val="bg1"/>
                </a:solidFill>
                <a:latin typeface="Ubuntu Light" panose="020B0304030602030204" pitchFamily="34" charset="0"/>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a:t>Click to edit Master subtitle style</a:t>
            </a:r>
            <a:endParaRPr lang="en-US"/>
          </a:p>
        </p:txBody>
      </p:sp>
      <p:sp>
        <p:nvSpPr>
          <p:cNvPr id="6" name="Text Placeholder 3">
            <a:extLst>
              <a:ext uri="{FF2B5EF4-FFF2-40B4-BE49-F238E27FC236}">
                <a16:creationId xmlns:a16="http://schemas.microsoft.com/office/drawing/2014/main" id="{141DE9FA-300D-BBCE-A5BC-ECE60B3F1F61}"/>
              </a:ext>
            </a:extLst>
          </p:cNvPr>
          <p:cNvSpPr>
            <a:spLocks noGrp="1"/>
          </p:cNvSpPr>
          <p:nvPr>
            <p:ph type="body" sz="quarter" idx="11" hasCustomPrompt="1"/>
          </p:nvPr>
        </p:nvSpPr>
        <p:spPr>
          <a:xfrm>
            <a:off x="2763761" y="3709694"/>
            <a:ext cx="6479535" cy="253029"/>
          </a:xfrm>
          <a:prstGeom prst="rect">
            <a:avLst/>
          </a:prstGeom>
        </p:spPr>
        <p:txBody>
          <a:bodyPr/>
          <a:lstStyle>
            <a:lvl1pPr algn="ctr">
              <a:defRPr lang="en-GB" sz="1400" kern="1200" dirty="0" smtClean="0">
                <a:solidFill>
                  <a:schemeClr val="bg1"/>
                </a:solidFill>
                <a:latin typeface="Ubuntu Light" panose="020B0304030602030204" pitchFamily="34" charset="0"/>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a:t>Click to edit Master subtitle style</a:t>
            </a:r>
            <a:endParaRPr lang="en-US"/>
          </a:p>
        </p:txBody>
      </p:sp>
      <p:grpSp>
        <p:nvGrpSpPr>
          <p:cNvPr id="3" name="Group 2">
            <a:extLst>
              <a:ext uri="{FF2B5EF4-FFF2-40B4-BE49-F238E27FC236}">
                <a16:creationId xmlns:a16="http://schemas.microsoft.com/office/drawing/2014/main" id="{29019898-C562-0E25-C4F3-334360D03193}"/>
              </a:ext>
            </a:extLst>
          </p:cNvPr>
          <p:cNvGrpSpPr>
            <a:grpSpLocks noChangeAspect="1"/>
          </p:cNvGrpSpPr>
          <p:nvPr userDrawn="1"/>
        </p:nvGrpSpPr>
        <p:grpSpPr>
          <a:xfrm>
            <a:off x="-175885" y="4642089"/>
            <a:ext cx="12564529" cy="2824804"/>
            <a:chOff x="5094083" y="5360390"/>
            <a:chExt cx="3039349" cy="683316"/>
          </a:xfrm>
          <a:solidFill>
            <a:schemeClr val="accent1"/>
          </a:solidFill>
        </p:grpSpPr>
        <p:sp>
          <p:nvSpPr>
            <p:cNvPr id="7" name="Freeform: Shape 4">
              <a:extLst>
                <a:ext uri="{FF2B5EF4-FFF2-40B4-BE49-F238E27FC236}">
                  <a16:creationId xmlns:a16="http://schemas.microsoft.com/office/drawing/2014/main" id="{F8CB933C-09AA-8C71-2E78-1561B27414F9}"/>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8" name="Freeform: Shape 5">
              <a:extLst>
                <a:ext uri="{FF2B5EF4-FFF2-40B4-BE49-F238E27FC236}">
                  <a16:creationId xmlns:a16="http://schemas.microsoft.com/office/drawing/2014/main" id="{99E6D307-271F-C8DB-706F-FE50815F9A39}"/>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9" name="Freeform: Shape 6">
              <a:extLst>
                <a:ext uri="{FF2B5EF4-FFF2-40B4-BE49-F238E27FC236}">
                  <a16:creationId xmlns:a16="http://schemas.microsoft.com/office/drawing/2014/main" id="{C39B46B1-97A6-4B30-142D-E2A1330E057D}"/>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10" name="Freeform: Shape 7">
              <a:extLst>
                <a:ext uri="{FF2B5EF4-FFF2-40B4-BE49-F238E27FC236}">
                  <a16:creationId xmlns:a16="http://schemas.microsoft.com/office/drawing/2014/main" id="{9BFEC525-2C7E-E980-B007-932804D5D51E}"/>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11" name="Freeform: Shape 8">
              <a:extLst>
                <a:ext uri="{FF2B5EF4-FFF2-40B4-BE49-F238E27FC236}">
                  <a16:creationId xmlns:a16="http://schemas.microsoft.com/office/drawing/2014/main" id="{4A1347D2-8F0A-9DF0-EE43-F2AA0C1B4213}"/>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grpSp>
      <p:sp>
        <p:nvSpPr>
          <p:cNvPr id="12" name="Rectangle 11">
            <a:extLst>
              <a:ext uri="{FF2B5EF4-FFF2-40B4-BE49-F238E27FC236}">
                <a16:creationId xmlns:a16="http://schemas.microsoft.com/office/drawing/2014/main" id="{AEB98D74-27E3-F044-4F08-EF3F7C226178}"/>
              </a:ext>
            </a:extLst>
          </p:cNvPr>
          <p:cNvSpPr/>
          <p:nvPr userDrawn="1"/>
        </p:nvSpPr>
        <p:spPr>
          <a:xfrm>
            <a:off x="-902128" y="2536529"/>
            <a:ext cx="4660490" cy="289102"/>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000000"/>
              </a:solidFill>
              <a:effectLst/>
              <a:uLnTx/>
              <a:uFillTx/>
              <a:latin typeface="Ubuntu"/>
              <a:ea typeface="+mn-ea"/>
              <a:cs typeface="+mn-cs"/>
            </a:endParaRPr>
          </a:p>
        </p:txBody>
      </p:sp>
      <p:sp>
        <p:nvSpPr>
          <p:cNvPr id="16" name="Rectangle 15">
            <a:extLst>
              <a:ext uri="{FF2B5EF4-FFF2-40B4-BE49-F238E27FC236}">
                <a16:creationId xmlns:a16="http://schemas.microsoft.com/office/drawing/2014/main" id="{B977B1B2-8ECC-4719-803F-E7EBCFD4BEF8}"/>
              </a:ext>
            </a:extLst>
          </p:cNvPr>
          <p:cNvSpPr/>
          <p:nvPr userDrawn="1"/>
        </p:nvSpPr>
        <p:spPr>
          <a:xfrm>
            <a:off x="7696229" y="3673621"/>
            <a:ext cx="4660490" cy="289102"/>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000000"/>
              </a:solidFill>
              <a:effectLst/>
              <a:uLnTx/>
              <a:uFillTx/>
              <a:latin typeface="Ubuntu"/>
              <a:ea typeface="+mn-ea"/>
              <a:cs typeface="+mn-cs"/>
            </a:endParaRPr>
          </a:p>
        </p:txBody>
      </p:sp>
    </p:spTree>
    <p:extLst>
      <p:ext uri="{BB962C8B-B14F-4D97-AF65-F5344CB8AC3E}">
        <p14:creationId xmlns:p14="http://schemas.microsoft.com/office/powerpoint/2010/main" val="2937106405"/>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269.xml><?xml version="1.0" encoding="utf-8"?>
<p:sldLayout xmlns:a="http://schemas.openxmlformats.org/drawingml/2006/main" xmlns:r="http://schemas.openxmlformats.org/officeDocument/2006/relationships" xmlns:p="http://schemas.openxmlformats.org/presentationml/2006/main" showMasterSp="0" preserve="1" userDrawn="1">
  <p:cSld name="Title Slide 2">
    <p:spTree>
      <p:nvGrpSpPr>
        <p:cNvPr id="1" name=""/>
        <p:cNvGrpSpPr/>
        <p:nvPr/>
      </p:nvGrpSpPr>
      <p:grpSpPr>
        <a:xfrm>
          <a:off x="0" y="0"/>
          <a:ext cx="0" cy="0"/>
          <a:chOff x="0" y="0"/>
          <a:chExt cx="0" cy="0"/>
        </a:xfrm>
      </p:grpSpPr>
      <p:sp>
        <p:nvSpPr>
          <p:cNvPr id="31" name="Picture Placeholder 10">
            <a:extLst>
              <a:ext uri="{FF2B5EF4-FFF2-40B4-BE49-F238E27FC236}">
                <a16:creationId xmlns:a16="http://schemas.microsoft.com/office/drawing/2014/main" id="{CC88A17A-2665-CB64-B35D-1CDAB893EA72}"/>
              </a:ext>
            </a:extLst>
          </p:cNvPr>
          <p:cNvSpPr>
            <a:spLocks noGrp="1"/>
          </p:cNvSpPr>
          <p:nvPr>
            <p:ph type="pic" sz="quarter" idx="13" hasCustomPrompt="1"/>
          </p:nvPr>
        </p:nvSpPr>
        <p:spPr>
          <a:xfrm>
            <a:off x="-1" y="180000"/>
            <a:ext cx="12192001" cy="6678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grpSp>
        <p:nvGrpSpPr>
          <p:cNvPr id="14" name="Group 2">
            <a:extLst>
              <a:ext uri="{FF2B5EF4-FFF2-40B4-BE49-F238E27FC236}">
                <a16:creationId xmlns:a16="http://schemas.microsoft.com/office/drawing/2014/main" id="{5570D5EE-65A7-6ED8-B779-4B18D3F9B40F}"/>
              </a:ext>
            </a:extLst>
          </p:cNvPr>
          <p:cNvGrpSpPr>
            <a:grpSpLocks noChangeAspect="1"/>
          </p:cNvGrpSpPr>
          <p:nvPr userDrawn="1"/>
        </p:nvGrpSpPr>
        <p:grpSpPr>
          <a:xfrm>
            <a:off x="9912013" y="6122117"/>
            <a:ext cx="1872000" cy="420870"/>
            <a:chOff x="5094083" y="5360390"/>
            <a:chExt cx="3039349" cy="683316"/>
          </a:xfrm>
          <a:solidFill>
            <a:schemeClr val="accent1"/>
          </a:solidFill>
        </p:grpSpPr>
        <p:sp>
          <p:nvSpPr>
            <p:cNvPr id="15" name="Freeform: Shape 4">
              <a:extLst>
                <a:ext uri="{FF2B5EF4-FFF2-40B4-BE49-F238E27FC236}">
                  <a16:creationId xmlns:a16="http://schemas.microsoft.com/office/drawing/2014/main" id="{D58972C2-A9F5-BC83-6D8B-F2551227EF02}"/>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endParaRPr lang="en-US" sz="1800"/>
            </a:p>
          </p:txBody>
        </p:sp>
        <p:sp>
          <p:nvSpPr>
            <p:cNvPr id="16" name="Freeform: Shape 5">
              <a:extLst>
                <a:ext uri="{FF2B5EF4-FFF2-40B4-BE49-F238E27FC236}">
                  <a16:creationId xmlns:a16="http://schemas.microsoft.com/office/drawing/2014/main" id="{F1185E33-8F53-63CA-354E-8F831E6BCFB7}"/>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endParaRPr lang="en-US" sz="1800"/>
            </a:p>
          </p:txBody>
        </p:sp>
        <p:sp>
          <p:nvSpPr>
            <p:cNvPr id="18" name="Freeform: Shape 6">
              <a:extLst>
                <a:ext uri="{FF2B5EF4-FFF2-40B4-BE49-F238E27FC236}">
                  <a16:creationId xmlns:a16="http://schemas.microsoft.com/office/drawing/2014/main" id="{CDD16A12-A8F2-58EF-09CC-13E3376F38BF}"/>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endParaRPr lang="en-US" sz="1800"/>
            </a:p>
          </p:txBody>
        </p:sp>
        <p:sp>
          <p:nvSpPr>
            <p:cNvPr id="20" name="Freeform: Shape 7">
              <a:extLst>
                <a:ext uri="{FF2B5EF4-FFF2-40B4-BE49-F238E27FC236}">
                  <a16:creationId xmlns:a16="http://schemas.microsoft.com/office/drawing/2014/main" id="{8F3DB536-4854-A063-FC86-800CFAAD2478}"/>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endParaRPr lang="en-US" sz="1800"/>
            </a:p>
          </p:txBody>
        </p:sp>
        <p:sp>
          <p:nvSpPr>
            <p:cNvPr id="21" name="Freeform: Shape 8">
              <a:extLst>
                <a:ext uri="{FF2B5EF4-FFF2-40B4-BE49-F238E27FC236}">
                  <a16:creationId xmlns:a16="http://schemas.microsoft.com/office/drawing/2014/main" id="{BF1BB4C2-2CFF-9555-916D-B08189B1ED72}"/>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endParaRPr lang="en-US" sz="1800"/>
            </a:p>
          </p:txBody>
        </p:sp>
      </p:grpSp>
      <p:sp>
        <p:nvSpPr>
          <p:cNvPr id="32" name="Title 31">
            <a:extLst>
              <a:ext uri="{FF2B5EF4-FFF2-40B4-BE49-F238E27FC236}">
                <a16:creationId xmlns:a16="http://schemas.microsoft.com/office/drawing/2014/main" id="{E3492C82-376C-10C5-B46C-67C15004D611}"/>
              </a:ext>
            </a:extLst>
          </p:cNvPr>
          <p:cNvSpPr>
            <a:spLocks noGrp="1"/>
          </p:cNvSpPr>
          <p:nvPr>
            <p:ph type="title"/>
          </p:nvPr>
        </p:nvSpPr>
        <p:spPr>
          <a:xfrm>
            <a:off x="551384" y="1628775"/>
            <a:ext cx="6578080" cy="3589714"/>
          </a:xfrm>
          <a:prstGeom prst="rect">
            <a:avLst/>
          </a:prstGeom>
        </p:spPr>
        <p:txBody>
          <a:bodyPr anchor="b"/>
          <a:lstStyle>
            <a:lvl1pPr>
              <a:defRPr sz="5400"/>
            </a:lvl1pPr>
          </a:lstStyle>
          <a:p>
            <a:r>
              <a:rPr lang="en-US"/>
              <a:t>Click to edit Master title style</a:t>
            </a:r>
            <a:endParaRPr lang="en-PL"/>
          </a:p>
        </p:txBody>
      </p:sp>
      <p:sp>
        <p:nvSpPr>
          <p:cNvPr id="34" name="Text Placeholder 33">
            <a:extLst>
              <a:ext uri="{FF2B5EF4-FFF2-40B4-BE49-F238E27FC236}">
                <a16:creationId xmlns:a16="http://schemas.microsoft.com/office/drawing/2014/main" id="{D09EA9EC-658D-5DAE-6157-50A4AA284434}"/>
              </a:ext>
            </a:extLst>
          </p:cNvPr>
          <p:cNvSpPr>
            <a:spLocks noGrp="1"/>
          </p:cNvSpPr>
          <p:nvPr>
            <p:ph type="body" sz="quarter" idx="14"/>
          </p:nvPr>
        </p:nvSpPr>
        <p:spPr>
          <a:xfrm>
            <a:off x="549275" y="5251824"/>
            <a:ext cx="6578080" cy="659722"/>
          </a:xfrm>
          <a:prstGeom prst="rect">
            <a:avLst/>
          </a:prstGeom>
        </p:spPr>
        <p:txBody>
          <a:bodyPr/>
          <a:lstStyle/>
          <a:p>
            <a:pPr lvl="0"/>
            <a:r>
              <a:rPr lang="en-US"/>
              <a:t>Click to edit Master text styles</a:t>
            </a:r>
          </a:p>
        </p:txBody>
      </p:sp>
      <p:sp>
        <p:nvSpPr>
          <p:cNvPr id="3" name="Rectangle 2">
            <a:extLst>
              <a:ext uri="{FF2B5EF4-FFF2-40B4-BE49-F238E27FC236}">
                <a16:creationId xmlns:a16="http://schemas.microsoft.com/office/drawing/2014/main" id="{9E9DF3E1-890B-0648-08D7-23F6A17377B7}"/>
              </a:ext>
            </a:extLst>
          </p:cNvPr>
          <p:cNvSpPr/>
          <p:nvPr userDrawn="1"/>
        </p:nvSpPr>
        <p:spPr>
          <a:xfrm>
            <a:off x="-2" y="0"/>
            <a:ext cx="12192000"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4" name="Text Placeholder 33">
            <a:extLst>
              <a:ext uri="{FF2B5EF4-FFF2-40B4-BE49-F238E27FC236}">
                <a16:creationId xmlns:a16="http://schemas.microsoft.com/office/drawing/2014/main" id="{277C0A79-DE12-2C81-D632-2FB7FA13208C}"/>
              </a:ext>
            </a:extLst>
          </p:cNvPr>
          <p:cNvSpPr>
            <a:spLocks noGrp="1"/>
          </p:cNvSpPr>
          <p:nvPr>
            <p:ph type="body" sz="quarter" idx="15"/>
          </p:nvPr>
        </p:nvSpPr>
        <p:spPr>
          <a:xfrm>
            <a:off x="549275" y="5910502"/>
            <a:ext cx="6578080" cy="659722"/>
          </a:xfrm>
          <a:prstGeom prst="rect">
            <a:avLst/>
          </a:prstGeom>
        </p:spPr>
        <p:txBody>
          <a:bodyPr/>
          <a:lstStyle/>
          <a:p>
            <a:pPr lvl="0"/>
            <a:r>
              <a:rPr lang="en-US"/>
              <a:t>Click to edit Master text styles</a:t>
            </a:r>
          </a:p>
        </p:txBody>
      </p:sp>
    </p:spTree>
    <p:extLst>
      <p:ext uri="{BB962C8B-B14F-4D97-AF65-F5344CB8AC3E}">
        <p14:creationId xmlns:p14="http://schemas.microsoft.com/office/powerpoint/2010/main" val="3013744632"/>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270.xml><?xml version="1.0" encoding="utf-8"?>
<p:sldLayout xmlns:a="http://schemas.openxmlformats.org/drawingml/2006/main" xmlns:r="http://schemas.openxmlformats.org/officeDocument/2006/relationships" xmlns:p="http://schemas.openxmlformats.org/presentationml/2006/main" showMasterSp="0" preserve="1" userDrawn="1">
  <p:cSld name="Title Slide Message lef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710D5C00-226E-1369-C48F-FBB9D0A2D267}"/>
              </a:ext>
            </a:extLst>
          </p:cNvPr>
          <p:cNvSpPr>
            <a:spLocks noGrp="1"/>
          </p:cNvSpPr>
          <p:nvPr>
            <p:ph type="body" sz="quarter" idx="10" hasCustomPrompt="1"/>
          </p:nvPr>
        </p:nvSpPr>
        <p:spPr>
          <a:xfrm>
            <a:off x="7859991" y="4310970"/>
            <a:ext cx="3776998" cy="844776"/>
          </a:xfrm>
          <a:prstGeom prst="rect">
            <a:avLst/>
          </a:prstGeom>
        </p:spPr>
        <p:txBody>
          <a:bodyPr/>
          <a:lstStyle>
            <a:lvl1pPr algn="l">
              <a:defRPr lang="en-GB" sz="2000" kern="1200" dirty="0" smtClean="0">
                <a:solidFill>
                  <a:schemeClr val="bg1"/>
                </a:solidFill>
                <a:latin typeface="+mn-lt"/>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a:t>Click to edit Master subtitle style</a:t>
            </a:r>
            <a:endParaRPr lang="en-US"/>
          </a:p>
        </p:txBody>
      </p:sp>
      <p:sp>
        <p:nvSpPr>
          <p:cNvPr id="6" name="Text Placeholder 3">
            <a:extLst>
              <a:ext uri="{FF2B5EF4-FFF2-40B4-BE49-F238E27FC236}">
                <a16:creationId xmlns:a16="http://schemas.microsoft.com/office/drawing/2014/main" id="{141DE9FA-300D-BBCE-A5BC-ECE60B3F1F61}"/>
              </a:ext>
            </a:extLst>
          </p:cNvPr>
          <p:cNvSpPr>
            <a:spLocks noGrp="1"/>
          </p:cNvSpPr>
          <p:nvPr>
            <p:ph type="body" sz="quarter" idx="11" hasCustomPrompt="1"/>
          </p:nvPr>
        </p:nvSpPr>
        <p:spPr>
          <a:xfrm>
            <a:off x="7859991" y="5787865"/>
            <a:ext cx="3776998" cy="546064"/>
          </a:xfrm>
          <a:prstGeom prst="rect">
            <a:avLst/>
          </a:prstGeom>
        </p:spPr>
        <p:txBody>
          <a:bodyPr/>
          <a:lstStyle>
            <a:lvl1pPr algn="l">
              <a:defRPr lang="en-GB" sz="1400" kern="1200" dirty="0" smtClean="0">
                <a:solidFill>
                  <a:schemeClr val="bg1"/>
                </a:solidFill>
                <a:latin typeface="+mn-lt"/>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a:t>Click to edit Master subtitle style</a:t>
            </a:r>
            <a:endParaRPr lang="en-US"/>
          </a:p>
        </p:txBody>
      </p:sp>
      <p:grpSp>
        <p:nvGrpSpPr>
          <p:cNvPr id="5" name="Group 2">
            <a:extLst>
              <a:ext uri="{FF2B5EF4-FFF2-40B4-BE49-F238E27FC236}">
                <a16:creationId xmlns:a16="http://schemas.microsoft.com/office/drawing/2014/main" id="{97C43731-60F1-A1BC-E630-11D1BE6DDE01}"/>
              </a:ext>
            </a:extLst>
          </p:cNvPr>
          <p:cNvGrpSpPr>
            <a:grpSpLocks noChangeAspect="1"/>
          </p:cNvGrpSpPr>
          <p:nvPr userDrawn="1"/>
        </p:nvGrpSpPr>
        <p:grpSpPr>
          <a:xfrm>
            <a:off x="368802" y="6162345"/>
            <a:ext cx="1872000" cy="420870"/>
            <a:chOff x="5094083" y="5360390"/>
            <a:chExt cx="3039349" cy="683316"/>
          </a:xfrm>
          <a:solidFill>
            <a:schemeClr val="bg2"/>
          </a:solidFill>
        </p:grpSpPr>
        <p:sp>
          <p:nvSpPr>
            <p:cNvPr id="13" name="Freeform: Shape 4">
              <a:extLst>
                <a:ext uri="{FF2B5EF4-FFF2-40B4-BE49-F238E27FC236}">
                  <a16:creationId xmlns:a16="http://schemas.microsoft.com/office/drawing/2014/main" id="{E46A43A4-DCDF-7C78-DDEA-21BACBE7C719}"/>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6F6F6"/>
                </a:solidFill>
                <a:effectLst/>
                <a:uLnTx/>
                <a:uFillTx/>
                <a:latin typeface="Ubuntu"/>
                <a:ea typeface="+mn-ea"/>
                <a:cs typeface="+mn-cs"/>
              </a:endParaRPr>
            </a:p>
          </p:txBody>
        </p:sp>
        <p:sp>
          <p:nvSpPr>
            <p:cNvPr id="14" name="Freeform: Shape 5">
              <a:extLst>
                <a:ext uri="{FF2B5EF4-FFF2-40B4-BE49-F238E27FC236}">
                  <a16:creationId xmlns:a16="http://schemas.microsoft.com/office/drawing/2014/main" id="{D4834A30-F65C-87DF-9AD8-668233946F32}"/>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6F6F6"/>
                </a:solidFill>
                <a:effectLst/>
                <a:uLnTx/>
                <a:uFillTx/>
                <a:latin typeface="Ubuntu"/>
                <a:ea typeface="+mn-ea"/>
                <a:cs typeface="+mn-cs"/>
              </a:endParaRPr>
            </a:p>
          </p:txBody>
        </p:sp>
        <p:sp>
          <p:nvSpPr>
            <p:cNvPr id="15" name="Freeform: Shape 6">
              <a:extLst>
                <a:ext uri="{FF2B5EF4-FFF2-40B4-BE49-F238E27FC236}">
                  <a16:creationId xmlns:a16="http://schemas.microsoft.com/office/drawing/2014/main" id="{97CAB39C-AC38-78BE-6460-1AC31467E31A}"/>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6F6F6"/>
                </a:solidFill>
                <a:effectLst/>
                <a:uLnTx/>
                <a:uFillTx/>
                <a:latin typeface="Ubuntu"/>
                <a:ea typeface="+mn-ea"/>
                <a:cs typeface="+mn-cs"/>
              </a:endParaRPr>
            </a:p>
          </p:txBody>
        </p:sp>
        <p:sp>
          <p:nvSpPr>
            <p:cNvPr id="17" name="Freeform: Shape 7">
              <a:extLst>
                <a:ext uri="{FF2B5EF4-FFF2-40B4-BE49-F238E27FC236}">
                  <a16:creationId xmlns:a16="http://schemas.microsoft.com/office/drawing/2014/main" id="{D6E94E64-5DBF-0D94-8FC8-EDC1F82C3D7C}"/>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6F6F6"/>
                </a:solidFill>
                <a:effectLst/>
                <a:uLnTx/>
                <a:uFillTx/>
                <a:latin typeface="Ubuntu"/>
                <a:ea typeface="+mn-ea"/>
                <a:cs typeface="+mn-cs"/>
              </a:endParaRPr>
            </a:p>
          </p:txBody>
        </p:sp>
        <p:sp>
          <p:nvSpPr>
            <p:cNvPr id="18" name="Freeform: Shape 8">
              <a:extLst>
                <a:ext uri="{FF2B5EF4-FFF2-40B4-BE49-F238E27FC236}">
                  <a16:creationId xmlns:a16="http://schemas.microsoft.com/office/drawing/2014/main" id="{C730C3C9-943E-DF05-5213-9E27CF02B89F}"/>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6F6F6"/>
                </a:solidFill>
                <a:effectLst/>
                <a:uLnTx/>
                <a:uFillTx/>
                <a:latin typeface="Ubuntu"/>
                <a:ea typeface="+mn-ea"/>
                <a:cs typeface="+mn-cs"/>
              </a:endParaRPr>
            </a:p>
          </p:txBody>
        </p:sp>
      </p:grpSp>
      <p:sp>
        <p:nvSpPr>
          <p:cNvPr id="19" name="Rectangle 18">
            <a:extLst>
              <a:ext uri="{FF2B5EF4-FFF2-40B4-BE49-F238E27FC236}">
                <a16:creationId xmlns:a16="http://schemas.microsoft.com/office/drawing/2014/main" id="{F4AB31BA-122A-A70B-066B-977B193EC8FA}"/>
              </a:ext>
            </a:extLst>
          </p:cNvPr>
          <p:cNvSpPr/>
          <p:nvPr userDrawn="1"/>
        </p:nvSpPr>
        <p:spPr>
          <a:xfrm>
            <a:off x="4124632" y="5155746"/>
            <a:ext cx="8067368" cy="289102"/>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000000"/>
              </a:solidFill>
              <a:effectLst/>
              <a:uLnTx/>
              <a:uFillTx/>
              <a:latin typeface="Ubuntu"/>
              <a:ea typeface="+mn-ea"/>
              <a:cs typeface="+mn-cs"/>
            </a:endParaRPr>
          </a:p>
        </p:txBody>
      </p:sp>
      <p:sp>
        <p:nvSpPr>
          <p:cNvPr id="20" name="Title 19">
            <a:extLst>
              <a:ext uri="{FF2B5EF4-FFF2-40B4-BE49-F238E27FC236}">
                <a16:creationId xmlns:a16="http://schemas.microsoft.com/office/drawing/2014/main" id="{B21B0F02-FE4C-511F-A62B-12E2BACE6D5B}"/>
              </a:ext>
            </a:extLst>
          </p:cNvPr>
          <p:cNvSpPr>
            <a:spLocks noGrp="1"/>
          </p:cNvSpPr>
          <p:nvPr>
            <p:ph type="title" hasCustomPrompt="1"/>
          </p:nvPr>
        </p:nvSpPr>
        <p:spPr>
          <a:xfrm>
            <a:off x="-176980" y="-171399"/>
            <a:ext cx="7713140" cy="6199078"/>
          </a:xfrm>
          <a:prstGeom prst="rect">
            <a:avLst/>
          </a:prstGeom>
        </p:spPr>
        <p:txBody>
          <a:bodyPr/>
          <a:lstStyle>
            <a:lvl1pPr>
              <a:lnSpc>
                <a:spcPct val="75000"/>
              </a:lnSpc>
              <a:defRPr sz="17200">
                <a:solidFill>
                  <a:schemeClr val="accent2"/>
                </a:solidFill>
                <a:latin typeface="Ubuntu Light" panose="020B0304030602030204" pitchFamily="34" charset="0"/>
              </a:defRPr>
            </a:lvl1pPr>
          </a:lstStyle>
          <a:p>
            <a:r>
              <a:rPr lang="en-US"/>
              <a:t>Master title style</a:t>
            </a:r>
          </a:p>
        </p:txBody>
      </p:sp>
    </p:spTree>
    <p:extLst>
      <p:ext uri="{BB962C8B-B14F-4D97-AF65-F5344CB8AC3E}">
        <p14:creationId xmlns:p14="http://schemas.microsoft.com/office/powerpoint/2010/main" val="1045335986"/>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271.xml><?xml version="1.0" encoding="utf-8"?>
<p:sldLayout xmlns:a="http://schemas.openxmlformats.org/drawingml/2006/main" xmlns:r="http://schemas.openxmlformats.org/officeDocument/2006/relationships" xmlns:p="http://schemas.openxmlformats.org/presentationml/2006/main" showMasterSp="0" preserve="1" userDrawn="1">
  <p:cSld name="Title Slide 3">
    <p:spTree>
      <p:nvGrpSpPr>
        <p:cNvPr id="1" name=""/>
        <p:cNvGrpSpPr/>
        <p:nvPr/>
      </p:nvGrpSpPr>
      <p:grpSpPr>
        <a:xfrm>
          <a:off x="0" y="0"/>
          <a:ext cx="0" cy="0"/>
          <a:chOff x="0" y="0"/>
          <a:chExt cx="0" cy="0"/>
        </a:xfrm>
      </p:grpSpPr>
      <p:sp>
        <p:nvSpPr>
          <p:cNvPr id="32" name="Picture Placeholder 10">
            <a:extLst>
              <a:ext uri="{FF2B5EF4-FFF2-40B4-BE49-F238E27FC236}">
                <a16:creationId xmlns:a16="http://schemas.microsoft.com/office/drawing/2014/main" id="{3ACE82B0-62A7-4716-0770-25177C6C2523}"/>
              </a:ext>
            </a:extLst>
          </p:cNvPr>
          <p:cNvSpPr>
            <a:spLocks noGrp="1"/>
          </p:cNvSpPr>
          <p:nvPr>
            <p:ph type="pic" sz="quarter" idx="13" hasCustomPrompt="1"/>
          </p:nvPr>
        </p:nvSpPr>
        <p:spPr>
          <a:xfrm>
            <a:off x="180001" y="0"/>
            <a:ext cx="12011999" cy="6858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grpSp>
        <p:nvGrpSpPr>
          <p:cNvPr id="33" name="Group 2">
            <a:extLst>
              <a:ext uri="{FF2B5EF4-FFF2-40B4-BE49-F238E27FC236}">
                <a16:creationId xmlns:a16="http://schemas.microsoft.com/office/drawing/2014/main" id="{8F46E283-C322-4D6F-0C87-E9B5787BEF80}"/>
              </a:ext>
            </a:extLst>
          </p:cNvPr>
          <p:cNvGrpSpPr>
            <a:grpSpLocks noChangeAspect="1"/>
          </p:cNvGrpSpPr>
          <p:nvPr userDrawn="1"/>
        </p:nvGrpSpPr>
        <p:grpSpPr>
          <a:xfrm>
            <a:off x="9912013" y="6122117"/>
            <a:ext cx="1872000" cy="420870"/>
            <a:chOff x="5094083" y="5360390"/>
            <a:chExt cx="3039349" cy="683316"/>
          </a:xfrm>
          <a:solidFill>
            <a:schemeClr val="accent1"/>
          </a:solidFill>
        </p:grpSpPr>
        <p:sp>
          <p:nvSpPr>
            <p:cNvPr id="34" name="Freeform: Shape 4">
              <a:extLst>
                <a:ext uri="{FF2B5EF4-FFF2-40B4-BE49-F238E27FC236}">
                  <a16:creationId xmlns:a16="http://schemas.microsoft.com/office/drawing/2014/main" id="{E7C6E56A-237E-269F-8948-94D8630922C0}"/>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endParaRPr lang="en-US" sz="1800"/>
            </a:p>
          </p:txBody>
        </p:sp>
        <p:sp>
          <p:nvSpPr>
            <p:cNvPr id="35" name="Freeform: Shape 5">
              <a:extLst>
                <a:ext uri="{FF2B5EF4-FFF2-40B4-BE49-F238E27FC236}">
                  <a16:creationId xmlns:a16="http://schemas.microsoft.com/office/drawing/2014/main" id="{69EF9104-8430-F98A-7A15-FE04244E2D36}"/>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endParaRPr lang="en-US" sz="1800"/>
            </a:p>
          </p:txBody>
        </p:sp>
        <p:sp>
          <p:nvSpPr>
            <p:cNvPr id="36" name="Freeform: Shape 6">
              <a:extLst>
                <a:ext uri="{FF2B5EF4-FFF2-40B4-BE49-F238E27FC236}">
                  <a16:creationId xmlns:a16="http://schemas.microsoft.com/office/drawing/2014/main" id="{0398A75A-EE7F-6840-B64B-CD550ECF76E3}"/>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endParaRPr lang="en-US" sz="1800"/>
            </a:p>
          </p:txBody>
        </p:sp>
        <p:sp>
          <p:nvSpPr>
            <p:cNvPr id="37" name="Freeform: Shape 7">
              <a:extLst>
                <a:ext uri="{FF2B5EF4-FFF2-40B4-BE49-F238E27FC236}">
                  <a16:creationId xmlns:a16="http://schemas.microsoft.com/office/drawing/2014/main" id="{3586F6A8-69A4-9382-D0C9-7CA34851C34A}"/>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endParaRPr lang="en-US" sz="1800"/>
            </a:p>
          </p:txBody>
        </p:sp>
        <p:sp>
          <p:nvSpPr>
            <p:cNvPr id="38" name="Freeform: Shape 8">
              <a:extLst>
                <a:ext uri="{FF2B5EF4-FFF2-40B4-BE49-F238E27FC236}">
                  <a16:creationId xmlns:a16="http://schemas.microsoft.com/office/drawing/2014/main" id="{3814A5D2-6C0A-D1F0-266D-7ECB31C3E8E6}"/>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endParaRPr lang="en-US" sz="1800"/>
            </a:p>
          </p:txBody>
        </p:sp>
      </p:grpSp>
      <p:sp>
        <p:nvSpPr>
          <p:cNvPr id="39" name="Title 31">
            <a:extLst>
              <a:ext uri="{FF2B5EF4-FFF2-40B4-BE49-F238E27FC236}">
                <a16:creationId xmlns:a16="http://schemas.microsoft.com/office/drawing/2014/main" id="{F322BC76-B62D-13E1-DFD4-1C84E6221D02}"/>
              </a:ext>
            </a:extLst>
          </p:cNvPr>
          <p:cNvSpPr>
            <a:spLocks noGrp="1"/>
          </p:cNvSpPr>
          <p:nvPr>
            <p:ph type="title"/>
          </p:nvPr>
        </p:nvSpPr>
        <p:spPr>
          <a:xfrm>
            <a:off x="1214394" y="1628775"/>
            <a:ext cx="6578080" cy="3335273"/>
          </a:xfrm>
          <a:prstGeom prst="rect">
            <a:avLst/>
          </a:prstGeom>
        </p:spPr>
        <p:txBody>
          <a:bodyPr anchor="b"/>
          <a:lstStyle>
            <a:lvl1pPr>
              <a:lnSpc>
                <a:spcPct val="90000"/>
              </a:lnSpc>
              <a:defRPr sz="7200">
                <a:latin typeface="Ubuntu Light" panose="020B0304030602030204" pitchFamily="34" charset="0"/>
              </a:defRPr>
            </a:lvl1pPr>
          </a:lstStyle>
          <a:p>
            <a:r>
              <a:rPr lang="en-US"/>
              <a:t>Click to edit Master title style</a:t>
            </a:r>
            <a:endParaRPr lang="en-PL"/>
          </a:p>
        </p:txBody>
      </p:sp>
      <p:sp>
        <p:nvSpPr>
          <p:cNvPr id="40" name="Text Placeholder 33">
            <a:extLst>
              <a:ext uri="{FF2B5EF4-FFF2-40B4-BE49-F238E27FC236}">
                <a16:creationId xmlns:a16="http://schemas.microsoft.com/office/drawing/2014/main" id="{CA8F7439-A11A-B37F-8E7F-1541F8C360C4}"/>
              </a:ext>
            </a:extLst>
          </p:cNvPr>
          <p:cNvSpPr>
            <a:spLocks noGrp="1"/>
          </p:cNvSpPr>
          <p:nvPr>
            <p:ph type="body" sz="quarter" idx="14"/>
          </p:nvPr>
        </p:nvSpPr>
        <p:spPr>
          <a:xfrm>
            <a:off x="1212285" y="5251824"/>
            <a:ext cx="6578080" cy="659722"/>
          </a:xfrm>
          <a:prstGeom prst="rect">
            <a:avLst/>
          </a:prstGeom>
        </p:spPr>
        <p:txBody>
          <a:bodyPr/>
          <a:lstStyle>
            <a:lvl1pPr>
              <a:defRPr sz="2000" b="0"/>
            </a:lvl1pPr>
          </a:lstStyle>
          <a:p>
            <a:pPr lvl="0"/>
            <a:r>
              <a:rPr lang="en-US"/>
              <a:t>Click to edit Master text styles</a:t>
            </a:r>
          </a:p>
        </p:txBody>
      </p:sp>
      <p:sp>
        <p:nvSpPr>
          <p:cNvPr id="3" name="Rectangle 2">
            <a:extLst>
              <a:ext uri="{FF2B5EF4-FFF2-40B4-BE49-F238E27FC236}">
                <a16:creationId xmlns:a16="http://schemas.microsoft.com/office/drawing/2014/main" id="{731224E1-CA4F-0875-C5F0-35D33EADD2EB}"/>
              </a:ext>
            </a:extLst>
          </p:cNvPr>
          <p:cNvSpPr/>
          <p:nvPr userDrawn="1"/>
        </p:nvSpPr>
        <p:spPr>
          <a:xfrm rot="16200000">
            <a:off x="-3338999"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4" name="Text Placeholder 33">
            <a:extLst>
              <a:ext uri="{FF2B5EF4-FFF2-40B4-BE49-F238E27FC236}">
                <a16:creationId xmlns:a16="http://schemas.microsoft.com/office/drawing/2014/main" id="{F38081E3-C84E-8E42-A77A-A602E5F45BEC}"/>
              </a:ext>
            </a:extLst>
          </p:cNvPr>
          <p:cNvSpPr>
            <a:spLocks noGrp="1"/>
          </p:cNvSpPr>
          <p:nvPr>
            <p:ph type="body" sz="quarter" idx="15"/>
          </p:nvPr>
        </p:nvSpPr>
        <p:spPr>
          <a:xfrm>
            <a:off x="1212285" y="5910502"/>
            <a:ext cx="6578080" cy="659722"/>
          </a:xfrm>
          <a:prstGeom prst="rect">
            <a:avLst/>
          </a:prstGeom>
        </p:spPr>
        <p:txBody>
          <a:bodyPr/>
          <a:lstStyle/>
          <a:p>
            <a:pPr lvl="0"/>
            <a:r>
              <a:rPr lang="en-US"/>
              <a:t>Click to edit Master text styles</a:t>
            </a:r>
          </a:p>
        </p:txBody>
      </p:sp>
    </p:spTree>
    <p:extLst>
      <p:ext uri="{BB962C8B-B14F-4D97-AF65-F5344CB8AC3E}">
        <p14:creationId xmlns:p14="http://schemas.microsoft.com/office/powerpoint/2010/main" val="562110379"/>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272.xml><?xml version="1.0" encoding="utf-8"?>
<p:sldLayout xmlns:a="http://schemas.openxmlformats.org/drawingml/2006/main" xmlns:r="http://schemas.openxmlformats.org/officeDocument/2006/relationships" xmlns:p="http://schemas.openxmlformats.org/presentationml/2006/main" showMasterSp="0" preserve="1" userDrawn="1">
  <p:cSld name="Title Slide 4">
    <p:spTree>
      <p:nvGrpSpPr>
        <p:cNvPr id="1" name=""/>
        <p:cNvGrpSpPr/>
        <p:nvPr/>
      </p:nvGrpSpPr>
      <p:grpSpPr>
        <a:xfrm>
          <a:off x="0" y="0"/>
          <a:ext cx="0" cy="0"/>
          <a:chOff x="0" y="0"/>
          <a:chExt cx="0" cy="0"/>
        </a:xfrm>
      </p:grpSpPr>
      <p:sp>
        <p:nvSpPr>
          <p:cNvPr id="43" name="Picture Placeholder 10">
            <a:extLst>
              <a:ext uri="{FF2B5EF4-FFF2-40B4-BE49-F238E27FC236}">
                <a16:creationId xmlns:a16="http://schemas.microsoft.com/office/drawing/2014/main" id="{3C1B8D60-78D7-1E25-C623-7509C881E3E9}"/>
              </a:ext>
            </a:extLst>
          </p:cNvPr>
          <p:cNvSpPr>
            <a:spLocks noGrp="1"/>
          </p:cNvSpPr>
          <p:nvPr>
            <p:ph type="pic" sz="quarter" idx="14"/>
          </p:nvPr>
        </p:nvSpPr>
        <p:spPr>
          <a:xfrm>
            <a:off x="9460018" y="1"/>
            <a:ext cx="2731981" cy="3429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pPr marR="0" lvl="0" fontAlgn="auto">
              <a:spcAft>
                <a:spcPts val="0"/>
              </a:spcAft>
              <a:buClrTx/>
              <a:buSzTx/>
              <a:tabLst/>
            </a:pPr>
            <a:r>
              <a:rPr lang="en-US"/>
              <a:t>Click icon to add picture</a:t>
            </a:r>
          </a:p>
        </p:txBody>
      </p:sp>
      <p:sp>
        <p:nvSpPr>
          <p:cNvPr id="42" name="Picture Placeholder 10">
            <a:extLst>
              <a:ext uri="{FF2B5EF4-FFF2-40B4-BE49-F238E27FC236}">
                <a16:creationId xmlns:a16="http://schemas.microsoft.com/office/drawing/2014/main" id="{E8C91BDE-0FA3-B18C-5405-5DB502E0FBA3}"/>
              </a:ext>
            </a:extLst>
          </p:cNvPr>
          <p:cNvSpPr>
            <a:spLocks noGrp="1"/>
          </p:cNvSpPr>
          <p:nvPr>
            <p:ph type="pic" sz="quarter" idx="13" hasCustomPrompt="1"/>
          </p:nvPr>
        </p:nvSpPr>
        <p:spPr>
          <a:xfrm>
            <a:off x="0" y="0"/>
            <a:ext cx="9280018" cy="6858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grpSp>
        <p:nvGrpSpPr>
          <p:cNvPr id="35" name="Group 2">
            <a:extLst>
              <a:ext uri="{FF2B5EF4-FFF2-40B4-BE49-F238E27FC236}">
                <a16:creationId xmlns:a16="http://schemas.microsoft.com/office/drawing/2014/main" id="{586CA03F-ED76-1D2D-90A8-504016961D55}"/>
              </a:ext>
            </a:extLst>
          </p:cNvPr>
          <p:cNvGrpSpPr>
            <a:grpSpLocks noChangeAspect="1"/>
          </p:cNvGrpSpPr>
          <p:nvPr userDrawn="1"/>
        </p:nvGrpSpPr>
        <p:grpSpPr>
          <a:xfrm>
            <a:off x="9912013" y="6122117"/>
            <a:ext cx="1872000" cy="420870"/>
            <a:chOff x="5094083" y="5360390"/>
            <a:chExt cx="3039349" cy="683316"/>
          </a:xfrm>
          <a:solidFill>
            <a:schemeClr val="bg1"/>
          </a:solidFill>
        </p:grpSpPr>
        <p:sp>
          <p:nvSpPr>
            <p:cNvPr id="36" name="Freeform: Shape 4">
              <a:extLst>
                <a:ext uri="{FF2B5EF4-FFF2-40B4-BE49-F238E27FC236}">
                  <a16:creationId xmlns:a16="http://schemas.microsoft.com/office/drawing/2014/main" id="{04CD9986-2686-D8E3-9192-8BEB77750D79}"/>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endParaRPr lang="en-US" sz="1800"/>
            </a:p>
          </p:txBody>
        </p:sp>
        <p:sp>
          <p:nvSpPr>
            <p:cNvPr id="37" name="Freeform: Shape 5">
              <a:extLst>
                <a:ext uri="{FF2B5EF4-FFF2-40B4-BE49-F238E27FC236}">
                  <a16:creationId xmlns:a16="http://schemas.microsoft.com/office/drawing/2014/main" id="{7CD40094-AC2F-9457-AD3F-9AAA89E00C4A}"/>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endParaRPr lang="en-US" sz="1800"/>
            </a:p>
          </p:txBody>
        </p:sp>
        <p:sp>
          <p:nvSpPr>
            <p:cNvPr id="38" name="Freeform: Shape 6">
              <a:extLst>
                <a:ext uri="{FF2B5EF4-FFF2-40B4-BE49-F238E27FC236}">
                  <a16:creationId xmlns:a16="http://schemas.microsoft.com/office/drawing/2014/main" id="{682D97D4-A5DA-2B1D-3407-13658458A52A}"/>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endParaRPr lang="en-US" sz="1800"/>
            </a:p>
          </p:txBody>
        </p:sp>
        <p:sp>
          <p:nvSpPr>
            <p:cNvPr id="39" name="Freeform: Shape 7">
              <a:extLst>
                <a:ext uri="{FF2B5EF4-FFF2-40B4-BE49-F238E27FC236}">
                  <a16:creationId xmlns:a16="http://schemas.microsoft.com/office/drawing/2014/main" id="{FEBEF87B-7156-68DF-4D8A-E84D8A4F0EA2}"/>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endParaRPr lang="en-US" sz="1800"/>
            </a:p>
          </p:txBody>
        </p:sp>
        <p:sp>
          <p:nvSpPr>
            <p:cNvPr id="40" name="Freeform: Shape 8">
              <a:extLst>
                <a:ext uri="{FF2B5EF4-FFF2-40B4-BE49-F238E27FC236}">
                  <a16:creationId xmlns:a16="http://schemas.microsoft.com/office/drawing/2014/main" id="{3A0B75AC-0F93-D7BF-2568-50E1CFEDF0CA}"/>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endParaRPr lang="en-US" sz="1800"/>
            </a:p>
          </p:txBody>
        </p:sp>
      </p:grpSp>
      <p:sp>
        <p:nvSpPr>
          <p:cNvPr id="44" name="Title 31">
            <a:extLst>
              <a:ext uri="{FF2B5EF4-FFF2-40B4-BE49-F238E27FC236}">
                <a16:creationId xmlns:a16="http://schemas.microsoft.com/office/drawing/2014/main" id="{3551E8D5-6D03-58C4-2A78-E73615CBFD4C}"/>
              </a:ext>
            </a:extLst>
          </p:cNvPr>
          <p:cNvSpPr>
            <a:spLocks noGrp="1"/>
          </p:cNvSpPr>
          <p:nvPr>
            <p:ph type="title"/>
          </p:nvPr>
        </p:nvSpPr>
        <p:spPr>
          <a:xfrm>
            <a:off x="551384" y="1628775"/>
            <a:ext cx="6578080" cy="3589714"/>
          </a:xfrm>
          <a:prstGeom prst="rect">
            <a:avLst/>
          </a:prstGeom>
        </p:spPr>
        <p:txBody>
          <a:bodyPr anchor="b"/>
          <a:lstStyle>
            <a:lvl1pPr>
              <a:defRPr sz="5400">
                <a:solidFill>
                  <a:schemeClr val="bg1"/>
                </a:solidFill>
              </a:defRPr>
            </a:lvl1pPr>
          </a:lstStyle>
          <a:p>
            <a:r>
              <a:rPr lang="en-US"/>
              <a:t>Click to edit Master title style</a:t>
            </a:r>
            <a:endParaRPr lang="en-PL"/>
          </a:p>
        </p:txBody>
      </p:sp>
      <p:sp>
        <p:nvSpPr>
          <p:cNvPr id="45" name="Text Placeholder 33">
            <a:extLst>
              <a:ext uri="{FF2B5EF4-FFF2-40B4-BE49-F238E27FC236}">
                <a16:creationId xmlns:a16="http://schemas.microsoft.com/office/drawing/2014/main" id="{AE8BF6B9-54E0-50CF-ED1F-1556FC6C0905}"/>
              </a:ext>
            </a:extLst>
          </p:cNvPr>
          <p:cNvSpPr>
            <a:spLocks noGrp="1"/>
          </p:cNvSpPr>
          <p:nvPr>
            <p:ph type="body" sz="quarter" idx="15"/>
          </p:nvPr>
        </p:nvSpPr>
        <p:spPr>
          <a:xfrm>
            <a:off x="9912013" y="3893182"/>
            <a:ext cx="1872000" cy="1123397"/>
          </a:xfrm>
          <a:prstGeom prst="rect">
            <a:avLst/>
          </a:prstGeom>
        </p:spPr>
        <p:txBody>
          <a:bodyPr anchor="b">
            <a:noAutofit/>
          </a:bodyPr>
          <a:lstStyle>
            <a:lvl1pPr>
              <a:defRPr sz="2000"/>
            </a:lvl1pPr>
          </a:lstStyle>
          <a:p>
            <a:pPr lvl="0"/>
            <a:r>
              <a:rPr lang="en-US"/>
              <a:t>Click to edit Master text styles</a:t>
            </a:r>
          </a:p>
        </p:txBody>
      </p:sp>
      <p:sp>
        <p:nvSpPr>
          <p:cNvPr id="4" name="Rectangle 3">
            <a:extLst>
              <a:ext uri="{FF2B5EF4-FFF2-40B4-BE49-F238E27FC236}">
                <a16:creationId xmlns:a16="http://schemas.microsoft.com/office/drawing/2014/main" id="{78D281D9-C9E0-F6DF-2438-F4992F7D29D2}"/>
              </a:ext>
            </a:extLst>
          </p:cNvPr>
          <p:cNvSpPr/>
          <p:nvPr userDrawn="1"/>
        </p:nvSpPr>
        <p:spPr>
          <a:xfrm rot="16200000">
            <a:off x="5941020"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3" name="Text Placeholder 33">
            <a:extLst>
              <a:ext uri="{FF2B5EF4-FFF2-40B4-BE49-F238E27FC236}">
                <a16:creationId xmlns:a16="http://schemas.microsoft.com/office/drawing/2014/main" id="{F95A3A44-A840-3420-E0A4-A35DB913338B}"/>
              </a:ext>
            </a:extLst>
          </p:cNvPr>
          <p:cNvSpPr>
            <a:spLocks noGrp="1"/>
          </p:cNvSpPr>
          <p:nvPr>
            <p:ph type="body" sz="quarter" idx="16"/>
          </p:nvPr>
        </p:nvSpPr>
        <p:spPr>
          <a:xfrm>
            <a:off x="9912013" y="5264061"/>
            <a:ext cx="1872000" cy="522985"/>
          </a:xfrm>
          <a:prstGeom prst="rect">
            <a:avLst/>
          </a:prstGeom>
        </p:spPr>
        <p:txBody>
          <a:bodyPr/>
          <a:lstStyle/>
          <a:p>
            <a:pPr lvl="0"/>
            <a:r>
              <a:rPr lang="en-US"/>
              <a:t>Click to edit Master text styles</a:t>
            </a:r>
          </a:p>
        </p:txBody>
      </p:sp>
    </p:spTree>
    <p:extLst>
      <p:ext uri="{BB962C8B-B14F-4D97-AF65-F5344CB8AC3E}">
        <p14:creationId xmlns:p14="http://schemas.microsoft.com/office/powerpoint/2010/main" val="3072325601"/>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273.xml><?xml version="1.0" encoding="utf-8"?>
<p:sldLayout xmlns:a="http://schemas.openxmlformats.org/drawingml/2006/main" xmlns:r="http://schemas.openxmlformats.org/officeDocument/2006/relationships" xmlns:p="http://schemas.openxmlformats.org/presentationml/2006/main" showMasterSp="0" preserve="1" userDrawn="1">
  <p:cSld name="Title Slide 6">
    <p:spTree>
      <p:nvGrpSpPr>
        <p:cNvPr id="1" name=""/>
        <p:cNvGrpSpPr/>
        <p:nvPr/>
      </p:nvGrpSpPr>
      <p:grpSpPr>
        <a:xfrm>
          <a:off x="0" y="0"/>
          <a:ext cx="0" cy="0"/>
          <a:chOff x="0" y="0"/>
          <a:chExt cx="0" cy="0"/>
        </a:xfrm>
      </p:grpSpPr>
      <p:sp>
        <p:nvSpPr>
          <p:cNvPr id="42" name="Picture Placeholder 10">
            <a:extLst>
              <a:ext uri="{FF2B5EF4-FFF2-40B4-BE49-F238E27FC236}">
                <a16:creationId xmlns:a16="http://schemas.microsoft.com/office/drawing/2014/main" id="{E8C91BDE-0FA3-B18C-5405-5DB502E0FBA3}"/>
              </a:ext>
            </a:extLst>
          </p:cNvPr>
          <p:cNvSpPr>
            <a:spLocks noGrp="1"/>
          </p:cNvSpPr>
          <p:nvPr>
            <p:ph type="pic" sz="quarter" idx="13" hasCustomPrompt="1"/>
          </p:nvPr>
        </p:nvSpPr>
        <p:spPr>
          <a:xfrm>
            <a:off x="0" y="0"/>
            <a:ext cx="9280018" cy="6858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sp>
        <p:nvSpPr>
          <p:cNvPr id="43" name="Picture Placeholder 10">
            <a:extLst>
              <a:ext uri="{FF2B5EF4-FFF2-40B4-BE49-F238E27FC236}">
                <a16:creationId xmlns:a16="http://schemas.microsoft.com/office/drawing/2014/main" id="{3C1B8D60-78D7-1E25-C623-7509C881E3E9}"/>
              </a:ext>
            </a:extLst>
          </p:cNvPr>
          <p:cNvSpPr>
            <a:spLocks noGrp="1"/>
          </p:cNvSpPr>
          <p:nvPr>
            <p:ph type="pic" sz="quarter" idx="14"/>
          </p:nvPr>
        </p:nvSpPr>
        <p:spPr>
          <a:xfrm>
            <a:off x="9460018" y="0"/>
            <a:ext cx="2731981" cy="4949047"/>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pPr marR="0" lvl="0" fontAlgn="auto">
              <a:spcAft>
                <a:spcPts val="0"/>
              </a:spcAft>
              <a:buClrTx/>
              <a:buSzTx/>
              <a:tabLst/>
            </a:pPr>
            <a:r>
              <a:rPr lang="en-US"/>
              <a:t>Click icon to add picture</a:t>
            </a:r>
          </a:p>
        </p:txBody>
      </p:sp>
      <p:grpSp>
        <p:nvGrpSpPr>
          <p:cNvPr id="35" name="Group 2">
            <a:extLst>
              <a:ext uri="{FF2B5EF4-FFF2-40B4-BE49-F238E27FC236}">
                <a16:creationId xmlns:a16="http://schemas.microsoft.com/office/drawing/2014/main" id="{586CA03F-ED76-1D2D-90A8-504016961D55}"/>
              </a:ext>
            </a:extLst>
          </p:cNvPr>
          <p:cNvGrpSpPr>
            <a:grpSpLocks noChangeAspect="1"/>
          </p:cNvGrpSpPr>
          <p:nvPr userDrawn="1"/>
        </p:nvGrpSpPr>
        <p:grpSpPr>
          <a:xfrm>
            <a:off x="9912013" y="6122117"/>
            <a:ext cx="1872000" cy="420870"/>
            <a:chOff x="5094083" y="5360390"/>
            <a:chExt cx="3039349" cy="683316"/>
          </a:xfrm>
          <a:solidFill>
            <a:schemeClr val="bg1"/>
          </a:solidFill>
        </p:grpSpPr>
        <p:sp>
          <p:nvSpPr>
            <p:cNvPr id="36" name="Freeform: Shape 4">
              <a:extLst>
                <a:ext uri="{FF2B5EF4-FFF2-40B4-BE49-F238E27FC236}">
                  <a16:creationId xmlns:a16="http://schemas.microsoft.com/office/drawing/2014/main" id="{04CD9986-2686-D8E3-9192-8BEB77750D79}"/>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endParaRPr lang="en-US" sz="1800"/>
            </a:p>
          </p:txBody>
        </p:sp>
        <p:sp>
          <p:nvSpPr>
            <p:cNvPr id="37" name="Freeform: Shape 5">
              <a:extLst>
                <a:ext uri="{FF2B5EF4-FFF2-40B4-BE49-F238E27FC236}">
                  <a16:creationId xmlns:a16="http://schemas.microsoft.com/office/drawing/2014/main" id="{7CD40094-AC2F-9457-AD3F-9AAA89E00C4A}"/>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endParaRPr lang="en-US" sz="1800"/>
            </a:p>
          </p:txBody>
        </p:sp>
        <p:sp>
          <p:nvSpPr>
            <p:cNvPr id="38" name="Freeform: Shape 6">
              <a:extLst>
                <a:ext uri="{FF2B5EF4-FFF2-40B4-BE49-F238E27FC236}">
                  <a16:creationId xmlns:a16="http://schemas.microsoft.com/office/drawing/2014/main" id="{682D97D4-A5DA-2B1D-3407-13658458A52A}"/>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endParaRPr lang="en-US" sz="1800"/>
            </a:p>
          </p:txBody>
        </p:sp>
        <p:sp>
          <p:nvSpPr>
            <p:cNvPr id="39" name="Freeform: Shape 7">
              <a:extLst>
                <a:ext uri="{FF2B5EF4-FFF2-40B4-BE49-F238E27FC236}">
                  <a16:creationId xmlns:a16="http://schemas.microsoft.com/office/drawing/2014/main" id="{FEBEF87B-7156-68DF-4D8A-E84D8A4F0EA2}"/>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endParaRPr lang="en-US" sz="1800"/>
            </a:p>
          </p:txBody>
        </p:sp>
        <p:sp>
          <p:nvSpPr>
            <p:cNvPr id="40" name="Freeform: Shape 8">
              <a:extLst>
                <a:ext uri="{FF2B5EF4-FFF2-40B4-BE49-F238E27FC236}">
                  <a16:creationId xmlns:a16="http://schemas.microsoft.com/office/drawing/2014/main" id="{3A0B75AC-0F93-D7BF-2568-50E1CFEDF0CA}"/>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endParaRPr lang="en-US" sz="1800"/>
            </a:p>
          </p:txBody>
        </p:sp>
      </p:grpSp>
      <p:sp>
        <p:nvSpPr>
          <p:cNvPr id="44" name="Title 31">
            <a:extLst>
              <a:ext uri="{FF2B5EF4-FFF2-40B4-BE49-F238E27FC236}">
                <a16:creationId xmlns:a16="http://schemas.microsoft.com/office/drawing/2014/main" id="{3551E8D5-6D03-58C4-2A78-E73615CBFD4C}"/>
              </a:ext>
            </a:extLst>
          </p:cNvPr>
          <p:cNvSpPr>
            <a:spLocks noGrp="1"/>
          </p:cNvSpPr>
          <p:nvPr>
            <p:ph type="title"/>
          </p:nvPr>
        </p:nvSpPr>
        <p:spPr>
          <a:xfrm>
            <a:off x="5087887" y="549275"/>
            <a:ext cx="4036154" cy="3815829"/>
          </a:xfrm>
          <a:prstGeom prst="rect">
            <a:avLst/>
          </a:prstGeom>
        </p:spPr>
        <p:txBody>
          <a:bodyPr anchor="b"/>
          <a:lstStyle>
            <a:lvl1pPr>
              <a:defRPr sz="6600">
                <a:solidFill>
                  <a:schemeClr val="bg1"/>
                </a:solidFill>
                <a:latin typeface="Ubuntu Light" panose="020B0304030602030204" pitchFamily="34" charset="0"/>
              </a:defRPr>
            </a:lvl1pPr>
          </a:lstStyle>
          <a:p>
            <a:r>
              <a:rPr lang="en-US"/>
              <a:t>Click to edit Master title style</a:t>
            </a:r>
            <a:endParaRPr lang="en-PL"/>
          </a:p>
        </p:txBody>
      </p:sp>
      <p:sp>
        <p:nvSpPr>
          <p:cNvPr id="45" name="Text Placeholder 33">
            <a:extLst>
              <a:ext uri="{FF2B5EF4-FFF2-40B4-BE49-F238E27FC236}">
                <a16:creationId xmlns:a16="http://schemas.microsoft.com/office/drawing/2014/main" id="{AE8BF6B9-54E0-50CF-ED1F-1556FC6C0905}"/>
              </a:ext>
            </a:extLst>
          </p:cNvPr>
          <p:cNvSpPr>
            <a:spLocks noGrp="1"/>
          </p:cNvSpPr>
          <p:nvPr>
            <p:ph type="body" sz="quarter" idx="15"/>
          </p:nvPr>
        </p:nvSpPr>
        <p:spPr>
          <a:xfrm>
            <a:off x="5159897" y="4725144"/>
            <a:ext cx="3964144" cy="316404"/>
          </a:xfrm>
          <a:prstGeom prst="rect">
            <a:avLst/>
          </a:prstGeom>
        </p:spPr>
        <p:txBody>
          <a:bodyPr anchor="b">
            <a:noAutofit/>
          </a:bodyPr>
          <a:lstStyle>
            <a:lvl1pPr>
              <a:defRPr sz="2000">
                <a:solidFill>
                  <a:schemeClr val="bg1"/>
                </a:solidFill>
              </a:defRPr>
            </a:lvl1pPr>
          </a:lstStyle>
          <a:p>
            <a:pPr lvl="0"/>
            <a:r>
              <a:rPr lang="en-US"/>
              <a:t>Click to edit Master text styles</a:t>
            </a:r>
          </a:p>
        </p:txBody>
      </p:sp>
      <p:sp>
        <p:nvSpPr>
          <p:cNvPr id="4" name="Rectangle 3">
            <a:extLst>
              <a:ext uri="{FF2B5EF4-FFF2-40B4-BE49-F238E27FC236}">
                <a16:creationId xmlns:a16="http://schemas.microsoft.com/office/drawing/2014/main" id="{78D281D9-C9E0-F6DF-2438-F4992F7D29D2}"/>
              </a:ext>
            </a:extLst>
          </p:cNvPr>
          <p:cNvSpPr/>
          <p:nvPr userDrawn="1"/>
        </p:nvSpPr>
        <p:spPr>
          <a:xfrm rot="16200000">
            <a:off x="5941020"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3" name="Text Placeholder 33">
            <a:extLst>
              <a:ext uri="{FF2B5EF4-FFF2-40B4-BE49-F238E27FC236}">
                <a16:creationId xmlns:a16="http://schemas.microsoft.com/office/drawing/2014/main" id="{F95A3A44-A840-3420-E0A4-A35DB913338B}"/>
              </a:ext>
            </a:extLst>
          </p:cNvPr>
          <p:cNvSpPr>
            <a:spLocks noGrp="1"/>
          </p:cNvSpPr>
          <p:nvPr>
            <p:ph type="body" sz="quarter" idx="16"/>
          </p:nvPr>
        </p:nvSpPr>
        <p:spPr>
          <a:xfrm>
            <a:off x="9912013" y="5264061"/>
            <a:ext cx="1872000" cy="522985"/>
          </a:xfrm>
          <a:prstGeom prst="rect">
            <a:avLst/>
          </a:prstGeom>
        </p:spPr>
        <p:txBody>
          <a:bodyPr/>
          <a:lstStyle/>
          <a:p>
            <a:pPr lvl="0"/>
            <a:r>
              <a:rPr lang="en-US"/>
              <a:t>Click to edit Master text styles</a:t>
            </a:r>
          </a:p>
        </p:txBody>
      </p:sp>
    </p:spTree>
    <p:extLst>
      <p:ext uri="{BB962C8B-B14F-4D97-AF65-F5344CB8AC3E}">
        <p14:creationId xmlns:p14="http://schemas.microsoft.com/office/powerpoint/2010/main" val="2925619205"/>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274.xml><?xml version="1.0" encoding="utf-8"?>
<p:sldLayout xmlns:a="http://schemas.openxmlformats.org/drawingml/2006/main" xmlns:r="http://schemas.openxmlformats.org/officeDocument/2006/relationships" xmlns:p="http://schemas.openxmlformats.org/presentationml/2006/main" showMasterSp="0" preserve="1" userDrawn="1">
  <p:cSld name="Title Slide 5">
    <p:spTree>
      <p:nvGrpSpPr>
        <p:cNvPr id="1" name=""/>
        <p:cNvGrpSpPr/>
        <p:nvPr/>
      </p:nvGrpSpPr>
      <p:grpSpPr>
        <a:xfrm>
          <a:off x="0" y="0"/>
          <a:ext cx="0" cy="0"/>
          <a:chOff x="0" y="0"/>
          <a:chExt cx="0" cy="0"/>
        </a:xfrm>
      </p:grpSpPr>
      <p:sp>
        <p:nvSpPr>
          <p:cNvPr id="43" name="Picture Placeholder 10">
            <a:extLst>
              <a:ext uri="{FF2B5EF4-FFF2-40B4-BE49-F238E27FC236}">
                <a16:creationId xmlns:a16="http://schemas.microsoft.com/office/drawing/2014/main" id="{3C1B8D60-78D7-1E25-C623-7509C881E3E9}"/>
              </a:ext>
            </a:extLst>
          </p:cNvPr>
          <p:cNvSpPr>
            <a:spLocks noGrp="1"/>
          </p:cNvSpPr>
          <p:nvPr>
            <p:ph type="pic" sz="quarter" idx="14"/>
          </p:nvPr>
        </p:nvSpPr>
        <p:spPr>
          <a:xfrm>
            <a:off x="-1" y="1"/>
            <a:ext cx="2736773" cy="3429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pPr marR="0" lvl="0" fontAlgn="auto">
              <a:spcAft>
                <a:spcPts val="0"/>
              </a:spcAft>
              <a:buClrTx/>
              <a:buSzTx/>
              <a:tabLst/>
            </a:pPr>
            <a:r>
              <a:rPr lang="en-US"/>
              <a:t>Click icon to add picture</a:t>
            </a:r>
          </a:p>
        </p:txBody>
      </p:sp>
      <p:sp>
        <p:nvSpPr>
          <p:cNvPr id="42" name="Picture Placeholder 10">
            <a:extLst>
              <a:ext uri="{FF2B5EF4-FFF2-40B4-BE49-F238E27FC236}">
                <a16:creationId xmlns:a16="http://schemas.microsoft.com/office/drawing/2014/main" id="{E8C91BDE-0FA3-B18C-5405-5DB502E0FBA3}"/>
              </a:ext>
            </a:extLst>
          </p:cNvPr>
          <p:cNvSpPr>
            <a:spLocks noGrp="1"/>
          </p:cNvSpPr>
          <p:nvPr>
            <p:ph type="pic" sz="quarter" idx="13" hasCustomPrompt="1"/>
          </p:nvPr>
        </p:nvSpPr>
        <p:spPr>
          <a:xfrm>
            <a:off x="2916774" y="0"/>
            <a:ext cx="9275226" cy="6858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grpSp>
        <p:nvGrpSpPr>
          <p:cNvPr id="35" name="Group 2">
            <a:extLst>
              <a:ext uri="{FF2B5EF4-FFF2-40B4-BE49-F238E27FC236}">
                <a16:creationId xmlns:a16="http://schemas.microsoft.com/office/drawing/2014/main" id="{586CA03F-ED76-1D2D-90A8-504016961D55}"/>
              </a:ext>
            </a:extLst>
          </p:cNvPr>
          <p:cNvGrpSpPr>
            <a:grpSpLocks noChangeAspect="1"/>
          </p:cNvGrpSpPr>
          <p:nvPr userDrawn="1"/>
        </p:nvGrpSpPr>
        <p:grpSpPr>
          <a:xfrm>
            <a:off x="357195" y="6122117"/>
            <a:ext cx="1872000" cy="420870"/>
            <a:chOff x="5094083" y="5360390"/>
            <a:chExt cx="3039349" cy="683316"/>
          </a:xfrm>
          <a:solidFill>
            <a:schemeClr val="bg1"/>
          </a:solidFill>
        </p:grpSpPr>
        <p:sp>
          <p:nvSpPr>
            <p:cNvPr id="36" name="Freeform: Shape 4">
              <a:extLst>
                <a:ext uri="{FF2B5EF4-FFF2-40B4-BE49-F238E27FC236}">
                  <a16:creationId xmlns:a16="http://schemas.microsoft.com/office/drawing/2014/main" id="{04CD9986-2686-D8E3-9192-8BEB77750D79}"/>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endParaRPr lang="en-US" sz="1800"/>
            </a:p>
          </p:txBody>
        </p:sp>
        <p:sp>
          <p:nvSpPr>
            <p:cNvPr id="37" name="Freeform: Shape 5">
              <a:extLst>
                <a:ext uri="{FF2B5EF4-FFF2-40B4-BE49-F238E27FC236}">
                  <a16:creationId xmlns:a16="http://schemas.microsoft.com/office/drawing/2014/main" id="{7CD40094-AC2F-9457-AD3F-9AAA89E00C4A}"/>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endParaRPr lang="en-US" sz="1800"/>
            </a:p>
          </p:txBody>
        </p:sp>
        <p:sp>
          <p:nvSpPr>
            <p:cNvPr id="38" name="Freeform: Shape 6">
              <a:extLst>
                <a:ext uri="{FF2B5EF4-FFF2-40B4-BE49-F238E27FC236}">
                  <a16:creationId xmlns:a16="http://schemas.microsoft.com/office/drawing/2014/main" id="{682D97D4-A5DA-2B1D-3407-13658458A52A}"/>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endParaRPr lang="en-US" sz="1800"/>
            </a:p>
          </p:txBody>
        </p:sp>
        <p:sp>
          <p:nvSpPr>
            <p:cNvPr id="39" name="Freeform: Shape 7">
              <a:extLst>
                <a:ext uri="{FF2B5EF4-FFF2-40B4-BE49-F238E27FC236}">
                  <a16:creationId xmlns:a16="http://schemas.microsoft.com/office/drawing/2014/main" id="{FEBEF87B-7156-68DF-4D8A-E84D8A4F0EA2}"/>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endParaRPr lang="en-US" sz="1800"/>
            </a:p>
          </p:txBody>
        </p:sp>
        <p:sp>
          <p:nvSpPr>
            <p:cNvPr id="40" name="Freeform: Shape 8">
              <a:extLst>
                <a:ext uri="{FF2B5EF4-FFF2-40B4-BE49-F238E27FC236}">
                  <a16:creationId xmlns:a16="http://schemas.microsoft.com/office/drawing/2014/main" id="{3A0B75AC-0F93-D7BF-2568-50E1CFEDF0CA}"/>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endParaRPr lang="en-US" sz="1800"/>
            </a:p>
          </p:txBody>
        </p:sp>
      </p:grpSp>
      <p:sp>
        <p:nvSpPr>
          <p:cNvPr id="3" name="Title 31">
            <a:extLst>
              <a:ext uri="{FF2B5EF4-FFF2-40B4-BE49-F238E27FC236}">
                <a16:creationId xmlns:a16="http://schemas.microsoft.com/office/drawing/2014/main" id="{D8CA367F-44BB-C4B7-EA59-F1D6214DB4D2}"/>
              </a:ext>
            </a:extLst>
          </p:cNvPr>
          <p:cNvSpPr>
            <a:spLocks noGrp="1"/>
          </p:cNvSpPr>
          <p:nvPr>
            <p:ph type="title"/>
          </p:nvPr>
        </p:nvSpPr>
        <p:spPr>
          <a:xfrm>
            <a:off x="3401003" y="1628775"/>
            <a:ext cx="6578080" cy="3589714"/>
          </a:xfrm>
          <a:prstGeom prst="rect">
            <a:avLst/>
          </a:prstGeom>
        </p:spPr>
        <p:txBody>
          <a:bodyPr anchor="b"/>
          <a:lstStyle>
            <a:lvl1pPr>
              <a:defRPr sz="5400"/>
            </a:lvl1pPr>
          </a:lstStyle>
          <a:p>
            <a:r>
              <a:rPr lang="en-US"/>
              <a:t>Click to edit Master title style</a:t>
            </a:r>
            <a:endParaRPr lang="en-PL"/>
          </a:p>
        </p:txBody>
      </p:sp>
      <p:sp>
        <p:nvSpPr>
          <p:cNvPr id="6" name="Rectangle 5">
            <a:extLst>
              <a:ext uri="{FF2B5EF4-FFF2-40B4-BE49-F238E27FC236}">
                <a16:creationId xmlns:a16="http://schemas.microsoft.com/office/drawing/2014/main" id="{308E3512-1EC7-FD95-4A22-F366C773E9C4}"/>
              </a:ext>
            </a:extLst>
          </p:cNvPr>
          <p:cNvSpPr/>
          <p:nvPr userDrawn="1"/>
        </p:nvSpPr>
        <p:spPr>
          <a:xfrm rot="16200000">
            <a:off x="-602226"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5" name="Text Placeholder 33">
            <a:extLst>
              <a:ext uri="{FF2B5EF4-FFF2-40B4-BE49-F238E27FC236}">
                <a16:creationId xmlns:a16="http://schemas.microsoft.com/office/drawing/2014/main" id="{940C889E-4F97-F9FE-39C5-DFA541A122BB}"/>
              </a:ext>
            </a:extLst>
          </p:cNvPr>
          <p:cNvSpPr>
            <a:spLocks noGrp="1"/>
          </p:cNvSpPr>
          <p:nvPr>
            <p:ph type="body" sz="quarter" idx="16"/>
          </p:nvPr>
        </p:nvSpPr>
        <p:spPr>
          <a:xfrm>
            <a:off x="357195" y="3893182"/>
            <a:ext cx="2088292" cy="1123397"/>
          </a:xfrm>
          <a:prstGeom prst="rect">
            <a:avLst/>
          </a:prstGeom>
        </p:spPr>
        <p:txBody>
          <a:bodyPr anchor="b">
            <a:noAutofit/>
          </a:bodyPr>
          <a:lstStyle>
            <a:lvl1pPr>
              <a:defRPr sz="2000"/>
            </a:lvl1pPr>
          </a:lstStyle>
          <a:p>
            <a:pPr lvl="0"/>
            <a:r>
              <a:rPr lang="en-US"/>
              <a:t>Click to edit Master text styles</a:t>
            </a:r>
          </a:p>
        </p:txBody>
      </p:sp>
      <p:sp>
        <p:nvSpPr>
          <p:cNvPr id="7" name="Text Placeholder 33">
            <a:extLst>
              <a:ext uri="{FF2B5EF4-FFF2-40B4-BE49-F238E27FC236}">
                <a16:creationId xmlns:a16="http://schemas.microsoft.com/office/drawing/2014/main" id="{9C442A3F-8F7B-AF19-BF71-5A8A0790F5CA}"/>
              </a:ext>
            </a:extLst>
          </p:cNvPr>
          <p:cNvSpPr>
            <a:spLocks noGrp="1"/>
          </p:cNvSpPr>
          <p:nvPr>
            <p:ph type="body" sz="quarter" idx="17"/>
          </p:nvPr>
        </p:nvSpPr>
        <p:spPr>
          <a:xfrm>
            <a:off x="357195" y="5264061"/>
            <a:ext cx="2088292" cy="522985"/>
          </a:xfrm>
          <a:prstGeom prst="rect">
            <a:avLst/>
          </a:prstGeom>
        </p:spPr>
        <p:txBody>
          <a:bodyPr/>
          <a:lstStyle/>
          <a:p>
            <a:pPr lvl="0"/>
            <a:r>
              <a:rPr lang="en-US"/>
              <a:t>Click to edit Master text styles</a:t>
            </a:r>
          </a:p>
        </p:txBody>
      </p:sp>
    </p:spTree>
    <p:extLst>
      <p:ext uri="{BB962C8B-B14F-4D97-AF65-F5344CB8AC3E}">
        <p14:creationId xmlns:p14="http://schemas.microsoft.com/office/powerpoint/2010/main" val="3474878253"/>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275.xml><?xml version="1.0" encoding="utf-8"?>
<p:sldLayout xmlns:a="http://schemas.openxmlformats.org/drawingml/2006/main" xmlns:r="http://schemas.openxmlformats.org/officeDocument/2006/relationships" xmlns:p="http://schemas.openxmlformats.org/presentationml/2006/main" showMasterSp="0" preserve="1" userDrawn="1">
  <p:cSld name="Agenda 1">
    <p:spTree>
      <p:nvGrpSpPr>
        <p:cNvPr id="1" name=""/>
        <p:cNvGrpSpPr/>
        <p:nvPr/>
      </p:nvGrpSpPr>
      <p:grpSpPr>
        <a:xfrm>
          <a:off x="0" y="0"/>
          <a:ext cx="0" cy="0"/>
          <a:chOff x="0" y="0"/>
          <a:chExt cx="0" cy="0"/>
        </a:xfrm>
      </p:grpSpPr>
      <p:sp>
        <p:nvSpPr>
          <p:cNvPr id="19" name="Picture Placeholder 18">
            <a:extLst>
              <a:ext uri="{FF2B5EF4-FFF2-40B4-BE49-F238E27FC236}">
                <a16:creationId xmlns:a16="http://schemas.microsoft.com/office/drawing/2014/main" id="{6424D2EA-9AAB-3E5E-F5AA-4EFA5797243B}"/>
              </a:ext>
            </a:extLst>
          </p:cNvPr>
          <p:cNvSpPr>
            <a:spLocks noGrp="1"/>
          </p:cNvSpPr>
          <p:nvPr>
            <p:ph type="pic" sz="quarter" idx="10" hasCustomPrompt="1"/>
          </p:nvPr>
        </p:nvSpPr>
        <p:spPr>
          <a:xfrm>
            <a:off x="8878957" y="1"/>
            <a:ext cx="3313043"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2">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6" name="Date Placeholder 5">
            <a:extLst>
              <a:ext uri="{FF2B5EF4-FFF2-40B4-BE49-F238E27FC236}">
                <a16:creationId xmlns:a16="http://schemas.microsoft.com/office/drawing/2014/main" id="{1B8A5C98-55E3-6CFA-5060-B126A46D3044}"/>
              </a:ext>
            </a:extLst>
          </p:cNvPr>
          <p:cNvSpPr>
            <a:spLocks noGrp="1"/>
          </p:cNvSpPr>
          <p:nvPr>
            <p:ph type="dt" sz="half" idx="36"/>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7" name="Footer Placeholder 6">
            <a:extLst>
              <a:ext uri="{FF2B5EF4-FFF2-40B4-BE49-F238E27FC236}">
                <a16:creationId xmlns:a16="http://schemas.microsoft.com/office/drawing/2014/main" id="{A234A97A-B56B-79E8-3787-9AAFBD6C39E3}"/>
              </a:ext>
            </a:extLst>
          </p:cNvPr>
          <p:cNvSpPr>
            <a:spLocks noGrp="1"/>
          </p:cNvSpPr>
          <p:nvPr>
            <p:ph type="ftr" sz="quarter" idx="37"/>
          </p:nvPr>
        </p:nvSpPr>
        <p:spPr/>
        <p:txBody>
          <a:bodyPr/>
          <a:lstStyle/>
          <a:p>
            <a:pPr>
              <a:spcBef>
                <a:spcPts val="1000"/>
              </a:spcBef>
              <a:buFont typeface="Arial" panose="020B0604020202020204" pitchFamily="34" charset="0"/>
              <a:buNone/>
            </a:pPr>
            <a:r>
              <a:rPr lang="en-US"/>
              <a:t>Presentation Title | Author | Date</a:t>
            </a:r>
          </a:p>
        </p:txBody>
      </p:sp>
      <p:sp>
        <p:nvSpPr>
          <p:cNvPr id="9" name="Slide Number Placeholder 8">
            <a:extLst>
              <a:ext uri="{FF2B5EF4-FFF2-40B4-BE49-F238E27FC236}">
                <a16:creationId xmlns:a16="http://schemas.microsoft.com/office/drawing/2014/main" id="{10DFE7FA-9896-C83E-3B5B-ACAF7308B1C7}"/>
              </a:ext>
            </a:extLst>
          </p:cNvPr>
          <p:cNvSpPr>
            <a:spLocks noGrp="1"/>
          </p:cNvSpPr>
          <p:nvPr>
            <p:ph type="sldNum" sz="quarter" idx="38"/>
          </p:nvPr>
        </p:nvSpPr>
        <p:spPr/>
        <p:txBody>
          <a:bodyPr/>
          <a:lstStyle/>
          <a:p>
            <a:pPr algn="r"/>
            <a:fld id="{5D9A5160-6218-4E5A-B9E6-B93E3DAE377C}" type="slidenum">
              <a:rPr lang="en-US" smtClean="0"/>
              <a:pPr algn="r"/>
              <a:t>‹#›</a:t>
            </a:fld>
            <a:endParaRPr lang="en-US"/>
          </a:p>
        </p:txBody>
      </p:sp>
      <p:sp>
        <p:nvSpPr>
          <p:cNvPr id="4" name="Logo Placeholder 7">
            <a:extLst>
              <a:ext uri="{FF2B5EF4-FFF2-40B4-BE49-F238E27FC236}">
                <a16:creationId xmlns:a16="http://schemas.microsoft.com/office/drawing/2014/main" id="{4DF1FB95-D31F-BE9E-B180-3D9694FA82C8}"/>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
        <p:nvSpPr>
          <p:cNvPr id="3" name="Title Placeholder 4">
            <a:extLst>
              <a:ext uri="{FF2B5EF4-FFF2-40B4-BE49-F238E27FC236}">
                <a16:creationId xmlns:a16="http://schemas.microsoft.com/office/drawing/2014/main" id="{0DFC6213-FA5F-719D-08B4-AB40D1B57B18}"/>
              </a:ext>
            </a:extLst>
          </p:cNvPr>
          <p:cNvSpPr>
            <a:spLocks noGrp="1"/>
          </p:cNvSpPr>
          <p:nvPr>
            <p:ph type="title"/>
          </p:nvPr>
        </p:nvSpPr>
        <p:spPr>
          <a:xfrm>
            <a:off x="551384" y="549274"/>
            <a:ext cx="7920880" cy="930372"/>
          </a:xfrm>
          <a:prstGeom prst="rect">
            <a:avLst/>
          </a:prstGeom>
        </p:spPr>
        <p:txBody>
          <a:bodyPr vert="horz" lIns="0" tIns="0" rIns="0" bIns="126000" rtlCol="0" anchor="b" anchorCtr="0">
            <a:noAutofit/>
          </a:bodyPr>
          <a:lstStyle/>
          <a:p>
            <a:pPr lvl="0"/>
            <a:r>
              <a:rPr lang="en-US"/>
              <a:t>Click to edit Master title style</a:t>
            </a:r>
            <a:endParaRPr lang="de-DE"/>
          </a:p>
        </p:txBody>
      </p:sp>
      <p:sp>
        <p:nvSpPr>
          <p:cNvPr id="8" name="Text Placeholder 1">
            <a:extLst>
              <a:ext uri="{FF2B5EF4-FFF2-40B4-BE49-F238E27FC236}">
                <a16:creationId xmlns:a16="http://schemas.microsoft.com/office/drawing/2014/main" id="{2D90A92B-BDBF-A45E-B38F-657F2F0B5AEC}"/>
              </a:ext>
            </a:extLst>
          </p:cNvPr>
          <p:cNvSpPr>
            <a:spLocks noGrp="1"/>
          </p:cNvSpPr>
          <p:nvPr>
            <p:ph idx="1" hasCustomPrompt="1"/>
          </p:nvPr>
        </p:nvSpPr>
        <p:spPr>
          <a:xfrm>
            <a:off x="551384" y="1628800"/>
            <a:ext cx="7920880" cy="4668638"/>
          </a:xfrm>
          <a:prstGeom prst="rect">
            <a:avLst/>
          </a:prstGeom>
        </p:spPr>
        <p:txBody>
          <a:bodyPr vert="horz" lIns="0" tIns="0" rIns="0" bIns="0" rtlCol="0">
            <a:noAutofit/>
          </a:bodyPr>
          <a:lstStyle/>
          <a:p>
            <a:pPr marL="0" marR="0" lvl="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a:pPr>
            <a:r>
              <a:rPr kumimoji="0" lang="en-US" sz="1400" b="0" i="0" u="none" strike="noStrike" kern="1200" cap="none" spc="0" normalizeH="0" baseline="0" noProof="0">
                <a:ln>
                  <a:noFill/>
                </a:ln>
                <a:solidFill>
                  <a:srgbClr val="FFFFFF"/>
                </a:solidFill>
                <a:effectLst/>
                <a:uLnTx/>
                <a:uFillTx/>
                <a:latin typeface="Ubuntu"/>
                <a:ea typeface="+mn-ea"/>
                <a:cs typeface="+mn-cs"/>
              </a:rPr>
              <a:t>Click to edit Master text styles</a:t>
            </a:r>
          </a:p>
          <a:p>
            <a:pPr marL="180975" marR="0" lvl="1" indent="-180975" algn="l" defTabSz="914400" rtl="0" eaLnBrk="1" fontAlgn="auto" latinLnBrk="0" hangingPunct="1">
              <a:lnSpc>
                <a:spcPct val="100000"/>
              </a:lnSpc>
              <a:spcBef>
                <a:spcPts val="600"/>
              </a:spcBef>
              <a:spcAft>
                <a:spcPts val="0"/>
              </a:spcAft>
              <a:buClr>
                <a:srgbClr val="FFFFFF"/>
              </a:buClr>
              <a:buSzTx/>
              <a:buFont typeface="Arial" panose="020B0604020202020204" pitchFamily="34" charset="0"/>
              <a:buChar char="•"/>
              <a:tabLst/>
              <a:defRPr/>
            </a:pPr>
            <a:r>
              <a:rPr kumimoji="0" lang="en-US" sz="1400" b="0" i="0" u="none" strike="noStrike" kern="1200" cap="none" spc="0" normalizeH="0" baseline="0" noProof="0">
                <a:ln>
                  <a:noFill/>
                </a:ln>
                <a:solidFill>
                  <a:srgbClr val="FFFFFF"/>
                </a:solidFill>
                <a:effectLst/>
                <a:uLnTx/>
                <a:uFillTx/>
                <a:latin typeface="Ubuntu"/>
                <a:ea typeface="+mn-ea"/>
                <a:cs typeface="+mn-cs"/>
              </a:rPr>
              <a:t>Second level</a:t>
            </a:r>
          </a:p>
          <a:p>
            <a:pPr marL="360000" marR="0" lvl="2" indent="-180000" algn="l" defTabSz="914400" rtl="0" eaLnBrk="1" fontAlgn="auto" latinLnBrk="0" hangingPunct="1">
              <a:lnSpc>
                <a:spcPct val="100000"/>
              </a:lnSpc>
              <a:spcBef>
                <a:spcPts val="600"/>
              </a:spcBef>
              <a:spcAft>
                <a:spcPts val="0"/>
              </a:spcAft>
              <a:buClr>
                <a:srgbClr val="FFFFFF"/>
              </a:buClr>
              <a:buSzTx/>
              <a:buFont typeface="System Font Regular"/>
              <a:buChar char="-"/>
              <a:tabLst/>
              <a:defRPr/>
            </a:pPr>
            <a:r>
              <a:rPr kumimoji="0" lang="en-US" sz="1400" b="0" i="0" u="none" strike="noStrike" kern="1200" cap="none" spc="0" normalizeH="0" baseline="0" noProof="0">
                <a:ln>
                  <a:noFill/>
                </a:ln>
                <a:solidFill>
                  <a:srgbClr val="FFFFFF"/>
                </a:solidFill>
                <a:effectLst/>
                <a:uLnTx/>
                <a:uFillTx/>
                <a:latin typeface="Ubuntu"/>
                <a:ea typeface="+mn-ea"/>
                <a:cs typeface="+mn-cs"/>
              </a:rPr>
              <a:t>Third level</a:t>
            </a:r>
          </a:p>
          <a:p>
            <a:pPr marL="539750" marR="0" lvl="3" indent="-180000" algn="l" defTabSz="914400" rtl="0" eaLnBrk="1" fontAlgn="auto" latinLnBrk="0" hangingPunct="1">
              <a:lnSpc>
                <a:spcPct val="100000"/>
              </a:lnSpc>
              <a:spcBef>
                <a:spcPts val="600"/>
              </a:spcBef>
              <a:spcAft>
                <a:spcPts val="0"/>
              </a:spcAft>
              <a:buClr>
                <a:srgbClr val="1DB7F3"/>
              </a:buClr>
              <a:buSzTx/>
              <a:buFont typeface="Arial" panose="020B0604020202020204" pitchFamily="34" charset="0"/>
              <a:buChar char="•"/>
              <a:tabLst/>
              <a:defRPr/>
            </a:pPr>
            <a:r>
              <a:rPr kumimoji="0" lang="en-US" sz="1400" b="0" i="0" u="none" strike="noStrike" kern="1200" cap="none" spc="0" normalizeH="0" baseline="0" noProof="0">
                <a:ln>
                  <a:noFill/>
                </a:ln>
                <a:solidFill>
                  <a:srgbClr val="FFFFFF"/>
                </a:solidFill>
                <a:effectLst/>
                <a:uLnTx/>
                <a:uFillTx/>
                <a:latin typeface="Ubuntu"/>
                <a:ea typeface="+mn-ea"/>
                <a:cs typeface="+mn-cs"/>
              </a:rPr>
              <a:t>Fourth level</a:t>
            </a:r>
          </a:p>
          <a:p>
            <a:pPr marL="719138" marR="0" lvl="4" indent="-180975" algn="l" defTabSz="914400" rtl="0" eaLnBrk="1" fontAlgn="auto" latinLnBrk="0" hangingPunct="1">
              <a:lnSpc>
                <a:spcPct val="100000"/>
              </a:lnSpc>
              <a:spcBef>
                <a:spcPts val="600"/>
              </a:spcBef>
              <a:spcAft>
                <a:spcPts val="0"/>
              </a:spcAft>
              <a:buClr>
                <a:srgbClr val="1DB7F3"/>
              </a:buClr>
              <a:buSzTx/>
              <a:buFont typeface="System Font Regular"/>
              <a:buChar char="-"/>
              <a:tabLst/>
              <a:defRPr/>
            </a:pPr>
            <a:r>
              <a:rPr kumimoji="0" lang="en-US" sz="1400" b="0" i="0" u="none" strike="noStrike" kern="1200" cap="none" spc="0" normalizeH="0" baseline="0" noProof="0">
                <a:ln>
                  <a:noFill/>
                </a:ln>
                <a:solidFill>
                  <a:srgbClr val="FFFFFF"/>
                </a:solidFill>
                <a:effectLst/>
                <a:uLnTx/>
                <a:uFillTx/>
                <a:latin typeface="Ubuntu"/>
                <a:ea typeface="+mn-ea"/>
                <a:cs typeface="+mn-cs"/>
              </a:rPr>
              <a:t>Fifth level</a:t>
            </a:r>
          </a:p>
        </p:txBody>
      </p:sp>
    </p:spTree>
    <p:extLst>
      <p:ext uri="{BB962C8B-B14F-4D97-AF65-F5344CB8AC3E}">
        <p14:creationId xmlns:p14="http://schemas.microsoft.com/office/powerpoint/2010/main" val="1791673633"/>
      </p:ext>
    </p:extLst>
  </p:cSld>
  <p:clrMapOvr>
    <a:masterClrMapping/>
  </p:clrMapOvr>
</p:sldLayout>
</file>

<file path=ppt/slideLayouts/slideLayout276.xml><?xml version="1.0" encoding="utf-8"?>
<p:sldLayout xmlns:a="http://schemas.openxmlformats.org/drawingml/2006/main" xmlns:r="http://schemas.openxmlformats.org/officeDocument/2006/relationships" xmlns:p="http://schemas.openxmlformats.org/presentationml/2006/main" preserve="1" userDrawn="1">
  <p:cSld name="Agenda 2">
    <p:spTree>
      <p:nvGrpSpPr>
        <p:cNvPr id="1" name=""/>
        <p:cNvGrpSpPr/>
        <p:nvPr/>
      </p:nvGrpSpPr>
      <p:grpSpPr>
        <a:xfrm>
          <a:off x="0" y="0"/>
          <a:ext cx="0" cy="0"/>
          <a:chOff x="0" y="0"/>
          <a:chExt cx="0" cy="0"/>
        </a:xfrm>
      </p:grpSpPr>
      <p:sp>
        <p:nvSpPr>
          <p:cNvPr id="20" name="Picture Placeholder 7">
            <a:extLst>
              <a:ext uri="{FF2B5EF4-FFF2-40B4-BE49-F238E27FC236}">
                <a16:creationId xmlns:a16="http://schemas.microsoft.com/office/drawing/2014/main" id="{7719DBC8-1C65-EC71-F260-3E45E00F725D}"/>
              </a:ext>
            </a:extLst>
          </p:cNvPr>
          <p:cNvSpPr>
            <a:spLocks noGrp="1"/>
          </p:cNvSpPr>
          <p:nvPr>
            <p:ph type="pic" sz="quarter" idx="18" hasCustomPrompt="1"/>
          </p:nvPr>
        </p:nvSpPr>
        <p:spPr>
          <a:xfrm>
            <a:off x="0" y="0"/>
            <a:ext cx="6096000"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2" name="Date Placeholder 1">
            <a:extLst>
              <a:ext uri="{FF2B5EF4-FFF2-40B4-BE49-F238E27FC236}">
                <a16:creationId xmlns:a16="http://schemas.microsoft.com/office/drawing/2014/main" id="{D1083178-61A2-1584-1F52-83BAE0FEDB3A}"/>
              </a:ext>
            </a:extLst>
          </p:cNvPr>
          <p:cNvSpPr>
            <a:spLocks noGrp="1"/>
          </p:cNvSpPr>
          <p:nvPr>
            <p:ph type="dt" sz="half" idx="36"/>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3" name="Footer Placeholder 2">
            <a:extLst>
              <a:ext uri="{FF2B5EF4-FFF2-40B4-BE49-F238E27FC236}">
                <a16:creationId xmlns:a16="http://schemas.microsoft.com/office/drawing/2014/main" id="{9DC81A84-1437-02DB-19FA-F60FE73CB356}"/>
              </a:ext>
            </a:extLst>
          </p:cNvPr>
          <p:cNvSpPr>
            <a:spLocks noGrp="1"/>
          </p:cNvSpPr>
          <p:nvPr>
            <p:ph type="ftr" sz="quarter" idx="37"/>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40363D62-2A4A-9126-8811-8637F26ADA0B}"/>
              </a:ext>
            </a:extLst>
          </p:cNvPr>
          <p:cNvSpPr>
            <a:spLocks noGrp="1"/>
          </p:cNvSpPr>
          <p:nvPr>
            <p:ph type="sldNum" sz="quarter" idx="38"/>
          </p:nvPr>
        </p:nvSpPr>
        <p:spPr/>
        <p:txBody>
          <a:bodyPr/>
          <a:lstStyle/>
          <a:p>
            <a:pPr algn="r"/>
            <a:fld id="{5D9A5160-6218-4E5A-B9E6-B93E3DAE377C}" type="slidenum">
              <a:rPr lang="en-US" smtClean="0"/>
              <a:pPr algn="r"/>
              <a:t>‹#›</a:t>
            </a:fld>
            <a:endParaRPr lang="en-US"/>
          </a:p>
        </p:txBody>
      </p:sp>
      <p:sp>
        <p:nvSpPr>
          <p:cNvPr id="5" name="Title Placeholder 4">
            <a:extLst>
              <a:ext uri="{FF2B5EF4-FFF2-40B4-BE49-F238E27FC236}">
                <a16:creationId xmlns:a16="http://schemas.microsoft.com/office/drawing/2014/main" id="{F8DBF4E9-6C28-E0D4-13BF-1E287D5E317C}"/>
              </a:ext>
            </a:extLst>
          </p:cNvPr>
          <p:cNvSpPr>
            <a:spLocks noGrp="1"/>
          </p:cNvSpPr>
          <p:nvPr>
            <p:ph type="title"/>
          </p:nvPr>
        </p:nvSpPr>
        <p:spPr>
          <a:xfrm>
            <a:off x="6600056" y="549274"/>
            <a:ext cx="5042266" cy="930372"/>
          </a:xfrm>
          <a:prstGeom prst="rect">
            <a:avLst/>
          </a:prstGeom>
        </p:spPr>
        <p:txBody>
          <a:bodyPr vert="horz" lIns="0" tIns="0" rIns="0" bIns="126000" rtlCol="0" anchor="b" anchorCtr="0">
            <a:noAutofit/>
          </a:bodyPr>
          <a:lstStyle/>
          <a:p>
            <a:pPr lvl="0"/>
            <a:r>
              <a:rPr lang="en-US"/>
              <a:t>Click to edit Master title style</a:t>
            </a:r>
            <a:endParaRPr lang="de-DE"/>
          </a:p>
        </p:txBody>
      </p:sp>
      <p:sp>
        <p:nvSpPr>
          <p:cNvPr id="6" name="Text Placeholder 1">
            <a:extLst>
              <a:ext uri="{FF2B5EF4-FFF2-40B4-BE49-F238E27FC236}">
                <a16:creationId xmlns:a16="http://schemas.microsoft.com/office/drawing/2014/main" id="{1970243F-E192-B209-5E33-DC3DC5F86B33}"/>
              </a:ext>
            </a:extLst>
          </p:cNvPr>
          <p:cNvSpPr>
            <a:spLocks noGrp="1"/>
          </p:cNvSpPr>
          <p:nvPr>
            <p:ph idx="1" hasCustomPrompt="1"/>
          </p:nvPr>
        </p:nvSpPr>
        <p:spPr>
          <a:xfrm>
            <a:off x="6600056" y="1628800"/>
            <a:ext cx="5042266" cy="4668638"/>
          </a:xfrm>
          <a:prstGeom prst="rect">
            <a:avLst/>
          </a:prstGeom>
        </p:spPr>
        <p:txBody>
          <a:bodyPr vert="horz" lIns="0" tIns="0" rIns="0" bIns="0" rtlCol="0">
            <a:noAutofit/>
          </a:bodyPr>
          <a:lstStyle>
            <a:lvl1pPr marL="0" marR="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a:lvl1pPr>
            <a:lvl2pPr marL="180975" marR="0" indent="-180975" algn="l" defTabSz="914400" rtl="0" eaLnBrk="1" fontAlgn="auto" latinLnBrk="0" hangingPunct="1">
              <a:lnSpc>
                <a:spcPct val="100000"/>
              </a:lnSpc>
              <a:spcBef>
                <a:spcPts val="600"/>
              </a:spcBef>
              <a:spcAft>
                <a:spcPts val="0"/>
              </a:spcAft>
              <a:buClr>
                <a:srgbClr val="FFFFFF"/>
              </a:buClr>
              <a:buSzTx/>
              <a:buFont typeface="Arial" panose="020B0604020202020204" pitchFamily="34" charset="0"/>
              <a:buChar char="•"/>
              <a:tabLst/>
              <a:defRPr/>
            </a:lvl2pPr>
            <a:lvl3pPr marL="360000" marR="0" indent="-180000" algn="l" defTabSz="914400" rtl="0" eaLnBrk="1" fontAlgn="auto" latinLnBrk="0" hangingPunct="1">
              <a:lnSpc>
                <a:spcPct val="100000"/>
              </a:lnSpc>
              <a:spcBef>
                <a:spcPts val="600"/>
              </a:spcBef>
              <a:spcAft>
                <a:spcPts val="0"/>
              </a:spcAft>
              <a:buClr>
                <a:srgbClr val="FFFFFF"/>
              </a:buClr>
              <a:buSzTx/>
              <a:buFont typeface="System Font Regular"/>
              <a:buChar char="-"/>
              <a:tabLst/>
              <a:defRPr/>
            </a:lvl3pPr>
            <a:lvl4pPr marL="539750" marR="0" indent="-180000" algn="l" defTabSz="914400" rtl="0" eaLnBrk="1" fontAlgn="auto" latinLnBrk="0" hangingPunct="1">
              <a:lnSpc>
                <a:spcPct val="100000"/>
              </a:lnSpc>
              <a:spcBef>
                <a:spcPts val="600"/>
              </a:spcBef>
              <a:spcAft>
                <a:spcPts val="0"/>
              </a:spcAft>
              <a:buClr>
                <a:srgbClr val="1DB7F3"/>
              </a:buClr>
              <a:buSzTx/>
              <a:buFont typeface="Arial" panose="020B0604020202020204" pitchFamily="34" charset="0"/>
              <a:buChar char="•"/>
              <a:tabLst/>
              <a:defRPr/>
            </a:lvl4pPr>
            <a:lvl5pPr marL="719138" marR="0" indent="-180975" algn="l" defTabSz="914400" rtl="0" eaLnBrk="1" fontAlgn="auto" latinLnBrk="0" hangingPunct="1">
              <a:lnSpc>
                <a:spcPct val="100000"/>
              </a:lnSpc>
              <a:spcBef>
                <a:spcPts val="600"/>
              </a:spcBef>
              <a:spcAft>
                <a:spcPts val="0"/>
              </a:spcAft>
              <a:buClr>
                <a:srgbClr val="1DB7F3"/>
              </a:buClr>
              <a:buSzTx/>
              <a:buFont typeface="System Font Regular"/>
              <a:buChar char="-"/>
              <a:tabLst/>
              <a:defRPr/>
            </a:lvl5pPr>
          </a:lstStyle>
          <a:p>
            <a:pPr marL="0" marR="0" lvl="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a:pPr>
            <a:r>
              <a:rPr kumimoji="0" lang="en-US" sz="1400" b="0" i="0" u="none" strike="noStrike" kern="1200" cap="none" spc="0" normalizeH="0" baseline="0" noProof="0">
                <a:ln>
                  <a:noFill/>
                </a:ln>
                <a:solidFill>
                  <a:srgbClr val="FFFFFF"/>
                </a:solidFill>
                <a:effectLst/>
                <a:uLnTx/>
                <a:uFillTx/>
                <a:latin typeface="+mn-lt"/>
                <a:ea typeface="+mn-ea"/>
                <a:cs typeface="+mn-cs"/>
              </a:rPr>
              <a:t>Click to edit Master text styles</a:t>
            </a:r>
          </a:p>
          <a:p>
            <a:pPr marL="180975" marR="0" lvl="1" indent="-180975" algn="l" defTabSz="914400" rtl="0" eaLnBrk="1" fontAlgn="auto" latinLnBrk="0" hangingPunct="1">
              <a:lnSpc>
                <a:spcPct val="100000"/>
              </a:lnSpc>
              <a:spcBef>
                <a:spcPts val="600"/>
              </a:spcBef>
              <a:spcAft>
                <a:spcPts val="0"/>
              </a:spcAft>
              <a:buClr>
                <a:srgbClr val="FFFFFF"/>
              </a:buClr>
              <a:buSzTx/>
              <a:buFont typeface="Arial" panose="020B0604020202020204" pitchFamily="34" charset="0"/>
              <a:buChar char="•"/>
              <a:tabLst/>
              <a:defRPr/>
            </a:pPr>
            <a:r>
              <a:rPr kumimoji="0" lang="en-US" sz="1400" b="0" i="0" u="none" strike="noStrike" kern="1200" cap="none" spc="0" normalizeH="0" baseline="0" noProof="0">
                <a:ln>
                  <a:noFill/>
                </a:ln>
                <a:solidFill>
                  <a:srgbClr val="FFFFFF"/>
                </a:solidFill>
                <a:effectLst/>
                <a:uLnTx/>
                <a:uFillTx/>
                <a:latin typeface="+mn-lt"/>
                <a:ea typeface="+mn-ea"/>
                <a:cs typeface="+mn-cs"/>
              </a:rPr>
              <a:t>Second level</a:t>
            </a:r>
          </a:p>
          <a:p>
            <a:pPr marL="360000" marR="0" lvl="2" indent="-180000" algn="l" defTabSz="914400" rtl="0" eaLnBrk="1" fontAlgn="auto" latinLnBrk="0" hangingPunct="1">
              <a:lnSpc>
                <a:spcPct val="100000"/>
              </a:lnSpc>
              <a:spcBef>
                <a:spcPts val="600"/>
              </a:spcBef>
              <a:spcAft>
                <a:spcPts val="0"/>
              </a:spcAft>
              <a:buClr>
                <a:srgbClr val="FFFFFF"/>
              </a:buClr>
              <a:buSzTx/>
              <a:buFont typeface="System Font Regular"/>
              <a:buChar char="-"/>
              <a:tabLst/>
              <a:defRPr/>
            </a:pPr>
            <a:r>
              <a:rPr kumimoji="0" lang="en-US" sz="1400" b="0" i="0" u="none" strike="noStrike" kern="1200" cap="none" spc="0" normalizeH="0" baseline="0" noProof="0">
                <a:ln>
                  <a:noFill/>
                </a:ln>
                <a:solidFill>
                  <a:srgbClr val="FFFFFF"/>
                </a:solidFill>
                <a:effectLst/>
                <a:uLnTx/>
                <a:uFillTx/>
                <a:latin typeface="+mn-lt"/>
                <a:ea typeface="+mn-ea"/>
                <a:cs typeface="+mn-cs"/>
              </a:rPr>
              <a:t>Third level</a:t>
            </a:r>
          </a:p>
          <a:p>
            <a:pPr marL="539750" marR="0" lvl="3" indent="-180000" algn="l" defTabSz="914400" rtl="0" eaLnBrk="1" fontAlgn="auto" latinLnBrk="0" hangingPunct="1">
              <a:lnSpc>
                <a:spcPct val="100000"/>
              </a:lnSpc>
              <a:spcBef>
                <a:spcPts val="600"/>
              </a:spcBef>
              <a:spcAft>
                <a:spcPts val="0"/>
              </a:spcAft>
              <a:buClr>
                <a:srgbClr val="1DB7F3"/>
              </a:buClr>
              <a:buSzTx/>
              <a:buFont typeface="Arial" panose="020B0604020202020204" pitchFamily="34" charset="0"/>
              <a:buChar char="•"/>
              <a:tabLst/>
              <a:defRPr/>
            </a:pPr>
            <a:r>
              <a:rPr kumimoji="0" lang="en-US" sz="1400" b="0" i="0" u="none" strike="noStrike" kern="1200" cap="none" spc="0" normalizeH="0" baseline="0" noProof="0">
                <a:ln>
                  <a:noFill/>
                </a:ln>
                <a:solidFill>
                  <a:srgbClr val="FFFFFF"/>
                </a:solidFill>
                <a:effectLst/>
                <a:uLnTx/>
                <a:uFillTx/>
                <a:latin typeface="+mn-lt"/>
                <a:ea typeface="+mn-ea"/>
                <a:cs typeface="+mn-cs"/>
              </a:rPr>
              <a:t>Fourth level</a:t>
            </a:r>
          </a:p>
          <a:p>
            <a:pPr marL="719138" marR="0" lvl="4" indent="-180975" algn="l" defTabSz="914400" rtl="0" eaLnBrk="1" fontAlgn="auto" latinLnBrk="0" hangingPunct="1">
              <a:lnSpc>
                <a:spcPct val="100000"/>
              </a:lnSpc>
              <a:spcBef>
                <a:spcPts val="600"/>
              </a:spcBef>
              <a:spcAft>
                <a:spcPts val="0"/>
              </a:spcAft>
              <a:buClr>
                <a:srgbClr val="1DB7F3"/>
              </a:buClr>
              <a:buSzTx/>
              <a:buFont typeface="System Font Regular"/>
              <a:buChar char="-"/>
              <a:tabLst/>
              <a:defRPr/>
            </a:pPr>
            <a:r>
              <a:rPr kumimoji="0" lang="en-US" sz="1400" b="0" i="0" u="none" strike="noStrike" kern="1200" cap="none" spc="0" normalizeH="0" baseline="0" noProof="0">
                <a:ln>
                  <a:noFill/>
                </a:ln>
                <a:solidFill>
                  <a:srgbClr val="FFFFFF"/>
                </a:solidFill>
                <a:effectLst/>
                <a:uLnTx/>
                <a:uFillTx/>
                <a:latin typeface="+mn-lt"/>
                <a:ea typeface="+mn-ea"/>
                <a:cs typeface="+mn-cs"/>
              </a:rPr>
              <a:t>Fifth level</a:t>
            </a:r>
          </a:p>
        </p:txBody>
      </p:sp>
    </p:spTree>
    <p:extLst>
      <p:ext uri="{BB962C8B-B14F-4D97-AF65-F5344CB8AC3E}">
        <p14:creationId xmlns:p14="http://schemas.microsoft.com/office/powerpoint/2010/main" val="2610760899"/>
      </p:ext>
    </p:extLst>
  </p:cSld>
  <p:clrMapOvr>
    <a:masterClrMapping/>
  </p:clrMapOvr>
</p:sldLayout>
</file>

<file path=ppt/slideLayouts/slideLayout277.xml><?xml version="1.0" encoding="utf-8"?>
<p:sldLayout xmlns:a="http://schemas.openxmlformats.org/drawingml/2006/main" xmlns:r="http://schemas.openxmlformats.org/officeDocument/2006/relationships" xmlns:p="http://schemas.openxmlformats.org/presentationml/2006/main" preserve="1" userDrawn="1">
  <p:cSld name="Agenda 3">
    <p:spTree>
      <p:nvGrpSpPr>
        <p:cNvPr id="1" name=""/>
        <p:cNvGrpSpPr/>
        <p:nvPr/>
      </p:nvGrpSpPr>
      <p:grpSpPr>
        <a:xfrm>
          <a:off x="0" y="0"/>
          <a:ext cx="0" cy="0"/>
          <a:chOff x="0" y="0"/>
          <a:chExt cx="0" cy="0"/>
        </a:xfrm>
      </p:grpSpPr>
      <p:sp>
        <p:nvSpPr>
          <p:cNvPr id="33" name="Date Placeholder 32">
            <a:extLst>
              <a:ext uri="{FF2B5EF4-FFF2-40B4-BE49-F238E27FC236}">
                <a16:creationId xmlns:a16="http://schemas.microsoft.com/office/drawing/2014/main" id="{1792F48F-AFC4-D77D-4FA8-B153535CBD70}"/>
              </a:ext>
            </a:extLst>
          </p:cNvPr>
          <p:cNvSpPr>
            <a:spLocks noGrp="1"/>
          </p:cNvSpPr>
          <p:nvPr>
            <p:ph type="dt" sz="half" idx="36"/>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35" name="Footer Placeholder 34">
            <a:extLst>
              <a:ext uri="{FF2B5EF4-FFF2-40B4-BE49-F238E27FC236}">
                <a16:creationId xmlns:a16="http://schemas.microsoft.com/office/drawing/2014/main" id="{8FAEFB74-F2E3-AD6C-0203-954A69747166}"/>
              </a:ext>
            </a:extLst>
          </p:cNvPr>
          <p:cNvSpPr>
            <a:spLocks noGrp="1"/>
          </p:cNvSpPr>
          <p:nvPr>
            <p:ph type="ftr" sz="quarter" idx="37"/>
          </p:nvPr>
        </p:nvSpPr>
        <p:spPr/>
        <p:txBody>
          <a:bodyPr/>
          <a:lstStyle/>
          <a:p>
            <a:pPr>
              <a:spcBef>
                <a:spcPts val="1000"/>
              </a:spcBef>
              <a:buFont typeface="Arial" panose="020B0604020202020204" pitchFamily="34" charset="0"/>
              <a:buNone/>
            </a:pPr>
            <a:r>
              <a:rPr lang="en-US"/>
              <a:t>Presentation Title | Author | Date</a:t>
            </a:r>
          </a:p>
        </p:txBody>
      </p:sp>
      <p:sp>
        <p:nvSpPr>
          <p:cNvPr id="36" name="Slide Number Placeholder 35">
            <a:extLst>
              <a:ext uri="{FF2B5EF4-FFF2-40B4-BE49-F238E27FC236}">
                <a16:creationId xmlns:a16="http://schemas.microsoft.com/office/drawing/2014/main" id="{AB9C35E1-257F-5A5F-F59A-ECEFF887BE62}"/>
              </a:ext>
            </a:extLst>
          </p:cNvPr>
          <p:cNvSpPr>
            <a:spLocks noGrp="1"/>
          </p:cNvSpPr>
          <p:nvPr>
            <p:ph type="sldNum" sz="quarter" idx="38"/>
          </p:nvPr>
        </p:nvSpPr>
        <p:spPr/>
        <p:txBody>
          <a:bodyPr/>
          <a:lstStyle/>
          <a:p>
            <a:pPr algn="r"/>
            <a:fld id="{5D9A5160-6218-4E5A-B9E6-B93E3DAE377C}" type="slidenum">
              <a:rPr lang="en-US" smtClean="0"/>
              <a:pPr algn="r"/>
              <a:t>‹#›</a:t>
            </a:fld>
            <a:endParaRPr lang="en-US"/>
          </a:p>
        </p:txBody>
      </p:sp>
      <p:sp>
        <p:nvSpPr>
          <p:cNvPr id="2" name="Text Placeholder 11">
            <a:extLst>
              <a:ext uri="{FF2B5EF4-FFF2-40B4-BE49-F238E27FC236}">
                <a16:creationId xmlns:a16="http://schemas.microsoft.com/office/drawing/2014/main" id="{177ECEE6-C274-510A-E183-7CC64018E234}"/>
              </a:ext>
            </a:extLst>
          </p:cNvPr>
          <p:cNvSpPr>
            <a:spLocks noGrp="1"/>
          </p:cNvSpPr>
          <p:nvPr>
            <p:ph type="body" sz="quarter" idx="24" hasCustomPrompt="1"/>
          </p:nvPr>
        </p:nvSpPr>
        <p:spPr>
          <a:xfrm>
            <a:off x="2207567" y="1628775"/>
            <a:ext cx="9433569" cy="369332"/>
          </a:xfrm>
          <a:prstGeom prst="rect">
            <a:avLst/>
          </a:prstGeom>
        </p:spPr>
        <p:txBody>
          <a:bodyPr>
            <a:normAutofit/>
          </a:bodyPr>
          <a:lstStyle>
            <a:lvl1pPr>
              <a:spcBef>
                <a:spcPts val="0"/>
              </a:spcBef>
              <a:defRPr sz="2400">
                <a:solidFill>
                  <a:schemeClr val="bg2"/>
                </a:solidFill>
              </a:defRPr>
            </a:lvl1pPr>
          </a:lstStyle>
          <a:p>
            <a:pPr lvl="0"/>
            <a:r>
              <a:rPr lang="en-US"/>
              <a:t>Click to add text</a:t>
            </a:r>
          </a:p>
        </p:txBody>
      </p:sp>
      <p:sp>
        <p:nvSpPr>
          <p:cNvPr id="3" name="Text Placeholder 11">
            <a:extLst>
              <a:ext uri="{FF2B5EF4-FFF2-40B4-BE49-F238E27FC236}">
                <a16:creationId xmlns:a16="http://schemas.microsoft.com/office/drawing/2014/main" id="{6956557D-0540-4E06-2606-E74478C1B109}"/>
              </a:ext>
            </a:extLst>
          </p:cNvPr>
          <p:cNvSpPr>
            <a:spLocks noGrp="1"/>
          </p:cNvSpPr>
          <p:nvPr>
            <p:ph type="body" sz="quarter" idx="25" hasCustomPrompt="1"/>
          </p:nvPr>
        </p:nvSpPr>
        <p:spPr>
          <a:xfrm>
            <a:off x="2207567" y="2221388"/>
            <a:ext cx="9433569" cy="369332"/>
          </a:xfrm>
          <a:prstGeom prst="rect">
            <a:avLst/>
          </a:prstGeom>
        </p:spPr>
        <p:txBody>
          <a:bodyPr>
            <a:normAutofit/>
          </a:bodyPr>
          <a:lstStyle>
            <a:lvl1pPr>
              <a:spcBef>
                <a:spcPts val="0"/>
              </a:spcBef>
              <a:defRPr sz="2400">
                <a:solidFill>
                  <a:schemeClr val="bg2"/>
                </a:solidFill>
              </a:defRPr>
            </a:lvl1pPr>
          </a:lstStyle>
          <a:p>
            <a:pPr lvl="0"/>
            <a:r>
              <a:rPr lang="en-US"/>
              <a:t>Click to add text</a:t>
            </a:r>
          </a:p>
        </p:txBody>
      </p:sp>
      <p:sp>
        <p:nvSpPr>
          <p:cNvPr id="7" name="Text Placeholder 11">
            <a:extLst>
              <a:ext uri="{FF2B5EF4-FFF2-40B4-BE49-F238E27FC236}">
                <a16:creationId xmlns:a16="http://schemas.microsoft.com/office/drawing/2014/main" id="{3B9586E9-C51E-DA56-3FAC-023C3959153C}"/>
              </a:ext>
            </a:extLst>
          </p:cNvPr>
          <p:cNvSpPr>
            <a:spLocks noGrp="1"/>
          </p:cNvSpPr>
          <p:nvPr>
            <p:ph type="body" sz="quarter" idx="26" hasCustomPrompt="1"/>
          </p:nvPr>
        </p:nvSpPr>
        <p:spPr>
          <a:xfrm>
            <a:off x="2207567" y="2814001"/>
            <a:ext cx="9433569" cy="369332"/>
          </a:xfrm>
          <a:prstGeom prst="rect">
            <a:avLst/>
          </a:prstGeom>
        </p:spPr>
        <p:txBody>
          <a:bodyPr>
            <a:normAutofit/>
          </a:bodyPr>
          <a:lstStyle>
            <a:lvl1pPr>
              <a:spcBef>
                <a:spcPts val="0"/>
              </a:spcBef>
              <a:defRPr sz="2400">
                <a:solidFill>
                  <a:schemeClr val="bg2"/>
                </a:solidFill>
              </a:defRPr>
            </a:lvl1pPr>
          </a:lstStyle>
          <a:p>
            <a:pPr lvl="0"/>
            <a:r>
              <a:rPr lang="en-US"/>
              <a:t>Click to add text</a:t>
            </a:r>
          </a:p>
        </p:txBody>
      </p:sp>
      <p:sp>
        <p:nvSpPr>
          <p:cNvPr id="8" name="Text Placeholder 6">
            <a:extLst>
              <a:ext uri="{FF2B5EF4-FFF2-40B4-BE49-F238E27FC236}">
                <a16:creationId xmlns:a16="http://schemas.microsoft.com/office/drawing/2014/main" id="{B89E4D1A-2646-73E5-791B-BF0164C0C833}"/>
              </a:ext>
            </a:extLst>
          </p:cNvPr>
          <p:cNvSpPr>
            <a:spLocks noGrp="1"/>
          </p:cNvSpPr>
          <p:nvPr>
            <p:ph type="body" sz="quarter" idx="27" hasCustomPrompt="1"/>
          </p:nvPr>
        </p:nvSpPr>
        <p:spPr>
          <a:xfrm>
            <a:off x="1492499" y="1628775"/>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a:t>0x</a:t>
            </a:r>
          </a:p>
        </p:txBody>
      </p:sp>
      <p:sp>
        <p:nvSpPr>
          <p:cNvPr id="9" name="Text Placeholder 6">
            <a:extLst>
              <a:ext uri="{FF2B5EF4-FFF2-40B4-BE49-F238E27FC236}">
                <a16:creationId xmlns:a16="http://schemas.microsoft.com/office/drawing/2014/main" id="{C9ACB82F-DA24-7A22-07AF-D6418D2E50C4}"/>
              </a:ext>
            </a:extLst>
          </p:cNvPr>
          <p:cNvSpPr>
            <a:spLocks noGrp="1"/>
          </p:cNvSpPr>
          <p:nvPr>
            <p:ph type="body" sz="quarter" idx="28" hasCustomPrompt="1"/>
          </p:nvPr>
        </p:nvSpPr>
        <p:spPr>
          <a:xfrm>
            <a:off x="1492499" y="2221388"/>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a:t>0x</a:t>
            </a:r>
          </a:p>
        </p:txBody>
      </p:sp>
      <p:sp>
        <p:nvSpPr>
          <p:cNvPr id="11" name="Text Placeholder 6">
            <a:extLst>
              <a:ext uri="{FF2B5EF4-FFF2-40B4-BE49-F238E27FC236}">
                <a16:creationId xmlns:a16="http://schemas.microsoft.com/office/drawing/2014/main" id="{073143D8-53B8-C7F0-0E9A-BEBDE5FAB4B6}"/>
              </a:ext>
            </a:extLst>
          </p:cNvPr>
          <p:cNvSpPr>
            <a:spLocks noGrp="1"/>
          </p:cNvSpPr>
          <p:nvPr>
            <p:ph type="body" sz="quarter" idx="29" hasCustomPrompt="1"/>
          </p:nvPr>
        </p:nvSpPr>
        <p:spPr>
          <a:xfrm>
            <a:off x="1492499" y="2814001"/>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a:t>0x</a:t>
            </a:r>
          </a:p>
        </p:txBody>
      </p:sp>
      <p:sp>
        <p:nvSpPr>
          <p:cNvPr id="12" name="Text Placeholder 11">
            <a:extLst>
              <a:ext uri="{FF2B5EF4-FFF2-40B4-BE49-F238E27FC236}">
                <a16:creationId xmlns:a16="http://schemas.microsoft.com/office/drawing/2014/main" id="{E7A9F9A2-0932-B847-8275-8C3EED0F9C87}"/>
              </a:ext>
            </a:extLst>
          </p:cNvPr>
          <p:cNvSpPr>
            <a:spLocks noGrp="1"/>
          </p:cNvSpPr>
          <p:nvPr>
            <p:ph type="body" sz="quarter" idx="30" hasCustomPrompt="1"/>
          </p:nvPr>
        </p:nvSpPr>
        <p:spPr>
          <a:xfrm>
            <a:off x="2207567" y="3406614"/>
            <a:ext cx="9433569" cy="369332"/>
          </a:xfrm>
          <a:prstGeom prst="rect">
            <a:avLst/>
          </a:prstGeom>
        </p:spPr>
        <p:txBody>
          <a:bodyPr>
            <a:normAutofit/>
          </a:bodyPr>
          <a:lstStyle>
            <a:lvl1pPr>
              <a:spcBef>
                <a:spcPts val="0"/>
              </a:spcBef>
              <a:defRPr sz="2400">
                <a:solidFill>
                  <a:schemeClr val="bg2"/>
                </a:solidFill>
              </a:defRPr>
            </a:lvl1pPr>
          </a:lstStyle>
          <a:p>
            <a:pPr lvl="0"/>
            <a:r>
              <a:rPr lang="en-US"/>
              <a:t>Click to add text</a:t>
            </a:r>
          </a:p>
        </p:txBody>
      </p:sp>
      <p:sp>
        <p:nvSpPr>
          <p:cNvPr id="14" name="Text Placeholder 11">
            <a:extLst>
              <a:ext uri="{FF2B5EF4-FFF2-40B4-BE49-F238E27FC236}">
                <a16:creationId xmlns:a16="http://schemas.microsoft.com/office/drawing/2014/main" id="{3F2F5FF2-5929-011C-CA94-B0950D74BC6A}"/>
              </a:ext>
            </a:extLst>
          </p:cNvPr>
          <p:cNvSpPr>
            <a:spLocks noGrp="1"/>
          </p:cNvSpPr>
          <p:nvPr>
            <p:ph type="body" sz="quarter" idx="31" hasCustomPrompt="1"/>
          </p:nvPr>
        </p:nvSpPr>
        <p:spPr>
          <a:xfrm>
            <a:off x="2207567" y="3999227"/>
            <a:ext cx="9433569" cy="369332"/>
          </a:xfrm>
          <a:prstGeom prst="rect">
            <a:avLst/>
          </a:prstGeom>
        </p:spPr>
        <p:txBody>
          <a:bodyPr>
            <a:normAutofit/>
          </a:bodyPr>
          <a:lstStyle>
            <a:lvl1pPr>
              <a:spcBef>
                <a:spcPts val="0"/>
              </a:spcBef>
              <a:defRPr sz="2400">
                <a:solidFill>
                  <a:schemeClr val="bg2"/>
                </a:solidFill>
              </a:defRPr>
            </a:lvl1pPr>
          </a:lstStyle>
          <a:p>
            <a:pPr lvl="0"/>
            <a:r>
              <a:rPr lang="en-US"/>
              <a:t>Click to add text</a:t>
            </a:r>
          </a:p>
        </p:txBody>
      </p:sp>
      <p:sp>
        <p:nvSpPr>
          <p:cNvPr id="21" name="Text Placeholder 11">
            <a:extLst>
              <a:ext uri="{FF2B5EF4-FFF2-40B4-BE49-F238E27FC236}">
                <a16:creationId xmlns:a16="http://schemas.microsoft.com/office/drawing/2014/main" id="{346C6A8E-6729-0ABB-9DE0-B78F02301527}"/>
              </a:ext>
            </a:extLst>
          </p:cNvPr>
          <p:cNvSpPr>
            <a:spLocks noGrp="1"/>
          </p:cNvSpPr>
          <p:nvPr>
            <p:ph type="body" sz="quarter" idx="32" hasCustomPrompt="1"/>
          </p:nvPr>
        </p:nvSpPr>
        <p:spPr>
          <a:xfrm>
            <a:off x="2207567" y="4591841"/>
            <a:ext cx="9433569" cy="369332"/>
          </a:xfrm>
          <a:prstGeom prst="rect">
            <a:avLst/>
          </a:prstGeom>
        </p:spPr>
        <p:txBody>
          <a:bodyPr>
            <a:normAutofit/>
          </a:bodyPr>
          <a:lstStyle>
            <a:lvl1pPr>
              <a:spcBef>
                <a:spcPts val="0"/>
              </a:spcBef>
              <a:defRPr sz="2400">
                <a:solidFill>
                  <a:schemeClr val="bg2"/>
                </a:solidFill>
              </a:defRPr>
            </a:lvl1pPr>
          </a:lstStyle>
          <a:p>
            <a:pPr lvl="0"/>
            <a:r>
              <a:rPr lang="en-US"/>
              <a:t>Click to add text</a:t>
            </a:r>
          </a:p>
        </p:txBody>
      </p:sp>
      <p:sp>
        <p:nvSpPr>
          <p:cNvPr id="22" name="Text Placeholder 6">
            <a:extLst>
              <a:ext uri="{FF2B5EF4-FFF2-40B4-BE49-F238E27FC236}">
                <a16:creationId xmlns:a16="http://schemas.microsoft.com/office/drawing/2014/main" id="{F3292A20-85E1-5411-0C87-353A3DC2ED89}"/>
              </a:ext>
            </a:extLst>
          </p:cNvPr>
          <p:cNvSpPr>
            <a:spLocks noGrp="1"/>
          </p:cNvSpPr>
          <p:nvPr>
            <p:ph type="body" sz="quarter" idx="33" hasCustomPrompt="1"/>
          </p:nvPr>
        </p:nvSpPr>
        <p:spPr>
          <a:xfrm>
            <a:off x="1492499" y="3406614"/>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a:t>0x</a:t>
            </a:r>
          </a:p>
        </p:txBody>
      </p:sp>
      <p:sp>
        <p:nvSpPr>
          <p:cNvPr id="23" name="Text Placeholder 6">
            <a:extLst>
              <a:ext uri="{FF2B5EF4-FFF2-40B4-BE49-F238E27FC236}">
                <a16:creationId xmlns:a16="http://schemas.microsoft.com/office/drawing/2014/main" id="{FC445348-FDB6-A20D-4FB5-E8D748B8DB3C}"/>
              </a:ext>
            </a:extLst>
          </p:cNvPr>
          <p:cNvSpPr>
            <a:spLocks noGrp="1"/>
          </p:cNvSpPr>
          <p:nvPr>
            <p:ph type="body" sz="quarter" idx="34" hasCustomPrompt="1"/>
          </p:nvPr>
        </p:nvSpPr>
        <p:spPr>
          <a:xfrm>
            <a:off x="1492499" y="3999227"/>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a:t>0x</a:t>
            </a:r>
          </a:p>
        </p:txBody>
      </p:sp>
      <p:sp>
        <p:nvSpPr>
          <p:cNvPr id="24" name="Text Placeholder 6">
            <a:extLst>
              <a:ext uri="{FF2B5EF4-FFF2-40B4-BE49-F238E27FC236}">
                <a16:creationId xmlns:a16="http://schemas.microsoft.com/office/drawing/2014/main" id="{AB9A3432-DAB6-2FB4-1AEB-959A8F3438A4}"/>
              </a:ext>
            </a:extLst>
          </p:cNvPr>
          <p:cNvSpPr>
            <a:spLocks noGrp="1"/>
          </p:cNvSpPr>
          <p:nvPr>
            <p:ph type="body" sz="quarter" idx="35" hasCustomPrompt="1"/>
          </p:nvPr>
        </p:nvSpPr>
        <p:spPr>
          <a:xfrm>
            <a:off x="1492499" y="4591841"/>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a:t>0x</a:t>
            </a:r>
          </a:p>
        </p:txBody>
      </p:sp>
      <p:sp>
        <p:nvSpPr>
          <p:cNvPr id="28" name="Rectangle 27">
            <a:extLst>
              <a:ext uri="{FF2B5EF4-FFF2-40B4-BE49-F238E27FC236}">
                <a16:creationId xmlns:a16="http://schemas.microsoft.com/office/drawing/2014/main" id="{3A39CED3-C9C5-5AA1-7B87-C6EBF61C365D}"/>
              </a:ext>
            </a:extLst>
          </p:cNvPr>
          <p:cNvSpPr/>
          <p:nvPr userDrawn="1"/>
        </p:nvSpPr>
        <p:spPr>
          <a:xfrm rot="16200000">
            <a:off x="-3343113" y="3343113"/>
            <a:ext cx="6857999" cy="171774"/>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29" name="Title Placeholder 4">
            <a:extLst>
              <a:ext uri="{FF2B5EF4-FFF2-40B4-BE49-F238E27FC236}">
                <a16:creationId xmlns:a16="http://schemas.microsoft.com/office/drawing/2014/main" id="{2D0B2EA5-825C-A08F-F88F-E7FFE20241DB}"/>
              </a:ext>
            </a:extLst>
          </p:cNvPr>
          <p:cNvSpPr>
            <a:spLocks noGrp="1"/>
          </p:cNvSpPr>
          <p:nvPr>
            <p:ph type="title" hasCustomPrompt="1"/>
          </p:nvPr>
        </p:nvSpPr>
        <p:spPr>
          <a:xfrm>
            <a:off x="1492498" y="549274"/>
            <a:ext cx="10148637" cy="930372"/>
          </a:xfrm>
          <a:prstGeom prst="rect">
            <a:avLst/>
          </a:prstGeom>
        </p:spPr>
        <p:txBody>
          <a:bodyPr vert="horz" lIns="0" tIns="0" rIns="0" bIns="126000" rtlCol="0" anchor="b" anchorCtr="0">
            <a:noAutofit/>
          </a:bodyPr>
          <a:lstStyle/>
          <a:p>
            <a:pPr lvl="0"/>
            <a:r>
              <a:rPr lang="en-GB"/>
              <a:t>Agenda</a:t>
            </a:r>
            <a:endParaRPr lang="de-DE"/>
          </a:p>
        </p:txBody>
      </p:sp>
    </p:spTree>
    <p:extLst>
      <p:ext uri="{BB962C8B-B14F-4D97-AF65-F5344CB8AC3E}">
        <p14:creationId xmlns:p14="http://schemas.microsoft.com/office/powerpoint/2010/main" val="1868823851"/>
      </p:ext>
    </p:extLst>
  </p:cSld>
  <p:clrMapOvr>
    <a:masterClrMapping/>
  </p:clrMapOvr>
</p:sldLayout>
</file>

<file path=ppt/slideLayouts/slideLayout278.xml><?xml version="1.0" encoding="utf-8"?>
<p:sldLayout xmlns:a="http://schemas.openxmlformats.org/drawingml/2006/main" xmlns:r="http://schemas.openxmlformats.org/officeDocument/2006/relationships" xmlns:p="http://schemas.openxmlformats.org/presentationml/2006/main" preserve="1" userDrawn="1">
  <p:cSld name="Agenda 4">
    <p:spTree>
      <p:nvGrpSpPr>
        <p:cNvPr id="1" name=""/>
        <p:cNvGrpSpPr/>
        <p:nvPr/>
      </p:nvGrpSpPr>
      <p:grpSpPr>
        <a:xfrm>
          <a:off x="0" y="0"/>
          <a:ext cx="0" cy="0"/>
          <a:chOff x="0" y="0"/>
          <a:chExt cx="0" cy="0"/>
        </a:xfrm>
      </p:grpSpPr>
      <p:sp>
        <p:nvSpPr>
          <p:cNvPr id="37" name="Date Placeholder 36">
            <a:extLst>
              <a:ext uri="{FF2B5EF4-FFF2-40B4-BE49-F238E27FC236}">
                <a16:creationId xmlns:a16="http://schemas.microsoft.com/office/drawing/2014/main" id="{E3E44C7E-7B24-5387-ED6D-C81D4AC2100E}"/>
              </a:ext>
            </a:extLst>
          </p:cNvPr>
          <p:cNvSpPr>
            <a:spLocks noGrp="1"/>
          </p:cNvSpPr>
          <p:nvPr>
            <p:ph type="dt" sz="half" idx="36"/>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38" name="Footer Placeholder 37">
            <a:extLst>
              <a:ext uri="{FF2B5EF4-FFF2-40B4-BE49-F238E27FC236}">
                <a16:creationId xmlns:a16="http://schemas.microsoft.com/office/drawing/2014/main" id="{7394A9BB-87FE-DE03-D4F2-1F0FD0B3D023}"/>
              </a:ext>
            </a:extLst>
          </p:cNvPr>
          <p:cNvSpPr>
            <a:spLocks noGrp="1"/>
          </p:cNvSpPr>
          <p:nvPr>
            <p:ph type="ftr" sz="quarter" idx="37"/>
          </p:nvPr>
        </p:nvSpPr>
        <p:spPr/>
        <p:txBody>
          <a:bodyPr/>
          <a:lstStyle/>
          <a:p>
            <a:pPr>
              <a:spcBef>
                <a:spcPts val="1000"/>
              </a:spcBef>
              <a:buFont typeface="Arial" panose="020B0604020202020204" pitchFamily="34" charset="0"/>
              <a:buNone/>
            </a:pPr>
            <a:r>
              <a:rPr lang="en-US"/>
              <a:t>Presentation Title | Author | Date</a:t>
            </a:r>
          </a:p>
        </p:txBody>
      </p:sp>
      <p:sp>
        <p:nvSpPr>
          <p:cNvPr id="39" name="Slide Number Placeholder 38">
            <a:extLst>
              <a:ext uri="{FF2B5EF4-FFF2-40B4-BE49-F238E27FC236}">
                <a16:creationId xmlns:a16="http://schemas.microsoft.com/office/drawing/2014/main" id="{A4E72023-089F-F6C6-773E-52A615A0A2C4}"/>
              </a:ext>
            </a:extLst>
          </p:cNvPr>
          <p:cNvSpPr>
            <a:spLocks noGrp="1"/>
          </p:cNvSpPr>
          <p:nvPr>
            <p:ph type="sldNum" sz="quarter" idx="38"/>
          </p:nvPr>
        </p:nvSpPr>
        <p:spPr/>
        <p:txBody>
          <a:bodyPr/>
          <a:lstStyle/>
          <a:p>
            <a:pPr algn="r"/>
            <a:fld id="{5D9A5160-6218-4E5A-B9E6-B93E3DAE377C}" type="slidenum">
              <a:rPr lang="en-US" smtClean="0"/>
              <a:pPr algn="r"/>
              <a:t>‹#›</a:t>
            </a:fld>
            <a:endParaRPr lang="en-US"/>
          </a:p>
        </p:txBody>
      </p:sp>
      <p:sp>
        <p:nvSpPr>
          <p:cNvPr id="2" name="Text Placeholder 11">
            <a:extLst>
              <a:ext uri="{FF2B5EF4-FFF2-40B4-BE49-F238E27FC236}">
                <a16:creationId xmlns:a16="http://schemas.microsoft.com/office/drawing/2014/main" id="{F75B5451-AA81-CE88-5DF5-4CBB04754088}"/>
              </a:ext>
            </a:extLst>
          </p:cNvPr>
          <p:cNvSpPr>
            <a:spLocks noGrp="1"/>
          </p:cNvSpPr>
          <p:nvPr>
            <p:ph type="body" sz="quarter" idx="24" hasCustomPrompt="1"/>
          </p:nvPr>
        </p:nvSpPr>
        <p:spPr>
          <a:xfrm>
            <a:off x="1286644" y="1628775"/>
            <a:ext cx="10024942" cy="369332"/>
          </a:xfrm>
          <a:prstGeom prst="rect">
            <a:avLst/>
          </a:prstGeom>
        </p:spPr>
        <p:txBody>
          <a:bodyPr>
            <a:normAutofit/>
          </a:bodyPr>
          <a:lstStyle>
            <a:lvl1pPr>
              <a:spcBef>
                <a:spcPts val="0"/>
              </a:spcBef>
              <a:defRPr sz="2400">
                <a:solidFill>
                  <a:schemeClr val="bg2"/>
                </a:solidFill>
              </a:defRPr>
            </a:lvl1pPr>
          </a:lstStyle>
          <a:p>
            <a:pPr lvl="0"/>
            <a:r>
              <a:rPr lang="en-US"/>
              <a:t>Click to add text</a:t>
            </a:r>
          </a:p>
        </p:txBody>
      </p:sp>
      <p:sp>
        <p:nvSpPr>
          <p:cNvPr id="7" name="Text Placeholder 11">
            <a:extLst>
              <a:ext uri="{FF2B5EF4-FFF2-40B4-BE49-F238E27FC236}">
                <a16:creationId xmlns:a16="http://schemas.microsoft.com/office/drawing/2014/main" id="{35649664-012E-9B95-5AA9-38E8670BAA9D}"/>
              </a:ext>
            </a:extLst>
          </p:cNvPr>
          <p:cNvSpPr>
            <a:spLocks noGrp="1"/>
          </p:cNvSpPr>
          <p:nvPr>
            <p:ph type="body" sz="quarter" idx="25" hasCustomPrompt="1"/>
          </p:nvPr>
        </p:nvSpPr>
        <p:spPr>
          <a:xfrm>
            <a:off x="1286644" y="2221388"/>
            <a:ext cx="10024942" cy="369332"/>
          </a:xfrm>
          <a:prstGeom prst="rect">
            <a:avLst/>
          </a:prstGeom>
        </p:spPr>
        <p:txBody>
          <a:bodyPr>
            <a:normAutofit/>
          </a:bodyPr>
          <a:lstStyle>
            <a:lvl1pPr>
              <a:spcBef>
                <a:spcPts val="0"/>
              </a:spcBef>
              <a:defRPr sz="2400">
                <a:solidFill>
                  <a:schemeClr val="bg2"/>
                </a:solidFill>
              </a:defRPr>
            </a:lvl1pPr>
          </a:lstStyle>
          <a:p>
            <a:pPr lvl="0"/>
            <a:r>
              <a:rPr lang="en-US"/>
              <a:t>Click to add text</a:t>
            </a:r>
          </a:p>
        </p:txBody>
      </p:sp>
      <p:sp>
        <p:nvSpPr>
          <p:cNvPr id="8" name="Text Placeholder 11">
            <a:extLst>
              <a:ext uri="{FF2B5EF4-FFF2-40B4-BE49-F238E27FC236}">
                <a16:creationId xmlns:a16="http://schemas.microsoft.com/office/drawing/2014/main" id="{F01EAEFE-E66F-FA16-C00C-234C622D62F1}"/>
              </a:ext>
            </a:extLst>
          </p:cNvPr>
          <p:cNvSpPr>
            <a:spLocks noGrp="1"/>
          </p:cNvSpPr>
          <p:nvPr>
            <p:ph type="body" sz="quarter" idx="26" hasCustomPrompt="1"/>
          </p:nvPr>
        </p:nvSpPr>
        <p:spPr>
          <a:xfrm>
            <a:off x="1286644" y="2814001"/>
            <a:ext cx="10024942" cy="369332"/>
          </a:xfrm>
          <a:prstGeom prst="rect">
            <a:avLst/>
          </a:prstGeom>
        </p:spPr>
        <p:txBody>
          <a:bodyPr>
            <a:normAutofit/>
          </a:bodyPr>
          <a:lstStyle>
            <a:lvl1pPr>
              <a:spcBef>
                <a:spcPts val="0"/>
              </a:spcBef>
              <a:defRPr sz="2400">
                <a:solidFill>
                  <a:schemeClr val="bg2"/>
                </a:solidFill>
              </a:defRPr>
            </a:lvl1pPr>
          </a:lstStyle>
          <a:p>
            <a:pPr lvl="0"/>
            <a:r>
              <a:rPr lang="en-US"/>
              <a:t>Click to add text</a:t>
            </a:r>
          </a:p>
        </p:txBody>
      </p:sp>
      <p:sp>
        <p:nvSpPr>
          <p:cNvPr id="11" name="Text Placeholder 6">
            <a:extLst>
              <a:ext uri="{FF2B5EF4-FFF2-40B4-BE49-F238E27FC236}">
                <a16:creationId xmlns:a16="http://schemas.microsoft.com/office/drawing/2014/main" id="{89C76E14-1DFB-6F15-5025-855B6361FD29}"/>
              </a:ext>
            </a:extLst>
          </p:cNvPr>
          <p:cNvSpPr>
            <a:spLocks noGrp="1"/>
          </p:cNvSpPr>
          <p:nvPr>
            <p:ph type="body" sz="quarter" idx="27" hasCustomPrompt="1"/>
          </p:nvPr>
        </p:nvSpPr>
        <p:spPr>
          <a:xfrm>
            <a:off x="571574" y="1628775"/>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a:t>0x</a:t>
            </a:r>
          </a:p>
        </p:txBody>
      </p:sp>
      <p:sp>
        <p:nvSpPr>
          <p:cNvPr id="12" name="Text Placeholder 6">
            <a:extLst>
              <a:ext uri="{FF2B5EF4-FFF2-40B4-BE49-F238E27FC236}">
                <a16:creationId xmlns:a16="http://schemas.microsoft.com/office/drawing/2014/main" id="{936F63F5-2235-EC6B-F20A-322C375D6764}"/>
              </a:ext>
            </a:extLst>
          </p:cNvPr>
          <p:cNvSpPr>
            <a:spLocks noGrp="1"/>
          </p:cNvSpPr>
          <p:nvPr>
            <p:ph type="body" sz="quarter" idx="28" hasCustomPrompt="1"/>
          </p:nvPr>
        </p:nvSpPr>
        <p:spPr>
          <a:xfrm>
            <a:off x="571574" y="2221388"/>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a:t>0x</a:t>
            </a:r>
          </a:p>
        </p:txBody>
      </p:sp>
      <p:sp>
        <p:nvSpPr>
          <p:cNvPr id="14" name="Text Placeholder 6">
            <a:extLst>
              <a:ext uri="{FF2B5EF4-FFF2-40B4-BE49-F238E27FC236}">
                <a16:creationId xmlns:a16="http://schemas.microsoft.com/office/drawing/2014/main" id="{15422053-2476-1943-AE00-164A9E8371BA}"/>
              </a:ext>
            </a:extLst>
          </p:cNvPr>
          <p:cNvSpPr>
            <a:spLocks noGrp="1"/>
          </p:cNvSpPr>
          <p:nvPr>
            <p:ph type="body" sz="quarter" idx="29" hasCustomPrompt="1"/>
          </p:nvPr>
        </p:nvSpPr>
        <p:spPr>
          <a:xfrm>
            <a:off x="571574" y="2814001"/>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a:t>0x</a:t>
            </a:r>
          </a:p>
        </p:txBody>
      </p:sp>
      <p:sp>
        <p:nvSpPr>
          <p:cNvPr id="15" name="Text Placeholder 11">
            <a:extLst>
              <a:ext uri="{FF2B5EF4-FFF2-40B4-BE49-F238E27FC236}">
                <a16:creationId xmlns:a16="http://schemas.microsoft.com/office/drawing/2014/main" id="{09E58911-49B3-A279-5C3D-0C66A8D50259}"/>
              </a:ext>
            </a:extLst>
          </p:cNvPr>
          <p:cNvSpPr>
            <a:spLocks noGrp="1"/>
          </p:cNvSpPr>
          <p:nvPr>
            <p:ph type="body" sz="quarter" idx="30" hasCustomPrompt="1"/>
          </p:nvPr>
        </p:nvSpPr>
        <p:spPr>
          <a:xfrm>
            <a:off x="1286644" y="3406614"/>
            <a:ext cx="10024942" cy="369332"/>
          </a:xfrm>
          <a:prstGeom prst="rect">
            <a:avLst/>
          </a:prstGeom>
        </p:spPr>
        <p:txBody>
          <a:bodyPr>
            <a:normAutofit/>
          </a:bodyPr>
          <a:lstStyle>
            <a:lvl1pPr>
              <a:spcBef>
                <a:spcPts val="0"/>
              </a:spcBef>
              <a:defRPr sz="2400">
                <a:solidFill>
                  <a:schemeClr val="bg2"/>
                </a:solidFill>
              </a:defRPr>
            </a:lvl1pPr>
          </a:lstStyle>
          <a:p>
            <a:pPr lvl="0"/>
            <a:r>
              <a:rPr lang="en-US"/>
              <a:t>Click to add text</a:t>
            </a:r>
          </a:p>
        </p:txBody>
      </p:sp>
      <p:sp>
        <p:nvSpPr>
          <p:cNvPr id="16" name="Text Placeholder 11">
            <a:extLst>
              <a:ext uri="{FF2B5EF4-FFF2-40B4-BE49-F238E27FC236}">
                <a16:creationId xmlns:a16="http://schemas.microsoft.com/office/drawing/2014/main" id="{81EE432F-B6C5-2C6D-4F8C-B6AF52AC1342}"/>
              </a:ext>
            </a:extLst>
          </p:cNvPr>
          <p:cNvSpPr>
            <a:spLocks noGrp="1"/>
          </p:cNvSpPr>
          <p:nvPr>
            <p:ph type="body" sz="quarter" idx="31" hasCustomPrompt="1"/>
          </p:nvPr>
        </p:nvSpPr>
        <p:spPr>
          <a:xfrm>
            <a:off x="1286644" y="3999227"/>
            <a:ext cx="10024942" cy="369332"/>
          </a:xfrm>
          <a:prstGeom prst="rect">
            <a:avLst/>
          </a:prstGeom>
        </p:spPr>
        <p:txBody>
          <a:bodyPr>
            <a:normAutofit/>
          </a:bodyPr>
          <a:lstStyle>
            <a:lvl1pPr>
              <a:spcBef>
                <a:spcPts val="0"/>
              </a:spcBef>
              <a:defRPr sz="2400">
                <a:solidFill>
                  <a:schemeClr val="bg2"/>
                </a:solidFill>
              </a:defRPr>
            </a:lvl1pPr>
          </a:lstStyle>
          <a:p>
            <a:pPr lvl="0"/>
            <a:r>
              <a:rPr lang="en-US"/>
              <a:t>Click to add text</a:t>
            </a:r>
          </a:p>
        </p:txBody>
      </p:sp>
      <p:sp>
        <p:nvSpPr>
          <p:cNvPr id="17" name="Text Placeholder 11">
            <a:extLst>
              <a:ext uri="{FF2B5EF4-FFF2-40B4-BE49-F238E27FC236}">
                <a16:creationId xmlns:a16="http://schemas.microsoft.com/office/drawing/2014/main" id="{6C3B1CB0-F25D-6CFE-1572-C02E9F997A1F}"/>
              </a:ext>
            </a:extLst>
          </p:cNvPr>
          <p:cNvSpPr>
            <a:spLocks noGrp="1"/>
          </p:cNvSpPr>
          <p:nvPr>
            <p:ph type="body" sz="quarter" idx="32" hasCustomPrompt="1"/>
          </p:nvPr>
        </p:nvSpPr>
        <p:spPr>
          <a:xfrm>
            <a:off x="1286644" y="4591841"/>
            <a:ext cx="10024942" cy="369332"/>
          </a:xfrm>
          <a:prstGeom prst="rect">
            <a:avLst/>
          </a:prstGeom>
        </p:spPr>
        <p:txBody>
          <a:bodyPr>
            <a:normAutofit/>
          </a:bodyPr>
          <a:lstStyle>
            <a:lvl1pPr>
              <a:spcBef>
                <a:spcPts val="0"/>
              </a:spcBef>
              <a:defRPr sz="2400">
                <a:solidFill>
                  <a:schemeClr val="bg2"/>
                </a:solidFill>
              </a:defRPr>
            </a:lvl1pPr>
          </a:lstStyle>
          <a:p>
            <a:pPr lvl="0"/>
            <a:r>
              <a:rPr lang="en-US"/>
              <a:t>Click to add text</a:t>
            </a:r>
          </a:p>
        </p:txBody>
      </p:sp>
      <p:sp>
        <p:nvSpPr>
          <p:cNvPr id="21" name="Text Placeholder 6">
            <a:extLst>
              <a:ext uri="{FF2B5EF4-FFF2-40B4-BE49-F238E27FC236}">
                <a16:creationId xmlns:a16="http://schemas.microsoft.com/office/drawing/2014/main" id="{CCC683A4-8B80-3F5B-F447-292A75A2F9EA}"/>
              </a:ext>
            </a:extLst>
          </p:cNvPr>
          <p:cNvSpPr>
            <a:spLocks noGrp="1"/>
          </p:cNvSpPr>
          <p:nvPr>
            <p:ph type="body" sz="quarter" idx="33" hasCustomPrompt="1"/>
          </p:nvPr>
        </p:nvSpPr>
        <p:spPr>
          <a:xfrm>
            <a:off x="571574" y="3406614"/>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a:t>0x</a:t>
            </a:r>
          </a:p>
        </p:txBody>
      </p:sp>
      <p:sp>
        <p:nvSpPr>
          <p:cNvPr id="22" name="Text Placeholder 6">
            <a:extLst>
              <a:ext uri="{FF2B5EF4-FFF2-40B4-BE49-F238E27FC236}">
                <a16:creationId xmlns:a16="http://schemas.microsoft.com/office/drawing/2014/main" id="{5C7B3DFE-E0E4-60C2-9E68-E7CFA51D9090}"/>
              </a:ext>
            </a:extLst>
          </p:cNvPr>
          <p:cNvSpPr>
            <a:spLocks noGrp="1"/>
          </p:cNvSpPr>
          <p:nvPr>
            <p:ph type="body" sz="quarter" idx="34" hasCustomPrompt="1"/>
          </p:nvPr>
        </p:nvSpPr>
        <p:spPr>
          <a:xfrm>
            <a:off x="571574" y="3999227"/>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a:t>0x</a:t>
            </a:r>
          </a:p>
        </p:txBody>
      </p:sp>
      <p:sp>
        <p:nvSpPr>
          <p:cNvPr id="23" name="Text Placeholder 6">
            <a:extLst>
              <a:ext uri="{FF2B5EF4-FFF2-40B4-BE49-F238E27FC236}">
                <a16:creationId xmlns:a16="http://schemas.microsoft.com/office/drawing/2014/main" id="{FBB528F0-6D32-2E8E-109D-145FF08029B2}"/>
              </a:ext>
            </a:extLst>
          </p:cNvPr>
          <p:cNvSpPr>
            <a:spLocks noGrp="1"/>
          </p:cNvSpPr>
          <p:nvPr>
            <p:ph type="body" sz="quarter" idx="35" hasCustomPrompt="1"/>
          </p:nvPr>
        </p:nvSpPr>
        <p:spPr>
          <a:xfrm>
            <a:off x="571574" y="4591841"/>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a:t>0x</a:t>
            </a:r>
          </a:p>
        </p:txBody>
      </p:sp>
      <p:sp>
        <p:nvSpPr>
          <p:cNvPr id="25" name="Title Placeholder 4">
            <a:extLst>
              <a:ext uri="{FF2B5EF4-FFF2-40B4-BE49-F238E27FC236}">
                <a16:creationId xmlns:a16="http://schemas.microsoft.com/office/drawing/2014/main" id="{67AE5D7F-39B4-D666-54B9-10ED96FE6120}"/>
              </a:ext>
            </a:extLst>
          </p:cNvPr>
          <p:cNvSpPr>
            <a:spLocks noGrp="1"/>
          </p:cNvSpPr>
          <p:nvPr>
            <p:ph type="title" hasCustomPrompt="1"/>
          </p:nvPr>
        </p:nvSpPr>
        <p:spPr>
          <a:xfrm>
            <a:off x="551384" y="549274"/>
            <a:ext cx="11090938" cy="930372"/>
          </a:xfrm>
          <a:prstGeom prst="rect">
            <a:avLst/>
          </a:prstGeom>
        </p:spPr>
        <p:txBody>
          <a:bodyPr vert="horz" lIns="0" tIns="0" rIns="0" bIns="126000" rtlCol="0" anchor="b" anchorCtr="0">
            <a:noAutofit/>
          </a:bodyPr>
          <a:lstStyle/>
          <a:p>
            <a:pPr lvl="0"/>
            <a:r>
              <a:rPr lang="en-GB"/>
              <a:t>Agenda</a:t>
            </a:r>
            <a:endParaRPr lang="de-DE"/>
          </a:p>
        </p:txBody>
      </p:sp>
    </p:spTree>
    <p:extLst>
      <p:ext uri="{BB962C8B-B14F-4D97-AF65-F5344CB8AC3E}">
        <p14:creationId xmlns:p14="http://schemas.microsoft.com/office/powerpoint/2010/main" val="3788757498"/>
      </p:ext>
    </p:extLst>
  </p:cSld>
  <p:clrMapOvr>
    <a:masterClrMapping/>
  </p:clrMapOvr>
</p:sldLayout>
</file>

<file path=ppt/slideLayouts/slideLayout279.xml><?xml version="1.0" encoding="utf-8"?>
<p:sldLayout xmlns:a="http://schemas.openxmlformats.org/drawingml/2006/main" xmlns:r="http://schemas.openxmlformats.org/officeDocument/2006/relationships" xmlns:p="http://schemas.openxmlformats.org/presentationml/2006/main" preserve="1" userDrawn="1">
  <p:cSld name="Divider 1">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DA65D5B6-99D5-A656-18EB-125B9A4CC27A}"/>
              </a:ext>
            </a:extLst>
          </p:cNvPr>
          <p:cNvSpPr/>
          <p:nvPr userDrawn="1"/>
        </p:nvSpPr>
        <p:spPr>
          <a:xfrm>
            <a:off x="5159374" y="4257063"/>
            <a:ext cx="7032625" cy="180000"/>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FFFFFF"/>
              </a:solidFill>
              <a:effectLst/>
              <a:uLnTx/>
              <a:uFillTx/>
              <a:latin typeface="Ubuntu"/>
              <a:ea typeface="+mn-ea"/>
              <a:cs typeface="+mn-cs"/>
            </a:endParaRPr>
          </a:p>
        </p:txBody>
      </p:sp>
      <p:sp>
        <p:nvSpPr>
          <p:cNvPr id="8" name="Text Placeholder 8">
            <a:extLst>
              <a:ext uri="{FF2B5EF4-FFF2-40B4-BE49-F238E27FC236}">
                <a16:creationId xmlns:a16="http://schemas.microsoft.com/office/drawing/2014/main" id="{E2576D65-BA9A-4C38-D195-558BDD9AFD0E}"/>
              </a:ext>
            </a:extLst>
          </p:cNvPr>
          <p:cNvSpPr>
            <a:spLocks noGrp="1"/>
          </p:cNvSpPr>
          <p:nvPr>
            <p:ph type="body" sz="quarter" idx="19" hasCustomPrompt="1"/>
          </p:nvPr>
        </p:nvSpPr>
        <p:spPr>
          <a:xfrm>
            <a:off x="0" y="0"/>
            <a:ext cx="4657725" cy="6858000"/>
          </a:xfrm>
          <a:prstGeom prst="rect">
            <a:avLst/>
          </a:prstGeom>
        </p:spPr>
        <p:txBody>
          <a:bodyPr wrap="none" lIns="0" tIns="972000" rIns="0" bIns="0" anchor="t" anchorCtr="0">
            <a:noAutofit/>
          </a:bodyPr>
          <a:lstStyle>
            <a:lvl1pPr algn="r">
              <a:defRPr sz="40000" spc="-300">
                <a:solidFill>
                  <a:schemeClr val="bg1"/>
                </a:solidFill>
              </a:defRPr>
            </a:lvl1pPr>
          </a:lstStyle>
          <a:p>
            <a:pPr lvl="0"/>
            <a:r>
              <a:rPr lang="en-GB"/>
              <a:t>01</a:t>
            </a:r>
            <a:endParaRPr lang="en-PL"/>
          </a:p>
        </p:txBody>
      </p:sp>
      <p:sp>
        <p:nvSpPr>
          <p:cNvPr id="2" name="Date Placeholder 1">
            <a:extLst>
              <a:ext uri="{FF2B5EF4-FFF2-40B4-BE49-F238E27FC236}">
                <a16:creationId xmlns:a16="http://schemas.microsoft.com/office/drawing/2014/main" id="{D888E175-7057-3F5C-3D05-E1A6DF23539C}"/>
              </a:ext>
            </a:extLst>
          </p:cNvPr>
          <p:cNvSpPr>
            <a:spLocks noGrp="1"/>
          </p:cNvSpPr>
          <p:nvPr>
            <p:ph type="dt" sz="half" idx="20"/>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5" name="Footer Placeholder 4">
            <a:extLst>
              <a:ext uri="{FF2B5EF4-FFF2-40B4-BE49-F238E27FC236}">
                <a16:creationId xmlns:a16="http://schemas.microsoft.com/office/drawing/2014/main" id="{87B29DCD-1860-BCB3-12D3-011B4B8885BF}"/>
              </a:ext>
            </a:extLst>
          </p:cNvPr>
          <p:cNvSpPr>
            <a:spLocks noGrp="1"/>
          </p:cNvSpPr>
          <p:nvPr>
            <p:ph type="ftr" sz="quarter" idx="21"/>
          </p:nvPr>
        </p:nvSpPr>
        <p:spPr/>
        <p:txBody>
          <a:bodyPr/>
          <a:lstStyle/>
          <a:p>
            <a:pPr>
              <a:spcBef>
                <a:spcPts val="1000"/>
              </a:spcBef>
              <a:buFont typeface="Arial" panose="020B0604020202020204" pitchFamily="34" charset="0"/>
              <a:buNone/>
            </a:pPr>
            <a:r>
              <a:rPr lang="en-US"/>
              <a:t>Presentation Title | Author | Date</a:t>
            </a:r>
          </a:p>
        </p:txBody>
      </p:sp>
      <p:sp>
        <p:nvSpPr>
          <p:cNvPr id="7" name="Slide Number Placeholder 6">
            <a:extLst>
              <a:ext uri="{FF2B5EF4-FFF2-40B4-BE49-F238E27FC236}">
                <a16:creationId xmlns:a16="http://schemas.microsoft.com/office/drawing/2014/main" id="{5673F8B8-3459-331B-8856-F82064558CD0}"/>
              </a:ext>
            </a:extLst>
          </p:cNvPr>
          <p:cNvSpPr>
            <a:spLocks noGrp="1"/>
          </p:cNvSpPr>
          <p:nvPr>
            <p:ph type="sldNum" sz="quarter" idx="22"/>
          </p:nvPr>
        </p:nvSpPr>
        <p:spPr/>
        <p:txBody>
          <a:bodyPr/>
          <a:lstStyle/>
          <a:p>
            <a:pPr algn="r"/>
            <a:fld id="{5D9A5160-6218-4E5A-B9E6-B93E3DAE377C}" type="slidenum">
              <a:rPr lang="en-US" smtClean="0"/>
              <a:pPr algn="r"/>
              <a:t>‹#›</a:t>
            </a:fld>
            <a:endParaRPr lang="en-US"/>
          </a:p>
        </p:txBody>
      </p:sp>
      <p:sp>
        <p:nvSpPr>
          <p:cNvPr id="3" name="Title 5">
            <a:extLst>
              <a:ext uri="{FF2B5EF4-FFF2-40B4-BE49-F238E27FC236}">
                <a16:creationId xmlns:a16="http://schemas.microsoft.com/office/drawing/2014/main" id="{A46E6970-BA83-4193-5AED-3E295B609552}"/>
              </a:ext>
            </a:extLst>
          </p:cNvPr>
          <p:cNvSpPr>
            <a:spLocks noGrp="1"/>
          </p:cNvSpPr>
          <p:nvPr>
            <p:ph type="title" hasCustomPrompt="1"/>
          </p:nvPr>
        </p:nvSpPr>
        <p:spPr>
          <a:xfrm>
            <a:off x="5159374" y="4658810"/>
            <a:ext cx="6487665" cy="1672542"/>
          </a:xfrm>
          <a:prstGeom prst="rect">
            <a:avLst/>
          </a:prstGeom>
        </p:spPr>
        <p:txBody>
          <a:bodyPr vert="horz" lIns="0" tIns="0" rIns="0" bIns="0" rtlCol="0" anchor="t">
            <a:noAutofit/>
          </a:bodyPr>
          <a:lstStyle>
            <a:lvl1pPr>
              <a:spcBef>
                <a:spcPts val="0"/>
              </a:spcBef>
              <a:defRPr lang="en-US" sz="4800">
                <a:latin typeface="+mn-lt"/>
                <a:ea typeface="+mn-ea"/>
                <a:cs typeface="+mn-cs"/>
              </a:defRPr>
            </a:lvl1pPr>
          </a:lstStyle>
          <a:p>
            <a:pPr lvl="0">
              <a:lnSpc>
                <a:spcPct val="100000"/>
              </a:lnSpc>
              <a:spcBef>
                <a:spcPts val="1800"/>
              </a:spcBef>
              <a:buFont typeface="Arial" panose="020B0604020202020204" pitchFamily="34" charset="0"/>
            </a:pPr>
            <a:r>
              <a:rPr lang="en-US"/>
              <a:t>Click to add title</a:t>
            </a:r>
          </a:p>
        </p:txBody>
      </p:sp>
    </p:spTree>
    <p:extLst>
      <p:ext uri="{BB962C8B-B14F-4D97-AF65-F5344CB8AC3E}">
        <p14:creationId xmlns:p14="http://schemas.microsoft.com/office/powerpoint/2010/main" val="3344770380"/>
      </p:ext>
    </p:extLst>
  </p:cSld>
  <p:clrMapOvr>
    <a:masterClrMapping/>
  </p:clrMapOvr>
</p:sldLayout>
</file>

<file path=ppt/slideLayouts/slideLayout280.xml><?xml version="1.0" encoding="utf-8"?>
<p:sldLayout xmlns:a="http://schemas.openxmlformats.org/drawingml/2006/main" xmlns:r="http://schemas.openxmlformats.org/officeDocument/2006/relationships" xmlns:p="http://schemas.openxmlformats.org/presentationml/2006/main" preserve="1" userDrawn="1">
  <p:cSld name="Divider Photo 1">
    <p:spTree>
      <p:nvGrpSpPr>
        <p:cNvPr id="1" name=""/>
        <p:cNvGrpSpPr/>
        <p:nvPr/>
      </p:nvGrpSpPr>
      <p:grpSpPr>
        <a:xfrm>
          <a:off x="0" y="0"/>
          <a:ext cx="0" cy="0"/>
          <a:chOff x="0" y="0"/>
          <a:chExt cx="0" cy="0"/>
        </a:xfrm>
      </p:grpSpPr>
      <p:sp>
        <p:nvSpPr>
          <p:cNvPr id="2" name="Picture Placeholder 10">
            <a:extLst>
              <a:ext uri="{FF2B5EF4-FFF2-40B4-BE49-F238E27FC236}">
                <a16:creationId xmlns:a16="http://schemas.microsoft.com/office/drawing/2014/main" id="{8AD156C1-F91F-57E6-BFA6-A0059404D219}"/>
              </a:ext>
            </a:extLst>
          </p:cNvPr>
          <p:cNvSpPr>
            <a:spLocks noGrp="1"/>
          </p:cNvSpPr>
          <p:nvPr>
            <p:ph type="pic" sz="quarter" idx="13" hasCustomPrompt="1"/>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sp>
        <p:nvSpPr>
          <p:cNvPr id="7" name="Text Placeholder 8">
            <a:extLst>
              <a:ext uri="{FF2B5EF4-FFF2-40B4-BE49-F238E27FC236}">
                <a16:creationId xmlns:a16="http://schemas.microsoft.com/office/drawing/2014/main" id="{516D0E3A-0719-64AB-54D1-64F80BE164A7}"/>
              </a:ext>
            </a:extLst>
          </p:cNvPr>
          <p:cNvSpPr>
            <a:spLocks noGrp="1"/>
          </p:cNvSpPr>
          <p:nvPr>
            <p:ph type="body" sz="quarter" idx="19" hasCustomPrompt="1"/>
          </p:nvPr>
        </p:nvSpPr>
        <p:spPr>
          <a:xfrm>
            <a:off x="0" y="0"/>
            <a:ext cx="4657725" cy="6858000"/>
          </a:xfrm>
          <a:prstGeom prst="rect">
            <a:avLst/>
          </a:prstGeom>
        </p:spPr>
        <p:txBody>
          <a:bodyPr wrap="none" lIns="0" tIns="972000" rIns="0" bIns="0" anchor="t" anchorCtr="0">
            <a:noAutofit/>
          </a:bodyPr>
          <a:lstStyle>
            <a:lvl1pPr algn="r">
              <a:defRPr sz="40000" spc="-300">
                <a:solidFill>
                  <a:schemeClr val="bg1"/>
                </a:solidFill>
              </a:defRPr>
            </a:lvl1pPr>
          </a:lstStyle>
          <a:p>
            <a:pPr lvl="0"/>
            <a:r>
              <a:rPr lang="en-GB"/>
              <a:t>01</a:t>
            </a:r>
            <a:endParaRPr lang="en-PL"/>
          </a:p>
        </p:txBody>
      </p:sp>
      <p:sp>
        <p:nvSpPr>
          <p:cNvPr id="16" name="Date Placeholder 15">
            <a:extLst>
              <a:ext uri="{FF2B5EF4-FFF2-40B4-BE49-F238E27FC236}">
                <a16:creationId xmlns:a16="http://schemas.microsoft.com/office/drawing/2014/main" id="{49CD99F0-AA6A-8A74-80DA-FCF12D30E56D}"/>
              </a:ext>
            </a:extLst>
          </p:cNvPr>
          <p:cNvSpPr>
            <a:spLocks noGrp="1"/>
          </p:cNvSpPr>
          <p:nvPr>
            <p:ph type="dt" sz="half" idx="20"/>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17" name="Footer Placeholder 16">
            <a:extLst>
              <a:ext uri="{FF2B5EF4-FFF2-40B4-BE49-F238E27FC236}">
                <a16:creationId xmlns:a16="http://schemas.microsoft.com/office/drawing/2014/main" id="{F17F6240-FF3A-51A1-CB87-F17DD5B550AC}"/>
              </a:ext>
            </a:extLst>
          </p:cNvPr>
          <p:cNvSpPr>
            <a:spLocks noGrp="1"/>
          </p:cNvSpPr>
          <p:nvPr>
            <p:ph type="ftr" sz="quarter" idx="21"/>
          </p:nvPr>
        </p:nvSpPr>
        <p:spPr/>
        <p:txBody>
          <a:bodyPr/>
          <a:lstStyle/>
          <a:p>
            <a:pPr>
              <a:spcBef>
                <a:spcPts val="1000"/>
              </a:spcBef>
              <a:buFont typeface="Arial" panose="020B0604020202020204" pitchFamily="34" charset="0"/>
              <a:buNone/>
            </a:pPr>
            <a:r>
              <a:rPr lang="en-US"/>
              <a:t>Presentation Title | Author | Date</a:t>
            </a:r>
          </a:p>
        </p:txBody>
      </p:sp>
      <p:sp>
        <p:nvSpPr>
          <p:cNvPr id="18" name="Slide Number Placeholder 17">
            <a:extLst>
              <a:ext uri="{FF2B5EF4-FFF2-40B4-BE49-F238E27FC236}">
                <a16:creationId xmlns:a16="http://schemas.microsoft.com/office/drawing/2014/main" id="{325C9A5C-680C-6EA0-3B81-433A858DD497}"/>
              </a:ext>
            </a:extLst>
          </p:cNvPr>
          <p:cNvSpPr>
            <a:spLocks noGrp="1"/>
          </p:cNvSpPr>
          <p:nvPr>
            <p:ph type="sldNum" sz="quarter" idx="22"/>
          </p:nvPr>
        </p:nvSpPr>
        <p:spPr/>
        <p:txBody>
          <a:bodyPr/>
          <a:lstStyle/>
          <a:p>
            <a:pPr algn="r"/>
            <a:fld id="{5D9A5160-6218-4E5A-B9E6-B93E3DAE377C}" type="slidenum">
              <a:rPr lang="en-US" smtClean="0"/>
              <a:pPr algn="r"/>
              <a:t>‹#›</a:t>
            </a:fld>
            <a:endParaRPr lang="en-US"/>
          </a:p>
        </p:txBody>
      </p:sp>
      <p:sp>
        <p:nvSpPr>
          <p:cNvPr id="4" name="Title 5">
            <a:extLst>
              <a:ext uri="{FF2B5EF4-FFF2-40B4-BE49-F238E27FC236}">
                <a16:creationId xmlns:a16="http://schemas.microsoft.com/office/drawing/2014/main" id="{7F0E5308-C0B6-A51A-556D-DA29D16D994D}"/>
              </a:ext>
            </a:extLst>
          </p:cNvPr>
          <p:cNvSpPr>
            <a:spLocks noGrp="1"/>
          </p:cNvSpPr>
          <p:nvPr>
            <p:ph type="title" hasCustomPrompt="1"/>
          </p:nvPr>
        </p:nvSpPr>
        <p:spPr>
          <a:xfrm>
            <a:off x="5159374" y="4658810"/>
            <a:ext cx="6487665" cy="1672542"/>
          </a:xfrm>
          <a:prstGeom prst="rect">
            <a:avLst/>
          </a:prstGeom>
        </p:spPr>
        <p:txBody>
          <a:bodyPr vert="horz" lIns="0" tIns="0" rIns="0" bIns="0" rtlCol="0" anchor="t">
            <a:noAutofit/>
          </a:bodyPr>
          <a:lstStyle>
            <a:lvl1pPr>
              <a:spcBef>
                <a:spcPts val="0"/>
              </a:spcBef>
              <a:defRPr lang="en-US" sz="4800">
                <a:latin typeface="+mn-lt"/>
                <a:ea typeface="+mn-ea"/>
                <a:cs typeface="+mn-cs"/>
              </a:defRPr>
            </a:lvl1pPr>
          </a:lstStyle>
          <a:p>
            <a:pPr lvl="0">
              <a:lnSpc>
                <a:spcPct val="100000"/>
              </a:lnSpc>
              <a:spcBef>
                <a:spcPts val="1800"/>
              </a:spcBef>
              <a:buFont typeface="Arial" panose="020B0604020202020204" pitchFamily="34" charset="0"/>
            </a:pPr>
            <a:r>
              <a:rPr lang="en-US"/>
              <a:t>Click to add title</a:t>
            </a:r>
          </a:p>
        </p:txBody>
      </p:sp>
      <p:sp>
        <p:nvSpPr>
          <p:cNvPr id="5" name="Gradient Placeholder 5">
            <a:extLst>
              <a:ext uri="{FF2B5EF4-FFF2-40B4-BE49-F238E27FC236}">
                <a16:creationId xmlns:a16="http://schemas.microsoft.com/office/drawing/2014/main" id="{BCDFD201-C5C3-D115-FEBA-28F14920CBD6}"/>
              </a:ext>
            </a:extLst>
          </p:cNvPr>
          <p:cNvSpPr>
            <a:spLocks noGrp="1"/>
          </p:cNvSpPr>
          <p:nvPr>
            <p:ph type="body" sz="quarter" idx="28" hasCustomPrompt="1"/>
          </p:nvPr>
        </p:nvSpPr>
        <p:spPr>
          <a:xfrm>
            <a:off x="5159374" y="4257063"/>
            <a:ext cx="7032625" cy="180000"/>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algn="l">
              <a:defRPr kumimoji="0" lang="en-US" sz="700" b="0" i="0" u="none" strike="noStrike" kern="0" cap="none" spc="0" normalizeH="0" baseline="0" dirty="0" smtClean="0">
                <a:ln>
                  <a:noFill/>
                </a:ln>
                <a:solidFill>
                  <a:schemeClr val="tx2"/>
                </a:solidFill>
                <a:effectLst/>
                <a:uLnTx/>
                <a:uFillTx/>
                <a:latin typeface="Ubuntu"/>
              </a:defRPr>
            </a:lvl1pPr>
          </a:lstStyle>
          <a:p>
            <a:pPr lvl="0" algn="ctr">
              <a:spcBef>
                <a:spcPts val="0"/>
              </a:spcBef>
              <a:buFontTx/>
            </a:pPr>
            <a:r>
              <a:rPr lang="en-US"/>
              <a:t>Gradient in placeholder</a:t>
            </a:r>
          </a:p>
        </p:txBody>
      </p:sp>
      <p:sp>
        <p:nvSpPr>
          <p:cNvPr id="6" name="Logo Placeholder 7">
            <a:extLst>
              <a:ext uri="{FF2B5EF4-FFF2-40B4-BE49-F238E27FC236}">
                <a16:creationId xmlns:a16="http://schemas.microsoft.com/office/drawing/2014/main" id="{E76BD2F5-FBF2-4A06-98A5-A963BEB48103}"/>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Tree>
    <p:extLst>
      <p:ext uri="{BB962C8B-B14F-4D97-AF65-F5344CB8AC3E}">
        <p14:creationId xmlns:p14="http://schemas.microsoft.com/office/powerpoint/2010/main" val="540911874"/>
      </p:ext>
    </p:extLst>
  </p:cSld>
  <p:clrMapOvr>
    <a:masterClrMapping/>
  </p:clrMapOvr>
</p:sldLayout>
</file>

<file path=ppt/slideLayouts/slideLayout281.xml><?xml version="1.0" encoding="utf-8"?>
<p:sldLayout xmlns:a="http://schemas.openxmlformats.org/drawingml/2006/main" xmlns:r="http://schemas.openxmlformats.org/officeDocument/2006/relationships" xmlns:p="http://schemas.openxmlformats.org/presentationml/2006/main" preserve="1" userDrawn="1">
  <p:cSld name="Divider 2">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9BB1339-F341-E41B-4A76-E0462FDC1FEA}"/>
              </a:ext>
            </a:extLst>
          </p:cNvPr>
          <p:cNvSpPr/>
          <p:nvPr userDrawn="1"/>
        </p:nvSpPr>
        <p:spPr>
          <a:xfrm rot="16200000">
            <a:off x="-50850" y="3339001"/>
            <a:ext cx="6857998" cy="180000"/>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000000"/>
              </a:solidFill>
              <a:effectLst/>
              <a:uLnTx/>
              <a:uFillTx/>
              <a:latin typeface="Ubuntu"/>
              <a:ea typeface="+mn-ea"/>
              <a:cs typeface="+mn-cs"/>
            </a:endParaRPr>
          </a:p>
        </p:txBody>
      </p:sp>
      <p:sp>
        <p:nvSpPr>
          <p:cNvPr id="3" name="Date Placeholder 2">
            <a:extLst>
              <a:ext uri="{FF2B5EF4-FFF2-40B4-BE49-F238E27FC236}">
                <a16:creationId xmlns:a16="http://schemas.microsoft.com/office/drawing/2014/main" id="{8811E274-2B57-BD57-2F68-DBB426EFCE65}"/>
              </a:ext>
            </a:extLst>
          </p:cNvPr>
          <p:cNvSpPr>
            <a:spLocks noGrp="1"/>
          </p:cNvSpPr>
          <p:nvPr>
            <p:ph type="dt" sz="half" idx="19"/>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4" name="Footer Placeholder 3">
            <a:extLst>
              <a:ext uri="{FF2B5EF4-FFF2-40B4-BE49-F238E27FC236}">
                <a16:creationId xmlns:a16="http://schemas.microsoft.com/office/drawing/2014/main" id="{09CE6D32-8A75-0D6E-E71F-DAACF84605EC}"/>
              </a:ext>
            </a:extLst>
          </p:cNvPr>
          <p:cNvSpPr>
            <a:spLocks noGrp="1"/>
          </p:cNvSpPr>
          <p:nvPr>
            <p:ph type="ftr" sz="quarter" idx="20"/>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0977DCB7-EB08-EC5A-73FF-FB5F850C5C25}"/>
              </a:ext>
            </a:extLst>
          </p:cNvPr>
          <p:cNvSpPr>
            <a:spLocks noGrp="1"/>
          </p:cNvSpPr>
          <p:nvPr>
            <p:ph type="sldNum" sz="quarter" idx="21"/>
          </p:nvPr>
        </p:nvSpPr>
        <p:spPr/>
        <p:txBody>
          <a:bodyPr/>
          <a:lstStyle/>
          <a:p>
            <a:pPr algn="r"/>
            <a:fld id="{5D9A5160-6218-4E5A-B9E6-B93E3DAE377C}" type="slidenum">
              <a:rPr lang="en-US" smtClean="0"/>
              <a:pPr algn="r"/>
              <a:t>‹#›</a:t>
            </a:fld>
            <a:endParaRPr lang="en-US"/>
          </a:p>
        </p:txBody>
      </p:sp>
      <p:sp>
        <p:nvSpPr>
          <p:cNvPr id="2" name="Text Placeholder 4">
            <a:extLst>
              <a:ext uri="{FF2B5EF4-FFF2-40B4-BE49-F238E27FC236}">
                <a16:creationId xmlns:a16="http://schemas.microsoft.com/office/drawing/2014/main" id="{3F32F9C5-7657-971E-0933-4E87CACF16B6}"/>
              </a:ext>
            </a:extLst>
          </p:cNvPr>
          <p:cNvSpPr>
            <a:spLocks noGrp="1"/>
          </p:cNvSpPr>
          <p:nvPr>
            <p:ph type="body" sz="quarter" idx="22" hasCustomPrompt="1"/>
          </p:nvPr>
        </p:nvSpPr>
        <p:spPr>
          <a:xfrm>
            <a:off x="-433" y="0"/>
            <a:ext cx="2736304" cy="2924175"/>
          </a:xfrm>
          <a:prstGeom prst="rect">
            <a:avLst/>
          </a:prstGeom>
        </p:spPr>
        <p:txBody>
          <a:bodyPr vert="vert270" wrap="none" lIns="0" tIns="0" rIns="0" bIns="0" rtlCol="0" anchor="t" anchorCtr="0">
            <a:noAutofit/>
          </a:bodyPr>
          <a:lstStyle>
            <a:lvl1pPr>
              <a:defRPr lang="en-US" sz="16600" b="0" cap="none" spc="0" baseline="0" dirty="0" smtClean="0"/>
            </a:lvl1pPr>
          </a:lstStyle>
          <a:p>
            <a:pPr lvl="0">
              <a:spcBef>
                <a:spcPts val="0"/>
              </a:spcBef>
            </a:pPr>
            <a:r>
              <a:rPr lang="en-US"/>
              <a:t>01</a:t>
            </a:r>
          </a:p>
        </p:txBody>
      </p:sp>
      <p:sp>
        <p:nvSpPr>
          <p:cNvPr id="5" name="Title 5">
            <a:extLst>
              <a:ext uri="{FF2B5EF4-FFF2-40B4-BE49-F238E27FC236}">
                <a16:creationId xmlns:a16="http://schemas.microsoft.com/office/drawing/2014/main" id="{E625B512-BDBE-A714-334E-2656E9C86B3D}"/>
              </a:ext>
            </a:extLst>
          </p:cNvPr>
          <p:cNvSpPr>
            <a:spLocks noGrp="1"/>
          </p:cNvSpPr>
          <p:nvPr>
            <p:ph type="title" hasCustomPrompt="1"/>
          </p:nvPr>
        </p:nvSpPr>
        <p:spPr>
          <a:xfrm>
            <a:off x="4253696" y="1510496"/>
            <a:ext cx="7393343" cy="2887883"/>
          </a:xfrm>
          <a:prstGeom prst="rect">
            <a:avLst/>
          </a:prstGeom>
        </p:spPr>
        <p:txBody>
          <a:bodyPr vert="horz" lIns="0" tIns="0" rIns="0" bIns="0" rtlCol="0" anchor="t">
            <a:noAutofit/>
          </a:bodyPr>
          <a:lstStyle>
            <a:lvl1pPr>
              <a:spcBef>
                <a:spcPts val="0"/>
              </a:spcBef>
              <a:defRPr lang="en-US" sz="5400">
                <a:latin typeface="+mn-lt"/>
                <a:ea typeface="+mn-ea"/>
                <a:cs typeface="+mn-cs"/>
              </a:defRPr>
            </a:lvl1pPr>
          </a:lstStyle>
          <a:p>
            <a:pPr lvl="0">
              <a:lnSpc>
                <a:spcPct val="100000"/>
              </a:lnSpc>
              <a:spcBef>
                <a:spcPts val="1800"/>
              </a:spcBef>
              <a:buFont typeface="Arial" panose="020B0604020202020204" pitchFamily="34" charset="0"/>
            </a:pPr>
            <a:r>
              <a:rPr lang="en-US"/>
              <a:t>Click to add title</a:t>
            </a:r>
          </a:p>
        </p:txBody>
      </p:sp>
    </p:spTree>
    <p:extLst>
      <p:ext uri="{BB962C8B-B14F-4D97-AF65-F5344CB8AC3E}">
        <p14:creationId xmlns:p14="http://schemas.microsoft.com/office/powerpoint/2010/main" val="1961658356"/>
      </p:ext>
    </p:extLst>
  </p:cSld>
  <p:clrMapOvr>
    <a:masterClrMapping/>
  </p:clrMapOvr>
</p:sldLayout>
</file>

<file path=ppt/slideLayouts/slideLayout282.xml><?xml version="1.0" encoding="utf-8"?>
<p:sldLayout xmlns:a="http://schemas.openxmlformats.org/drawingml/2006/main" xmlns:r="http://schemas.openxmlformats.org/officeDocument/2006/relationships" xmlns:p="http://schemas.openxmlformats.org/presentationml/2006/main" preserve="1" userDrawn="1">
  <p:cSld name="Divider Photo 2">
    <p:spTree>
      <p:nvGrpSpPr>
        <p:cNvPr id="1" name=""/>
        <p:cNvGrpSpPr/>
        <p:nvPr/>
      </p:nvGrpSpPr>
      <p:grpSpPr>
        <a:xfrm>
          <a:off x="0" y="0"/>
          <a:ext cx="0" cy="0"/>
          <a:chOff x="0" y="0"/>
          <a:chExt cx="0" cy="0"/>
        </a:xfrm>
      </p:grpSpPr>
      <p:sp>
        <p:nvSpPr>
          <p:cNvPr id="2" name="Picture Placeholder 10">
            <a:extLst>
              <a:ext uri="{FF2B5EF4-FFF2-40B4-BE49-F238E27FC236}">
                <a16:creationId xmlns:a16="http://schemas.microsoft.com/office/drawing/2014/main" id="{8AD156C1-F91F-57E6-BFA6-A0059404D219}"/>
              </a:ext>
            </a:extLst>
          </p:cNvPr>
          <p:cNvSpPr>
            <a:spLocks noGrp="1"/>
          </p:cNvSpPr>
          <p:nvPr>
            <p:ph type="pic" sz="quarter" idx="13" hasCustomPrompt="1"/>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sp>
        <p:nvSpPr>
          <p:cNvPr id="4" name="Date Placeholder 3">
            <a:extLst>
              <a:ext uri="{FF2B5EF4-FFF2-40B4-BE49-F238E27FC236}">
                <a16:creationId xmlns:a16="http://schemas.microsoft.com/office/drawing/2014/main" id="{56929497-8122-9A44-6DDD-AD4C0F8B2084}"/>
              </a:ext>
            </a:extLst>
          </p:cNvPr>
          <p:cNvSpPr>
            <a:spLocks noGrp="1"/>
          </p:cNvSpPr>
          <p:nvPr>
            <p:ph type="dt" sz="half" idx="19"/>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14" name="Slide Number Placeholder 13">
            <a:extLst>
              <a:ext uri="{FF2B5EF4-FFF2-40B4-BE49-F238E27FC236}">
                <a16:creationId xmlns:a16="http://schemas.microsoft.com/office/drawing/2014/main" id="{715D5173-A014-ABE6-88BB-A9337A5DDDB5}"/>
              </a:ext>
            </a:extLst>
          </p:cNvPr>
          <p:cNvSpPr>
            <a:spLocks noGrp="1"/>
          </p:cNvSpPr>
          <p:nvPr>
            <p:ph type="sldNum" sz="quarter" idx="21"/>
          </p:nvPr>
        </p:nvSpPr>
        <p:spPr/>
        <p:txBody>
          <a:bodyPr/>
          <a:lstStyle/>
          <a:p>
            <a:pPr algn="r"/>
            <a:fld id="{5D9A5160-6218-4E5A-B9E6-B93E3DAE377C}" type="slidenum">
              <a:rPr lang="en-US" smtClean="0"/>
              <a:pPr algn="r"/>
              <a:t>‹#›</a:t>
            </a:fld>
            <a:endParaRPr lang="en-US"/>
          </a:p>
        </p:txBody>
      </p:sp>
      <p:sp>
        <p:nvSpPr>
          <p:cNvPr id="5" name="Text Placeholder 4">
            <a:extLst>
              <a:ext uri="{FF2B5EF4-FFF2-40B4-BE49-F238E27FC236}">
                <a16:creationId xmlns:a16="http://schemas.microsoft.com/office/drawing/2014/main" id="{B436046A-D073-0819-CE9B-849F64EF426A}"/>
              </a:ext>
            </a:extLst>
          </p:cNvPr>
          <p:cNvSpPr>
            <a:spLocks noGrp="1"/>
          </p:cNvSpPr>
          <p:nvPr>
            <p:ph type="body" sz="quarter" idx="22" hasCustomPrompt="1"/>
          </p:nvPr>
        </p:nvSpPr>
        <p:spPr>
          <a:xfrm>
            <a:off x="-433" y="0"/>
            <a:ext cx="2736304" cy="2924175"/>
          </a:xfrm>
          <a:prstGeom prst="rect">
            <a:avLst/>
          </a:prstGeom>
        </p:spPr>
        <p:txBody>
          <a:bodyPr vert="vert270" wrap="none" lIns="0" tIns="0" rIns="0" bIns="0" rtlCol="0" anchor="t" anchorCtr="0">
            <a:noAutofit/>
          </a:bodyPr>
          <a:lstStyle>
            <a:lvl1pPr>
              <a:defRPr lang="en-US" sz="16600" b="0" cap="none" spc="0" baseline="0" dirty="0" smtClean="0"/>
            </a:lvl1pPr>
          </a:lstStyle>
          <a:p>
            <a:pPr lvl="0">
              <a:spcBef>
                <a:spcPts val="0"/>
              </a:spcBef>
            </a:pPr>
            <a:r>
              <a:rPr lang="en-US"/>
              <a:t>01</a:t>
            </a:r>
          </a:p>
        </p:txBody>
      </p:sp>
      <p:sp>
        <p:nvSpPr>
          <p:cNvPr id="9" name="Title 5">
            <a:extLst>
              <a:ext uri="{FF2B5EF4-FFF2-40B4-BE49-F238E27FC236}">
                <a16:creationId xmlns:a16="http://schemas.microsoft.com/office/drawing/2014/main" id="{7753E82E-7CAD-707A-7BA3-F0062FC8B01A}"/>
              </a:ext>
            </a:extLst>
          </p:cNvPr>
          <p:cNvSpPr>
            <a:spLocks noGrp="1"/>
          </p:cNvSpPr>
          <p:nvPr>
            <p:ph type="title" hasCustomPrompt="1"/>
          </p:nvPr>
        </p:nvSpPr>
        <p:spPr>
          <a:xfrm>
            <a:off x="4253696" y="1510496"/>
            <a:ext cx="7393343" cy="2887883"/>
          </a:xfrm>
          <a:prstGeom prst="rect">
            <a:avLst/>
          </a:prstGeom>
        </p:spPr>
        <p:txBody>
          <a:bodyPr vert="horz" lIns="0" tIns="0" rIns="0" bIns="0" rtlCol="0" anchor="t">
            <a:noAutofit/>
          </a:bodyPr>
          <a:lstStyle>
            <a:lvl1pPr>
              <a:spcBef>
                <a:spcPts val="0"/>
              </a:spcBef>
              <a:defRPr lang="en-US" sz="5400">
                <a:latin typeface="+mn-lt"/>
                <a:ea typeface="+mn-ea"/>
                <a:cs typeface="+mn-cs"/>
              </a:defRPr>
            </a:lvl1pPr>
          </a:lstStyle>
          <a:p>
            <a:pPr lvl="0">
              <a:lnSpc>
                <a:spcPct val="100000"/>
              </a:lnSpc>
              <a:spcBef>
                <a:spcPts val="1800"/>
              </a:spcBef>
              <a:buFont typeface="Arial" panose="020B0604020202020204" pitchFamily="34" charset="0"/>
            </a:pPr>
            <a:r>
              <a:rPr lang="en-US"/>
              <a:t>Click to add title</a:t>
            </a:r>
          </a:p>
        </p:txBody>
      </p:sp>
      <p:sp>
        <p:nvSpPr>
          <p:cNvPr id="10" name="Gradient Placeholder 5">
            <a:extLst>
              <a:ext uri="{FF2B5EF4-FFF2-40B4-BE49-F238E27FC236}">
                <a16:creationId xmlns:a16="http://schemas.microsoft.com/office/drawing/2014/main" id="{D15DC0CB-F42B-3EBB-5429-F25868BC3045}"/>
              </a:ext>
            </a:extLst>
          </p:cNvPr>
          <p:cNvSpPr>
            <a:spLocks noGrp="1"/>
          </p:cNvSpPr>
          <p:nvPr>
            <p:ph type="body" sz="quarter" idx="28" hasCustomPrompt="1"/>
          </p:nvPr>
        </p:nvSpPr>
        <p:spPr>
          <a:xfrm rot="16200000">
            <a:off x="-50850" y="3339001"/>
            <a:ext cx="6857998" cy="180000"/>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algn="l">
              <a:defRPr kumimoji="0" lang="en-US" sz="700" b="0" i="0" u="none" strike="noStrike" kern="0" cap="none" spc="0" normalizeH="0" baseline="0" dirty="0" smtClean="0">
                <a:ln>
                  <a:noFill/>
                </a:ln>
                <a:solidFill>
                  <a:schemeClr val="tx2"/>
                </a:solidFill>
                <a:effectLst/>
                <a:uLnTx/>
                <a:uFillTx/>
                <a:latin typeface="Ubuntu"/>
              </a:defRPr>
            </a:lvl1pPr>
          </a:lstStyle>
          <a:p>
            <a:pPr lvl="0" algn="ctr">
              <a:spcBef>
                <a:spcPts val="0"/>
              </a:spcBef>
              <a:buFontTx/>
            </a:pPr>
            <a:r>
              <a:rPr lang="en-US"/>
              <a:t>Gradient in placeholder</a:t>
            </a:r>
          </a:p>
        </p:txBody>
      </p:sp>
      <p:sp>
        <p:nvSpPr>
          <p:cNvPr id="6" name="Footer Placeholder 5">
            <a:extLst>
              <a:ext uri="{FF2B5EF4-FFF2-40B4-BE49-F238E27FC236}">
                <a16:creationId xmlns:a16="http://schemas.microsoft.com/office/drawing/2014/main" id="{F00853BC-BEFF-4053-AD58-C0C6CB7301CA}"/>
              </a:ext>
            </a:extLst>
          </p:cNvPr>
          <p:cNvSpPr>
            <a:spLocks noGrp="1"/>
          </p:cNvSpPr>
          <p:nvPr>
            <p:ph type="ftr" sz="quarter" idx="20"/>
          </p:nvPr>
        </p:nvSpPr>
        <p:spPr/>
        <p:txBody>
          <a:bodyPr/>
          <a:lstStyle/>
          <a:p>
            <a:pPr>
              <a:spcBef>
                <a:spcPts val="1000"/>
              </a:spcBef>
              <a:buFont typeface="Arial" panose="020B0604020202020204" pitchFamily="34" charset="0"/>
              <a:buNone/>
            </a:pPr>
            <a:r>
              <a:rPr lang="en-US"/>
              <a:t>Presentation Title | Author | Date</a:t>
            </a:r>
          </a:p>
        </p:txBody>
      </p:sp>
      <p:sp>
        <p:nvSpPr>
          <p:cNvPr id="7" name="Logo Placeholder 7">
            <a:extLst>
              <a:ext uri="{FF2B5EF4-FFF2-40B4-BE49-F238E27FC236}">
                <a16:creationId xmlns:a16="http://schemas.microsoft.com/office/drawing/2014/main" id="{5241E657-1425-1BC9-701D-44F23326D665}"/>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Tree>
    <p:extLst>
      <p:ext uri="{BB962C8B-B14F-4D97-AF65-F5344CB8AC3E}">
        <p14:creationId xmlns:p14="http://schemas.microsoft.com/office/powerpoint/2010/main" val="2061046823"/>
      </p:ext>
    </p:extLst>
  </p:cSld>
  <p:clrMapOvr>
    <a:masterClrMapping/>
  </p:clrMapOvr>
</p:sldLayout>
</file>

<file path=ppt/slideLayouts/slideLayout283.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D05BE089-2489-3604-1BFA-99F26E2657A3}"/>
              </a:ext>
            </a:extLst>
          </p:cNvPr>
          <p:cNvSpPr>
            <a:spLocks noGrp="1"/>
          </p:cNvSpPr>
          <p:nvPr>
            <p:ph type="dt" sz="half" idx="10"/>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4" name="Footer Placeholder 3">
            <a:extLst>
              <a:ext uri="{FF2B5EF4-FFF2-40B4-BE49-F238E27FC236}">
                <a16:creationId xmlns:a16="http://schemas.microsoft.com/office/drawing/2014/main" id="{27DD8718-6D0F-15C6-4CBD-55C472C3C492}"/>
              </a:ext>
            </a:extLst>
          </p:cNvPr>
          <p:cNvSpPr>
            <a:spLocks noGrp="1"/>
          </p:cNvSpPr>
          <p:nvPr>
            <p:ph type="ftr" sz="quarter" idx="11"/>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A98A8975-BB8E-4570-BA8F-A91834025269}"/>
              </a:ext>
            </a:extLst>
          </p:cNvPr>
          <p:cNvSpPr>
            <a:spLocks noGrp="1"/>
          </p:cNvSpPr>
          <p:nvPr>
            <p:ph type="sldNum" sz="quarter" idx="12"/>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3314983011"/>
      </p:ext>
    </p:extLst>
  </p:cSld>
  <p:clrMapOvr>
    <a:masterClrMapping/>
  </p:clrMapOvr>
</p:sldLayout>
</file>

<file path=ppt/slideLayouts/slideLayout28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10" name="Date Placeholder 9">
            <a:extLst>
              <a:ext uri="{FF2B5EF4-FFF2-40B4-BE49-F238E27FC236}">
                <a16:creationId xmlns:a16="http://schemas.microsoft.com/office/drawing/2014/main" id="{E6C6CF10-71F7-EE78-C2BD-6C8E84F961BE}"/>
              </a:ext>
            </a:extLst>
          </p:cNvPr>
          <p:cNvSpPr>
            <a:spLocks noGrp="1"/>
          </p:cNvSpPr>
          <p:nvPr>
            <p:ph type="dt" sz="half" idx="10"/>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11" name="Footer Placeholder 10">
            <a:extLst>
              <a:ext uri="{FF2B5EF4-FFF2-40B4-BE49-F238E27FC236}">
                <a16:creationId xmlns:a16="http://schemas.microsoft.com/office/drawing/2014/main" id="{089A870A-6E3E-31EB-C34E-7847CE40D3BF}"/>
              </a:ext>
            </a:extLst>
          </p:cNvPr>
          <p:cNvSpPr>
            <a:spLocks noGrp="1"/>
          </p:cNvSpPr>
          <p:nvPr>
            <p:ph type="ftr" sz="quarter" idx="11"/>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69B47629-0F7D-C086-6180-6C8A8A265B4A}"/>
              </a:ext>
            </a:extLst>
          </p:cNvPr>
          <p:cNvSpPr>
            <a:spLocks noGrp="1"/>
          </p:cNvSpPr>
          <p:nvPr>
            <p:ph type="sldNum" sz="quarter" idx="12"/>
          </p:nvPr>
        </p:nvSpPr>
        <p:spPr/>
        <p:txBody>
          <a:bodyPr/>
          <a:lstStyle/>
          <a:p>
            <a:pPr algn="r"/>
            <a:fld id="{5D9A5160-6218-4E5A-B9E6-B93E3DAE377C}" type="slidenum">
              <a:rPr lang="en-US" smtClean="0"/>
              <a:pPr algn="r"/>
              <a:t>‹#›</a:t>
            </a:fld>
            <a:endParaRPr lang="en-US"/>
          </a:p>
        </p:txBody>
      </p:sp>
      <p:sp>
        <p:nvSpPr>
          <p:cNvPr id="3" name="Title 4">
            <a:extLst>
              <a:ext uri="{FF2B5EF4-FFF2-40B4-BE49-F238E27FC236}">
                <a16:creationId xmlns:a16="http://schemas.microsoft.com/office/drawing/2014/main" id="{1F6551DB-6CE1-320B-D22E-B1F1DE0FA4B6}"/>
              </a:ext>
            </a:extLst>
          </p:cNvPr>
          <p:cNvSpPr>
            <a:spLocks noGrp="1"/>
          </p:cNvSpPr>
          <p:nvPr>
            <p:ph type="title"/>
          </p:nvPr>
        </p:nvSpPr>
        <p:spPr>
          <a:xfrm>
            <a:off x="551384" y="549274"/>
            <a:ext cx="11090938" cy="930372"/>
          </a:xfrm>
        </p:spPr>
        <p:txBody>
          <a:bodyPr/>
          <a:lstStyle/>
          <a:p>
            <a:r>
              <a:rPr lang="en-US"/>
              <a:t>Click to edit Master title style</a:t>
            </a:r>
          </a:p>
        </p:txBody>
      </p:sp>
    </p:spTree>
    <p:extLst>
      <p:ext uri="{BB962C8B-B14F-4D97-AF65-F5344CB8AC3E}">
        <p14:creationId xmlns:p14="http://schemas.microsoft.com/office/powerpoint/2010/main" val="552096645"/>
      </p:ext>
    </p:extLst>
  </p:cSld>
  <p:clrMapOvr>
    <a:masterClrMapping/>
  </p:clrMapOvr>
</p:sldLayout>
</file>

<file path=ppt/slideLayouts/slideLayout285.xml><?xml version="1.0" encoding="utf-8"?>
<p:sldLayout xmlns:a="http://schemas.openxmlformats.org/drawingml/2006/main" xmlns:r="http://schemas.openxmlformats.org/officeDocument/2006/relationships" xmlns:p="http://schemas.openxmlformats.org/presentationml/2006/main" preserve="1" userDrawn="1">
  <p:cSld name="Title Only Chapterbox">
    <p:spTree>
      <p:nvGrpSpPr>
        <p:cNvPr id="1" name=""/>
        <p:cNvGrpSpPr/>
        <p:nvPr/>
      </p:nvGrpSpPr>
      <p:grpSpPr>
        <a:xfrm>
          <a:off x="0" y="0"/>
          <a:ext cx="0" cy="0"/>
          <a:chOff x="0" y="0"/>
          <a:chExt cx="0" cy="0"/>
        </a:xfrm>
      </p:grpSpPr>
      <p:sp>
        <p:nvSpPr>
          <p:cNvPr id="10" name="Date Placeholder 9">
            <a:extLst>
              <a:ext uri="{FF2B5EF4-FFF2-40B4-BE49-F238E27FC236}">
                <a16:creationId xmlns:a16="http://schemas.microsoft.com/office/drawing/2014/main" id="{E6C6CF10-71F7-EE78-C2BD-6C8E84F961BE}"/>
              </a:ext>
            </a:extLst>
          </p:cNvPr>
          <p:cNvSpPr>
            <a:spLocks noGrp="1"/>
          </p:cNvSpPr>
          <p:nvPr>
            <p:ph type="dt" sz="half" idx="10"/>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11" name="Footer Placeholder 10">
            <a:extLst>
              <a:ext uri="{FF2B5EF4-FFF2-40B4-BE49-F238E27FC236}">
                <a16:creationId xmlns:a16="http://schemas.microsoft.com/office/drawing/2014/main" id="{089A870A-6E3E-31EB-C34E-7847CE40D3BF}"/>
              </a:ext>
            </a:extLst>
          </p:cNvPr>
          <p:cNvSpPr>
            <a:spLocks noGrp="1"/>
          </p:cNvSpPr>
          <p:nvPr>
            <p:ph type="ftr" sz="quarter" idx="11"/>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69B47629-0F7D-C086-6180-6C8A8A265B4A}"/>
              </a:ext>
            </a:extLst>
          </p:cNvPr>
          <p:cNvSpPr>
            <a:spLocks noGrp="1"/>
          </p:cNvSpPr>
          <p:nvPr>
            <p:ph type="sldNum" sz="quarter" idx="12"/>
          </p:nvPr>
        </p:nvSpPr>
        <p:spPr/>
        <p:txBody>
          <a:bodyPr/>
          <a:lstStyle/>
          <a:p>
            <a:pPr algn="r"/>
            <a:fld id="{5D9A5160-6218-4E5A-B9E6-B93E3DAE377C}" type="slidenum">
              <a:rPr lang="en-US" smtClean="0"/>
              <a:pPr algn="r"/>
              <a:t>‹#›</a:t>
            </a:fld>
            <a:endParaRPr lang="en-US"/>
          </a:p>
        </p:txBody>
      </p:sp>
      <p:sp>
        <p:nvSpPr>
          <p:cNvPr id="4" name="Title 4">
            <a:extLst>
              <a:ext uri="{FF2B5EF4-FFF2-40B4-BE49-F238E27FC236}">
                <a16:creationId xmlns:a16="http://schemas.microsoft.com/office/drawing/2014/main" id="{F4C28D33-F30C-A27F-FC74-E0FF1C19853D}"/>
              </a:ext>
            </a:extLst>
          </p:cNvPr>
          <p:cNvSpPr>
            <a:spLocks noGrp="1"/>
          </p:cNvSpPr>
          <p:nvPr>
            <p:ph type="title"/>
          </p:nvPr>
        </p:nvSpPr>
        <p:spPr>
          <a:xfrm>
            <a:off x="551384" y="549274"/>
            <a:ext cx="11090938" cy="930372"/>
          </a:xfrm>
        </p:spPr>
        <p:txBody>
          <a:bodyPr/>
          <a:lstStyle/>
          <a:p>
            <a:r>
              <a:rPr lang="en-US"/>
              <a:t>Click to edit Master title style</a:t>
            </a:r>
          </a:p>
        </p:txBody>
      </p:sp>
      <p:sp>
        <p:nvSpPr>
          <p:cNvPr id="6" name="Chapter Placeholder 2">
            <a:extLst>
              <a:ext uri="{FF2B5EF4-FFF2-40B4-BE49-F238E27FC236}">
                <a16:creationId xmlns:a16="http://schemas.microsoft.com/office/drawing/2014/main" id="{5CBB2F57-8DA2-E1CA-E619-D43302B021E9}"/>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1213330489"/>
      </p:ext>
    </p:extLst>
  </p:cSld>
  <p:clrMapOvr>
    <a:masterClrMapping/>
  </p:clrMapOvr>
</p:sldLayout>
</file>

<file path=ppt/slideLayouts/slideLayout286.xml><?xml version="1.0" encoding="utf-8"?>
<p:sldLayout xmlns:a="http://schemas.openxmlformats.org/drawingml/2006/main" xmlns:r="http://schemas.openxmlformats.org/officeDocument/2006/relationships" xmlns:p="http://schemas.openxmlformats.org/presentationml/2006/main" preserve="1" userDrawn="1">
  <p:cSld name="Content 1">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E2DCB00-3596-4BD8-9F35-38D8EA5CF694}"/>
              </a:ext>
            </a:extLst>
          </p:cNvPr>
          <p:cNvSpPr>
            <a:spLocks noGrp="1"/>
          </p:cNvSpPr>
          <p:nvPr>
            <p:ph type="dt" sz="half" idx="28"/>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3" name="Footer Placeholder 2">
            <a:extLst>
              <a:ext uri="{FF2B5EF4-FFF2-40B4-BE49-F238E27FC236}">
                <a16:creationId xmlns:a16="http://schemas.microsoft.com/office/drawing/2014/main" id="{AA6CA9E0-8796-0651-659C-4AA35745A35A}"/>
              </a:ext>
            </a:extLst>
          </p:cNvPr>
          <p:cNvSpPr>
            <a:spLocks noGrp="1"/>
          </p:cNvSpPr>
          <p:nvPr>
            <p:ph type="ftr" sz="quarter" idx="29"/>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7C8C212F-0CAF-442A-97AB-25CC338803B1}"/>
              </a:ext>
            </a:extLst>
          </p:cNvPr>
          <p:cNvSpPr>
            <a:spLocks noGrp="1"/>
          </p:cNvSpPr>
          <p:nvPr>
            <p:ph type="sldNum" sz="quarter" idx="30"/>
          </p:nvPr>
        </p:nvSpPr>
        <p:spPr/>
        <p:txBody>
          <a:bodyPr/>
          <a:lstStyle/>
          <a:p>
            <a:pPr algn="r"/>
            <a:fld id="{5D9A5160-6218-4E5A-B9E6-B93E3DAE377C}" type="slidenum">
              <a:rPr lang="en-US" smtClean="0"/>
              <a:pPr algn="r"/>
              <a:t>‹#›</a:t>
            </a:fld>
            <a:endParaRPr lang="en-US"/>
          </a:p>
        </p:txBody>
      </p:sp>
      <p:sp>
        <p:nvSpPr>
          <p:cNvPr id="7" name="Text Placeholder 9">
            <a:extLst>
              <a:ext uri="{FF2B5EF4-FFF2-40B4-BE49-F238E27FC236}">
                <a16:creationId xmlns:a16="http://schemas.microsoft.com/office/drawing/2014/main" id="{9AF36746-ED29-0C26-F598-8EAE482E8D93}"/>
              </a:ext>
            </a:extLst>
          </p:cNvPr>
          <p:cNvSpPr>
            <a:spLocks noGrp="1"/>
          </p:cNvSpPr>
          <p:nvPr>
            <p:ph type="body" sz="quarter" idx="22"/>
          </p:nvPr>
        </p:nvSpPr>
        <p:spPr>
          <a:xfrm>
            <a:off x="550200" y="1634286"/>
            <a:ext cx="11090938" cy="307777"/>
          </a:xfrm>
          <a:prstGeom prst="rect">
            <a:avLst/>
          </a:prstGeom>
        </p:spPr>
        <p:txBody>
          <a:bodyPr vert="horz" lIns="0" tIns="0" rIns="0" bIns="0" rtlCol="0">
            <a:spAutoFit/>
          </a:bodyPr>
          <a:lstStyle>
            <a:lvl1pPr>
              <a:defRPr lang="en-US" sz="2000" b="1" smtClean="0">
                <a:solidFill>
                  <a:schemeClr val="accent2"/>
                </a:solidFill>
              </a:defRPr>
            </a:lvl1pPr>
          </a:lstStyle>
          <a:p>
            <a:pPr lvl="0"/>
            <a:r>
              <a:rPr lang="en-US"/>
              <a:t>Click to edit Master text styles</a:t>
            </a:r>
          </a:p>
        </p:txBody>
      </p:sp>
      <p:sp>
        <p:nvSpPr>
          <p:cNvPr id="8" name="Title 4">
            <a:extLst>
              <a:ext uri="{FF2B5EF4-FFF2-40B4-BE49-F238E27FC236}">
                <a16:creationId xmlns:a16="http://schemas.microsoft.com/office/drawing/2014/main" id="{3336BC22-23AF-5C14-03E1-A6C29A2F4645}"/>
              </a:ext>
            </a:extLst>
          </p:cNvPr>
          <p:cNvSpPr>
            <a:spLocks noGrp="1"/>
          </p:cNvSpPr>
          <p:nvPr>
            <p:ph type="title"/>
          </p:nvPr>
        </p:nvSpPr>
        <p:spPr>
          <a:xfrm>
            <a:off x="551384" y="549274"/>
            <a:ext cx="11090938" cy="930372"/>
          </a:xfrm>
        </p:spPr>
        <p:txBody>
          <a:bodyPr/>
          <a:lstStyle/>
          <a:p>
            <a:r>
              <a:rPr lang="en-US"/>
              <a:t>Click to edit Master title style</a:t>
            </a:r>
          </a:p>
        </p:txBody>
      </p:sp>
      <p:sp>
        <p:nvSpPr>
          <p:cNvPr id="9" name="Content Placeholder 5">
            <a:extLst>
              <a:ext uri="{FF2B5EF4-FFF2-40B4-BE49-F238E27FC236}">
                <a16:creationId xmlns:a16="http://schemas.microsoft.com/office/drawing/2014/main" id="{8C5EB45F-3EF1-F7BD-E079-0FC93465B2EC}"/>
              </a:ext>
            </a:extLst>
          </p:cNvPr>
          <p:cNvSpPr>
            <a:spLocks noGrp="1"/>
          </p:cNvSpPr>
          <p:nvPr>
            <p:ph sz="quarter" idx="31"/>
          </p:nvPr>
        </p:nvSpPr>
        <p:spPr>
          <a:xfrm>
            <a:off x="551384" y="2132856"/>
            <a:ext cx="1109093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9900579"/>
      </p:ext>
    </p:extLst>
  </p:cSld>
  <p:clrMapOvr>
    <a:masterClrMapping/>
  </p:clrMapOvr>
</p:sldLayout>
</file>

<file path=ppt/slideLayouts/slideLayout287.xml><?xml version="1.0" encoding="utf-8"?>
<p:sldLayout xmlns:a="http://schemas.openxmlformats.org/drawingml/2006/main" xmlns:r="http://schemas.openxmlformats.org/officeDocument/2006/relationships" xmlns:p="http://schemas.openxmlformats.org/presentationml/2006/main" preserve="1" userDrawn="1">
  <p:cSld name="Content 1 Chapterbox">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E2DCB00-3596-4BD8-9F35-38D8EA5CF694}"/>
              </a:ext>
            </a:extLst>
          </p:cNvPr>
          <p:cNvSpPr>
            <a:spLocks noGrp="1"/>
          </p:cNvSpPr>
          <p:nvPr>
            <p:ph type="dt" sz="half" idx="28"/>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3" name="Footer Placeholder 2">
            <a:extLst>
              <a:ext uri="{FF2B5EF4-FFF2-40B4-BE49-F238E27FC236}">
                <a16:creationId xmlns:a16="http://schemas.microsoft.com/office/drawing/2014/main" id="{AA6CA9E0-8796-0651-659C-4AA35745A35A}"/>
              </a:ext>
            </a:extLst>
          </p:cNvPr>
          <p:cNvSpPr>
            <a:spLocks noGrp="1"/>
          </p:cNvSpPr>
          <p:nvPr>
            <p:ph type="ftr" sz="quarter" idx="29"/>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7C8C212F-0CAF-442A-97AB-25CC338803B1}"/>
              </a:ext>
            </a:extLst>
          </p:cNvPr>
          <p:cNvSpPr>
            <a:spLocks noGrp="1"/>
          </p:cNvSpPr>
          <p:nvPr>
            <p:ph type="sldNum" sz="quarter" idx="30"/>
          </p:nvPr>
        </p:nvSpPr>
        <p:spPr/>
        <p:txBody>
          <a:bodyPr/>
          <a:lstStyle/>
          <a:p>
            <a:pPr algn="r"/>
            <a:fld id="{5D9A5160-6218-4E5A-B9E6-B93E3DAE377C}" type="slidenum">
              <a:rPr lang="en-US" smtClean="0"/>
              <a:pPr algn="r"/>
              <a:t>‹#›</a:t>
            </a:fld>
            <a:endParaRPr lang="en-US"/>
          </a:p>
        </p:txBody>
      </p:sp>
      <p:sp>
        <p:nvSpPr>
          <p:cNvPr id="7" name="Text Placeholder 9">
            <a:extLst>
              <a:ext uri="{FF2B5EF4-FFF2-40B4-BE49-F238E27FC236}">
                <a16:creationId xmlns:a16="http://schemas.microsoft.com/office/drawing/2014/main" id="{025C71C4-39A9-61E8-F669-1DA8E0CE3D5F}"/>
              </a:ext>
            </a:extLst>
          </p:cNvPr>
          <p:cNvSpPr>
            <a:spLocks noGrp="1"/>
          </p:cNvSpPr>
          <p:nvPr>
            <p:ph type="body" sz="quarter" idx="22"/>
          </p:nvPr>
        </p:nvSpPr>
        <p:spPr>
          <a:xfrm>
            <a:off x="550200" y="1634286"/>
            <a:ext cx="11090938" cy="307777"/>
          </a:xfrm>
          <a:prstGeom prst="rect">
            <a:avLst/>
          </a:prstGeom>
        </p:spPr>
        <p:txBody>
          <a:bodyPr vert="horz" lIns="0" tIns="0" rIns="0" bIns="0" rtlCol="0">
            <a:spAutoFit/>
          </a:bodyPr>
          <a:lstStyle>
            <a:lvl1pPr>
              <a:defRPr lang="en-US" sz="2000" b="1" smtClean="0">
                <a:solidFill>
                  <a:schemeClr val="accent2"/>
                </a:solidFill>
              </a:defRPr>
            </a:lvl1pPr>
          </a:lstStyle>
          <a:p>
            <a:pPr lvl="0"/>
            <a:r>
              <a:rPr lang="en-US"/>
              <a:t>Click to edit Master text styles</a:t>
            </a:r>
          </a:p>
        </p:txBody>
      </p:sp>
      <p:sp>
        <p:nvSpPr>
          <p:cNvPr id="8" name="Title 4">
            <a:extLst>
              <a:ext uri="{FF2B5EF4-FFF2-40B4-BE49-F238E27FC236}">
                <a16:creationId xmlns:a16="http://schemas.microsoft.com/office/drawing/2014/main" id="{9E2E86C7-931C-4F5B-7904-E1BDABB90CFF}"/>
              </a:ext>
            </a:extLst>
          </p:cNvPr>
          <p:cNvSpPr>
            <a:spLocks noGrp="1"/>
          </p:cNvSpPr>
          <p:nvPr>
            <p:ph type="title"/>
          </p:nvPr>
        </p:nvSpPr>
        <p:spPr>
          <a:xfrm>
            <a:off x="551384" y="549274"/>
            <a:ext cx="11090938" cy="930372"/>
          </a:xfrm>
        </p:spPr>
        <p:txBody>
          <a:bodyPr/>
          <a:lstStyle/>
          <a:p>
            <a:r>
              <a:rPr lang="en-US"/>
              <a:t>Click to edit Master title style</a:t>
            </a:r>
          </a:p>
        </p:txBody>
      </p:sp>
      <p:sp>
        <p:nvSpPr>
          <p:cNvPr id="10" name="Content Placeholder 5">
            <a:extLst>
              <a:ext uri="{FF2B5EF4-FFF2-40B4-BE49-F238E27FC236}">
                <a16:creationId xmlns:a16="http://schemas.microsoft.com/office/drawing/2014/main" id="{5F580AC6-6B9D-82EA-6771-C3AAEE8201F4}"/>
              </a:ext>
            </a:extLst>
          </p:cNvPr>
          <p:cNvSpPr>
            <a:spLocks noGrp="1"/>
          </p:cNvSpPr>
          <p:nvPr>
            <p:ph sz="quarter" idx="31"/>
          </p:nvPr>
        </p:nvSpPr>
        <p:spPr>
          <a:xfrm>
            <a:off x="551384" y="2132856"/>
            <a:ext cx="1109093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hapter Placeholder 2">
            <a:extLst>
              <a:ext uri="{FF2B5EF4-FFF2-40B4-BE49-F238E27FC236}">
                <a16:creationId xmlns:a16="http://schemas.microsoft.com/office/drawing/2014/main" id="{F81F5F24-3125-05B8-EF44-138AA4C82624}"/>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1695109041"/>
      </p:ext>
    </p:extLst>
  </p:cSld>
  <p:clrMapOvr>
    <a:masterClrMapping/>
  </p:clrMapOvr>
</p:sldLayout>
</file>

<file path=ppt/slideLayouts/slideLayout288.xml><?xml version="1.0" encoding="utf-8"?>
<p:sldLayout xmlns:a="http://schemas.openxmlformats.org/drawingml/2006/main" xmlns:r="http://schemas.openxmlformats.org/officeDocument/2006/relationships" xmlns:p="http://schemas.openxmlformats.org/presentationml/2006/main" preserve="1" userDrawn="1">
  <p:cSld name="Title Subtitle">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E2DCB00-3596-4BD8-9F35-38D8EA5CF694}"/>
              </a:ext>
            </a:extLst>
          </p:cNvPr>
          <p:cNvSpPr>
            <a:spLocks noGrp="1"/>
          </p:cNvSpPr>
          <p:nvPr>
            <p:ph type="dt" sz="half" idx="28"/>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3" name="Footer Placeholder 2">
            <a:extLst>
              <a:ext uri="{FF2B5EF4-FFF2-40B4-BE49-F238E27FC236}">
                <a16:creationId xmlns:a16="http://schemas.microsoft.com/office/drawing/2014/main" id="{AA6CA9E0-8796-0651-659C-4AA35745A35A}"/>
              </a:ext>
            </a:extLst>
          </p:cNvPr>
          <p:cNvSpPr>
            <a:spLocks noGrp="1"/>
          </p:cNvSpPr>
          <p:nvPr>
            <p:ph type="ftr" sz="quarter" idx="29"/>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7C8C212F-0CAF-442A-97AB-25CC338803B1}"/>
              </a:ext>
            </a:extLst>
          </p:cNvPr>
          <p:cNvSpPr>
            <a:spLocks noGrp="1"/>
          </p:cNvSpPr>
          <p:nvPr>
            <p:ph type="sldNum" sz="quarter" idx="30"/>
          </p:nvPr>
        </p:nvSpPr>
        <p:spPr/>
        <p:txBody>
          <a:bodyPr/>
          <a:lstStyle/>
          <a:p>
            <a:pPr algn="r"/>
            <a:fld id="{5D9A5160-6218-4E5A-B9E6-B93E3DAE377C}" type="slidenum">
              <a:rPr lang="en-US" smtClean="0"/>
              <a:pPr algn="r"/>
              <a:t>‹#›</a:t>
            </a:fld>
            <a:endParaRPr lang="en-US"/>
          </a:p>
        </p:txBody>
      </p:sp>
      <p:sp>
        <p:nvSpPr>
          <p:cNvPr id="6" name="Text Placeholder 9">
            <a:extLst>
              <a:ext uri="{FF2B5EF4-FFF2-40B4-BE49-F238E27FC236}">
                <a16:creationId xmlns:a16="http://schemas.microsoft.com/office/drawing/2014/main" id="{EA381C34-426E-E505-06F7-7FFBE4D71085}"/>
              </a:ext>
            </a:extLst>
          </p:cNvPr>
          <p:cNvSpPr>
            <a:spLocks noGrp="1"/>
          </p:cNvSpPr>
          <p:nvPr>
            <p:ph type="body" sz="quarter" idx="22"/>
          </p:nvPr>
        </p:nvSpPr>
        <p:spPr>
          <a:xfrm>
            <a:off x="550200" y="1634286"/>
            <a:ext cx="11090938" cy="307777"/>
          </a:xfrm>
          <a:prstGeom prst="rect">
            <a:avLst/>
          </a:prstGeom>
        </p:spPr>
        <p:txBody>
          <a:bodyPr vert="horz" lIns="0" tIns="0" rIns="0" bIns="0" rtlCol="0">
            <a:spAutoFit/>
          </a:bodyPr>
          <a:lstStyle>
            <a:lvl1pPr>
              <a:defRPr lang="en-US" sz="2000" b="1" smtClean="0">
                <a:solidFill>
                  <a:schemeClr val="accent2"/>
                </a:solidFill>
              </a:defRPr>
            </a:lvl1pPr>
          </a:lstStyle>
          <a:p>
            <a:pPr lvl="0"/>
            <a:r>
              <a:rPr lang="en-US"/>
              <a:t>Click to edit Master text styles</a:t>
            </a:r>
          </a:p>
        </p:txBody>
      </p:sp>
      <p:sp>
        <p:nvSpPr>
          <p:cNvPr id="7" name="Title 4">
            <a:extLst>
              <a:ext uri="{FF2B5EF4-FFF2-40B4-BE49-F238E27FC236}">
                <a16:creationId xmlns:a16="http://schemas.microsoft.com/office/drawing/2014/main" id="{6B6EB590-F224-77A8-41D3-B65B74DC0E18}"/>
              </a:ext>
            </a:extLst>
          </p:cNvPr>
          <p:cNvSpPr>
            <a:spLocks noGrp="1"/>
          </p:cNvSpPr>
          <p:nvPr>
            <p:ph type="title"/>
          </p:nvPr>
        </p:nvSpPr>
        <p:spPr>
          <a:xfrm>
            <a:off x="551384" y="549274"/>
            <a:ext cx="11090938" cy="930372"/>
          </a:xfrm>
        </p:spPr>
        <p:txBody>
          <a:bodyPr/>
          <a:lstStyle/>
          <a:p>
            <a:r>
              <a:rPr lang="en-US"/>
              <a:t>Click to edit Master title style</a:t>
            </a:r>
          </a:p>
        </p:txBody>
      </p:sp>
    </p:spTree>
    <p:extLst>
      <p:ext uri="{BB962C8B-B14F-4D97-AF65-F5344CB8AC3E}">
        <p14:creationId xmlns:p14="http://schemas.microsoft.com/office/powerpoint/2010/main" val="134023526"/>
      </p:ext>
    </p:extLst>
  </p:cSld>
  <p:clrMapOvr>
    <a:masterClrMapping/>
  </p:clrMapOvr>
</p:sldLayout>
</file>

<file path=ppt/slideLayouts/slideLayout289.xml><?xml version="1.0" encoding="utf-8"?>
<p:sldLayout xmlns:a="http://schemas.openxmlformats.org/drawingml/2006/main" xmlns:r="http://schemas.openxmlformats.org/officeDocument/2006/relationships" xmlns:p="http://schemas.openxmlformats.org/presentationml/2006/main" preserve="1" userDrawn="1">
  <p:cSld name="Title Subtitle Chapterbox">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E2DCB00-3596-4BD8-9F35-38D8EA5CF694}"/>
              </a:ext>
            </a:extLst>
          </p:cNvPr>
          <p:cNvSpPr>
            <a:spLocks noGrp="1"/>
          </p:cNvSpPr>
          <p:nvPr>
            <p:ph type="dt" sz="half" idx="28"/>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3" name="Footer Placeholder 2">
            <a:extLst>
              <a:ext uri="{FF2B5EF4-FFF2-40B4-BE49-F238E27FC236}">
                <a16:creationId xmlns:a16="http://schemas.microsoft.com/office/drawing/2014/main" id="{AA6CA9E0-8796-0651-659C-4AA35745A35A}"/>
              </a:ext>
            </a:extLst>
          </p:cNvPr>
          <p:cNvSpPr>
            <a:spLocks noGrp="1"/>
          </p:cNvSpPr>
          <p:nvPr>
            <p:ph type="ftr" sz="quarter" idx="29"/>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7C8C212F-0CAF-442A-97AB-25CC338803B1}"/>
              </a:ext>
            </a:extLst>
          </p:cNvPr>
          <p:cNvSpPr>
            <a:spLocks noGrp="1"/>
          </p:cNvSpPr>
          <p:nvPr>
            <p:ph type="sldNum" sz="quarter" idx="30"/>
          </p:nvPr>
        </p:nvSpPr>
        <p:spPr/>
        <p:txBody>
          <a:bodyPr/>
          <a:lstStyle/>
          <a:p>
            <a:pPr algn="r"/>
            <a:fld id="{5D9A5160-6218-4E5A-B9E6-B93E3DAE377C}" type="slidenum">
              <a:rPr lang="en-US" smtClean="0"/>
              <a:pPr algn="r"/>
              <a:t>‹#›</a:t>
            </a:fld>
            <a:endParaRPr lang="en-US"/>
          </a:p>
        </p:txBody>
      </p:sp>
      <p:sp>
        <p:nvSpPr>
          <p:cNvPr id="6" name="Text Placeholder 9">
            <a:extLst>
              <a:ext uri="{FF2B5EF4-FFF2-40B4-BE49-F238E27FC236}">
                <a16:creationId xmlns:a16="http://schemas.microsoft.com/office/drawing/2014/main" id="{1A477CF0-20BA-3DDE-E989-684D22BB755E}"/>
              </a:ext>
            </a:extLst>
          </p:cNvPr>
          <p:cNvSpPr>
            <a:spLocks noGrp="1"/>
          </p:cNvSpPr>
          <p:nvPr>
            <p:ph type="body" sz="quarter" idx="22"/>
          </p:nvPr>
        </p:nvSpPr>
        <p:spPr>
          <a:xfrm>
            <a:off x="550200" y="1634286"/>
            <a:ext cx="11090938" cy="307777"/>
          </a:xfrm>
          <a:prstGeom prst="rect">
            <a:avLst/>
          </a:prstGeom>
        </p:spPr>
        <p:txBody>
          <a:bodyPr vert="horz" lIns="0" tIns="0" rIns="0" bIns="0" rtlCol="0">
            <a:spAutoFit/>
          </a:bodyPr>
          <a:lstStyle>
            <a:lvl1pPr>
              <a:defRPr lang="en-US" sz="2000" b="1" smtClean="0">
                <a:solidFill>
                  <a:schemeClr val="accent2"/>
                </a:solidFill>
              </a:defRPr>
            </a:lvl1pPr>
          </a:lstStyle>
          <a:p>
            <a:pPr lvl="0"/>
            <a:r>
              <a:rPr lang="en-US"/>
              <a:t>Click to edit Master text styles</a:t>
            </a:r>
          </a:p>
        </p:txBody>
      </p:sp>
      <p:sp>
        <p:nvSpPr>
          <p:cNvPr id="8" name="Title 4">
            <a:extLst>
              <a:ext uri="{FF2B5EF4-FFF2-40B4-BE49-F238E27FC236}">
                <a16:creationId xmlns:a16="http://schemas.microsoft.com/office/drawing/2014/main" id="{55FDDC2D-080D-D252-2DA2-D1EDA1E13139}"/>
              </a:ext>
            </a:extLst>
          </p:cNvPr>
          <p:cNvSpPr>
            <a:spLocks noGrp="1"/>
          </p:cNvSpPr>
          <p:nvPr>
            <p:ph type="title"/>
          </p:nvPr>
        </p:nvSpPr>
        <p:spPr>
          <a:xfrm>
            <a:off x="551384" y="549274"/>
            <a:ext cx="11090938" cy="930372"/>
          </a:xfrm>
        </p:spPr>
        <p:txBody>
          <a:bodyPr/>
          <a:lstStyle/>
          <a:p>
            <a:r>
              <a:rPr lang="en-US"/>
              <a:t>Click to edit Master title style</a:t>
            </a:r>
          </a:p>
        </p:txBody>
      </p:sp>
      <p:sp>
        <p:nvSpPr>
          <p:cNvPr id="10" name="Chapter Placeholder 2">
            <a:extLst>
              <a:ext uri="{FF2B5EF4-FFF2-40B4-BE49-F238E27FC236}">
                <a16:creationId xmlns:a16="http://schemas.microsoft.com/office/drawing/2014/main" id="{53A7754E-B57F-30D2-E609-1280E1261146}"/>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2693653562"/>
      </p:ext>
    </p:extLst>
  </p:cSld>
  <p:clrMapOvr>
    <a:masterClrMapping/>
  </p:clrMapOvr>
</p:sldLayout>
</file>

<file path=ppt/slideLayouts/slideLayout290.xml><?xml version="1.0" encoding="utf-8"?>
<p:sldLayout xmlns:a="http://schemas.openxmlformats.org/drawingml/2006/main" xmlns:r="http://schemas.openxmlformats.org/officeDocument/2006/relationships" xmlns:p="http://schemas.openxmlformats.org/presentationml/2006/main" preserve="1" userDrawn="1">
  <p:cSld name="Content 2">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377C5B2B-C975-C7B1-B844-1E018309B61A}"/>
              </a:ext>
            </a:extLst>
          </p:cNvPr>
          <p:cNvSpPr/>
          <p:nvPr userDrawn="1"/>
        </p:nvSpPr>
        <p:spPr>
          <a:xfrm rot="16200000" flipV="1">
            <a:off x="4793851" y="-540154"/>
            <a:ext cx="6857998" cy="7938307"/>
          </a:xfrm>
          <a:prstGeom prst="rect">
            <a:avLst/>
          </a:prstGeom>
          <a:solidFill>
            <a:schemeClr val="accent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bg1"/>
              </a:solidFill>
            </a:endParaRPr>
          </a:p>
        </p:txBody>
      </p:sp>
      <p:grpSp>
        <p:nvGrpSpPr>
          <p:cNvPr id="14" name="Group 37">
            <a:extLst>
              <a:ext uri="{FF2B5EF4-FFF2-40B4-BE49-F238E27FC236}">
                <a16:creationId xmlns:a16="http://schemas.microsoft.com/office/drawing/2014/main" id="{C2BCEB8F-2E64-576C-BD81-D1EA1D1C485E}"/>
              </a:ext>
            </a:extLst>
          </p:cNvPr>
          <p:cNvGrpSpPr/>
          <p:nvPr userDrawn="1"/>
        </p:nvGrpSpPr>
        <p:grpSpPr>
          <a:xfrm>
            <a:off x="11770322" y="176700"/>
            <a:ext cx="260230" cy="240782"/>
            <a:chOff x="5481638" y="2859088"/>
            <a:chExt cx="1231900" cy="1139825"/>
          </a:xfrm>
          <a:solidFill>
            <a:schemeClr val="bg1"/>
          </a:solidFill>
        </p:grpSpPr>
        <p:sp>
          <p:nvSpPr>
            <p:cNvPr id="15" name="Freeform 320">
              <a:extLst>
                <a:ext uri="{FF2B5EF4-FFF2-40B4-BE49-F238E27FC236}">
                  <a16:creationId xmlns:a16="http://schemas.microsoft.com/office/drawing/2014/main" id="{D5CA2252-9D37-30A4-0693-791158A53452}"/>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6" name="Freeform 321">
              <a:extLst>
                <a:ext uri="{FF2B5EF4-FFF2-40B4-BE49-F238E27FC236}">
                  <a16:creationId xmlns:a16="http://schemas.microsoft.com/office/drawing/2014/main" id="{41A547D1-47C8-9981-46A6-D3C7D68EDC1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766145ED-D9CE-08CB-28E4-8A4A79A6FB2B}"/>
              </a:ext>
            </a:extLst>
          </p:cNvPr>
          <p:cNvSpPr>
            <a:spLocks noGrp="1"/>
          </p:cNvSpPr>
          <p:nvPr>
            <p:ph type="dt" sz="half" idx="24"/>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4" name="Footer Placeholder 3">
            <a:extLst>
              <a:ext uri="{FF2B5EF4-FFF2-40B4-BE49-F238E27FC236}">
                <a16:creationId xmlns:a16="http://schemas.microsoft.com/office/drawing/2014/main" id="{2D2C1A62-1994-E6C5-D27B-038BDFD0C15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5" name="Slide Number Placeholder 4">
            <a:extLst>
              <a:ext uri="{FF2B5EF4-FFF2-40B4-BE49-F238E27FC236}">
                <a16:creationId xmlns:a16="http://schemas.microsoft.com/office/drawing/2014/main" id="{FE33FDCA-05A6-1B47-853B-F56E9D56B728}"/>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13" name="Text Placeholder 9">
            <a:extLst>
              <a:ext uri="{FF2B5EF4-FFF2-40B4-BE49-F238E27FC236}">
                <a16:creationId xmlns:a16="http://schemas.microsoft.com/office/drawing/2014/main" id="{F889973E-C093-1ED5-9FD2-C009F0319D13}"/>
              </a:ext>
            </a:extLst>
          </p:cNvPr>
          <p:cNvSpPr>
            <a:spLocks noGrp="1"/>
          </p:cNvSpPr>
          <p:nvPr>
            <p:ph type="body" sz="quarter" idx="22" hasCustomPrompt="1"/>
          </p:nvPr>
        </p:nvSpPr>
        <p:spPr>
          <a:xfrm>
            <a:off x="550200" y="1634286"/>
            <a:ext cx="3312368"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17" name="Title 4">
            <a:extLst>
              <a:ext uri="{FF2B5EF4-FFF2-40B4-BE49-F238E27FC236}">
                <a16:creationId xmlns:a16="http://schemas.microsoft.com/office/drawing/2014/main" id="{BBF31E88-03DB-534A-A443-EA3BDBDB3FC7}"/>
              </a:ext>
            </a:extLst>
          </p:cNvPr>
          <p:cNvSpPr>
            <a:spLocks noGrp="1"/>
          </p:cNvSpPr>
          <p:nvPr>
            <p:ph type="title"/>
          </p:nvPr>
        </p:nvSpPr>
        <p:spPr>
          <a:xfrm>
            <a:off x="551384" y="549274"/>
            <a:ext cx="3312368" cy="930372"/>
          </a:xfrm>
        </p:spPr>
        <p:txBody>
          <a:bodyPr/>
          <a:lstStyle/>
          <a:p>
            <a:r>
              <a:rPr lang="en-US"/>
              <a:t>Click to edit Master title style</a:t>
            </a:r>
          </a:p>
        </p:txBody>
      </p:sp>
      <p:sp>
        <p:nvSpPr>
          <p:cNvPr id="18" name="Content Placeholder 5">
            <a:extLst>
              <a:ext uri="{FF2B5EF4-FFF2-40B4-BE49-F238E27FC236}">
                <a16:creationId xmlns:a16="http://schemas.microsoft.com/office/drawing/2014/main" id="{C05074F8-3176-85B9-DF3A-C4A06F667D18}"/>
              </a:ext>
            </a:extLst>
          </p:cNvPr>
          <p:cNvSpPr>
            <a:spLocks noGrp="1"/>
          </p:cNvSpPr>
          <p:nvPr>
            <p:ph sz="quarter" idx="31"/>
          </p:nvPr>
        </p:nvSpPr>
        <p:spPr>
          <a:xfrm>
            <a:off x="551384" y="2132856"/>
            <a:ext cx="331236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ext Placeholder 10">
            <a:extLst>
              <a:ext uri="{FF2B5EF4-FFF2-40B4-BE49-F238E27FC236}">
                <a16:creationId xmlns:a16="http://schemas.microsoft.com/office/drawing/2014/main" id="{CA5135FA-4274-47E1-1D80-8C33A44DD7A9}"/>
              </a:ext>
            </a:extLst>
          </p:cNvPr>
          <p:cNvSpPr>
            <a:spLocks noGrp="1"/>
          </p:cNvSpPr>
          <p:nvPr>
            <p:ph type="body" sz="quarter" idx="27"/>
          </p:nvPr>
        </p:nvSpPr>
        <p:spPr>
          <a:xfrm>
            <a:off x="4655841" y="1634285"/>
            <a:ext cx="698529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
        <p:nvSpPr>
          <p:cNvPr id="20" name="Content Placeholder 20">
            <a:extLst>
              <a:ext uri="{FF2B5EF4-FFF2-40B4-BE49-F238E27FC236}">
                <a16:creationId xmlns:a16="http://schemas.microsoft.com/office/drawing/2014/main" id="{E1CCC374-2367-2B0A-2875-C97F31D4FE2B}"/>
              </a:ext>
            </a:extLst>
          </p:cNvPr>
          <p:cNvSpPr>
            <a:spLocks noGrp="1"/>
          </p:cNvSpPr>
          <p:nvPr>
            <p:ph sz="quarter" idx="28"/>
          </p:nvPr>
        </p:nvSpPr>
        <p:spPr>
          <a:xfrm>
            <a:off x="4655841" y="2132856"/>
            <a:ext cx="6985298"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634634686"/>
      </p:ext>
    </p:extLst>
  </p:cSld>
  <p:clrMapOvr>
    <a:masterClrMapping/>
  </p:clrMapOvr>
</p:sldLayout>
</file>

<file path=ppt/slideLayouts/slideLayout291.xml><?xml version="1.0" encoding="utf-8"?>
<p:sldLayout xmlns:a="http://schemas.openxmlformats.org/drawingml/2006/main" xmlns:r="http://schemas.openxmlformats.org/officeDocument/2006/relationships" xmlns:p="http://schemas.openxmlformats.org/presentationml/2006/main" preserve="1" userDrawn="1">
  <p:cSld name="Content 2 Chapterbox">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377C5B2B-C975-C7B1-B844-1E018309B61A}"/>
              </a:ext>
            </a:extLst>
          </p:cNvPr>
          <p:cNvSpPr/>
          <p:nvPr userDrawn="1"/>
        </p:nvSpPr>
        <p:spPr>
          <a:xfrm rot="16200000" flipV="1">
            <a:off x="4793851" y="-540154"/>
            <a:ext cx="6857998" cy="7938307"/>
          </a:xfrm>
          <a:prstGeom prst="rect">
            <a:avLst/>
          </a:prstGeom>
          <a:solidFill>
            <a:schemeClr val="accent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bg1"/>
              </a:solidFill>
            </a:endParaRPr>
          </a:p>
        </p:txBody>
      </p:sp>
      <p:grpSp>
        <p:nvGrpSpPr>
          <p:cNvPr id="14" name="Group 37">
            <a:extLst>
              <a:ext uri="{FF2B5EF4-FFF2-40B4-BE49-F238E27FC236}">
                <a16:creationId xmlns:a16="http://schemas.microsoft.com/office/drawing/2014/main" id="{C2BCEB8F-2E64-576C-BD81-D1EA1D1C485E}"/>
              </a:ext>
            </a:extLst>
          </p:cNvPr>
          <p:cNvGrpSpPr/>
          <p:nvPr userDrawn="1"/>
        </p:nvGrpSpPr>
        <p:grpSpPr>
          <a:xfrm>
            <a:off x="11770322" y="176700"/>
            <a:ext cx="260230" cy="240782"/>
            <a:chOff x="5481638" y="2859088"/>
            <a:chExt cx="1231900" cy="1139825"/>
          </a:xfrm>
          <a:solidFill>
            <a:schemeClr val="bg1"/>
          </a:solidFill>
        </p:grpSpPr>
        <p:sp>
          <p:nvSpPr>
            <p:cNvPr id="15" name="Freeform 320">
              <a:extLst>
                <a:ext uri="{FF2B5EF4-FFF2-40B4-BE49-F238E27FC236}">
                  <a16:creationId xmlns:a16="http://schemas.microsoft.com/office/drawing/2014/main" id="{D5CA2252-9D37-30A4-0693-791158A53452}"/>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6" name="Freeform 321">
              <a:extLst>
                <a:ext uri="{FF2B5EF4-FFF2-40B4-BE49-F238E27FC236}">
                  <a16:creationId xmlns:a16="http://schemas.microsoft.com/office/drawing/2014/main" id="{41A547D1-47C8-9981-46A6-D3C7D68EDC1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766145ED-D9CE-08CB-28E4-8A4A79A6FB2B}"/>
              </a:ext>
            </a:extLst>
          </p:cNvPr>
          <p:cNvSpPr>
            <a:spLocks noGrp="1"/>
          </p:cNvSpPr>
          <p:nvPr>
            <p:ph type="dt" sz="half" idx="24"/>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4" name="Footer Placeholder 3">
            <a:extLst>
              <a:ext uri="{FF2B5EF4-FFF2-40B4-BE49-F238E27FC236}">
                <a16:creationId xmlns:a16="http://schemas.microsoft.com/office/drawing/2014/main" id="{2D2C1A62-1994-E6C5-D27B-038BDFD0C15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5" name="Slide Number Placeholder 4">
            <a:extLst>
              <a:ext uri="{FF2B5EF4-FFF2-40B4-BE49-F238E27FC236}">
                <a16:creationId xmlns:a16="http://schemas.microsoft.com/office/drawing/2014/main" id="{FE33FDCA-05A6-1B47-853B-F56E9D56B728}"/>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9" name="Text Placeholder 9">
            <a:extLst>
              <a:ext uri="{FF2B5EF4-FFF2-40B4-BE49-F238E27FC236}">
                <a16:creationId xmlns:a16="http://schemas.microsoft.com/office/drawing/2014/main" id="{C2C86DFE-72B7-D0A7-8D67-BD82324B8C76}"/>
              </a:ext>
            </a:extLst>
          </p:cNvPr>
          <p:cNvSpPr>
            <a:spLocks noGrp="1"/>
          </p:cNvSpPr>
          <p:nvPr>
            <p:ph type="body" sz="quarter" idx="22" hasCustomPrompt="1"/>
          </p:nvPr>
        </p:nvSpPr>
        <p:spPr>
          <a:xfrm>
            <a:off x="550200" y="1634286"/>
            <a:ext cx="3312368"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11" name="Title 4">
            <a:extLst>
              <a:ext uri="{FF2B5EF4-FFF2-40B4-BE49-F238E27FC236}">
                <a16:creationId xmlns:a16="http://schemas.microsoft.com/office/drawing/2014/main" id="{01CAD3F4-776B-EBAF-E221-E31A2544D8E1}"/>
              </a:ext>
            </a:extLst>
          </p:cNvPr>
          <p:cNvSpPr>
            <a:spLocks noGrp="1"/>
          </p:cNvSpPr>
          <p:nvPr>
            <p:ph type="title"/>
          </p:nvPr>
        </p:nvSpPr>
        <p:spPr>
          <a:xfrm>
            <a:off x="551384" y="549274"/>
            <a:ext cx="3312368" cy="930372"/>
          </a:xfrm>
        </p:spPr>
        <p:txBody>
          <a:bodyPr/>
          <a:lstStyle/>
          <a:p>
            <a:r>
              <a:rPr lang="en-US"/>
              <a:t>Click to edit Master title style</a:t>
            </a:r>
          </a:p>
        </p:txBody>
      </p:sp>
      <p:sp>
        <p:nvSpPr>
          <p:cNvPr id="13" name="Content Placeholder 5">
            <a:extLst>
              <a:ext uri="{FF2B5EF4-FFF2-40B4-BE49-F238E27FC236}">
                <a16:creationId xmlns:a16="http://schemas.microsoft.com/office/drawing/2014/main" id="{E890FE3D-8795-77C8-6616-533028311D68}"/>
              </a:ext>
            </a:extLst>
          </p:cNvPr>
          <p:cNvSpPr>
            <a:spLocks noGrp="1"/>
          </p:cNvSpPr>
          <p:nvPr>
            <p:ph sz="quarter" idx="31"/>
          </p:nvPr>
        </p:nvSpPr>
        <p:spPr>
          <a:xfrm>
            <a:off x="551384" y="2132856"/>
            <a:ext cx="331236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Chapter Placeholder 2">
            <a:extLst>
              <a:ext uri="{FF2B5EF4-FFF2-40B4-BE49-F238E27FC236}">
                <a16:creationId xmlns:a16="http://schemas.microsoft.com/office/drawing/2014/main" id="{E074F022-AF57-A343-6392-0D6E46B72FC8}"/>
              </a:ext>
            </a:extLst>
          </p:cNvPr>
          <p:cNvSpPr>
            <a:spLocks noGrp="1"/>
          </p:cNvSpPr>
          <p:nvPr>
            <p:ph type="body" sz="quarter" idx="13" hasCustomPrompt="1"/>
          </p:nvPr>
        </p:nvSpPr>
        <p:spPr>
          <a:xfrm>
            <a:off x="550863" y="266219"/>
            <a:ext cx="3311705" cy="151264"/>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21" name="Text Placeholder 10">
            <a:extLst>
              <a:ext uri="{FF2B5EF4-FFF2-40B4-BE49-F238E27FC236}">
                <a16:creationId xmlns:a16="http://schemas.microsoft.com/office/drawing/2014/main" id="{7E3DC8FD-A28D-A2D9-AEC5-D5E216D2E82D}"/>
              </a:ext>
            </a:extLst>
          </p:cNvPr>
          <p:cNvSpPr>
            <a:spLocks noGrp="1"/>
          </p:cNvSpPr>
          <p:nvPr>
            <p:ph type="body" sz="quarter" idx="27"/>
          </p:nvPr>
        </p:nvSpPr>
        <p:spPr>
          <a:xfrm>
            <a:off x="4655841" y="1634285"/>
            <a:ext cx="698529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
        <p:nvSpPr>
          <p:cNvPr id="22" name="Content Placeholder 20">
            <a:extLst>
              <a:ext uri="{FF2B5EF4-FFF2-40B4-BE49-F238E27FC236}">
                <a16:creationId xmlns:a16="http://schemas.microsoft.com/office/drawing/2014/main" id="{F66DB537-77E8-C212-CBF4-66DA3B2452BD}"/>
              </a:ext>
            </a:extLst>
          </p:cNvPr>
          <p:cNvSpPr>
            <a:spLocks noGrp="1"/>
          </p:cNvSpPr>
          <p:nvPr>
            <p:ph sz="quarter" idx="28"/>
          </p:nvPr>
        </p:nvSpPr>
        <p:spPr>
          <a:xfrm>
            <a:off x="4655841" y="2132856"/>
            <a:ext cx="6985298"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701098041"/>
      </p:ext>
    </p:extLst>
  </p:cSld>
  <p:clrMapOvr>
    <a:masterClrMapping/>
  </p:clrMapOvr>
</p:sldLayout>
</file>

<file path=ppt/slideLayouts/slideLayout292.xml><?xml version="1.0" encoding="utf-8"?>
<p:sldLayout xmlns:a="http://schemas.openxmlformats.org/drawingml/2006/main" xmlns:r="http://schemas.openxmlformats.org/officeDocument/2006/relationships" xmlns:p="http://schemas.openxmlformats.org/presentationml/2006/main" preserve="1" userDrawn="1">
  <p:cSld name="Content 3">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FDA5053-3D63-3C3B-F1E9-69CFF9FC43BA}"/>
              </a:ext>
            </a:extLst>
          </p:cNvPr>
          <p:cNvSpPr/>
          <p:nvPr userDrawn="1"/>
        </p:nvSpPr>
        <p:spPr>
          <a:xfrm rot="16200000" flipV="1">
            <a:off x="5715003" y="380999"/>
            <a:ext cx="6857998" cy="6096002"/>
          </a:xfrm>
          <a:prstGeom prst="rect">
            <a:avLst/>
          </a:prstGeom>
          <a:solidFill>
            <a:schemeClr val="accent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0" name="Group 37">
            <a:extLst>
              <a:ext uri="{FF2B5EF4-FFF2-40B4-BE49-F238E27FC236}">
                <a16:creationId xmlns:a16="http://schemas.microsoft.com/office/drawing/2014/main" id="{C7484E95-42C9-8DB4-CE16-9F65A190121F}"/>
              </a:ext>
            </a:extLst>
          </p:cNvPr>
          <p:cNvGrpSpPr/>
          <p:nvPr userDrawn="1"/>
        </p:nvGrpSpPr>
        <p:grpSpPr>
          <a:xfrm>
            <a:off x="11770322" y="176700"/>
            <a:ext cx="260230" cy="240782"/>
            <a:chOff x="5481638" y="2859088"/>
            <a:chExt cx="1231900" cy="1139825"/>
          </a:xfrm>
          <a:solidFill>
            <a:schemeClr val="bg1"/>
          </a:solidFill>
        </p:grpSpPr>
        <p:sp>
          <p:nvSpPr>
            <p:cNvPr id="21" name="Freeform 320">
              <a:extLst>
                <a:ext uri="{FF2B5EF4-FFF2-40B4-BE49-F238E27FC236}">
                  <a16:creationId xmlns:a16="http://schemas.microsoft.com/office/drawing/2014/main" id="{1A559A5A-FF5B-C4A1-FBB9-17F04B2572FB}"/>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2" name="Freeform 321">
              <a:extLst>
                <a:ext uri="{FF2B5EF4-FFF2-40B4-BE49-F238E27FC236}">
                  <a16:creationId xmlns:a16="http://schemas.microsoft.com/office/drawing/2014/main" id="{AA3487D1-995C-B436-2407-E724FC0582FA}"/>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4" name="Date Placeholder 3">
            <a:extLst>
              <a:ext uri="{FF2B5EF4-FFF2-40B4-BE49-F238E27FC236}">
                <a16:creationId xmlns:a16="http://schemas.microsoft.com/office/drawing/2014/main" id="{358A13D8-885F-6258-82CC-EE1A7ED60DB2}"/>
              </a:ext>
            </a:extLst>
          </p:cNvPr>
          <p:cNvSpPr>
            <a:spLocks noGrp="1"/>
          </p:cNvSpPr>
          <p:nvPr>
            <p:ph type="dt" sz="half" idx="24"/>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6" name="Footer Placeholder 5">
            <a:extLst>
              <a:ext uri="{FF2B5EF4-FFF2-40B4-BE49-F238E27FC236}">
                <a16:creationId xmlns:a16="http://schemas.microsoft.com/office/drawing/2014/main" id="{F3CB3B34-F920-D8B3-B36B-15435A286DB2}"/>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7" name="Slide Number Placeholder 6">
            <a:extLst>
              <a:ext uri="{FF2B5EF4-FFF2-40B4-BE49-F238E27FC236}">
                <a16:creationId xmlns:a16="http://schemas.microsoft.com/office/drawing/2014/main" id="{D2B44653-FCDA-83BF-7377-AD5F2E69077A}"/>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5" name="Text Placeholder 9">
            <a:extLst>
              <a:ext uri="{FF2B5EF4-FFF2-40B4-BE49-F238E27FC236}">
                <a16:creationId xmlns:a16="http://schemas.microsoft.com/office/drawing/2014/main" id="{18C233D6-2D0C-8E0C-1DD4-241B0EF8FC92}"/>
              </a:ext>
            </a:extLst>
          </p:cNvPr>
          <p:cNvSpPr>
            <a:spLocks noGrp="1"/>
          </p:cNvSpPr>
          <p:nvPr>
            <p:ph type="body" sz="quarter" idx="22" hasCustomPrompt="1"/>
          </p:nvPr>
        </p:nvSpPr>
        <p:spPr>
          <a:xfrm>
            <a:off x="550200" y="1634286"/>
            <a:ext cx="5112568"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11" name="Title 4">
            <a:extLst>
              <a:ext uri="{FF2B5EF4-FFF2-40B4-BE49-F238E27FC236}">
                <a16:creationId xmlns:a16="http://schemas.microsoft.com/office/drawing/2014/main" id="{60BA4B7A-F31F-8B13-6750-FF26828A58FA}"/>
              </a:ext>
            </a:extLst>
          </p:cNvPr>
          <p:cNvSpPr>
            <a:spLocks noGrp="1"/>
          </p:cNvSpPr>
          <p:nvPr>
            <p:ph type="title"/>
          </p:nvPr>
        </p:nvSpPr>
        <p:spPr>
          <a:xfrm>
            <a:off x="551384" y="549274"/>
            <a:ext cx="5112568" cy="930372"/>
          </a:xfrm>
        </p:spPr>
        <p:txBody>
          <a:bodyPr/>
          <a:lstStyle/>
          <a:p>
            <a:r>
              <a:rPr lang="en-US"/>
              <a:t>Click to edit Master title style</a:t>
            </a:r>
          </a:p>
        </p:txBody>
      </p:sp>
      <p:sp>
        <p:nvSpPr>
          <p:cNvPr id="12" name="Content Placeholder 5">
            <a:extLst>
              <a:ext uri="{FF2B5EF4-FFF2-40B4-BE49-F238E27FC236}">
                <a16:creationId xmlns:a16="http://schemas.microsoft.com/office/drawing/2014/main" id="{D773A188-0CD9-B8EB-B42A-B8749FCC6A66}"/>
              </a:ext>
            </a:extLst>
          </p:cNvPr>
          <p:cNvSpPr>
            <a:spLocks noGrp="1"/>
          </p:cNvSpPr>
          <p:nvPr>
            <p:ph sz="quarter" idx="31"/>
          </p:nvPr>
        </p:nvSpPr>
        <p:spPr>
          <a:xfrm>
            <a:off x="551384" y="2132856"/>
            <a:ext cx="511256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10">
            <a:extLst>
              <a:ext uri="{FF2B5EF4-FFF2-40B4-BE49-F238E27FC236}">
                <a16:creationId xmlns:a16="http://schemas.microsoft.com/office/drawing/2014/main" id="{AF1CCF01-B15C-AB11-922F-0D8F7E6CBB94}"/>
              </a:ext>
            </a:extLst>
          </p:cNvPr>
          <p:cNvSpPr>
            <a:spLocks noGrp="1"/>
          </p:cNvSpPr>
          <p:nvPr>
            <p:ph type="body" sz="quarter" idx="27"/>
          </p:nvPr>
        </p:nvSpPr>
        <p:spPr>
          <a:xfrm>
            <a:off x="6456039" y="1634286"/>
            <a:ext cx="5185099"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
        <p:nvSpPr>
          <p:cNvPr id="14" name="Content Placeholder 20">
            <a:extLst>
              <a:ext uri="{FF2B5EF4-FFF2-40B4-BE49-F238E27FC236}">
                <a16:creationId xmlns:a16="http://schemas.microsoft.com/office/drawing/2014/main" id="{5B3B476C-7882-0727-5556-613E2DB2A05F}"/>
              </a:ext>
            </a:extLst>
          </p:cNvPr>
          <p:cNvSpPr>
            <a:spLocks noGrp="1"/>
          </p:cNvSpPr>
          <p:nvPr>
            <p:ph sz="quarter" idx="28"/>
          </p:nvPr>
        </p:nvSpPr>
        <p:spPr>
          <a:xfrm>
            <a:off x="6456039" y="2132856"/>
            <a:ext cx="5185099"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761824621"/>
      </p:ext>
    </p:extLst>
  </p:cSld>
  <p:clrMapOvr>
    <a:masterClrMapping/>
  </p:clrMapOvr>
</p:sldLayout>
</file>

<file path=ppt/slideLayouts/slideLayout293.xml><?xml version="1.0" encoding="utf-8"?>
<p:sldLayout xmlns:a="http://schemas.openxmlformats.org/drawingml/2006/main" xmlns:r="http://schemas.openxmlformats.org/officeDocument/2006/relationships" xmlns:p="http://schemas.openxmlformats.org/presentationml/2006/main" preserve="1" userDrawn="1">
  <p:cSld name="Content 3 Chapterbox">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FDA5053-3D63-3C3B-F1E9-69CFF9FC43BA}"/>
              </a:ext>
            </a:extLst>
          </p:cNvPr>
          <p:cNvSpPr/>
          <p:nvPr userDrawn="1"/>
        </p:nvSpPr>
        <p:spPr>
          <a:xfrm rot="16200000" flipV="1">
            <a:off x="5715003" y="381000"/>
            <a:ext cx="6857998" cy="6096002"/>
          </a:xfrm>
          <a:prstGeom prst="rect">
            <a:avLst/>
          </a:prstGeom>
          <a:solidFill>
            <a:schemeClr val="accent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0" name="Group 37">
            <a:extLst>
              <a:ext uri="{FF2B5EF4-FFF2-40B4-BE49-F238E27FC236}">
                <a16:creationId xmlns:a16="http://schemas.microsoft.com/office/drawing/2014/main" id="{C7484E95-42C9-8DB4-CE16-9F65A190121F}"/>
              </a:ext>
            </a:extLst>
          </p:cNvPr>
          <p:cNvGrpSpPr/>
          <p:nvPr userDrawn="1"/>
        </p:nvGrpSpPr>
        <p:grpSpPr>
          <a:xfrm>
            <a:off x="11770322" y="176700"/>
            <a:ext cx="260230" cy="240782"/>
            <a:chOff x="5481638" y="2859088"/>
            <a:chExt cx="1231900" cy="1139825"/>
          </a:xfrm>
          <a:solidFill>
            <a:schemeClr val="bg1"/>
          </a:solidFill>
        </p:grpSpPr>
        <p:sp>
          <p:nvSpPr>
            <p:cNvPr id="21" name="Freeform 320">
              <a:extLst>
                <a:ext uri="{FF2B5EF4-FFF2-40B4-BE49-F238E27FC236}">
                  <a16:creationId xmlns:a16="http://schemas.microsoft.com/office/drawing/2014/main" id="{1A559A5A-FF5B-C4A1-FBB9-17F04B2572FB}"/>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2" name="Freeform 321">
              <a:extLst>
                <a:ext uri="{FF2B5EF4-FFF2-40B4-BE49-F238E27FC236}">
                  <a16:creationId xmlns:a16="http://schemas.microsoft.com/office/drawing/2014/main" id="{AA3487D1-995C-B436-2407-E724FC0582FA}"/>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4" name="Date Placeholder 3">
            <a:extLst>
              <a:ext uri="{FF2B5EF4-FFF2-40B4-BE49-F238E27FC236}">
                <a16:creationId xmlns:a16="http://schemas.microsoft.com/office/drawing/2014/main" id="{358A13D8-885F-6258-82CC-EE1A7ED60DB2}"/>
              </a:ext>
            </a:extLst>
          </p:cNvPr>
          <p:cNvSpPr>
            <a:spLocks noGrp="1"/>
          </p:cNvSpPr>
          <p:nvPr>
            <p:ph type="dt" sz="half" idx="24"/>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6" name="Footer Placeholder 5">
            <a:extLst>
              <a:ext uri="{FF2B5EF4-FFF2-40B4-BE49-F238E27FC236}">
                <a16:creationId xmlns:a16="http://schemas.microsoft.com/office/drawing/2014/main" id="{F3CB3B34-F920-D8B3-B36B-15435A286DB2}"/>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7" name="Slide Number Placeholder 6">
            <a:extLst>
              <a:ext uri="{FF2B5EF4-FFF2-40B4-BE49-F238E27FC236}">
                <a16:creationId xmlns:a16="http://schemas.microsoft.com/office/drawing/2014/main" id="{D2B44653-FCDA-83BF-7377-AD5F2E69077A}"/>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6A7AAB05-4CE9-AC3E-316B-454FC65A69B9}"/>
              </a:ext>
            </a:extLst>
          </p:cNvPr>
          <p:cNvSpPr>
            <a:spLocks noGrp="1"/>
          </p:cNvSpPr>
          <p:nvPr>
            <p:ph type="body" sz="quarter" idx="22" hasCustomPrompt="1"/>
          </p:nvPr>
        </p:nvSpPr>
        <p:spPr>
          <a:xfrm>
            <a:off x="550200" y="1634286"/>
            <a:ext cx="5112568"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12" name="Title 4">
            <a:extLst>
              <a:ext uri="{FF2B5EF4-FFF2-40B4-BE49-F238E27FC236}">
                <a16:creationId xmlns:a16="http://schemas.microsoft.com/office/drawing/2014/main" id="{5B64DD5D-5EE1-AFA3-B5E1-4191F5AD6284}"/>
              </a:ext>
            </a:extLst>
          </p:cNvPr>
          <p:cNvSpPr>
            <a:spLocks noGrp="1"/>
          </p:cNvSpPr>
          <p:nvPr>
            <p:ph type="title"/>
          </p:nvPr>
        </p:nvSpPr>
        <p:spPr>
          <a:xfrm>
            <a:off x="551384" y="549274"/>
            <a:ext cx="5112568" cy="930372"/>
          </a:xfrm>
        </p:spPr>
        <p:txBody>
          <a:bodyPr/>
          <a:lstStyle/>
          <a:p>
            <a:r>
              <a:rPr lang="en-US"/>
              <a:t>Click to edit Master title style</a:t>
            </a:r>
          </a:p>
        </p:txBody>
      </p:sp>
      <p:sp>
        <p:nvSpPr>
          <p:cNvPr id="13" name="Content Placeholder 5">
            <a:extLst>
              <a:ext uri="{FF2B5EF4-FFF2-40B4-BE49-F238E27FC236}">
                <a16:creationId xmlns:a16="http://schemas.microsoft.com/office/drawing/2014/main" id="{AF358BD1-48B8-3F71-91BB-E93C439A3B1D}"/>
              </a:ext>
            </a:extLst>
          </p:cNvPr>
          <p:cNvSpPr>
            <a:spLocks noGrp="1"/>
          </p:cNvSpPr>
          <p:nvPr>
            <p:ph sz="quarter" idx="31"/>
          </p:nvPr>
        </p:nvSpPr>
        <p:spPr>
          <a:xfrm>
            <a:off x="551384" y="2132856"/>
            <a:ext cx="511256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Chapter Placeholder 2">
            <a:extLst>
              <a:ext uri="{FF2B5EF4-FFF2-40B4-BE49-F238E27FC236}">
                <a16:creationId xmlns:a16="http://schemas.microsoft.com/office/drawing/2014/main" id="{D8AE0815-7AED-0C36-6BE2-C283E7C12D3A}"/>
              </a:ext>
            </a:extLst>
          </p:cNvPr>
          <p:cNvSpPr>
            <a:spLocks noGrp="1"/>
          </p:cNvSpPr>
          <p:nvPr>
            <p:ph type="body" sz="quarter" idx="13" hasCustomPrompt="1"/>
          </p:nvPr>
        </p:nvSpPr>
        <p:spPr>
          <a:xfrm>
            <a:off x="550863" y="266219"/>
            <a:ext cx="5111545" cy="151264"/>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18" name="Text Placeholder 10">
            <a:extLst>
              <a:ext uri="{FF2B5EF4-FFF2-40B4-BE49-F238E27FC236}">
                <a16:creationId xmlns:a16="http://schemas.microsoft.com/office/drawing/2014/main" id="{C93206F1-90E6-514D-B267-17DD0D613FB5}"/>
              </a:ext>
            </a:extLst>
          </p:cNvPr>
          <p:cNvSpPr>
            <a:spLocks noGrp="1"/>
          </p:cNvSpPr>
          <p:nvPr>
            <p:ph type="body" sz="quarter" idx="27"/>
          </p:nvPr>
        </p:nvSpPr>
        <p:spPr>
          <a:xfrm>
            <a:off x="6456039" y="1634286"/>
            <a:ext cx="5185099"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
        <p:nvSpPr>
          <p:cNvPr id="19" name="Content Placeholder 20">
            <a:extLst>
              <a:ext uri="{FF2B5EF4-FFF2-40B4-BE49-F238E27FC236}">
                <a16:creationId xmlns:a16="http://schemas.microsoft.com/office/drawing/2014/main" id="{90F7B515-3BE3-A8EE-A9DD-F0586073A23E}"/>
              </a:ext>
            </a:extLst>
          </p:cNvPr>
          <p:cNvSpPr>
            <a:spLocks noGrp="1"/>
          </p:cNvSpPr>
          <p:nvPr>
            <p:ph sz="quarter" idx="28"/>
          </p:nvPr>
        </p:nvSpPr>
        <p:spPr>
          <a:xfrm>
            <a:off x="6456039" y="2132856"/>
            <a:ext cx="5185099"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98306418"/>
      </p:ext>
    </p:extLst>
  </p:cSld>
  <p:clrMapOvr>
    <a:masterClrMapping/>
  </p:clrMapOvr>
</p:sldLayout>
</file>

<file path=ppt/slideLayouts/slideLayout294.xml><?xml version="1.0" encoding="utf-8"?>
<p:sldLayout xmlns:a="http://schemas.openxmlformats.org/drawingml/2006/main" xmlns:r="http://schemas.openxmlformats.org/officeDocument/2006/relationships" xmlns:p="http://schemas.openxmlformats.org/presentationml/2006/main" preserve="1" userDrawn="1">
  <p:cSld name="Content 4">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6900C123-9D30-0EBC-5FF8-AB8833A92E04}"/>
              </a:ext>
            </a:extLst>
          </p:cNvPr>
          <p:cNvSpPr/>
          <p:nvPr userDrawn="1"/>
        </p:nvSpPr>
        <p:spPr>
          <a:xfrm rot="16200000" flipV="1">
            <a:off x="6640013" y="1306009"/>
            <a:ext cx="6857998" cy="4245983"/>
          </a:xfrm>
          <a:prstGeom prst="rect">
            <a:avLst/>
          </a:prstGeom>
          <a:solidFill>
            <a:schemeClr val="accent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18" name="Group 37">
            <a:extLst>
              <a:ext uri="{FF2B5EF4-FFF2-40B4-BE49-F238E27FC236}">
                <a16:creationId xmlns:a16="http://schemas.microsoft.com/office/drawing/2014/main" id="{EAB09A99-143F-FC31-39FF-7DF7B4ACA5CF}"/>
              </a:ext>
            </a:extLst>
          </p:cNvPr>
          <p:cNvGrpSpPr/>
          <p:nvPr userDrawn="1"/>
        </p:nvGrpSpPr>
        <p:grpSpPr>
          <a:xfrm>
            <a:off x="11770322" y="176700"/>
            <a:ext cx="260230" cy="240782"/>
            <a:chOff x="5481638" y="2859088"/>
            <a:chExt cx="1231900" cy="1139825"/>
          </a:xfrm>
          <a:solidFill>
            <a:schemeClr val="bg1"/>
          </a:solidFill>
        </p:grpSpPr>
        <p:sp>
          <p:nvSpPr>
            <p:cNvPr id="19" name="Freeform 320">
              <a:extLst>
                <a:ext uri="{FF2B5EF4-FFF2-40B4-BE49-F238E27FC236}">
                  <a16:creationId xmlns:a16="http://schemas.microsoft.com/office/drawing/2014/main" id="{87F6F8F7-5BC0-8EDE-8130-67B046E555CF}"/>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0" name="Freeform 321">
              <a:extLst>
                <a:ext uri="{FF2B5EF4-FFF2-40B4-BE49-F238E27FC236}">
                  <a16:creationId xmlns:a16="http://schemas.microsoft.com/office/drawing/2014/main" id="{59BC8A90-2223-E3B3-3D95-0EBCFB812F2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545F7198-C878-E20D-1FB2-E42A8A78A28C}"/>
              </a:ext>
            </a:extLst>
          </p:cNvPr>
          <p:cNvSpPr>
            <a:spLocks noGrp="1"/>
          </p:cNvSpPr>
          <p:nvPr>
            <p:ph type="dt" sz="half" idx="24"/>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4" name="Footer Placeholder 3">
            <a:extLst>
              <a:ext uri="{FF2B5EF4-FFF2-40B4-BE49-F238E27FC236}">
                <a16:creationId xmlns:a16="http://schemas.microsoft.com/office/drawing/2014/main" id="{8F3B15C5-4190-C7AB-2CDF-2D3ACCBB15A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65F939E0-4FD6-2BB5-5421-0B506A62A78F}"/>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6B0BA9AA-540C-4002-8E56-463450049974}"/>
              </a:ext>
            </a:extLst>
          </p:cNvPr>
          <p:cNvSpPr>
            <a:spLocks noGrp="1"/>
          </p:cNvSpPr>
          <p:nvPr>
            <p:ph type="body" sz="quarter" idx="22" hasCustomPrompt="1"/>
          </p:nvPr>
        </p:nvSpPr>
        <p:spPr>
          <a:xfrm>
            <a:off x="550200" y="1634286"/>
            <a:ext cx="6984776"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11" name="Title 4">
            <a:extLst>
              <a:ext uri="{FF2B5EF4-FFF2-40B4-BE49-F238E27FC236}">
                <a16:creationId xmlns:a16="http://schemas.microsoft.com/office/drawing/2014/main" id="{A6045D3C-82AA-9FBB-411F-0E5C0781535F}"/>
              </a:ext>
            </a:extLst>
          </p:cNvPr>
          <p:cNvSpPr>
            <a:spLocks noGrp="1"/>
          </p:cNvSpPr>
          <p:nvPr>
            <p:ph type="title"/>
          </p:nvPr>
        </p:nvSpPr>
        <p:spPr>
          <a:xfrm>
            <a:off x="551384" y="549274"/>
            <a:ext cx="6984776" cy="930372"/>
          </a:xfrm>
        </p:spPr>
        <p:txBody>
          <a:bodyPr/>
          <a:lstStyle/>
          <a:p>
            <a:r>
              <a:rPr lang="en-US"/>
              <a:t>Click to edit Master title style</a:t>
            </a:r>
          </a:p>
        </p:txBody>
      </p:sp>
      <p:sp>
        <p:nvSpPr>
          <p:cNvPr id="13" name="Content Placeholder 5">
            <a:extLst>
              <a:ext uri="{FF2B5EF4-FFF2-40B4-BE49-F238E27FC236}">
                <a16:creationId xmlns:a16="http://schemas.microsoft.com/office/drawing/2014/main" id="{22EA42D5-0B57-E8B5-A88B-761A9FAE6AB0}"/>
              </a:ext>
            </a:extLst>
          </p:cNvPr>
          <p:cNvSpPr>
            <a:spLocks noGrp="1"/>
          </p:cNvSpPr>
          <p:nvPr>
            <p:ph sz="quarter" idx="31"/>
          </p:nvPr>
        </p:nvSpPr>
        <p:spPr>
          <a:xfrm>
            <a:off x="551384" y="2132856"/>
            <a:ext cx="6984776"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Text Placeholder 10">
            <a:extLst>
              <a:ext uri="{FF2B5EF4-FFF2-40B4-BE49-F238E27FC236}">
                <a16:creationId xmlns:a16="http://schemas.microsoft.com/office/drawing/2014/main" id="{575E82EC-A458-5386-A6C2-3DA2181C3D7A}"/>
              </a:ext>
            </a:extLst>
          </p:cNvPr>
          <p:cNvSpPr>
            <a:spLocks noGrp="1"/>
          </p:cNvSpPr>
          <p:nvPr>
            <p:ph type="body" sz="quarter" idx="27" hasCustomPrompt="1"/>
          </p:nvPr>
        </p:nvSpPr>
        <p:spPr>
          <a:xfrm>
            <a:off x="8256241" y="1634285"/>
            <a:ext cx="338489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GB"/>
              <a:t>Click to edit Master styles</a:t>
            </a:r>
          </a:p>
        </p:txBody>
      </p:sp>
      <p:sp>
        <p:nvSpPr>
          <p:cNvPr id="15" name="Content Placeholder 20">
            <a:extLst>
              <a:ext uri="{FF2B5EF4-FFF2-40B4-BE49-F238E27FC236}">
                <a16:creationId xmlns:a16="http://schemas.microsoft.com/office/drawing/2014/main" id="{1A6968A6-FB6E-BB74-1AD4-19A563FF60BE}"/>
              </a:ext>
            </a:extLst>
          </p:cNvPr>
          <p:cNvSpPr>
            <a:spLocks noGrp="1"/>
          </p:cNvSpPr>
          <p:nvPr>
            <p:ph sz="quarter" idx="28"/>
          </p:nvPr>
        </p:nvSpPr>
        <p:spPr>
          <a:xfrm>
            <a:off x="8256241" y="2132856"/>
            <a:ext cx="3384898"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949619696"/>
      </p:ext>
    </p:extLst>
  </p:cSld>
  <p:clrMapOvr>
    <a:overrideClrMapping bg1="lt1" tx1="dk1" bg2="lt2" tx2="dk2" accent1="accent1" accent2="accent2" accent3="accent3" accent4="accent4" accent5="accent5" accent6="accent6" hlink="hlink" folHlink="folHlink"/>
  </p:clrMapOvr>
</p:sldLayout>
</file>

<file path=ppt/slideLayouts/slideLayout295.xml><?xml version="1.0" encoding="utf-8"?>
<p:sldLayout xmlns:a="http://schemas.openxmlformats.org/drawingml/2006/main" xmlns:r="http://schemas.openxmlformats.org/officeDocument/2006/relationships" xmlns:p="http://schemas.openxmlformats.org/presentationml/2006/main" preserve="1" userDrawn="1">
  <p:cSld name="Content 4 Chapterbox">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6900C123-9D30-0EBC-5FF8-AB8833A92E04}"/>
              </a:ext>
            </a:extLst>
          </p:cNvPr>
          <p:cNvSpPr/>
          <p:nvPr userDrawn="1"/>
        </p:nvSpPr>
        <p:spPr>
          <a:xfrm rot="16200000" flipV="1">
            <a:off x="6640013" y="1306009"/>
            <a:ext cx="6857998" cy="4245983"/>
          </a:xfrm>
          <a:prstGeom prst="rect">
            <a:avLst/>
          </a:prstGeom>
          <a:solidFill>
            <a:schemeClr val="accent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18" name="Group 37">
            <a:extLst>
              <a:ext uri="{FF2B5EF4-FFF2-40B4-BE49-F238E27FC236}">
                <a16:creationId xmlns:a16="http://schemas.microsoft.com/office/drawing/2014/main" id="{EAB09A99-143F-FC31-39FF-7DF7B4ACA5CF}"/>
              </a:ext>
            </a:extLst>
          </p:cNvPr>
          <p:cNvGrpSpPr/>
          <p:nvPr userDrawn="1"/>
        </p:nvGrpSpPr>
        <p:grpSpPr>
          <a:xfrm>
            <a:off x="11770322" y="176700"/>
            <a:ext cx="260230" cy="240782"/>
            <a:chOff x="5481638" y="2859088"/>
            <a:chExt cx="1231900" cy="1139825"/>
          </a:xfrm>
          <a:solidFill>
            <a:schemeClr val="bg1"/>
          </a:solidFill>
        </p:grpSpPr>
        <p:sp>
          <p:nvSpPr>
            <p:cNvPr id="19" name="Freeform 320">
              <a:extLst>
                <a:ext uri="{FF2B5EF4-FFF2-40B4-BE49-F238E27FC236}">
                  <a16:creationId xmlns:a16="http://schemas.microsoft.com/office/drawing/2014/main" id="{87F6F8F7-5BC0-8EDE-8130-67B046E555CF}"/>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0" name="Freeform 321">
              <a:extLst>
                <a:ext uri="{FF2B5EF4-FFF2-40B4-BE49-F238E27FC236}">
                  <a16:creationId xmlns:a16="http://schemas.microsoft.com/office/drawing/2014/main" id="{59BC8A90-2223-E3B3-3D95-0EBCFB812F2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545F7198-C878-E20D-1FB2-E42A8A78A28C}"/>
              </a:ext>
            </a:extLst>
          </p:cNvPr>
          <p:cNvSpPr>
            <a:spLocks noGrp="1"/>
          </p:cNvSpPr>
          <p:nvPr>
            <p:ph type="dt" sz="half" idx="24"/>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4" name="Footer Placeholder 3">
            <a:extLst>
              <a:ext uri="{FF2B5EF4-FFF2-40B4-BE49-F238E27FC236}">
                <a16:creationId xmlns:a16="http://schemas.microsoft.com/office/drawing/2014/main" id="{8F3B15C5-4190-C7AB-2CDF-2D3ACCBB15A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65F939E0-4FD6-2BB5-5421-0B506A62A78F}"/>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5674A409-7F6D-1AD9-F702-6ED510ACC0C5}"/>
              </a:ext>
            </a:extLst>
          </p:cNvPr>
          <p:cNvSpPr>
            <a:spLocks noGrp="1"/>
          </p:cNvSpPr>
          <p:nvPr>
            <p:ph type="body" sz="quarter" idx="22" hasCustomPrompt="1"/>
          </p:nvPr>
        </p:nvSpPr>
        <p:spPr>
          <a:xfrm>
            <a:off x="550200" y="1634286"/>
            <a:ext cx="6984776"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13" name="Title 4">
            <a:extLst>
              <a:ext uri="{FF2B5EF4-FFF2-40B4-BE49-F238E27FC236}">
                <a16:creationId xmlns:a16="http://schemas.microsoft.com/office/drawing/2014/main" id="{95409989-1A02-4E5D-CD8F-48682E3303A8}"/>
              </a:ext>
            </a:extLst>
          </p:cNvPr>
          <p:cNvSpPr>
            <a:spLocks noGrp="1"/>
          </p:cNvSpPr>
          <p:nvPr>
            <p:ph type="title"/>
          </p:nvPr>
        </p:nvSpPr>
        <p:spPr>
          <a:xfrm>
            <a:off x="551384" y="549274"/>
            <a:ext cx="6984776" cy="930372"/>
          </a:xfrm>
        </p:spPr>
        <p:txBody>
          <a:bodyPr/>
          <a:lstStyle/>
          <a:p>
            <a:r>
              <a:rPr lang="en-US"/>
              <a:t>Click to edit Master title style</a:t>
            </a:r>
          </a:p>
        </p:txBody>
      </p:sp>
      <p:sp>
        <p:nvSpPr>
          <p:cNvPr id="14" name="Content Placeholder 5">
            <a:extLst>
              <a:ext uri="{FF2B5EF4-FFF2-40B4-BE49-F238E27FC236}">
                <a16:creationId xmlns:a16="http://schemas.microsoft.com/office/drawing/2014/main" id="{2DCCEE90-31CC-A4DC-B3C5-AC9C060D465F}"/>
              </a:ext>
            </a:extLst>
          </p:cNvPr>
          <p:cNvSpPr>
            <a:spLocks noGrp="1"/>
          </p:cNvSpPr>
          <p:nvPr>
            <p:ph sz="quarter" idx="31"/>
          </p:nvPr>
        </p:nvSpPr>
        <p:spPr>
          <a:xfrm>
            <a:off x="551384" y="2132856"/>
            <a:ext cx="6984776"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Chapter Placeholder 2">
            <a:extLst>
              <a:ext uri="{FF2B5EF4-FFF2-40B4-BE49-F238E27FC236}">
                <a16:creationId xmlns:a16="http://schemas.microsoft.com/office/drawing/2014/main" id="{936A02BE-C247-1A36-501E-9055834626A1}"/>
              </a:ext>
            </a:extLst>
          </p:cNvPr>
          <p:cNvSpPr>
            <a:spLocks noGrp="1"/>
          </p:cNvSpPr>
          <p:nvPr>
            <p:ph type="body" sz="quarter" idx="13" hasCustomPrompt="1"/>
          </p:nvPr>
        </p:nvSpPr>
        <p:spPr>
          <a:xfrm>
            <a:off x="550863" y="266219"/>
            <a:ext cx="6983378" cy="151264"/>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21" name="Text Placeholder 10">
            <a:extLst>
              <a:ext uri="{FF2B5EF4-FFF2-40B4-BE49-F238E27FC236}">
                <a16:creationId xmlns:a16="http://schemas.microsoft.com/office/drawing/2014/main" id="{8E6176E4-C366-0C4A-3228-B3F6A06E86C0}"/>
              </a:ext>
            </a:extLst>
          </p:cNvPr>
          <p:cNvSpPr>
            <a:spLocks noGrp="1"/>
          </p:cNvSpPr>
          <p:nvPr>
            <p:ph type="body" sz="quarter" idx="27" hasCustomPrompt="1"/>
          </p:nvPr>
        </p:nvSpPr>
        <p:spPr>
          <a:xfrm>
            <a:off x="8256241" y="1634285"/>
            <a:ext cx="338489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GB"/>
              <a:t>Click to edit Master styles</a:t>
            </a:r>
          </a:p>
        </p:txBody>
      </p:sp>
      <p:sp>
        <p:nvSpPr>
          <p:cNvPr id="22" name="Content Placeholder 20">
            <a:extLst>
              <a:ext uri="{FF2B5EF4-FFF2-40B4-BE49-F238E27FC236}">
                <a16:creationId xmlns:a16="http://schemas.microsoft.com/office/drawing/2014/main" id="{443E2F45-FAB8-64D4-8813-70E1FD5F915C}"/>
              </a:ext>
            </a:extLst>
          </p:cNvPr>
          <p:cNvSpPr>
            <a:spLocks noGrp="1"/>
          </p:cNvSpPr>
          <p:nvPr>
            <p:ph sz="quarter" idx="28"/>
          </p:nvPr>
        </p:nvSpPr>
        <p:spPr>
          <a:xfrm>
            <a:off x="8256241" y="2132856"/>
            <a:ext cx="3384898"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402940130"/>
      </p:ext>
    </p:extLst>
  </p:cSld>
  <p:clrMapOvr>
    <a:overrideClrMapping bg1="lt1" tx1="dk1" bg2="lt2" tx2="dk2" accent1="accent1" accent2="accent2" accent3="accent3" accent4="accent4" accent5="accent5" accent6="accent6" hlink="hlink" folHlink="folHlink"/>
  </p:clrMapOvr>
</p:sldLayout>
</file>

<file path=ppt/slideLayouts/slideLayout296.xml><?xml version="1.0" encoding="utf-8"?>
<p:sldLayout xmlns:a="http://schemas.openxmlformats.org/drawingml/2006/main" xmlns:r="http://schemas.openxmlformats.org/officeDocument/2006/relationships" xmlns:p="http://schemas.openxmlformats.org/presentationml/2006/main" showMasterSp="0" preserve="1" userDrawn="1">
  <p:cSld name="Content 5">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AAEFDD5A-0E10-35E6-046E-79E61257DDF1}"/>
              </a:ext>
            </a:extLst>
          </p:cNvPr>
          <p:cNvSpPr/>
          <p:nvPr userDrawn="1"/>
        </p:nvSpPr>
        <p:spPr>
          <a:xfrm rot="16200000" flipV="1">
            <a:off x="7103001" y="1768998"/>
            <a:ext cx="6857998" cy="3320006"/>
          </a:xfrm>
          <a:prstGeom prst="rect">
            <a:avLst/>
          </a:prstGeom>
          <a:solidFill>
            <a:schemeClr val="accent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0" name="Group 37">
            <a:extLst>
              <a:ext uri="{FF2B5EF4-FFF2-40B4-BE49-F238E27FC236}">
                <a16:creationId xmlns:a16="http://schemas.microsoft.com/office/drawing/2014/main" id="{AA1EA1F2-A678-B9A4-119A-DA3923B39A3A}"/>
              </a:ext>
            </a:extLst>
          </p:cNvPr>
          <p:cNvGrpSpPr/>
          <p:nvPr userDrawn="1"/>
        </p:nvGrpSpPr>
        <p:grpSpPr>
          <a:xfrm>
            <a:off x="11770322" y="176700"/>
            <a:ext cx="260230" cy="240782"/>
            <a:chOff x="5481638" y="2859088"/>
            <a:chExt cx="1231900" cy="1139825"/>
          </a:xfrm>
          <a:solidFill>
            <a:schemeClr val="bg1"/>
          </a:solidFill>
        </p:grpSpPr>
        <p:sp>
          <p:nvSpPr>
            <p:cNvPr id="21" name="Freeform 320">
              <a:extLst>
                <a:ext uri="{FF2B5EF4-FFF2-40B4-BE49-F238E27FC236}">
                  <a16:creationId xmlns:a16="http://schemas.microsoft.com/office/drawing/2014/main" id="{F2CAAAB8-8F85-36D6-90A3-F9EF7CA3A4F1}"/>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2" name="Freeform 321">
              <a:extLst>
                <a:ext uri="{FF2B5EF4-FFF2-40B4-BE49-F238E27FC236}">
                  <a16:creationId xmlns:a16="http://schemas.microsoft.com/office/drawing/2014/main" id="{5CFC2EFB-5E04-2EE5-FF07-1211D0C87D5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2" name="Date Placeholder 1">
            <a:extLst>
              <a:ext uri="{FF2B5EF4-FFF2-40B4-BE49-F238E27FC236}">
                <a16:creationId xmlns:a16="http://schemas.microsoft.com/office/drawing/2014/main" id="{2B8F9C6F-5E55-F6B7-39D2-CF5A9A6F84BD}"/>
              </a:ext>
            </a:extLst>
          </p:cNvPr>
          <p:cNvSpPr>
            <a:spLocks noGrp="1"/>
          </p:cNvSpPr>
          <p:nvPr>
            <p:ph type="dt" sz="half" idx="24"/>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3" name="Footer Placeholder 2">
            <a:extLst>
              <a:ext uri="{FF2B5EF4-FFF2-40B4-BE49-F238E27FC236}">
                <a16:creationId xmlns:a16="http://schemas.microsoft.com/office/drawing/2014/main" id="{230850CD-89CD-C34B-151D-32B983A0A5B1}"/>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C3F4590F-315C-56B0-3B3E-63266FA764B6}"/>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5" name="Text Placeholder 9">
            <a:extLst>
              <a:ext uri="{FF2B5EF4-FFF2-40B4-BE49-F238E27FC236}">
                <a16:creationId xmlns:a16="http://schemas.microsoft.com/office/drawing/2014/main" id="{A3C12292-D642-1BE3-E468-46FE0A608B11}"/>
              </a:ext>
            </a:extLst>
          </p:cNvPr>
          <p:cNvSpPr>
            <a:spLocks noGrp="1"/>
          </p:cNvSpPr>
          <p:nvPr>
            <p:ph type="body" sz="quarter" idx="22" hasCustomPrompt="1"/>
          </p:nvPr>
        </p:nvSpPr>
        <p:spPr>
          <a:xfrm>
            <a:off x="550200" y="1634286"/>
            <a:ext cx="7920880"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9" name="Title 4">
            <a:extLst>
              <a:ext uri="{FF2B5EF4-FFF2-40B4-BE49-F238E27FC236}">
                <a16:creationId xmlns:a16="http://schemas.microsoft.com/office/drawing/2014/main" id="{3A6298A3-5BA7-7C5B-21A4-6C4B53E49E7C}"/>
              </a:ext>
            </a:extLst>
          </p:cNvPr>
          <p:cNvSpPr>
            <a:spLocks noGrp="1"/>
          </p:cNvSpPr>
          <p:nvPr>
            <p:ph type="title"/>
          </p:nvPr>
        </p:nvSpPr>
        <p:spPr>
          <a:xfrm>
            <a:off x="551384" y="549274"/>
            <a:ext cx="7920880" cy="930372"/>
          </a:xfrm>
        </p:spPr>
        <p:txBody>
          <a:bodyPr/>
          <a:lstStyle/>
          <a:p>
            <a:r>
              <a:rPr lang="en-US"/>
              <a:t>Click to edit Master title style</a:t>
            </a:r>
          </a:p>
        </p:txBody>
      </p:sp>
      <p:sp>
        <p:nvSpPr>
          <p:cNvPr id="11" name="Content Placeholder 5">
            <a:extLst>
              <a:ext uri="{FF2B5EF4-FFF2-40B4-BE49-F238E27FC236}">
                <a16:creationId xmlns:a16="http://schemas.microsoft.com/office/drawing/2014/main" id="{622159DC-E7B5-707A-2179-D2FF6F1EA018}"/>
              </a:ext>
            </a:extLst>
          </p:cNvPr>
          <p:cNvSpPr>
            <a:spLocks noGrp="1"/>
          </p:cNvSpPr>
          <p:nvPr>
            <p:ph sz="quarter" idx="31"/>
          </p:nvPr>
        </p:nvSpPr>
        <p:spPr>
          <a:xfrm>
            <a:off x="551384" y="2132856"/>
            <a:ext cx="7920880"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10">
            <a:extLst>
              <a:ext uri="{FF2B5EF4-FFF2-40B4-BE49-F238E27FC236}">
                <a16:creationId xmlns:a16="http://schemas.microsoft.com/office/drawing/2014/main" id="{BC3B80F0-7CE1-0736-F8FB-8A0BB28B3596}"/>
              </a:ext>
            </a:extLst>
          </p:cNvPr>
          <p:cNvSpPr>
            <a:spLocks noGrp="1"/>
          </p:cNvSpPr>
          <p:nvPr>
            <p:ph type="body" sz="quarter" idx="27"/>
          </p:nvPr>
        </p:nvSpPr>
        <p:spPr>
          <a:xfrm>
            <a:off x="9192343" y="1634286"/>
            <a:ext cx="2448795"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
        <p:nvSpPr>
          <p:cNvPr id="14" name="Content Placeholder 20">
            <a:extLst>
              <a:ext uri="{FF2B5EF4-FFF2-40B4-BE49-F238E27FC236}">
                <a16:creationId xmlns:a16="http://schemas.microsoft.com/office/drawing/2014/main" id="{F6FCBD51-804B-9A60-0E33-BAC77E369253}"/>
              </a:ext>
            </a:extLst>
          </p:cNvPr>
          <p:cNvSpPr>
            <a:spLocks noGrp="1"/>
          </p:cNvSpPr>
          <p:nvPr>
            <p:ph sz="quarter" idx="28"/>
          </p:nvPr>
        </p:nvSpPr>
        <p:spPr>
          <a:xfrm>
            <a:off x="9192343" y="2132856"/>
            <a:ext cx="2448795"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041702361"/>
      </p:ext>
    </p:extLst>
  </p:cSld>
  <p:clrMapOvr>
    <a:masterClrMapping/>
  </p:clrMapOvr>
</p:sldLayout>
</file>

<file path=ppt/slideLayouts/slideLayout297.xml><?xml version="1.0" encoding="utf-8"?>
<p:sldLayout xmlns:a="http://schemas.openxmlformats.org/drawingml/2006/main" xmlns:r="http://schemas.openxmlformats.org/officeDocument/2006/relationships" xmlns:p="http://schemas.openxmlformats.org/presentationml/2006/main" showMasterSp="0" preserve="1" userDrawn="1">
  <p:cSld name="Content 5 Chapterbox">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AAEFDD5A-0E10-35E6-046E-79E61257DDF1}"/>
              </a:ext>
            </a:extLst>
          </p:cNvPr>
          <p:cNvSpPr/>
          <p:nvPr userDrawn="1"/>
        </p:nvSpPr>
        <p:spPr>
          <a:xfrm rot="16200000" flipV="1">
            <a:off x="7103001" y="1768998"/>
            <a:ext cx="6857998" cy="3320006"/>
          </a:xfrm>
          <a:prstGeom prst="rect">
            <a:avLst/>
          </a:prstGeom>
          <a:solidFill>
            <a:schemeClr val="accent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0" name="Group 37">
            <a:extLst>
              <a:ext uri="{FF2B5EF4-FFF2-40B4-BE49-F238E27FC236}">
                <a16:creationId xmlns:a16="http://schemas.microsoft.com/office/drawing/2014/main" id="{AA1EA1F2-A678-B9A4-119A-DA3923B39A3A}"/>
              </a:ext>
            </a:extLst>
          </p:cNvPr>
          <p:cNvGrpSpPr/>
          <p:nvPr userDrawn="1"/>
        </p:nvGrpSpPr>
        <p:grpSpPr>
          <a:xfrm>
            <a:off x="11770322" y="176700"/>
            <a:ext cx="260230" cy="240782"/>
            <a:chOff x="5481638" y="2859088"/>
            <a:chExt cx="1231900" cy="1139825"/>
          </a:xfrm>
          <a:solidFill>
            <a:schemeClr val="bg1"/>
          </a:solidFill>
        </p:grpSpPr>
        <p:sp>
          <p:nvSpPr>
            <p:cNvPr id="21" name="Freeform 320">
              <a:extLst>
                <a:ext uri="{FF2B5EF4-FFF2-40B4-BE49-F238E27FC236}">
                  <a16:creationId xmlns:a16="http://schemas.microsoft.com/office/drawing/2014/main" id="{F2CAAAB8-8F85-36D6-90A3-F9EF7CA3A4F1}"/>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2" name="Freeform 321">
              <a:extLst>
                <a:ext uri="{FF2B5EF4-FFF2-40B4-BE49-F238E27FC236}">
                  <a16:creationId xmlns:a16="http://schemas.microsoft.com/office/drawing/2014/main" id="{5CFC2EFB-5E04-2EE5-FF07-1211D0C87D5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2" name="Date Placeholder 1">
            <a:extLst>
              <a:ext uri="{FF2B5EF4-FFF2-40B4-BE49-F238E27FC236}">
                <a16:creationId xmlns:a16="http://schemas.microsoft.com/office/drawing/2014/main" id="{2B8F9C6F-5E55-F6B7-39D2-CF5A9A6F84BD}"/>
              </a:ext>
            </a:extLst>
          </p:cNvPr>
          <p:cNvSpPr>
            <a:spLocks noGrp="1"/>
          </p:cNvSpPr>
          <p:nvPr>
            <p:ph type="dt" sz="half" idx="24"/>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3" name="Footer Placeholder 2">
            <a:extLst>
              <a:ext uri="{FF2B5EF4-FFF2-40B4-BE49-F238E27FC236}">
                <a16:creationId xmlns:a16="http://schemas.microsoft.com/office/drawing/2014/main" id="{230850CD-89CD-C34B-151D-32B983A0A5B1}"/>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C3F4590F-315C-56B0-3B3E-63266FA764B6}"/>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5" name="Text Placeholder 9">
            <a:extLst>
              <a:ext uri="{FF2B5EF4-FFF2-40B4-BE49-F238E27FC236}">
                <a16:creationId xmlns:a16="http://schemas.microsoft.com/office/drawing/2014/main" id="{BCEAD7CF-8D5F-9D27-DAA7-A07F7955B195}"/>
              </a:ext>
            </a:extLst>
          </p:cNvPr>
          <p:cNvSpPr>
            <a:spLocks noGrp="1"/>
          </p:cNvSpPr>
          <p:nvPr>
            <p:ph type="body" sz="quarter" idx="22" hasCustomPrompt="1"/>
          </p:nvPr>
        </p:nvSpPr>
        <p:spPr>
          <a:xfrm>
            <a:off x="550200" y="1634286"/>
            <a:ext cx="7920880"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11" name="Title 4">
            <a:extLst>
              <a:ext uri="{FF2B5EF4-FFF2-40B4-BE49-F238E27FC236}">
                <a16:creationId xmlns:a16="http://schemas.microsoft.com/office/drawing/2014/main" id="{1687478E-90A1-8034-63B7-7A1B82264DB2}"/>
              </a:ext>
            </a:extLst>
          </p:cNvPr>
          <p:cNvSpPr>
            <a:spLocks noGrp="1"/>
          </p:cNvSpPr>
          <p:nvPr>
            <p:ph type="title"/>
          </p:nvPr>
        </p:nvSpPr>
        <p:spPr>
          <a:xfrm>
            <a:off x="551384" y="549274"/>
            <a:ext cx="7920880" cy="930372"/>
          </a:xfrm>
        </p:spPr>
        <p:txBody>
          <a:bodyPr/>
          <a:lstStyle/>
          <a:p>
            <a:r>
              <a:rPr lang="en-US"/>
              <a:t>Click to edit Master title style</a:t>
            </a:r>
          </a:p>
        </p:txBody>
      </p:sp>
      <p:sp>
        <p:nvSpPr>
          <p:cNvPr id="13" name="Content Placeholder 5">
            <a:extLst>
              <a:ext uri="{FF2B5EF4-FFF2-40B4-BE49-F238E27FC236}">
                <a16:creationId xmlns:a16="http://schemas.microsoft.com/office/drawing/2014/main" id="{D7E86C30-BE00-9D17-EF57-8697C0BFB4C3}"/>
              </a:ext>
            </a:extLst>
          </p:cNvPr>
          <p:cNvSpPr>
            <a:spLocks noGrp="1"/>
          </p:cNvSpPr>
          <p:nvPr>
            <p:ph sz="quarter" idx="31"/>
          </p:nvPr>
        </p:nvSpPr>
        <p:spPr>
          <a:xfrm>
            <a:off x="551384" y="2132856"/>
            <a:ext cx="7920880"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Chapter Placeholder 2">
            <a:extLst>
              <a:ext uri="{FF2B5EF4-FFF2-40B4-BE49-F238E27FC236}">
                <a16:creationId xmlns:a16="http://schemas.microsoft.com/office/drawing/2014/main" id="{6A5C8B01-3717-91CF-FD0F-5EED379422B7}"/>
              </a:ext>
            </a:extLst>
          </p:cNvPr>
          <p:cNvSpPr>
            <a:spLocks noGrp="1"/>
          </p:cNvSpPr>
          <p:nvPr>
            <p:ph type="body" sz="quarter" idx="13" hasCustomPrompt="1"/>
          </p:nvPr>
        </p:nvSpPr>
        <p:spPr>
          <a:xfrm>
            <a:off x="550862" y="266219"/>
            <a:ext cx="7919295" cy="151264"/>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18" name="Text Placeholder 10">
            <a:extLst>
              <a:ext uri="{FF2B5EF4-FFF2-40B4-BE49-F238E27FC236}">
                <a16:creationId xmlns:a16="http://schemas.microsoft.com/office/drawing/2014/main" id="{AE8E5894-5F63-308E-5147-5E3E33440D95}"/>
              </a:ext>
            </a:extLst>
          </p:cNvPr>
          <p:cNvSpPr>
            <a:spLocks noGrp="1"/>
          </p:cNvSpPr>
          <p:nvPr>
            <p:ph type="body" sz="quarter" idx="27"/>
          </p:nvPr>
        </p:nvSpPr>
        <p:spPr>
          <a:xfrm>
            <a:off x="9192343" y="1634286"/>
            <a:ext cx="2448795"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
        <p:nvSpPr>
          <p:cNvPr id="19" name="Content Placeholder 20">
            <a:extLst>
              <a:ext uri="{FF2B5EF4-FFF2-40B4-BE49-F238E27FC236}">
                <a16:creationId xmlns:a16="http://schemas.microsoft.com/office/drawing/2014/main" id="{521DAA1A-D266-47B1-5E5D-C5DA055E1F8E}"/>
              </a:ext>
            </a:extLst>
          </p:cNvPr>
          <p:cNvSpPr>
            <a:spLocks noGrp="1"/>
          </p:cNvSpPr>
          <p:nvPr>
            <p:ph sz="quarter" idx="28"/>
          </p:nvPr>
        </p:nvSpPr>
        <p:spPr>
          <a:xfrm>
            <a:off x="9192343" y="2132856"/>
            <a:ext cx="2448795"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445959126"/>
      </p:ext>
    </p:extLst>
  </p:cSld>
  <p:clrMapOvr>
    <a:masterClrMapping/>
  </p:clrMapOvr>
</p:sldLayout>
</file>

<file path=ppt/slideLayouts/slideLayout298.xml><?xml version="1.0" encoding="utf-8"?>
<p:sldLayout xmlns:a="http://schemas.openxmlformats.org/drawingml/2006/main" xmlns:r="http://schemas.openxmlformats.org/officeDocument/2006/relationships" xmlns:p="http://schemas.openxmlformats.org/presentationml/2006/main" preserve="1" userDrawn="1">
  <p:cSld name="Content 6">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44142192-00F6-71C9-9A77-489CD275D234}"/>
              </a:ext>
            </a:extLst>
          </p:cNvPr>
          <p:cNvSpPr/>
          <p:nvPr userDrawn="1"/>
        </p:nvSpPr>
        <p:spPr>
          <a:xfrm rot="16200000" flipV="1">
            <a:off x="7563095" y="2229091"/>
            <a:ext cx="6857998" cy="2399819"/>
          </a:xfrm>
          <a:prstGeom prst="rect">
            <a:avLst/>
          </a:prstGeom>
          <a:solidFill>
            <a:schemeClr val="accent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5" name="Group 37">
            <a:extLst>
              <a:ext uri="{FF2B5EF4-FFF2-40B4-BE49-F238E27FC236}">
                <a16:creationId xmlns:a16="http://schemas.microsoft.com/office/drawing/2014/main" id="{3DFDE37E-5420-F85E-8E48-40542DA08033}"/>
              </a:ext>
            </a:extLst>
          </p:cNvPr>
          <p:cNvGrpSpPr/>
          <p:nvPr userDrawn="1"/>
        </p:nvGrpSpPr>
        <p:grpSpPr>
          <a:xfrm>
            <a:off x="11770322" y="176700"/>
            <a:ext cx="260230" cy="240782"/>
            <a:chOff x="5481638" y="2859088"/>
            <a:chExt cx="1231900" cy="1139825"/>
          </a:xfrm>
          <a:solidFill>
            <a:schemeClr val="bg1"/>
          </a:solidFill>
        </p:grpSpPr>
        <p:sp>
          <p:nvSpPr>
            <p:cNvPr id="26" name="Freeform 320">
              <a:extLst>
                <a:ext uri="{FF2B5EF4-FFF2-40B4-BE49-F238E27FC236}">
                  <a16:creationId xmlns:a16="http://schemas.microsoft.com/office/drawing/2014/main" id="{AD48A599-A45D-8D69-AEA6-662642AD9D93}"/>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7" name="Freeform 321">
              <a:extLst>
                <a:ext uri="{FF2B5EF4-FFF2-40B4-BE49-F238E27FC236}">
                  <a16:creationId xmlns:a16="http://schemas.microsoft.com/office/drawing/2014/main" id="{D65A51CC-4C31-51CB-14AC-6B1601AB8AD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D5AE9DA6-521B-F449-72BF-F6B58357D1E2}"/>
              </a:ext>
            </a:extLst>
          </p:cNvPr>
          <p:cNvSpPr>
            <a:spLocks noGrp="1"/>
          </p:cNvSpPr>
          <p:nvPr>
            <p:ph type="dt" sz="half" idx="25"/>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4" name="Footer Placeholder 3">
            <a:extLst>
              <a:ext uri="{FF2B5EF4-FFF2-40B4-BE49-F238E27FC236}">
                <a16:creationId xmlns:a16="http://schemas.microsoft.com/office/drawing/2014/main" id="{B8E5A5A4-4ABB-75D4-0347-730FFE4FE623}"/>
              </a:ext>
            </a:extLst>
          </p:cNvPr>
          <p:cNvSpPr>
            <a:spLocks noGrp="1"/>
          </p:cNvSpPr>
          <p:nvPr>
            <p:ph type="ftr" sz="quarter" idx="26"/>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1D8486EB-33DC-2A07-4FA3-E55575E4F077}"/>
              </a:ext>
            </a:extLst>
          </p:cNvPr>
          <p:cNvSpPr>
            <a:spLocks noGrp="1"/>
          </p:cNvSpPr>
          <p:nvPr>
            <p:ph type="sldNum" sz="quarter" idx="27"/>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38934C3E-3E4B-1654-745D-C13199A95DA2}"/>
              </a:ext>
            </a:extLst>
          </p:cNvPr>
          <p:cNvSpPr>
            <a:spLocks noGrp="1"/>
          </p:cNvSpPr>
          <p:nvPr>
            <p:ph type="body" sz="quarter" idx="22" hasCustomPrompt="1"/>
          </p:nvPr>
        </p:nvSpPr>
        <p:spPr>
          <a:xfrm>
            <a:off x="550200" y="1634286"/>
            <a:ext cx="8882182"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11" name="Title 4">
            <a:extLst>
              <a:ext uri="{FF2B5EF4-FFF2-40B4-BE49-F238E27FC236}">
                <a16:creationId xmlns:a16="http://schemas.microsoft.com/office/drawing/2014/main" id="{26C0F4BF-CC0E-53F3-48F8-509E80B6D05E}"/>
              </a:ext>
            </a:extLst>
          </p:cNvPr>
          <p:cNvSpPr>
            <a:spLocks noGrp="1"/>
          </p:cNvSpPr>
          <p:nvPr>
            <p:ph type="title"/>
          </p:nvPr>
        </p:nvSpPr>
        <p:spPr>
          <a:xfrm>
            <a:off x="551384" y="549274"/>
            <a:ext cx="8882182" cy="930372"/>
          </a:xfrm>
        </p:spPr>
        <p:txBody>
          <a:bodyPr/>
          <a:lstStyle/>
          <a:p>
            <a:r>
              <a:rPr lang="en-US"/>
              <a:t>Click to edit Master title style</a:t>
            </a:r>
          </a:p>
        </p:txBody>
      </p:sp>
      <p:sp>
        <p:nvSpPr>
          <p:cNvPr id="12" name="Content Placeholder 5">
            <a:extLst>
              <a:ext uri="{FF2B5EF4-FFF2-40B4-BE49-F238E27FC236}">
                <a16:creationId xmlns:a16="http://schemas.microsoft.com/office/drawing/2014/main" id="{E749D598-FF82-BFAF-886D-C191177E3D20}"/>
              </a:ext>
            </a:extLst>
          </p:cNvPr>
          <p:cNvSpPr>
            <a:spLocks noGrp="1"/>
          </p:cNvSpPr>
          <p:nvPr>
            <p:ph sz="quarter" idx="31"/>
          </p:nvPr>
        </p:nvSpPr>
        <p:spPr>
          <a:xfrm>
            <a:off x="551384" y="2132856"/>
            <a:ext cx="8882182"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10">
            <a:extLst>
              <a:ext uri="{FF2B5EF4-FFF2-40B4-BE49-F238E27FC236}">
                <a16:creationId xmlns:a16="http://schemas.microsoft.com/office/drawing/2014/main" id="{01597265-9724-5AC8-39BF-5750C67F42A7}"/>
              </a:ext>
            </a:extLst>
          </p:cNvPr>
          <p:cNvSpPr>
            <a:spLocks noGrp="1"/>
          </p:cNvSpPr>
          <p:nvPr>
            <p:ph type="body" sz="quarter" idx="32"/>
          </p:nvPr>
        </p:nvSpPr>
        <p:spPr>
          <a:xfrm>
            <a:off x="9984432" y="1626099"/>
            <a:ext cx="1656706"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
        <p:nvSpPr>
          <p:cNvPr id="14" name="Content Placeholder 20">
            <a:extLst>
              <a:ext uri="{FF2B5EF4-FFF2-40B4-BE49-F238E27FC236}">
                <a16:creationId xmlns:a16="http://schemas.microsoft.com/office/drawing/2014/main" id="{2C2F412C-7456-D7FF-AA48-C193186850E0}"/>
              </a:ext>
            </a:extLst>
          </p:cNvPr>
          <p:cNvSpPr>
            <a:spLocks noGrp="1"/>
          </p:cNvSpPr>
          <p:nvPr>
            <p:ph sz="quarter" idx="28"/>
          </p:nvPr>
        </p:nvSpPr>
        <p:spPr>
          <a:xfrm>
            <a:off x="9984432" y="2132856"/>
            <a:ext cx="1656706"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07942358"/>
      </p:ext>
    </p:extLst>
  </p:cSld>
  <p:clrMapOvr>
    <a:masterClrMapping/>
  </p:clrMapOvr>
</p:sldLayout>
</file>

<file path=ppt/slideLayouts/slideLayout299.xml><?xml version="1.0" encoding="utf-8"?>
<p:sldLayout xmlns:a="http://schemas.openxmlformats.org/drawingml/2006/main" xmlns:r="http://schemas.openxmlformats.org/officeDocument/2006/relationships" xmlns:p="http://schemas.openxmlformats.org/presentationml/2006/main" preserve="1" userDrawn="1">
  <p:cSld name="Content 6  Chapterbox">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44142192-00F6-71C9-9A77-489CD275D234}"/>
              </a:ext>
            </a:extLst>
          </p:cNvPr>
          <p:cNvSpPr/>
          <p:nvPr userDrawn="1"/>
        </p:nvSpPr>
        <p:spPr>
          <a:xfrm rot="16200000" flipV="1">
            <a:off x="7563095" y="2229091"/>
            <a:ext cx="6857998" cy="2399819"/>
          </a:xfrm>
          <a:prstGeom prst="rect">
            <a:avLst/>
          </a:prstGeom>
          <a:solidFill>
            <a:schemeClr val="accent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5" name="Group 37">
            <a:extLst>
              <a:ext uri="{FF2B5EF4-FFF2-40B4-BE49-F238E27FC236}">
                <a16:creationId xmlns:a16="http://schemas.microsoft.com/office/drawing/2014/main" id="{3DFDE37E-5420-F85E-8E48-40542DA08033}"/>
              </a:ext>
            </a:extLst>
          </p:cNvPr>
          <p:cNvGrpSpPr/>
          <p:nvPr userDrawn="1"/>
        </p:nvGrpSpPr>
        <p:grpSpPr>
          <a:xfrm>
            <a:off x="11770322" y="176700"/>
            <a:ext cx="260230" cy="240782"/>
            <a:chOff x="5481638" y="2859088"/>
            <a:chExt cx="1231900" cy="1139825"/>
          </a:xfrm>
          <a:solidFill>
            <a:schemeClr val="bg1"/>
          </a:solidFill>
        </p:grpSpPr>
        <p:sp>
          <p:nvSpPr>
            <p:cNvPr id="26" name="Freeform 320">
              <a:extLst>
                <a:ext uri="{FF2B5EF4-FFF2-40B4-BE49-F238E27FC236}">
                  <a16:creationId xmlns:a16="http://schemas.microsoft.com/office/drawing/2014/main" id="{AD48A599-A45D-8D69-AEA6-662642AD9D93}"/>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7" name="Freeform 321">
              <a:extLst>
                <a:ext uri="{FF2B5EF4-FFF2-40B4-BE49-F238E27FC236}">
                  <a16:creationId xmlns:a16="http://schemas.microsoft.com/office/drawing/2014/main" id="{D65A51CC-4C31-51CB-14AC-6B1601AB8AD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D5AE9DA6-521B-F449-72BF-F6B58357D1E2}"/>
              </a:ext>
            </a:extLst>
          </p:cNvPr>
          <p:cNvSpPr>
            <a:spLocks noGrp="1"/>
          </p:cNvSpPr>
          <p:nvPr>
            <p:ph type="dt" sz="half" idx="25"/>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4" name="Footer Placeholder 3">
            <a:extLst>
              <a:ext uri="{FF2B5EF4-FFF2-40B4-BE49-F238E27FC236}">
                <a16:creationId xmlns:a16="http://schemas.microsoft.com/office/drawing/2014/main" id="{B8E5A5A4-4ABB-75D4-0347-730FFE4FE623}"/>
              </a:ext>
            </a:extLst>
          </p:cNvPr>
          <p:cNvSpPr>
            <a:spLocks noGrp="1"/>
          </p:cNvSpPr>
          <p:nvPr>
            <p:ph type="ftr" sz="quarter" idx="26"/>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1D8486EB-33DC-2A07-4FA3-E55575E4F077}"/>
              </a:ext>
            </a:extLst>
          </p:cNvPr>
          <p:cNvSpPr>
            <a:spLocks noGrp="1"/>
          </p:cNvSpPr>
          <p:nvPr>
            <p:ph type="sldNum" sz="quarter" idx="27"/>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57D3AFA8-B5AE-1009-87FB-3094F6AA01FC}"/>
              </a:ext>
            </a:extLst>
          </p:cNvPr>
          <p:cNvSpPr>
            <a:spLocks noGrp="1"/>
          </p:cNvSpPr>
          <p:nvPr>
            <p:ph type="body" sz="quarter" idx="22" hasCustomPrompt="1"/>
          </p:nvPr>
        </p:nvSpPr>
        <p:spPr>
          <a:xfrm>
            <a:off x="550200" y="1634286"/>
            <a:ext cx="8882182"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12" name="Title 4">
            <a:extLst>
              <a:ext uri="{FF2B5EF4-FFF2-40B4-BE49-F238E27FC236}">
                <a16:creationId xmlns:a16="http://schemas.microsoft.com/office/drawing/2014/main" id="{E8B18499-1BD5-8671-B7DA-85FF38B39AF1}"/>
              </a:ext>
            </a:extLst>
          </p:cNvPr>
          <p:cNvSpPr>
            <a:spLocks noGrp="1"/>
          </p:cNvSpPr>
          <p:nvPr>
            <p:ph type="title"/>
          </p:nvPr>
        </p:nvSpPr>
        <p:spPr>
          <a:xfrm>
            <a:off x="551384" y="549274"/>
            <a:ext cx="8882182" cy="930372"/>
          </a:xfrm>
        </p:spPr>
        <p:txBody>
          <a:bodyPr/>
          <a:lstStyle/>
          <a:p>
            <a:r>
              <a:rPr lang="en-US"/>
              <a:t>Click to edit Master title style</a:t>
            </a:r>
          </a:p>
        </p:txBody>
      </p:sp>
      <p:sp>
        <p:nvSpPr>
          <p:cNvPr id="13" name="Content Placeholder 5">
            <a:extLst>
              <a:ext uri="{FF2B5EF4-FFF2-40B4-BE49-F238E27FC236}">
                <a16:creationId xmlns:a16="http://schemas.microsoft.com/office/drawing/2014/main" id="{A8E7D3BA-BA6E-15BA-6C42-ADF680180521}"/>
              </a:ext>
            </a:extLst>
          </p:cNvPr>
          <p:cNvSpPr>
            <a:spLocks noGrp="1"/>
          </p:cNvSpPr>
          <p:nvPr>
            <p:ph sz="quarter" idx="31"/>
          </p:nvPr>
        </p:nvSpPr>
        <p:spPr>
          <a:xfrm>
            <a:off x="551384" y="2132856"/>
            <a:ext cx="8882182"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hapter Placeholder 2">
            <a:extLst>
              <a:ext uri="{FF2B5EF4-FFF2-40B4-BE49-F238E27FC236}">
                <a16:creationId xmlns:a16="http://schemas.microsoft.com/office/drawing/2014/main" id="{9D97BD4D-BD09-CDBA-2016-5370E7CD44BC}"/>
              </a:ext>
            </a:extLst>
          </p:cNvPr>
          <p:cNvSpPr>
            <a:spLocks noGrp="1"/>
          </p:cNvSpPr>
          <p:nvPr>
            <p:ph type="body" sz="quarter" idx="13" hasCustomPrompt="1"/>
          </p:nvPr>
        </p:nvSpPr>
        <p:spPr>
          <a:xfrm>
            <a:off x="550862" y="266219"/>
            <a:ext cx="8880405" cy="151264"/>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17" name="Text Placeholder 10">
            <a:extLst>
              <a:ext uri="{FF2B5EF4-FFF2-40B4-BE49-F238E27FC236}">
                <a16:creationId xmlns:a16="http://schemas.microsoft.com/office/drawing/2014/main" id="{279CB933-CE76-9E4E-FAB4-33E087341DA3}"/>
              </a:ext>
            </a:extLst>
          </p:cNvPr>
          <p:cNvSpPr>
            <a:spLocks noGrp="1"/>
          </p:cNvSpPr>
          <p:nvPr>
            <p:ph type="body" sz="quarter" idx="32"/>
          </p:nvPr>
        </p:nvSpPr>
        <p:spPr>
          <a:xfrm>
            <a:off x="9984432" y="1626099"/>
            <a:ext cx="1656706"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
        <p:nvSpPr>
          <p:cNvPr id="18" name="Content Placeholder 20">
            <a:extLst>
              <a:ext uri="{FF2B5EF4-FFF2-40B4-BE49-F238E27FC236}">
                <a16:creationId xmlns:a16="http://schemas.microsoft.com/office/drawing/2014/main" id="{1DD2621E-CD40-C783-8C89-16DA20455EF9}"/>
              </a:ext>
            </a:extLst>
          </p:cNvPr>
          <p:cNvSpPr>
            <a:spLocks noGrp="1"/>
          </p:cNvSpPr>
          <p:nvPr>
            <p:ph sz="quarter" idx="28"/>
          </p:nvPr>
        </p:nvSpPr>
        <p:spPr>
          <a:xfrm>
            <a:off x="9984432" y="2132856"/>
            <a:ext cx="1656706"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033930008"/>
      </p:ext>
    </p:extLst>
  </p:cSld>
  <p:clrMapOvr>
    <a:masterClrMapping/>
  </p:clrMapOvr>
</p:sldLayout>
</file>

<file path=ppt/slideLayouts/slideLayout300.xml><?xml version="1.0" encoding="utf-8"?>
<p:sldLayout xmlns:a="http://schemas.openxmlformats.org/drawingml/2006/main" xmlns:r="http://schemas.openxmlformats.org/officeDocument/2006/relationships" xmlns:p="http://schemas.openxmlformats.org/presentationml/2006/main" preserve="1" userDrawn="1">
  <p:cSld name="Content 7">
    <p:spTree>
      <p:nvGrpSpPr>
        <p:cNvPr id="1" name=""/>
        <p:cNvGrpSpPr/>
        <p:nvPr/>
      </p:nvGrpSpPr>
      <p:grpSpPr>
        <a:xfrm>
          <a:off x="0" y="0"/>
          <a:ext cx="0" cy="0"/>
          <a:chOff x="0" y="0"/>
          <a:chExt cx="0" cy="0"/>
        </a:xfrm>
      </p:grpSpPr>
      <p:sp>
        <p:nvSpPr>
          <p:cNvPr id="7" name="Content Placeholder 17">
            <a:extLst>
              <a:ext uri="{FF2B5EF4-FFF2-40B4-BE49-F238E27FC236}">
                <a16:creationId xmlns:a16="http://schemas.microsoft.com/office/drawing/2014/main" id="{9419F9B9-A3F9-F338-CA95-2522ADFD9276}"/>
              </a:ext>
            </a:extLst>
          </p:cNvPr>
          <p:cNvSpPr>
            <a:spLocks noGrp="1"/>
          </p:cNvSpPr>
          <p:nvPr>
            <p:ph sz="quarter" idx="23"/>
          </p:nvPr>
        </p:nvSpPr>
        <p:spPr>
          <a:xfrm>
            <a:off x="6646863" y="1772816"/>
            <a:ext cx="4993753" cy="4535909"/>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3" name="Date Placeholder 2">
            <a:extLst>
              <a:ext uri="{FF2B5EF4-FFF2-40B4-BE49-F238E27FC236}">
                <a16:creationId xmlns:a16="http://schemas.microsoft.com/office/drawing/2014/main" id="{885B9FD2-6048-2D15-B439-6975CB885DBE}"/>
              </a:ext>
            </a:extLst>
          </p:cNvPr>
          <p:cNvSpPr>
            <a:spLocks noGrp="1"/>
          </p:cNvSpPr>
          <p:nvPr>
            <p:ph type="dt" sz="half" idx="24"/>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4" name="Footer Placeholder 3">
            <a:extLst>
              <a:ext uri="{FF2B5EF4-FFF2-40B4-BE49-F238E27FC236}">
                <a16:creationId xmlns:a16="http://schemas.microsoft.com/office/drawing/2014/main" id="{043C87BC-20D2-3A31-20C8-5F67B34C6548}"/>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0288BCF5-D034-A931-945B-6AA231F982A9}"/>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5" name="Title 7">
            <a:extLst>
              <a:ext uri="{FF2B5EF4-FFF2-40B4-BE49-F238E27FC236}">
                <a16:creationId xmlns:a16="http://schemas.microsoft.com/office/drawing/2014/main" id="{B5861566-BA12-6B84-A613-D346CEB5715D}"/>
              </a:ext>
            </a:extLst>
          </p:cNvPr>
          <p:cNvSpPr>
            <a:spLocks noGrp="1"/>
          </p:cNvSpPr>
          <p:nvPr>
            <p:ph type="title"/>
          </p:nvPr>
        </p:nvSpPr>
        <p:spPr>
          <a:xfrm>
            <a:off x="551384" y="549274"/>
            <a:ext cx="11090938" cy="930372"/>
          </a:xfrm>
        </p:spPr>
        <p:txBody>
          <a:bodyPr/>
          <a:lstStyle/>
          <a:p>
            <a:r>
              <a:rPr lang="en-US"/>
              <a:t>Click to edit Master title style</a:t>
            </a:r>
          </a:p>
        </p:txBody>
      </p:sp>
      <p:sp>
        <p:nvSpPr>
          <p:cNvPr id="9" name="Text Placeholder 9">
            <a:extLst>
              <a:ext uri="{FF2B5EF4-FFF2-40B4-BE49-F238E27FC236}">
                <a16:creationId xmlns:a16="http://schemas.microsoft.com/office/drawing/2014/main" id="{F10238D4-63BF-BBF6-DB83-94DDA862CEFD}"/>
              </a:ext>
            </a:extLst>
          </p:cNvPr>
          <p:cNvSpPr>
            <a:spLocks noGrp="1"/>
          </p:cNvSpPr>
          <p:nvPr>
            <p:ph type="body" sz="quarter" idx="22" hasCustomPrompt="1"/>
          </p:nvPr>
        </p:nvSpPr>
        <p:spPr>
          <a:xfrm>
            <a:off x="550200" y="1634286"/>
            <a:ext cx="5545800"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Tree>
    <p:extLst>
      <p:ext uri="{BB962C8B-B14F-4D97-AF65-F5344CB8AC3E}">
        <p14:creationId xmlns:p14="http://schemas.microsoft.com/office/powerpoint/2010/main" val="2346466794"/>
      </p:ext>
    </p:extLst>
  </p:cSld>
  <p:clrMapOvr>
    <a:masterClrMapping/>
  </p:clrMapOvr>
</p:sldLayout>
</file>

<file path=ppt/slideLayouts/slideLayout301.xml><?xml version="1.0" encoding="utf-8"?>
<p:sldLayout xmlns:a="http://schemas.openxmlformats.org/drawingml/2006/main" xmlns:r="http://schemas.openxmlformats.org/officeDocument/2006/relationships" xmlns:p="http://schemas.openxmlformats.org/presentationml/2006/main" preserve="1" userDrawn="1">
  <p:cSld name="Content 7 Chapterbox">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885B9FD2-6048-2D15-B439-6975CB885DBE}"/>
              </a:ext>
            </a:extLst>
          </p:cNvPr>
          <p:cNvSpPr>
            <a:spLocks noGrp="1"/>
          </p:cNvSpPr>
          <p:nvPr>
            <p:ph type="dt" sz="half" idx="24"/>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4" name="Footer Placeholder 3">
            <a:extLst>
              <a:ext uri="{FF2B5EF4-FFF2-40B4-BE49-F238E27FC236}">
                <a16:creationId xmlns:a16="http://schemas.microsoft.com/office/drawing/2014/main" id="{043C87BC-20D2-3A31-20C8-5F67B34C6548}"/>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0288BCF5-D034-A931-945B-6AA231F982A9}"/>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5" name="Title 7">
            <a:extLst>
              <a:ext uri="{FF2B5EF4-FFF2-40B4-BE49-F238E27FC236}">
                <a16:creationId xmlns:a16="http://schemas.microsoft.com/office/drawing/2014/main" id="{2E71218E-2FB4-0CE4-F714-02971DA59580}"/>
              </a:ext>
            </a:extLst>
          </p:cNvPr>
          <p:cNvSpPr>
            <a:spLocks noGrp="1"/>
          </p:cNvSpPr>
          <p:nvPr>
            <p:ph type="title"/>
          </p:nvPr>
        </p:nvSpPr>
        <p:spPr>
          <a:xfrm>
            <a:off x="551384" y="549274"/>
            <a:ext cx="11090938" cy="930372"/>
          </a:xfrm>
        </p:spPr>
        <p:txBody>
          <a:bodyPr/>
          <a:lstStyle/>
          <a:p>
            <a:r>
              <a:rPr lang="en-US"/>
              <a:t>Click to edit Master title style</a:t>
            </a:r>
          </a:p>
        </p:txBody>
      </p:sp>
      <p:sp>
        <p:nvSpPr>
          <p:cNvPr id="10" name="Text Placeholder 9">
            <a:extLst>
              <a:ext uri="{FF2B5EF4-FFF2-40B4-BE49-F238E27FC236}">
                <a16:creationId xmlns:a16="http://schemas.microsoft.com/office/drawing/2014/main" id="{34DFB62C-932A-D2BD-F705-657D4F39987D}"/>
              </a:ext>
            </a:extLst>
          </p:cNvPr>
          <p:cNvSpPr>
            <a:spLocks noGrp="1"/>
          </p:cNvSpPr>
          <p:nvPr>
            <p:ph type="body" sz="quarter" idx="22" hasCustomPrompt="1"/>
          </p:nvPr>
        </p:nvSpPr>
        <p:spPr>
          <a:xfrm>
            <a:off x="550200" y="1634286"/>
            <a:ext cx="5545800"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11" name="Chapter Placeholder 2">
            <a:extLst>
              <a:ext uri="{FF2B5EF4-FFF2-40B4-BE49-F238E27FC236}">
                <a16:creationId xmlns:a16="http://schemas.microsoft.com/office/drawing/2014/main" id="{13D649FC-C93C-3132-BD48-48F3C266E091}"/>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12" name="Content Placeholder 17">
            <a:extLst>
              <a:ext uri="{FF2B5EF4-FFF2-40B4-BE49-F238E27FC236}">
                <a16:creationId xmlns:a16="http://schemas.microsoft.com/office/drawing/2014/main" id="{460A3336-625D-EE99-03EA-666BE0AD8AF8}"/>
              </a:ext>
            </a:extLst>
          </p:cNvPr>
          <p:cNvSpPr>
            <a:spLocks noGrp="1"/>
          </p:cNvSpPr>
          <p:nvPr>
            <p:ph sz="quarter" idx="23"/>
          </p:nvPr>
        </p:nvSpPr>
        <p:spPr>
          <a:xfrm>
            <a:off x="6646863" y="1772816"/>
            <a:ext cx="4993753" cy="4535909"/>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Tree>
    <p:extLst>
      <p:ext uri="{BB962C8B-B14F-4D97-AF65-F5344CB8AC3E}">
        <p14:creationId xmlns:p14="http://schemas.microsoft.com/office/powerpoint/2010/main" val="1561676710"/>
      </p:ext>
    </p:extLst>
  </p:cSld>
  <p:clrMapOvr>
    <a:masterClrMapping/>
  </p:clrMapOvr>
</p:sldLayout>
</file>

<file path=ppt/slideLayouts/slideLayout302.xml><?xml version="1.0" encoding="utf-8"?>
<p:sldLayout xmlns:a="http://schemas.openxmlformats.org/drawingml/2006/main" xmlns:r="http://schemas.openxmlformats.org/officeDocument/2006/relationships" xmlns:p="http://schemas.openxmlformats.org/presentationml/2006/main" preserve="1" userDrawn="1">
  <p:cSld name="Content 3 Boxes">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C75832D-4FE3-EA04-12B9-E1273FD483F9}"/>
              </a:ext>
            </a:extLst>
          </p:cNvPr>
          <p:cNvSpPr>
            <a:spLocks noGrp="1"/>
          </p:cNvSpPr>
          <p:nvPr>
            <p:ph type="dt" sz="half" idx="45"/>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3" name="Footer Placeholder 2">
            <a:extLst>
              <a:ext uri="{FF2B5EF4-FFF2-40B4-BE49-F238E27FC236}">
                <a16:creationId xmlns:a16="http://schemas.microsoft.com/office/drawing/2014/main" id="{5B94528A-812C-C7DE-A787-ABF5508E4B6F}"/>
              </a:ext>
            </a:extLst>
          </p:cNvPr>
          <p:cNvSpPr>
            <a:spLocks noGrp="1"/>
          </p:cNvSpPr>
          <p:nvPr>
            <p:ph type="ftr" sz="quarter" idx="46"/>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29042902-22AE-CB28-435A-B90F5D3E43B3}"/>
              </a:ext>
            </a:extLst>
          </p:cNvPr>
          <p:cNvSpPr>
            <a:spLocks noGrp="1"/>
          </p:cNvSpPr>
          <p:nvPr>
            <p:ph type="sldNum" sz="quarter" idx="47"/>
          </p:nvPr>
        </p:nvSpPr>
        <p:spPr/>
        <p:txBody>
          <a:bodyPr/>
          <a:lstStyle/>
          <a:p>
            <a:pPr algn="r"/>
            <a:fld id="{5D9A5160-6218-4E5A-B9E6-B93E3DAE377C}" type="slidenum">
              <a:rPr lang="en-US" smtClean="0"/>
              <a:pPr algn="r"/>
              <a:t>‹#›</a:t>
            </a:fld>
            <a:endParaRPr lang="en-US"/>
          </a:p>
        </p:txBody>
      </p:sp>
      <p:sp>
        <p:nvSpPr>
          <p:cNvPr id="6" name="Text Placeholder 9">
            <a:extLst>
              <a:ext uri="{FF2B5EF4-FFF2-40B4-BE49-F238E27FC236}">
                <a16:creationId xmlns:a16="http://schemas.microsoft.com/office/drawing/2014/main" id="{22EAF251-5B00-5340-BB63-EE11F9FFFB21}"/>
              </a:ext>
            </a:extLst>
          </p:cNvPr>
          <p:cNvSpPr>
            <a:spLocks noGrp="1"/>
          </p:cNvSpPr>
          <p:nvPr>
            <p:ph type="body" sz="quarter" idx="22"/>
          </p:nvPr>
        </p:nvSpPr>
        <p:spPr>
          <a:xfrm>
            <a:off x="550863" y="1628800"/>
            <a:ext cx="3546000" cy="615553"/>
          </a:xfrm>
          <a:prstGeom prst="rect">
            <a:avLst/>
          </a:prstGeom>
        </p:spPr>
        <p:txBody>
          <a:bodyPr wrap="square">
            <a:spAutoFit/>
          </a:bodyPr>
          <a:lstStyle>
            <a:lvl1pPr>
              <a:defRPr sz="2000" b="1">
                <a:solidFill>
                  <a:schemeClr val="accent2"/>
                </a:solidFill>
                <a:latin typeface="+mn-lt"/>
              </a:defRPr>
            </a:lvl1pPr>
          </a:lstStyle>
          <a:p>
            <a:pPr lvl="0"/>
            <a:r>
              <a:rPr lang="en-US"/>
              <a:t>Click to edit Master text styles</a:t>
            </a:r>
          </a:p>
        </p:txBody>
      </p:sp>
      <p:sp>
        <p:nvSpPr>
          <p:cNvPr id="7" name="Text Placeholder 9">
            <a:extLst>
              <a:ext uri="{FF2B5EF4-FFF2-40B4-BE49-F238E27FC236}">
                <a16:creationId xmlns:a16="http://schemas.microsoft.com/office/drawing/2014/main" id="{598AD248-FBB9-EC90-3E8C-FC14ED331268}"/>
              </a:ext>
            </a:extLst>
          </p:cNvPr>
          <p:cNvSpPr>
            <a:spLocks noGrp="1"/>
          </p:cNvSpPr>
          <p:nvPr>
            <p:ph type="body" sz="quarter" idx="35"/>
          </p:nvPr>
        </p:nvSpPr>
        <p:spPr>
          <a:xfrm>
            <a:off x="4324134" y="1628800"/>
            <a:ext cx="3546000" cy="615553"/>
          </a:xfrm>
          <a:prstGeom prst="rect">
            <a:avLst/>
          </a:prstGeom>
        </p:spPr>
        <p:txBody>
          <a:bodyPr wrap="square">
            <a:spAutoFit/>
          </a:bodyPr>
          <a:lstStyle>
            <a:lvl1pPr>
              <a:defRPr sz="2000" b="1">
                <a:solidFill>
                  <a:schemeClr val="accent2"/>
                </a:solidFill>
                <a:latin typeface="+mn-lt"/>
              </a:defRPr>
            </a:lvl1pPr>
          </a:lstStyle>
          <a:p>
            <a:pPr lvl="0"/>
            <a:r>
              <a:rPr lang="en-US"/>
              <a:t>Click to edit Master text styles</a:t>
            </a:r>
          </a:p>
        </p:txBody>
      </p:sp>
      <p:sp>
        <p:nvSpPr>
          <p:cNvPr id="8" name="Text Placeholder 9">
            <a:extLst>
              <a:ext uri="{FF2B5EF4-FFF2-40B4-BE49-F238E27FC236}">
                <a16:creationId xmlns:a16="http://schemas.microsoft.com/office/drawing/2014/main" id="{2F65ADB6-9B4E-3B40-2D08-D56C9C745672}"/>
              </a:ext>
            </a:extLst>
          </p:cNvPr>
          <p:cNvSpPr>
            <a:spLocks noGrp="1"/>
          </p:cNvSpPr>
          <p:nvPr>
            <p:ph type="body" sz="quarter" idx="36"/>
          </p:nvPr>
        </p:nvSpPr>
        <p:spPr>
          <a:xfrm>
            <a:off x="8097719" y="1628800"/>
            <a:ext cx="3509377" cy="615553"/>
          </a:xfrm>
          <a:prstGeom prst="rect">
            <a:avLst/>
          </a:prstGeom>
        </p:spPr>
        <p:txBody>
          <a:bodyPr wrap="square">
            <a:spAutoFit/>
          </a:bodyPr>
          <a:lstStyle>
            <a:lvl1pPr>
              <a:defRPr sz="2000" b="1">
                <a:solidFill>
                  <a:schemeClr val="accent2"/>
                </a:solidFill>
                <a:latin typeface="+mn-lt"/>
              </a:defRPr>
            </a:lvl1pPr>
          </a:lstStyle>
          <a:p>
            <a:pPr lvl="0"/>
            <a:r>
              <a:rPr lang="en-US"/>
              <a:t>Click to edit Master text styles</a:t>
            </a:r>
          </a:p>
        </p:txBody>
      </p:sp>
      <p:sp>
        <p:nvSpPr>
          <p:cNvPr id="9" name="Content Placeholder 2">
            <a:extLst>
              <a:ext uri="{FF2B5EF4-FFF2-40B4-BE49-F238E27FC236}">
                <a16:creationId xmlns:a16="http://schemas.microsoft.com/office/drawing/2014/main" id="{68419302-9D4B-C414-85A6-46E995A79097}"/>
              </a:ext>
            </a:extLst>
          </p:cNvPr>
          <p:cNvSpPr>
            <a:spLocks noGrp="1"/>
          </p:cNvSpPr>
          <p:nvPr>
            <p:ph sz="quarter" idx="37"/>
          </p:nvPr>
        </p:nvSpPr>
        <p:spPr>
          <a:xfrm>
            <a:off x="550864" y="2471738"/>
            <a:ext cx="3544934" cy="38623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0" name="Content Placeholder 2">
            <a:extLst>
              <a:ext uri="{FF2B5EF4-FFF2-40B4-BE49-F238E27FC236}">
                <a16:creationId xmlns:a16="http://schemas.microsoft.com/office/drawing/2014/main" id="{975BEA12-754F-B220-4724-F1117410A021}"/>
              </a:ext>
            </a:extLst>
          </p:cNvPr>
          <p:cNvSpPr>
            <a:spLocks noGrp="1"/>
          </p:cNvSpPr>
          <p:nvPr>
            <p:ph sz="quarter" idx="43"/>
          </p:nvPr>
        </p:nvSpPr>
        <p:spPr>
          <a:xfrm>
            <a:off x="4322749" y="2471738"/>
            <a:ext cx="3544934" cy="38623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1" name="Content Placeholder 2">
            <a:extLst>
              <a:ext uri="{FF2B5EF4-FFF2-40B4-BE49-F238E27FC236}">
                <a16:creationId xmlns:a16="http://schemas.microsoft.com/office/drawing/2014/main" id="{CD48460B-4010-29FD-1AB9-6859382325B1}"/>
              </a:ext>
            </a:extLst>
          </p:cNvPr>
          <p:cNvSpPr>
            <a:spLocks noGrp="1"/>
          </p:cNvSpPr>
          <p:nvPr>
            <p:ph sz="quarter" idx="44"/>
          </p:nvPr>
        </p:nvSpPr>
        <p:spPr>
          <a:xfrm>
            <a:off x="8062162" y="2471738"/>
            <a:ext cx="3544934" cy="38623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2" name="Title 4">
            <a:extLst>
              <a:ext uri="{FF2B5EF4-FFF2-40B4-BE49-F238E27FC236}">
                <a16:creationId xmlns:a16="http://schemas.microsoft.com/office/drawing/2014/main" id="{9EB5DC1D-FF3F-4D53-9F16-FF58A76C8958}"/>
              </a:ext>
            </a:extLst>
          </p:cNvPr>
          <p:cNvSpPr>
            <a:spLocks noGrp="1"/>
          </p:cNvSpPr>
          <p:nvPr>
            <p:ph type="title"/>
          </p:nvPr>
        </p:nvSpPr>
        <p:spPr>
          <a:xfrm>
            <a:off x="551384" y="549274"/>
            <a:ext cx="11090938" cy="930372"/>
          </a:xfrm>
        </p:spPr>
        <p:txBody>
          <a:bodyPr/>
          <a:lstStyle/>
          <a:p>
            <a:r>
              <a:rPr lang="en-US"/>
              <a:t>Click to edit Master title style</a:t>
            </a:r>
          </a:p>
        </p:txBody>
      </p:sp>
    </p:spTree>
    <p:extLst>
      <p:ext uri="{BB962C8B-B14F-4D97-AF65-F5344CB8AC3E}">
        <p14:creationId xmlns:p14="http://schemas.microsoft.com/office/powerpoint/2010/main" val="2254918859"/>
      </p:ext>
    </p:extLst>
  </p:cSld>
  <p:clrMapOvr>
    <a:masterClrMapping/>
  </p:clrMapOvr>
</p:sldLayout>
</file>

<file path=ppt/slideLayouts/slideLayout303.xml><?xml version="1.0" encoding="utf-8"?>
<p:sldLayout xmlns:a="http://schemas.openxmlformats.org/drawingml/2006/main" xmlns:r="http://schemas.openxmlformats.org/officeDocument/2006/relationships" xmlns:p="http://schemas.openxmlformats.org/presentationml/2006/main" preserve="1" userDrawn="1">
  <p:cSld name="Content 3 Boxes Chapterbox">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C75832D-4FE3-EA04-12B9-E1273FD483F9}"/>
              </a:ext>
            </a:extLst>
          </p:cNvPr>
          <p:cNvSpPr>
            <a:spLocks noGrp="1"/>
          </p:cNvSpPr>
          <p:nvPr>
            <p:ph type="dt" sz="half" idx="45"/>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3" name="Footer Placeholder 2">
            <a:extLst>
              <a:ext uri="{FF2B5EF4-FFF2-40B4-BE49-F238E27FC236}">
                <a16:creationId xmlns:a16="http://schemas.microsoft.com/office/drawing/2014/main" id="{5B94528A-812C-C7DE-A787-ABF5508E4B6F}"/>
              </a:ext>
            </a:extLst>
          </p:cNvPr>
          <p:cNvSpPr>
            <a:spLocks noGrp="1"/>
          </p:cNvSpPr>
          <p:nvPr>
            <p:ph type="ftr" sz="quarter" idx="46"/>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29042902-22AE-CB28-435A-B90F5D3E43B3}"/>
              </a:ext>
            </a:extLst>
          </p:cNvPr>
          <p:cNvSpPr>
            <a:spLocks noGrp="1"/>
          </p:cNvSpPr>
          <p:nvPr>
            <p:ph type="sldNum" sz="quarter" idx="47"/>
          </p:nvPr>
        </p:nvSpPr>
        <p:spPr/>
        <p:txBody>
          <a:bodyPr/>
          <a:lstStyle/>
          <a:p>
            <a:pPr algn="r"/>
            <a:fld id="{5D9A5160-6218-4E5A-B9E6-B93E3DAE377C}" type="slidenum">
              <a:rPr lang="en-US" smtClean="0"/>
              <a:pPr algn="r"/>
              <a:t>‹#›</a:t>
            </a:fld>
            <a:endParaRPr lang="en-US"/>
          </a:p>
        </p:txBody>
      </p:sp>
      <p:sp>
        <p:nvSpPr>
          <p:cNvPr id="5" name="Text Placeholder 9">
            <a:extLst>
              <a:ext uri="{FF2B5EF4-FFF2-40B4-BE49-F238E27FC236}">
                <a16:creationId xmlns:a16="http://schemas.microsoft.com/office/drawing/2014/main" id="{1CE67BCC-0F24-9458-E2DD-BC3C0E46F2B3}"/>
              </a:ext>
            </a:extLst>
          </p:cNvPr>
          <p:cNvSpPr>
            <a:spLocks noGrp="1"/>
          </p:cNvSpPr>
          <p:nvPr>
            <p:ph type="body" sz="quarter" idx="22"/>
          </p:nvPr>
        </p:nvSpPr>
        <p:spPr>
          <a:xfrm>
            <a:off x="550863" y="1628800"/>
            <a:ext cx="3546000" cy="615553"/>
          </a:xfrm>
          <a:prstGeom prst="rect">
            <a:avLst/>
          </a:prstGeom>
        </p:spPr>
        <p:txBody>
          <a:bodyPr wrap="square">
            <a:spAutoFit/>
          </a:bodyPr>
          <a:lstStyle>
            <a:lvl1pPr>
              <a:defRPr sz="2000" b="1">
                <a:solidFill>
                  <a:schemeClr val="accent2"/>
                </a:solidFill>
                <a:latin typeface="+mn-lt"/>
              </a:defRPr>
            </a:lvl1pPr>
          </a:lstStyle>
          <a:p>
            <a:pPr lvl="0"/>
            <a:r>
              <a:rPr lang="en-US"/>
              <a:t>Click to edit Master text styles</a:t>
            </a:r>
          </a:p>
        </p:txBody>
      </p:sp>
      <p:sp>
        <p:nvSpPr>
          <p:cNvPr id="8" name="Text Placeholder 9">
            <a:extLst>
              <a:ext uri="{FF2B5EF4-FFF2-40B4-BE49-F238E27FC236}">
                <a16:creationId xmlns:a16="http://schemas.microsoft.com/office/drawing/2014/main" id="{383490CF-6243-6DBB-8F8E-89A16708E497}"/>
              </a:ext>
            </a:extLst>
          </p:cNvPr>
          <p:cNvSpPr>
            <a:spLocks noGrp="1"/>
          </p:cNvSpPr>
          <p:nvPr>
            <p:ph type="body" sz="quarter" idx="35"/>
          </p:nvPr>
        </p:nvSpPr>
        <p:spPr>
          <a:xfrm>
            <a:off x="4324134" y="1628800"/>
            <a:ext cx="3546000" cy="615553"/>
          </a:xfrm>
          <a:prstGeom prst="rect">
            <a:avLst/>
          </a:prstGeom>
        </p:spPr>
        <p:txBody>
          <a:bodyPr wrap="square">
            <a:spAutoFit/>
          </a:bodyPr>
          <a:lstStyle>
            <a:lvl1pPr>
              <a:defRPr sz="2000" b="1">
                <a:solidFill>
                  <a:schemeClr val="accent2"/>
                </a:solidFill>
                <a:latin typeface="+mn-lt"/>
              </a:defRPr>
            </a:lvl1pPr>
          </a:lstStyle>
          <a:p>
            <a:pPr lvl="0"/>
            <a:r>
              <a:rPr lang="en-US"/>
              <a:t>Click to edit Master text styles</a:t>
            </a:r>
          </a:p>
        </p:txBody>
      </p:sp>
      <p:sp>
        <p:nvSpPr>
          <p:cNvPr id="9" name="Text Placeholder 9">
            <a:extLst>
              <a:ext uri="{FF2B5EF4-FFF2-40B4-BE49-F238E27FC236}">
                <a16:creationId xmlns:a16="http://schemas.microsoft.com/office/drawing/2014/main" id="{A7DBBC8F-C6B0-1582-8311-1B2183819C0A}"/>
              </a:ext>
            </a:extLst>
          </p:cNvPr>
          <p:cNvSpPr>
            <a:spLocks noGrp="1"/>
          </p:cNvSpPr>
          <p:nvPr>
            <p:ph type="body" sz="quarter" idx="36"/>
          </p:nvPr>
        </p:nvSpPr>
        <p:spPr>
          <a:xfrm>
            <a:off x="8097719" y="1628800"/>
            <a:ext cx="3509377" cy="615553"/>
          </a:xfrm>
          <a:prstGeom prst="rect">
            <a:avLst/>
          </a:prstGeom>
        </p:spPr>
        <p:txBody>
          <a:bodyPr wrap="square">
            <a:spAutoFit/>
          </a:bodyPr>
          <a:lstStyle>
            <a:lvl1pPr>
              <a:defRPr sz="2000" b="1">
                <a:solidFill>
                  <a:schemeClr val="accent2"/>
                </a:solidFill>
                <a:latin typeface="+mn-lt"/>
              </a:defRPr>
            </a:lvl1pPr>
          </a:lstStyle>
          <a:p>
            <a:pPr lvl="0"/>
            <a:r>
              <a:rPr lang="en-US"/>
              <a:t>Click to edit Master text styles</a:t>
            </a:r>
          </a:p>
        </p:txBody>
      </p:sp>
      <p:sp>
        <p:nvSpPr>
          <p:cNvPr id="10" name="Content Placeholder 2">
            <a:extLst>
              <a:ext uri="{FF2B5EF4-FFF2-40B4-BE49-F238E27FC236}">
                <a16:creationId xmlns:a16="http://schemas.microsoft.com/office/drawing/2014/main" id="{32B1C3B0-0128-2E68-D82C-819F705C9022}"/>
              </a:ext>
            </a:extLst>
          </p:cNvPr>
          <p:cNvSpPr>
            <a:spLocks noGrp="1"/>
          </p:cNvSpPr>
          <p:nvPr>
            <p:ph sz="quarter" idx="37"/>
          </p:nvPr>
        </p:nvSpPr>
        <p:spPr>
          <a:xfrm>
            <a:off x="550864" y="2471738"/>
            <a:ext cx="3544934" cy="38623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1" name="Content Placeholder 2">
            <a:extLst>
              <a:ext uri="{FF2B5EF4-FFF2-40B4-BE49-F238E27FC236}">
                <a16:creationId xmlns:a16="http://schemas.microsoft.com/office/drawing/2014/main" id="{155FC468-AAD7-3848-BB3E-5D8A806E04DF}"/>
              </a:ext>
            </a:extLst>
          </p:cNvPr>
          <p:cNvSpPr>
            <a:spLocks noGrp="1"/>
          </p:cNvSpPr>
          <p:nvPr>
            <p:ph sz="quarter" idx="43"/>
          </p:nvPr>
        </p:nvSpPr>
        <p:spPr>
          <a:xfrm>
            <a:off x="4322749" y="2471738"/>
            <a:ext cx="3544934" cy="38623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2" name="Content Placeholder 2">
            <a:extLst>
              <a:ext uri="{FF2B5EF4-FFF2-40B4-BE49-F238E27FC236}">
                <a16:creationId xmlns:a16="http://schemas.microsoft.com/office/drawing/2014/main" id="{5562F512-08CF-A4C5-6721-9571A9240AF8}"/>
              </a:ext>
            </a:extLst>
          </p:cNvPr>
          <p:cNvSpPr>
            <a:spLocks noGrp="1"/>
          </p:cNvSpPr>
          <p:nvPr>
            <p:ph sz="quarter" idx="44"/>
          </p:nvPr>
        </p:nvSpPr>
        <p:spPr>
          <a:xfrm>
            <a:off x="8062162" y="2471738"/>
            <a:ext cx="3544934" cy="38623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3" name="Title 4">
            <a:extLst>
              <a:ext uri="{FF2B5EF4-FFF2-40B4-BE49-F238E27FC236}">
                <a16:creationId xmlns:a16="http://schemas.microsoft.com/office/drawing/2014/main" id="{626B24FE-99E2-3F92-2ACB-C8DC64DBB53A}"/>
              </a:ext>
            </a:extLst>
          </p:cNvPr>
          <p:cNvSpPr>
            <a:spLocks noGrp="1"/>
          </p:cNvSpPr>
          <p:nvPr>
            <p:ph type="title"/>
          </p:nvPr>
        </p:nvSpPr>
        <p:spPr>
          <a:xfrm>
            <a:off x="551384" y="549274"/>
            <a:ext cx="11090938" cy="930372"/>
          </a:xfrm>
        </p:spPr>
        <p:txBody>
          <a:bodyPr/>
          <a:lstStyle/>
          <a:p>
            <a:r>
              <a:rPr lang="en-US"/>
              <a:t>Click to edit Master title style</a:t>
            </a:r>
          </a:p>
        </p:txBody>
      </p:sp>
      <p:sp>
        <p:nvSpPr>
          <p:cNvPr id="14" name="Chapter Placeholder 2">
            <a:extLst>
              <a:ext uri="{FF2B5EF4-FFF2-40B4-BE49-F238E27FC236}">
                <a16:creationId xmlns:a16="http://schemas.microsoft.com/office/drawing/2014/main" id="{6CDC910A-AC0A-CC7F-1E68-FEB7E6C97CE7}"/>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143870498"/>
      </p:ext>
    </p:extLst>
  </p:cSld>
  <p:clrMapOvr>
    <a:masterClrMapping/>
  </p:clrMapOvr>
</p:sldLayout>
</file>

<file path=ppt/slideLayouts/slideLayout304.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E19822C-D354-F2FB-1C56-D296F7B12974}"/>
              </a:ext>
            </a:extLst>
          </p:cNvPr>
          <p:cNvSpPr>
            <a:spLocks noGrp="1"/>
          </p:cNvSpPr>
          <p:nvPr>
            <p:ph type="dt" sz="half" idx="26"/>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3" name="Footer Placeholder 2">
            <a:extLst>
              <a:ext uri="{FF2B5EF4-FFF2-40B4-BE49-F238E27FC236}">
                <a16:creationId xmlns:a16="http://schemas.microsoft.com/office/drawing/2014/main" id="{79AA8835-108D-EC01-28A9-036F9DC1ED24}"/>
              </a:ext>
            </a:extLst>
          </p:cNvPr>
          <p:cNvSpPr>
            <a:spLocks noGrp="1"/>
          </p:cNvSpPr>
          <p:nvPr>
            <p:ph type="ftr" sz="quarter" idx="27"/>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97F09F6A-36AF-74AE-86F3-4627D658998C}"/>
              </a:ext>
            </a:extLst>
          </p:cNvPr>
          <p:cNvSpPr>
            <a:spLocks noGrp="1"/>
          </p:cNvSpPr>
          <p:nvPr>
            <p:ph type="sldNum" sz="quarter" idx="28"/>
          </p:nvPr>
        </p:nvSpPr>
        <p:spPr/>
        <p:txBody>
          <a:bodyPr/>
          <a:lstStyle/>
          <a:p>
            <a:pPr algn="r"/>
            <a:fld id="{5D9A5160-6218-4E5A-B9E6-B93E3DAE377C}" type="slidenum">
              <a:rPr lang="en-US" smtClean="0"/>
              <a:pPr algn="r"/>
              <a:t>‹#›</a:t>
            </a:fld>
            <a:endParaRPr lang="en-US"/>
          </a:p>
        </p:txBody>
      </p:sp>
      <p:sp>
        <p:nvSpPr>
          <p:cNvPr id="7" name="Text Placeholder 9">
            <a:extLst>
              <a:ext uri="{FF2B5EF4-FFF2-40B4-BE49-F238E27FC236}">
                <a16:creationId xmlns:a16="http://schemas.microsoft.com/office/drawing/2014/main" id="{30D5257C-2305-5A13-07A2-6D26884505A0}"/>
              </a:ext>
            </a:extLst>
          </p:cNvPr>
          <p:cNvSpPr>
            <a:spLocks noGrp="1"/>
          </p:cNvSpPr>
          <p:nvPr>
            <p:ph type="body" sz="quarter" idx="22"/>
          </p:nvPr>
        </p:nvSpPr>
        <p:spPr>
          <a:xfrm>
            <a:off x="550864" y="1628800"/>
            <a:ext cx="5330138" cy="307777"/>
          </a:xfrm>
          <a:prstGeom prst="rect">
            <a:avLst/>
          </a:prstGeom>
        </p:spPr>
        <p:txBody>
          <a:bodyPr wrap="square">
            <a:spAutoFit/>
          </a:bodyPr>
          <a:lstStyle>
            <a:lvl1pPr>
              <a:defRPr sz="2000" b="1">
                <a:solidFill>
                  <a:schemeClr val="accent2"/>
                </a:solidFill>
                <a:latin typeface="+mn-lt"/>
              </a:defRPr>
            </a:lvl1pPr>
          </a:lstStyle>
          <a:p>
            <a:pPr lvl="0"/>
            <a:r>
              <a:rPr lang="en-US"/>
              <a:t>Click to edit Master text styles</a:t>
            </a:r>
          </a:p>
        </p:txBody>
      </p:sp>
      <p:sp>
        <p:nvSpPr>
          <p:cNvPr id="9" name="Content Placeholder 17">
            <a:extLst>
              <a:ext uri="{FF2B5EF4-FFF2-40B4-BE49-F238E27FC236}">
                <a16:creationId xmlns:a16="http://schemas.microsoft.com/office/drawing/2014/main" id="{7EFD17F0-D212-D07E-2F1D-1CB6937CFC69}"/>
              </a:ext>
            </a:extLst>
          </p:cNvPr>
          <p:cNvSpPr>
            <a:spLocks noGrp="1"/>
          </p:cNvSpPr>
          <p:nvPr>
            <p:ph sz="quarter" idx="23"/>
          </p:nvPr>
        </p:nvSpPr>
        <p:spPr>
          <a:xfrm>
            <a:off x="550862" y="2492896"/>
            <a:ext cx="5330138" cy="385075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2" name="Text Placeholder 9">
            <a:extLst>
              <a:ext uri="{FF2B5EF4-FFF2-40B4-BE49-F238E27FC236}">
                <a16:creationId xmlns:a16="http://schemas.microsoft.com/office/drawing/2014/main" id="{EC6FEC92-A170-A7CC-8FF6-9FD32F5A0F2E}"/>
              </a:ext>
            </a:extLst>
          </p:cNvPr>
          <p:cNvSpPr>
            <a:spLocks noGrp="1"/>
          </p:cNvSpPr>
          <p:nvPr>
            <p:ph type="body" sz="quarter" idx="24"/>
          </p:nvPr>
        </p:nvSpPr>
        <p:spPr>
          <a:xfrm>
            <a:off x="6310478" y="1628800"/>
            <a:ext cx="5330138" cy="307777"/>
          </a:xfrm>
          <a:prstGeom prst="rect">
            <a:avLst/>
          </a:prstGeom>
        </p:spPr>
        <p:txBody>
          <a:bodyPr wrap="square">
            <a:spAutoFit/>
          </a:bodyPr>
          <a:lstStyle>
            <a:lvl1pPr>
              <a:defRPr sz="2000" b="1">
                <a:solidFill>
                  <a:schemeClr val="accent2"/>
                </a:solidFill>
                <a:latin typeface="+mn-lt"/>
              </a:defRPr>
            </a:lvl1pPr>
          </a:lstStyle>
          <a:p>
            <a:pPr lvl="0"/>
            <a:r>
              <a:rPr lang="en-US"/>
              <a:t>Click to edit Master text styles</a:t>
            </a:r>
          </a:p>
        </p:txBody>
      </p:sp>
      <p:sp>
        <p:nvSpPr>
          <p:cNvPr id="13" name="Content Placeholder 17">
            <a:extLst>
              <a:ext uri="{FF2B5EF4-FFF2-40B4-BE49-F238E27FC236}">
                <a16:creationId xmlns:a16="http://schemas.microsoft.com/office/drawing/2014/main" id="{61CACAE4-D9D8-CD09-D583-8423E8CA63DC}"/>
              </a:ext>
            </a:extLst>
          </p:cNvPr>
          <p:cNvSpPr>
            <a:spLocks noGrp="1"/>
          </p:cNvSpPr>
          <p:nvPr>
            <p:ph sz="quarter" idx="25"/>
          </p:nvPr>
        </p:nvSpPr>
        <p:spPr>
          <a:xfrm>
            <a:off x="6310476" y="2492896"/>
            <a:ext cx="5330138" cy="385075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4" name="Title 5">
            <a:extLst>
              <a:ext uri="{FF2B5EF4-FFF2-40B4-BE49-F238E27FC236}">
                <a16:creationId xmlns:a16="http://schemas.microsoft.com/office/drawing/2014/main" id="{125124BF-59AA-4061-4A22-16A686B4877F}"/>
              </a:ext>
            </a:extLst>
          </p:cNvPr>
          <p:cNvSpPr>
            <a:spLocks noGrp="1"/>
          </p:cNvSpPr>
          <p:nvPr>
            <p:ph type="title"/>
          </p:nvPr>
        </p:nvSpPr>
        <p:spPr>
          <a:xfrm>
            <a:off x="551384" y="549274"/>
            <a:ext cx="11090938" cy="930372"/>
          </a:xfrm>
        </p:spPr>
        <p:txBody>
          <a:bodyPr/>
          <a:lstStyle/>
          <a:p>
            <a:r>
              <a:rPr lang="en-US"/>
              <a:t>Click to edit Master title style</a:t>
            </a:r>
          </a:p>
        </p:txBody>
      </p:sp>
    </p:spTree>
    <p:extLst>
      <p:ext uri="{BB962C8B-B14F-4D97-AF65-F5344CB8AC3E}">
        <p14:creationId xmlns:p14="http://schemas.microsoft.com/office/powerpoint/2010/main" val="1761158"/>
      </p:ext>
    </p:extLst>
  </p:cSld>
  <p:clrMapOvr>
    <a:masterClrMapping/>
  </p:clrMapOvr>
</p:sldLayout>
</file>

<file path=ppt/slideLayouts/slideLayout305.xml><?xml version="1.0" encoding="utf-8"?>
<p:sldLayout xmlns:a="http://schemas.openxmlformats.org/drawingml/2006/main" xmlns:r="http://schemas.openxmlformats.org/officeDocument/2006/relationships" xmlns:p="http://schemas.openxmlformats.org/presentationml/2006/main" preserve="1" userDrawn="1">
  <p:cSld name="Comparison Chapterbox">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E19822C-D354-F2FB-1C56-D296F7B12974}"/>
              </a:ext>
            </a:extLst>
          </p:cNvPr>
          <p:cNvSpPr>
            <a:spLocks noGrp="1"/>
          </p:cNvSpPr>
          <p:nvPr>
            <p:ph type="dt" sz="half" idx="26"/>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3" name="Footer Placeholder 2">
            <a:extLst>
              <a:ext uri="{FF2B5EF4-FFF2-40B4-BE49-F238E27FC236}">
                <a16:creationId xmlns:a16="http://schemas.microsoft.com/office/drawing/2014/main" id="{79AA8835-108D-EC01-28A9-036F9DC1ED24}"/>
              </a:ext>
            </a:extLst>
          </p:cNvPr>
          <p:cNvSpPr>
            <a:spLocks noGrp="1"/>
          </p:cNvSpPr>
          <p:nvPr>
            <p:ph type="ftr" sz="quarter" idx="27"/>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97F09F6A-36AF-74AE-86F3-4627D658998C}"/>
              </a:ext>
            </a:extLst>
          </p:cNvPr>
          <p:cNvSpPr>
            <a:spLocks noGrp="1"/>
          </p:cNvSpPr>
          <p:nvPr>
            <p:ph type="sldNum" sz="quarter" idx="28"/>
          </p:nvPr>
        </p:nvSpPr>
        <p:spPr/>
        <p:txBody>
          <a:bodyPr/>
          <a:lstStyle/>
          <a:p>
            <a:pPr algn="r"/>
            <a:fld id="{5D9A5160-6218-4E5A-B9E6-B93E3DAE377C}" type="slidenum">
              <a:rPr lang="en-US" smtClean="0"/>
              <a:pPr algn="r"/>
              <a:t>‹#›</a:t>
            </a:fld>
            <a:endParaRPr lang="en-US"/>
          </a:p>
        </p:txBody>
      </p:sp>
      <p:sp>
        <p:nvSpPr>
          <p:cNvPr id="7" name="Text Placeholder 9">
            <a:extLst>
              <a:ext uri="{FF2B5EF4-FFF2-40B4-BE49-F238E27FC236}">
                <a16:creationId xmlns:a16="http://schemas.microsoft.com/office/drawing/2014/main" id="{95E9CE48-EF69-F2C9-8A03-F2A8587E01BA}"/>
              </a:ext>
            </a:extLst>
          </p:cNvPr>
          <p:cNvSpPr>
            <a:spLocks noGrp="1"/>
          </p:cNvSpPr>
          <p:nvPr>
            <p:ph type="body" sz="quarter" idx="22"/>
          </p:nvPr>
        </p:nvSpPr>
        <p:spPr>
          <a:xfrm>
            <a:off x="550864" y="1628800"/>
            <a:ext cx="5330138" cy="307777"/>
          </a:xfrm>
          <a:prstGeom prst="rect">
            <a:avLst/>
          </a:prstGeom>
        </p:spPr>
        <p:txBody>
          <a:bodyPr wrap="square">
            <a:spAutoFit/>
          </a:bodyPr>
          <a:lstStyle>
            <a:lvl1pPr>
              <a:defRPr sz="2000" b="1">
                <a:solidFill>
                  <a:schemeClr val="accent2"/>
                </a:solidFill>
                <a:latin typeface="+mn-lt"/>
              </a:defRPr>
            </a:lvl1pPr>
          </a:lstStyle>
          <a:p>
            <a:pPr lvl="0"/>
            <a:r>
              <a:rPr lang="en-US"/>
              <a:t>Click to edit Master text styles</a:t>
            </a:r>
          </a:p>
        </p:txBody>
      </p:sp>
      <p:sp>
        <p:nvSpPr>
          <p:cNvPr id="12" name="Content Placeholder 17">
            <a:extLst>
              <a:ext uri="{FF2B5EF4-FFF2-40B4-BE49-F238E27FC236}">
                <a16:creationId xmlns:a16="http://schemas.microsoft.com/office/drawing/2014/main" id="{F334E708-8C22-D91B-DBA0-AC721B140B70}"/>
              </a:ext>
            </a:extLst>
          </p:cNvPr>
          <p:cNvSpPr>
            <a:spLocks noGrp="1"/>
          </p:cNvSpPr>
          <p:nvPr>
            <p:ph sz="quarter" idx="23"/>
          </p:nvPr>
        </p:nvSpPr>
        <p:spPr>
          <a:xfrm>
            <a:off x="550862" y="2492896"/>
            <a:ext cx="5330138" cy="385075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3" name="Text Placeholder 9">
            <a:extLst>
              <a:ext uri="{FF2B5EF4-FFF2-40B4-BE49-F238E27FC236}">
                <a16:creationId xmlns:a16="http://schemas.microsoft.com/office/drawing/2014/main" id="{C218E6AF-82C0-D1E0-384F-B256AD9A07C9}"/>
              </a:ext>
            </a:extLst>
          </p:cNvPr>
          <p:cNvSpPr>
            <a:spLocks noGrp="1"/>
          </p:cNvSpPr>
          <p:nvPr>
            <p:ph type="body" sz="quarter" idx="24"/>
          </p:nvPr>
        </p:nvSpPr>
        <p:spPr>
          <a:xfrm>
            <a:off x="6310478" y="1628800"/>
            <a:ext cx="5330138" cy="307777"/>
          </a:xfrm>
          <a:prstGeom prst="rect">
            <a:avLst/>
          </a:prstGeom>
        </p:spPr>
        <p:txBody>
          <a:bodyPr wrap="square">
            <a:spAutoFit/>
          </a:bodyPr>
          <a:lstStyle>
            <a:lvl1pPr>
              <a:defRPr sz="2000" b="1">
                <a:solidFill>
                  <a:schemeClr val="accent2"/>
                </a:solidFill>
                <a:latin typeface="+mn-lt"/>
              </a:defRPr>
            </a:lvl1pPr>
          </a:lstStyle>
          <a:p>
            <a:pPr lvl="0"/>
            <a:r>
              <a:rPr lang="en-US"/>
              <a:t>Click to edit Master text styles</a:t>
            </a:r>
          </a:p>
        </p:txBody>
      </p:sp>
      <p:sp>
        <p:nvSpPr>
          <p:cNvPr id="14" name="Content Placeholder 17">
            <a:extLst>
              <a:ext uri="{FF2B5EF4-FFF2-40B4-BE49-F238E27FC236}">
                <a16:creationId xmlns:a16="http://schemas.microsoft.com/office/drawing/2014/main" id="{434732BD-0DE1-7972-8129-6B2FD889422B}"/>
              </a:ext>
            </a:extLst>
          </p:cNvPr>
          <p:cNvSpPr>
            <a:spLocks noGrp="1"/>
          </p:cNvSpPr>
          <p:nvPr>
            <p:ph sz="quarter" idx="25"/>
          </p:nvPr>
        </p:nvSpPr>
        <p:spPr>
          <a:xfrm>
            <a:off x="6310476" y="2492896"/>
            <a:ext cx="5330138" cy="385075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5" name="Title 5">
            <a:extLst>
              <a:ext uri="{FF2B5EF4-FFF2-40B4-BE49-F238E27FC236}">
                <a16:creationId xmlns:a16="http://schemas.microsoft.com/office/drawing/2014/main" id="{FAD5C41E-6196-A73E-2CC8-40DE5784314D}"/>
              </a:ext>
            </a:extLst>
          </p:cNvPr>
          <p:cNvSpPr>
            <a:spLocks noGrp="1"/>
          </p:cNvSpPr>
          <p:nvPr>
            <p:ph type="title"/>
          </p:nvPr>
        </p:nvSpPr>
        <p:spPr>
          <a:xfrm>
            <a:off x="551384" y="549274"/>
            <a:ext cx="11090938" cy="930372"/>
          </a:xfrm>
        </p:spPr>
        <p:txBody>
          <a:bodyPr/>
          <a:lstStyle/>
          <a:p>
            <a:r>
              <a:rPr lang="en-US"/>
              <a:t>Click to edit Master title style</a:t>
            </a:r>
          </a:p>
        </p:txBody>
      </p:sp>
      <p:sp>
        <p:nvSpPr>
          <p:cNvPr id="16" name="Chapter Placeholder 2">
            <a:extLst>
              <a:ext uri="{FF2B5EF4-FFF2-40B4-BE49-F238E27FC236}">
                <a16:creationId xmlns:a16="http://schemas.microsoft.com/office/drawing/2014/main" id="{9D705FF2-388B-F1E9-E0EF-2FC6B1B5B165}"/>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3973942800"/>
      </p:ext>
    </p:extLst>
  </p:cSld>
  <p:clrMapOvr>
    <a:masterClrMapping/>
  </p:clrMapOvr>
</p:sldLayout>
</file>

<file path=ppt/slideLayouts/slideLayout306.xml><?xml version="1.0" encoding="utf-8"?>
<p:sldLayout xmlns:a="http://schemas.openxmlformats.org/drawingml/2006/main" xmlns:r="http://schemas.openxmlformats.org/officeDocument/2006/relationships" xmlns:p="http://schemas.openxmlformats.org/presentationml/2006/main" preserve="1" userDrawn="1">
  <p:cSld name="Content Photo 1">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6C4F5EE7-6CA6-23D5-2788-911B0B2A43B3}"/>
              </a:ext>
            </a:extLst>
          </p:cNvPr>
          <p:cNvSpPr>
            <a:spLocks noGrp="1"/>
          </p:cNvSpPr>
          <p:nvPr>
            <p:ph type="pic" sz="quarter" idx="10" hasCustomPrompt="1"/>
          </p:nvPr>
        </p:nvSpPr>
        <p:spPr>
          <a:xfrm>
            <a:off x="7943743" y="1"/>
            <a:ext cx="4248257"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0" name="Date Placeholder 9">
            <a:extLst>
              <a:ext uri="{FF2B5EF4-FFF2-40B4-BE49-F238E27FC236}">
                <a16:creationId xmlns:a16="http://schemas.microsoft.com/office/drawing/2014/main" id="{46783FFD-9F48-C402-1C8B-428607819FB0}"/>
              </a:ext>
            </a:extLst>
          </p:cNvPr>
          <p:cNvSpPr>
            <a:spLocks noGrp="1"/>
          </p:cNvSpPr>
          <p:nvPr>
            <p:ph type="dt" sz="half" idx="24"/>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11" name="Footer Placeholder 10">
            <a:extLst>
              <a:ext uri="{FF2B5EF4-FFF2-40B4-BE49-F238E27FC236}">
                <a16:creationId xmlns:a16="http://schemas.microsoft.com/office/drawing/2014/main" id="{86AD5ECD-D6D3-FD2C-E095-2E1A79FDA02A}"/>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C3781C8A-9DD0-4577-58C6-4DB8551B5B02}"/>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7" name="Logo Placeholder 7">
            <a:extLst>
              <a:ext uri="{FF2B5EF4-FFF2-40B4-BE49-F238E27FC236}">
                <a16:creationId xmlns:a16="http://schemas.microsoft.com/office/drawing/2014/main" id="{29795E3B-57BB-6A89-30A5-3E6BC71D41BA}"/>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
        <p:nvSpPr>
          <p:cNvPr id="4" name="Text Placeholder 9">
            <a:extLst>
              <a:ext uri="{FF2B5EF4-FFF2-40B4-BE49-F238E27FC236}">
                <a16:creationId xmlns:a16="http://schemas.microsoft.com/office/drawing/2014/main" id="{DAB5A246-9A0B-65C8-49F8-87EBDAA8FFAB}"/>
              </a:ext>
            </a:extLst>
          </p:cNvPr>
          <p:cNvSpPr>
            <a:spLocks noGrp="1"/>
          </p:cNvSpPr>
          <p:nvPr>
            <p:ph type="body" sz="quarter" idx="22" hasCustomPrompt="1"/>
          </p:nvPr>
        </p:nvSpPr>
        <p:spPr>
          <a:xfrm>
            <a:off x="550200" y="1634286"/>
            <a:ext cx="6984776"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8" name="Title 4">
            <a:extLst>
              <a:ext uri="{FF2B5EF4-FFF2-40B4-BE49-F238E27FC236}">
                <a16:creationId xmlns:a16="http://schemas.microsoft.com/office/drawing/2014/main" id="{EA12CB0F-18C8-4B37-D337-576F193F4E68}"/>
              </a:ext>
            </a:extLst>
          </p:cNvPr>
          <p:cNvSpPr>
            <a:spLocks noGrp="1"/>
          </p:cNvSpPr>
          <p:nvPr>
            <p:ph type="title"/>
          </p:nvPr>
        </p:nvSpPr>
        <p:spPr>
          <a:xfrm>
            <a:off x="551384" y="549274"/>
            <a:ext cx="6984776" cy="930372"/>
          </a:xfrm>
        </p:spPr>
        <p:txBody>
          <a:bodyPr/>
          <a:lstStyle/>
          <a:p>
            <a:r>
              <a:rPr lang="en-US"/>
              <a:t>Click to edit Master title style</a:t>
            </a:r>
          </a:p>
        </p:txBody>
      </p:sp>
      <p:sp>
        <p:nvSpPr>
          <p:cNvPr id="9" name="Content Placeholder 5">
            <a:extLst>
              <a:ext uri="{FF2B5EF4-FFF2-40B4-BE49-F238E27FC236}">
                <a16:creationId xmlns:a16="http://schemas.microsoft.com/office/drawing/2014/main" id="{D152F18F-85FF-9779-8F2D-A303D862196F}"/>
              </a:ext>
            </a:extLst>
          </p:cNvPr>
          <p:cNvSpPr>
            <a:spLocks noGrp="1"/>
          </p:cNvSpPr>
          <p:nvPr>
            <p:ph sz="quarter" idx="31"/>
          </p:nvPr>
        </p:nvSpPr>
        <p:spPr>
          <a:xfrm>
            <a:off x="551384" y="2132856"/>
            <a:ext cx="6984776"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79670247"/>
      </p:ext>
    </p:extLst>
  </p:cSld>
  <p:clrMapOvr>
    <a:masterClrMapping/>
  </p:clrMapOvr>
  <p:extLst>
    <p:ext uri="{DCECCB84-F9BA-43D5-87BE-67443E8EF086}">
      <p15:sldGuideLst xmlns:p15="http://schemas.microsoft.com/office/powerpoint/2012/main">
        <p15:guide id="1" pos="5110">
          <p15:clr>
            <a:srgbClr val="FBAE40"/>
          </p15:clr>
        </p15:guide>
      </p15:sldGuideLst>
    </p:ext>
  </p:extLst>
</p:sldLayout>
</file>

<file path=ppt/slideLayouts/slideLayout307.xml><?xml version="1.0" encoding="utf-8"?>
<p:sldLayout xmlns:a="http://schemas.openxmlformats.org/drawingml/2006/main" xmlns:r="http://schemas.openxmlformats.org/officeDocument/2006/relationships" xmlns:p="http://schemas.openxmlformats.org/presentationml/2006/main" preserve="1" userDrawn="1">
  <p:cSld name="Content Photo 1 Chapterbox">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6C4F5EE7-6CA6-23D5-2788-911B0B2A43B3}"/>
              </a:ext>
            </a:extLst>
          </p:cNvPr>
          <p:cNvSpPr>
            <a:spLocks noGrp="1"/>
          </p:cNvSpPr>
          <p:nvPr>
            <p:ph type="pic" sz="quarter" idx="10" hasCustomPrompt="1"/>
          </p:nvPr>
        </p:nvSpPr>
        <p:spPr>
          <a:xfrm>
            <a:off x="7943743" y="1"/>
            <a:ext cx="4248257"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0" name="Date Placeholder 9">
            <a:extLst>
              <a:ext uri="{FF2B5EF4-FFF2-40B4-BE49-F238E27FC236}">
                <a16:creationId xmlns:a16="http://schemas.microsoft.com/office/drawing/2014/main" id="{46783FFD-9F48-C402-1C8B-428607819FB0}"/>
              </a:ext>
            </a:extLst>
          </p:cNvPr>
          <p:cNvSpPr>
            <a:spLocks noGrp="1"/>
          </p:cNvSpPr>
          <p:nvPr>
            <p:ph type="dt" sz="half" idx="24"/>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11" name="Footer Placeholder 10">
            <a:extLst>
              <a:ext uri="{FF2B5EF4-FFF2-40B4-BE49-F238E27FC236}">
                <a16:creationId xmlns:a16="http://schemas.microsoft.com/office/drawing/2014/main" id="{86AD5ECD-D6D3-FD2C-E095-2E1A79FDA02A}"/>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C3781C8A-9DD0-4577-58C6-4DB8551B5B02}"/>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7" name="Logo Placeholder 7">
            <a:extLst>
              <a:ext uri="{FF2B5EF4-FFF2-40B4-BE49-F238E27FC236}">
                <a16:creationId xmlns:a16="http://schemas.microsoft.com/office/drawing/2014/main" id="{B6CD7C39-9B05-5EE2-DEF9-35BCAF890611}"/>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
        <p:nvSpPr>
          <p:cNvPr id="4" name="Text Placeholder 9">
            <a:extLst>
              <a:ext uri="{FF2B5EF4-FFF2-40B4-BE49-F238E27FC236}">
                <a16:creationId xmlns:a16="http://schemas.microsoft.com/office/drawing/2014/main" id="{8E054368-78BE-CE84-C2FA-4F703E683BE8}"/>
              </a:ext>
            </a:extLst>
          </p:cNvPr>
          <p:cNvSpPr>
            <a:spLocks noGrp="1"/>
          </p:cNvSpPr>
          <p:nvPr>
            <p:ph type="body" sz="quarter" idx="22" hasCustomPrompt="1"/>
          </p:nvPr>
        </p:nvSpPr>
        <p:spPr>
          <a:xfrm>
            <a:off x="550200" y="1634286"/>
            <a:ext cx="6984776"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9" name="Title 4">
            <a:extLst>
              <a:ext uri="{FF2B5EF4-FFF2-40B4-BE49-F238E27FC236}">
                <a16:creationId xmlns:a16="http://schemas.microsoft.com/office/drawing/2014/main" id="{DEEAD991-3964-F36C-4879-85B7BF15F755}"/>
              </a:ext>
            </a:extLst>
          </p:cNvPr>
          <p:cNvSpPr>
            <a:spLocks noGrp="1"/>
          </p:cNvSpPr>
          <p:nvPr>
            <p:ph type="title"/>
          </p:nvPr>
        </p:nvSpPr>
        <p:spPr>
          <a:xfrm>
            <a:off x="551384" y="549274"/>
            <a:ext cx="6984776" cy="930372"/>
          </a:xfrm>
        </p:spPr>
        <p:txBody>
          <a:bodyPr/>
          <a:lstStyle/>
          <a:p>
            <a:r>
              <a:rPr lang="en-US"/>
              <a:t>Click to edit Master title style</a:t>
            </a:r>
          </a:p>
        </p:txBody>
      </p:sp>
      <p:sp>
        <p:nvSpPr>
          <p:cNvPr id="13" name="Content Placeholder 5">
            <a:extLst>
              <a:ext uri="{FF2B5EF4-FFF2-40B4-BE49-F238E27FC236}">
                <a16:creationId xmlns:a16="http://schemas.microsoft.com/office/drawing/2014/main" id="{C0F27CFC-E991-3A28-ACC5-5F26FBD8F2E7}"/>
              </a:ext>
            </a:extLst>
          </p:cNvPr>
          <p:cNvSpPr>
            <a:spLocks noGrp="1"/>
          </p:cNvSpPr>
          <p:nvPr>
            <p:ph sz="quarter" idx="31"/>
          </p:nvPr>
        </p:nvSpPr>
        <p:spPr>
          <a:xfrm>
            <a:off x="551384" y="2132856"/>
            <a:ext cx="6984776"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hapter Placeholder 2">
            <a:extLst>
              <a:ext uri="{FF2B5EF4-FFF2-40B4-BE49-F238E27FC236}">
                <a16:creationId xmlns:a16="http://schemas.microsoft.com/office/drawing/2014/main" id="{0D3DC115-B2A4-A93A-670B-C9BC365E7171}"/>
              </a:ext>
            </a:extLst>
          </p:cNvPr>
          <p:cNvSpPr>
            <a:spLocks noGrp="1"/>
          </p:cNvSpPr>
          <p:nvPr>
            <p:ph type="body" sz="quarter" idx="13" hasCustomPrompt="1"/>
          </p:nvPr>
        </p:nvSpPr>
        <p:spPr>
          <a:xfrm>
            <a:off x="550863" y="266219"/>
            <a:ext cx="6983870"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60960457"/>
      </p:ext>
    </p:extLst>
  </p:cSld>
  <p:clrMapOvr>
    <a:masterClrMapping/>
  </p:clrMapOvr>
  <p:extLst>
    <p:ext uri="{DCECCB84-F9BA-43D5-87BE-67443E8EF086}">
      <p15:sldGuideLst xmlns:p15="http://schemas.microsoft.com/office/powerpoint/2012/main">
        <p15:guide id="1" pos="5110">
          <p15:clr>
            <a:srgbClr val="FBAE40"/>
          </p15:clr>
        </p15:guide>
      </p15:sldGuideLst>
    </p:ext>
  </p:extLst>
</p:sldLayout>
</file>

<file path=ppt/slideLayouts/slideLayout308.xml><?xml version="1.0" encoding="utf-8"?>
<p:sldLayout xmlns:a="http://schemas.openxmlformats.org/drawingml/2006/main" xmlns:r="http://schemas.openxmlformats.org/officeDocument/2006/relationships" xmlns:p="http://schemas.openxmlformats.org/presentationml/2006/main" preserve="1" userDrawn="1">
  <p:cSld name="Content Photo 2">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97BD40BB-A2F0-F646-3CC2-596CC4195838}"/>
              </a:ext>
            </a:extLst>
          </p:cNvPr>
          <p:cNvSpPr>
            <a:spLocks noGrp="1"/>
          </p:cNvSpPr>
          <p:nvPr>
            <p:ph type="pic" sz="quarter" idx="18" hasCustomPrompt="1"/>
          </p:nvPr>
        </p:nvSpPr>
        <p:spPr>
          <a:xfrm>
            <a:off x="6095937" y="1"/>
            <a:ext cx="6096064"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0" name="Date Placeholder 9">
            <a:extLst>
              <a:ext uri="{FF2B5EF4-FFF2-40B4-BE49-F238E27FC236}">
                <a16:creationId xmlns:a16="http://schemas.microsoft.com/office/drawing/2014/main" id="{6132EE43-B817-E2F8-9E7F-509C8F5C333F}"/>
              </a:ext>
            </a:extLst>
          </p:cNvPr>
          <p:cNvSpPr>
            <a:spLocks noGrp="1"/>
          </p:cNvSpPr>
          <p:nvPr>
            <p:ph type="dt" sz="half" idx="24"/>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11" name="Footer Placeholder 10">
            <a:extLst>
              <a:ext uri="{FF2B5EF4-FFF2-40B4-BE49-F238E27FC236}">
                <a16:creationId xmlns:a16="http://schemas.microsoft.com/office/drawing/2014/main" id="{9D40FDFE-5D39-1793-49A7-C223A0B5A728}"/>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D3F18AC0-D398-EFCE-8D4E-EBBC42BA70A1}"/>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7" name="Logo Placeholder 7">
            <a:extLst>
              <a:ext uri="{FF2B5EF4-FFF2-40B4-BE49-F238E27FC236}">
                <a16:creationId xmlns:a16="http://schemas.microsoft.com/office/drawing/2014/main" id="{89A27111-DDC9-12A1-4C11-F0F75CF8CCD1}"/>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
        <p:nvSpPr>
          <p:cNvPr id="4" name="Text Placeholder 9">
            <a:extLst>
              <a:ext uri="{FF2B5EF4-FFF2-40B4-BE49-F238E27FC236}">
                <a16:creationId xmlns:a16="http://schemas.microsoft.com/office/drawing/2014/main" id="{A9FC7CEE-5684-A3B6-ACDC-94CBEF3D287A}"/>
              </a:ext>
            </a:extLst>
          </p:cNvPr>
          <p:cNvSpPr>
            <a:spLocks noGrp="1"/>
          </p:cNvSpPr>
          <p:nvPr>
            <p:ph type="body" sz="quarter" idx="22" hasCustomPrompt="1"/>
          </p:nvPr>
        </p:nvSpPr>
        <p:spPr>
          <a:xfrm>
            <a:off x="550200" y="1634286"/>
            <a:ext cx="5184576"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8" name="Title 4">
            <a:extLst>
              <a:ext uri="{FF2B5EF4-FFF2-40B4-BE49-F238E27FC236}">
                <a16:creationId xmlns:a16="http://schemas.microsoft.com/office/drawing/2014/main" id="{E996CBFA-AD09-0282-5487-19F5210631FF}"/>
              </a:ext>
            </a:extLst>
          </p:cNvPr>
          <p:cNvSpPr>
            <a:spLocks noGrp="1"/>
          </p:cNvSpPr>
          <p:nvPr>
            <p:ph type="title"/>
          </p:nvPr>
        </p:nvSpPr>
        <p:spPr>
          <a:xfrm>
            <a:off x="551384" y="549274"/>
            <a:ext cx="5184576" cy="930372"/>
          </a:xfrm>
        </p:spPr>
        <p:txBody>
          <a:bodyPr/>
          <a:lstStyle/>
          <a:p>
            <a:r>
              <a:rPr lang="en-US"/>
              <a:t>Click to edit Master title style</a:t>
            </a:r>
          </a:p>
        </p:txBody>
      </p:sp>
      <p:sp>
        <p:nvSpPr>
          <p:cNvPr id="9" name="Content Placeholder 5">
            <a:extLst>
              <a:ext uri="{FF2B5EF4-FFF2-40B4-BE49-F238E27FC236}">
                <a16:creationId xmlns:a16="http://schemas.microsoft.com/office/drawing/2014/main" id="{55764D24-97AD-17C8-67AB-BA489F8EDE94}"/>
              </a:ext>
            </a:extLst>
          </p:cNvPr>
          <p:cNvSpPr>
            <a:spLocks noGrp="1"/>
          </p:cNvSpPr>
          <p:nvPr>
            <p:ph sz="quarter" idx="31"/>
          </p:nvPr>
        </p:nvSpPr>
        <p:spPr>
          <a:xfrm>
            <a:off x="551384" y="2132856"/>
            <a:ext cx="5184576"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3651823"/>
      </p:ext>
    </p:extLst>
  </p:cSld>
  <p:clrMapOvr>
    <a:masterClrMapping/>
  </p:clrMapOvr>
</p:sldLayout>
</file>

<file path=ppt/slideLayouts/slideLayout309.xml><?xml version="1.0" encoding="utf-8"?>
<p:sldLayout xmlns:a="http://schemas.openxmlformats.org/drawingml/2006/main" xmlns:r="http://schemas.openxmlformats.org/officeDocument/2006/relationships" xmlns:p="http://schemas.openxmlformats.org/presentationml/2006/main" preserve="1" userDrawn="1">
  <p:cSld name="Content Photo 2 Chapterbox">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97BD40BB-A2F0-F646-3CC2-596CC4195838}"/>
              </a:ext>
            </a:extLst>
          </p:cNvPr>
          <p:cNvSpPr>
            <a:spLocks noGrp="1"/>
          </p:cNvSpPr>
          <p:nvPr>
            <p:ph type="pic" sz="quarter" idx="18" hasCustomPrompt="1"/>
          </p:nvPr>
        </p:nvSpPr>
        <p:spPr>
          <a:xfrm>
            <a:off x="6095937" y="1"/>
            <a:ext cx="6096064"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0" name="Date Placeholder 9">
            <a:extLst>
              <a:ext uri="{FF2B5EF4-FFF2-40B4-BE49-F238E27FC236}">
                <a16:creationId xmlns:a16="http://schemas.microsoft.com/office/drawing/2014/main" id="{6132EE43-B817-E2F8-9E7F-509C8F5C333F}"/>
              </a:ext>
            </a:extLst>
          </p:cNvPr>
          <p:cNvSpPr>
            <a:spLocks noGrp="1"/>
          </p:cNvSpPr>
          <p:nvPr>
            <p:ph type="dt" sz="half" idx="24"/>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11" name="Footer Placeholder 10">
            <a:extLst>
              <a:ext uri="{FF2B5EF4-FFF2-40B4-BE49-F238E27FC236}">
                <a16:creationId xmlns:a16="http://schemas.microsoft.com/office/drawing/2014/main" id="{9D40FDFE-5D39-1793-49A7-C223A0B5A728}"/>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D3F18AC0-D398-EFCE-8D4E-EBBC42BA70A1}"/>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7" name="Logo Placeholder 7">
            <a:extLst>
              <a:ext uri="{FF2B5EF4-FFF2-40B4-BE49-F238E27FC236}">
                <a16:creationId xmlns:a16="http://schemas.microsoft.com/office/drawing/2014/main" id="{E8072C2C-2703-8769-9855-A1DF4136FBA3}"/>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
        <p:nvSpPr>
          <p:cNvPr id="4" name="Text Placeholder 9">
            <a:extLst>
              <a:ext uri="{FF2B5EF4-FFF2-40B4-BE49-F238E27FC236}">
                <a16:creationId xmlns:a16="http://schemas.microsoft.com/office/drawing/2014/main" id="{ECCC854E-0D6A-570D-C931-2F6200BAE05C}"/>
              </a:ext>
            </a:extLst>
          </p:cNvPr>
          <p:cNvSpPr>
            <a:spLocks noGrp="1"/>
          </p:cNvSpPr>
          <p:nvPr>
            <p:ph type="body" sz="quarter" idx="22" hasCustomPrompt="1"/>
          </p:nvPr>
        </p:nvSpPr>
        <p:spPr>
          <a:xfrm>
            <a:off x="550200" y="1634286"/>
            <a:ext cx="5184576"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9" name="Title 4">
            <a:extLst>
              <a:ext uri="{FF2B5EF4-FFF2-40B4-BE49-F238E27FC236}">
                <a16:creationId xmlns:a16="http://schemas.microsoft.com/office/drawing/2014/main" id="{268BBB3C-91ED-FE9A-F090-4BB2850F412F}"/>
              </a:ext>
            </a:extLst>
          </p:cNvPr>
          <p:cNvSpPr>
            <a:spLocks noGrp="1"/>
          </p:cNvSpPr>
          <p:nvPr>
            <p:ph type="title"/>
          </p:nvPr>
        </p:nvSpPr>
        <p:spPr>
          <a:xfrm>
            <a:off x="551384" y="549274"/>
            <a:ext cx="5184576" cy="930372"/>
          </a:xfrm>
        </p:spPr>
        <p:txBody>
          <a:bodyPr/>
          <a:lstStyle/>
          <a:p>
            <a:r>
              <a:rPr lang="en-US"/>
              <a:t>Click to edit Master title style</a:t>
            </a:r>
          </a:p>
        </p:txBody>
      </p:sp>
      <p:sp>
        <p:nvSpPr>
          <p:cNvPr id="13" name="Content Placeholder 5">
            <a:extLst>
              <a:ext uri="{FF2B5EF4-FFF2-40B4-BE49-F238E27FC236}">
                <a16:creationId xmlns:a16="http://schemas.microsoft.com/office/drawing/2014/main" id="{E8CD221F-7B29-CDBF-0ADB-0213B5CE2E56}"/>
              </a:ext>
            </a:extLst>
          </p:cNvPr>
          <p:cNvSpPr>
            <a:spLocks noGrp="1"/>
          </p:cNvSpPr>
          <p:nvPr>
            <p:ph sz="quarter" idx="31"/>
          </p:nvPr>
        </p:nvSpPr>
        <p:spPr>
          <a:xfrm>
            <a:off x="551384" y="2132856"/>
            <a:ext cx="5184576"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hapter Placeholder 2">
            <a:extLst>
              <a:ext uri="{FF2B5EF4-FFF2-40B4-BE49-F238E27FC236}">
                <a16:creationId xmlns:a16="http://schemas.microsoft.com/office/drawing/2014/main" id="{E19CADB8-3BFC-DFFA-5725-6A2E5995739B}"/>
              </a:ext>
            </a:extLst>
          </p:cNvPr>
          <p:cNvSpPr>
            <a:spLocks noGrp="1"/>
          </p:cNvSpPr>
          <p:nvPr>
            <p:ph type="body" sz="quarter" idx="13" hasCustomPrompt="1"/>
          </p:nvPr>
        </p:nvSpPr>
        <p:spPr>
          <a:xfrm>
            <a:off x="550863" y="266219"/>
            <a:ext cx="5183904"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679775606"/>
      </p:ext>
    </p:extLst>
  </p:cSld>
  <p:clrMapOvr>
    <a:masterClrMapping/>
  </p:clrMapOvr>
</p:sldLayout>
</file>

<file path=ppt/slideLayouts/slideLayout310.xml><?xml version="1.0" encoding="utf-8"?>
<p:sldLayout xmlns:a="http://schemas.openxmlformats.org/drawingml/2006/main" xmlns:r="http://schemas.openxmlformats.org/officeDocument/2006/relationships" xmlns:p="http://schemas.openxmlformats.org/presentationml/2006/main" preserve="1" userDrawn="1">
  <p:cSld name="Content Photo 3">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0DD7751A-AC4E-473A-B544-73973FAE9468}"/>
              </a:ext>
            </a:extLst>
          </p:cNvPr>
          <p:cNvSpPr>
            <a:spLocks noGrp="1"/>
          </p:cNvSpPr>
          <p:nvPr>
            <p:ph type="pic" sz="quarter" idx="19" hasCustomPrompt="1"/>
          </p:nvPr>
        </p:nvSpPr>
        <p:spPr>
          <a:xfrm>
            <a:off x="1" y="0"/>
            <a:ext cx="4242121"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10" name="Date Placeholder 9">
            <a:extLst>
              <a:ext uri="{FF2B5EF4-FFF2-40B4-BE49-F238E27FC236}">
                <a16:creationId xmlns:a16="http://schemas.microsoft.com/office/drawing/2014/main" id="{7C228C6D-3BD8-F7A9-DA9D-DCE9B373CC09}"/>
              </a:ext>
            </a:extLst>
          </p:cNvPr>
          <p:cNvSpPr>
            <a:spLocks noGrp="1"/>
          </p:cNvSpPr>
          <p:nvPr>
            <p:ph type="dt" sz="half" idx="24"/>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11" name="Footer Placeholder 10">
            <a:extLst>
              <a:ext uri="{FF2B5EF4-FFF2-40B4-BE49-F238E27FC236}">
                <a16:creationId xmlns:a16="http://schemas.microsoft.com/office/drawing/2014/main" id="{81656793-2C07-1E16-6CE1-3C4AD69759DF}"/>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C166A976-F780-55C8-4310-792D90B73CC9}"/>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3" name="Text Placeholder 9">
            <a:extLst>
              <a:ext uri="{FF2B5EF4-FFF2-40B4-BE49-F238E27FC236}">
                <a16:creationId xmlns:a16="http://schemas.microsoft.com/office/drawing/2014/main" id="{B34D2D1D-F935-1AEF-3686-9E03933AF3C7}"/>
              </a:ext>
            </a:extLst>
          </p:cNvPr>
          <p:cNvSpPr>
            <a:spLocks noGrp="1"/>
          </p:cNvSpPr>
          <p:nvPr>
            <p:ph type="body" sz="quarter" idx="22" hasCustomPrompt="1"/>
          </p:nvPr>
        </p:nvSpPr>
        <p:spPr>
          <a:xfrm>
            <a:off x="4651880" y="1634286"/>
            <a:ext cx="6984776"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6" name="Title 4">
            <a:extLst>
              <a:ext uri="{FF2B5EF4-FFF2-40B4-BE49-F238E27FC236}">
                <a16:creationId xmlns:a16="http://schemas.microsoft.com/office/drawing/2014/main" id="{026A4472-0CE5-CE56-51B0-EE0D5AB45234}"/>
              </a:ext>
            </a:extLst>
          </p:cNvPr>
          <p:cNvSpPr>
            <a:spLocks noGrp="1"/>
          </p:cNvSpPr>
          <p:nvPr>
            <p:ph type="title"/>
          </p:nvPr>
        </p:nvSpPr>
        <p:spPr>
          <a:xfrm>
            <a:off x="4653064" y="549274"/>
            <a:ext cx="6984776" cy="930372"/>
          </a:xfrm>
        </p:spPr>
        <p:txBody>
          <a:bodyPr/>
          <a:lstStyle/>
          <a:p>
            <a:r>
              <a:rPr lang="en-US"/>
              <a:t>Click to edit Master title style</a:t>
            </a:r>
          </a:p>
        </p:txBody>
      </p:sp>
      <p:sp>
        <p:nvSpPr>
          <p:cNvPr id="8" name="Content Placeholder 5">
            <a:extLst>
              <a:ext uri="{FF2B5EF4-FFF2-40B4-BE49-F238E27FC236}">
                <a16:creationId xmlns:a16="http://schemas.microsoft.com/office/drawing/2014/main" id="{87DAA657-4C53-A96A-1275-F8F3A956F1FC}"/>
              </a:ext>
            </a:extLst>
          </p:cNvPr>
          <p:cNvSpPr>
            <a:spLocks noGrp="1"/>
          </p:cNvSpPr>
          <p:nvPr>
            <p:ph sz="quarter" idx="31"/>
          </p:nvPr>
        </p:nvSpPr>
        <p:spPr>
          <a:xfrm>
            <a:off x="4653064" y="2132856"/>
            <a:ext cx="6984776"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0451609"/>
      </p:ext>
    </p:extLst>
  </p:cSld>
  <p:clrMapOvr>
    <a:masterClrMapping/>
  </p:clrMapOvr>
</p:sldLayout>
</file>

<file path=ppt/slideLayouts/slideLayout311.xml><?xml version="1.0" encoding="utf-8"?>
<p:sldLayout xmlns:a="http://schemas.openxmlformats.org/drawingml/2006/main" xmlns:r="http://schemas.openxmlformats.org/officeDocument/2006/relationships" xmlns:p="http://schemas.openxmlformats.org/presentationml/2006/main" preserve="1" userDrawn="1">
  <p:cSld name="Content Photo 3 Chapterbox">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0DD7751A-AC4E-473A-B544-73973FAE9468}"/>
              </a:ext>
            </a:extLst>
          </p:cNvPr>
          <p:cNvSpPr>
            <a:spLocks noGrp="1"/>
          </p:cNvSpPr>
          <p:nvPr>
            <p:ph type="pic" sz="quarter" idx="19" hasCustomPrompt="1"/>
          </p:nvPr>
        </p:nvSpPr>
        <p:spPr>
          <a:xfrm>
            <a:off x="1" y="0"/>
            <a:ext cx="4242121"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10" name="Date Placeholder 9">
            <a:extLst>
              <a:ext uri="{FF2B5EF4-FFF2-40B4-BE49-F238E27FC236}">
                <a16:creationId xmlns:a16="http://schemas.microsoft.com/office/drawing/2014/main" id="{7C228C6D-3BD8-F7A9-DA9D-DCE9B373CC09}"/>
              </a:ext>
            </a:extLst>
          </p:cNvPr>
          <p:cNvSpPr>
            <a:spLocks noGrp="1"/>
          </p:cNvSpPr>
          <p:nvPr>
            <p:ph type="dt" sz="half" idx="24"/>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11" name="Footer Placeholder 10">
            <a:extLst>
              <a:ext uri="{FF2B5EF4-FFF2-40B4-BE49-F238E27FC236}">
                <a16:creationId xmlns:a16="http://schemas.microsoft.com/office/drawing/2014/main" id="{81656793-2C07-1E16-6CE1-3C4AD69759DF}"/>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C166A976-F780-55C8-4310-792D90B73CC9}"/>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3" name="Text Placeholder 9">
            <a:extLst>
              <a:ext uri="{FF2B5EF4-FFF2-40B4-BE49-F238E27FC236}">
                <a16:creationId xmlns:a16="http://schemas.microsoft.com/office/drawing/2014/main" id="{F1F86D18-2B9F-15A7-F262-42B3299538C8}"/>
              </a:ext>
            </a:extLst>
          </p:cNvPr>
          <p:cNvSpPr>
            <a:spLocks noGrp="1"/>
          </p:cNvSpPr>
          <p:nvPr>
            <p:ph type="body" sz="quarter" idx="22" hasCustomPrompt="1"/>
          </p:nvPr>
        </p:nvSpPr>
        <p:spPr>
          <a:xfrm>
            <a:off x="4651880" y="1634286"/>
            <a:ext cx="6984776"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8" name="Title 4">
            <a:extLst>
              <a:ext uri="{FF2B5EF4-FFF2-40B4-BE49-F238E27FC236}">
                <a16:creationId xmlns:a16="http://schemas.microsoft.com/office/drawing/2014/main" id="{A51B9BFA-728E-72B8-26EE-69D02F9E6843}"/>
              </a:ext>
            </a:extLst>
          </p:cNvPr>
          <p:cNvSpPr>
            <a:spLocks noGrp="1"/>
          </p:cNvSpPr>
          <p:nvPr>
            <p:ph type="title"/>
          </p:nvPr>
        </p:nvSpPr>
        <p:spPr>
          <a:xfrm>
            <a:off x="4653064" y="549274"/>
            <a:ext cx="6984776" cy="930372"/>
          </a:xfrm>
        </p:spPr>
        <p:txBody>
          <a:bodyPr/>
          <a:lstStyle/>
          <a:p>
            <a:r>
              <a:rPr lang="en-US"/>
              <a:t>Click to edit Master title style</a:t>
            </a:r>
          </a:p>
        </p:txBody>
      </p:sp>
      <p:sp>
        <p:nvSpPr>
          <p:cNvPr id="9" name="Content Placeholder 5">
            <a:extLst>
              <a:ext uri="{FF2B5EF4-FFF2-40B4-BE49-F238E27FC236}">
                <a16:creationId xmlns:a16="http://schemas.microsoft.com/office/drawing/2014/main" id="{5176F9C5-BF52-8377-9A45-2BAA088409C2}"/>
              </a:ext>
            </a:extLst>
          </p:cNvPr>
          <p:cNvSpPr>
            <a:spLocks noGrp="1"/>
          </p:cNvSpPr>
          <p:nvPr>
            <p:ph sz="quarter" idx="31"/>
          </p:nvPr>
        </p:nvSpPr>
        <p:spPr>
          <a:xfrm>
            <a:off x="4653064" y="2132856"/>
            <a:ext cx="6984776"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hapter Placeholder 2">
            <a:extLst>
              <a:ext uri="{FF2B5EF4-FFF2-40B4-BE49-F238E27FC236}">
                <a16:creationId xmlns:a16="http://schemas.microsoft.com/office/drawing/2014/main" id="{C5121BE5-43F6-9EA0-0760-F697D8D2901E}"/>
              </a:ext>
            </a:extLst>
          </p:cNvPr>
          <p:cNvSpPr>
            <a:spLocks noGrp="1"/>
          </p:cNvSpPr>
          <p:nvPr>
            <p:ph type="body" sz="quarter" idx="13" hasCustomPrompt="1"/>
          </p:nvPr>
        </p:nvSpPr>
        <p:spPr>
          <a:xfrm>
            <a:off x="4652543" y="266219"/>
            <a:ext cx="6983870"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4206634089"/>
      </p:ext>
    </p:extLst>
  </p:cSld>
  <p:clrMapOvr>
    <a:masterClrMapping/>
  </p:clrMapOvr>
</p:sldLayout>
</file>

<file path=ppt/slideLayouts/slideLayout312.xml><?xml version="1.0" encoding="utf-8"?>
<p:sldLayout xmlns:a="http://schemas.openxmlformats.org/drawingml/2006/main" xmlns:r="http://schemas.openxmlformats.org/officeDocument/2006/relationships" xmlns:p="http://schemas.openxmlformats.org/presentationml/2006/main" preserve="1" userDrawn="1">
  <p:cSld name="Content Photo 4">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3AAAC9D4-CD35-41A1-A14D-B18A58A2866E}"/>
              </a:ext>
            </a:extLst>
          </p:cNvPr>
          <p:cNvSpPr>
            <a:spLocks noGrp="1"/>
          </p:cNvSpPr>
          <p:nvPr>
            <p:ph type="pic" sz="quarter" idx="18" hasCustomPrompt="1"/>
          </p:nvPr>
        </p:nvSpPr>
        <p:spPr>
          <a:xfrm>
            <a:off x="0" y="0"/>
            <a:ext cx="6096000"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10" name="Date Placeholder 9">
            <a:extLst>
              <a:ext uri="{FF2B5EF4-FFF2-40B4-BE49-F238E27FC236}">
                <a16:creationId xmlns:a16="http://schemas.microsoft.com/office/drawing/2014/main" id="{F18ACBAA-5616-6B76-6F3E-019A776E4E01}"/>
              </a:ext>
            </a:extLst>
          </p:cNvPr>
          <p:cNvSpPr>
            <a:spLocks noGrp="1"/>
          </p:cNvSpPr>
          <p:nvPr>
            <p:ph type="dt" sz="half" idx="24"/>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11" name="Footer Placeholder 10">
            <a:extLst>
              <a:ext uri="{FF2B5EF4-FFF2-40B4-BE49-F238E27FC236}">
                <a16:creationId xmlns:a16="http://schemas.microsoft.com/office/drawing/2014/main" id="{84A3242F-2D46-5913-5CA7-B4AB8C7C413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D72DABC1-51BB-C9B2-6119-ED5F9C849345}"/>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3" name="Text Placeholder 9">
            <a:extLst>
              <a:ext uri="{FF2B5EF4-FFF2-40B4-BE49-F238E27FC236}">
                <a16:creationId xmlns:a16="http://schemas.microsoft.com/office/drawing/2014/main" id="{21DA16B5-28AA-F8F8-9599-C20AC67EA7EC}"/>
              </a:ext>
            </a:extLst>
          </p:cNvPr>
          <p:cNvSpPr>
            <a:spLocks noGrp="1"/>
          </p:cNvSpPr>
          <p:nvPr>
            <p:ph type="body" sz="quarter" idx="22" hasCustomPrompt="1"/>
          </p:nvPr>
        </p:nvSpPr>
        <p:spPr>
          <a:xfrm>
            <a:off x="6454856" y="1634286"/>
            <a:ext cx="5181800"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6" name="Title 4">
            <a:extLst>
              <a:ext uri="{FF2B5EF4-FFF2-40B4-BE49-F238E27FC236}">
                <a16:creationId xmlns:a16="http://schemas.microsoft.com/office/drawing/2014/main" id="{7D676D3F-4403-C4D4-FE96-671B2944A0EF}"/>
              </a:ext>
            </a:extLst>
          </p:cNvPr>
          <p:cNvSpPr>
            <a:spLocks noGrp="1"/>
          </p:cNvSpPr>
          <p:nvPr>
            <p:ph type="title"/>
          </p:nvPr>
        </p:nvSpPr>
        <p:spPr>
          <a:xfrm>
            <a:off x="6456040" y="549274"/>
            <a:ext cx="5181800" cy="930372"/>
          </a:xfrm>
        </p:spPr>
        <p:txBody>
          <a:bodyPr/>
          <a:lstStyle/>
          <a:p>
            <a:r>
              <a:rPr lang="en-US"/>
              <a:t>Click to edit Master title style</a:t>
            </a:r>
          </a:p>
        </p:txBody>
      </p:sp>
      <p:sp>
        <p:nvSpPr>
          <p:cNvPr id="7" name="Content Placeholder 5">
            <a:extLst>
              <a:ext uri="{FF2B5EF4-FFF2-40B4-BE49-F238E27FC236}">
                <a16:creationId xmlns:a16="http://schemas.microsoft.com/office/drawing/2014/main" id="{0024CA17-8874-30AD-4AB9-C21052582DE0}"/>
              </a:ext>
            </a:extLst>
          </p:cNvPr>
          <p:cNvSpPr>
            <a:spLocks noGrp="1"/>
          </p:cNvSpPr>
          <p:nvPr>
            <p:ph sz="quarter" idx="31"/>
          </p:nvPr>
        </p:nvSpPr>
        <p:spPr>
          <a:xfrm>
            <a:off x="6456040" y="2132856"/>
            <a:ext cx="5181800"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96910448"/>
      </p:ext>
    </p:extLst>
  </p:cSld>
  <p:clrMapOvr>
    <a:masterClrMapping/>
  </p:clrMapOvr>
</p:sldLayout>
</file>

<file path=ppt/slideLayouts/slideLayout313.xml><?xml version="1.0" encoding="utf-8"?>
<p:sldLayout xmlns:a="http://schemas.openxmlformats.org/drawingml/2006/main" xmlns:r="http://schemas.openxmlformats.org/officeDocument/2006/relationships" xmlns:p="http://schemas.openxmlformats.org/presentationml/2006/main" preserve="1" userDrawn="1">
  <p:cSld name="Content Photo Chapterbox">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3AAAC9D4-CD35-41A1-A14D-B18A58A2866E}"/>
              </a:ext>
            </a:extLst>
          </p:cNvPr>
          <p:cNvSpPr>
            <a:spLocks noGrp="1"/>
          </p:cNvSpPr>
          <p:nvPr>
            <p:ph type="pic" sz="quarter" idx="18" hasCustomPrompt="1"/>
          </p:nvPr>
        </p:nvSpPr>
        <p:spPr>
          <a:xfrm>
            <a:off x="0" y="0"/>
            <a:ext cx="6096000"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10" name="Date Placeholder 9">
            <a:extLst>
              <a:ext uri="{FF2B5EF4-FFF2-40B4-BE49-F238E27FC236}">
                <a16:creationId xmlns:a16="http://schemas.microsoft.com/office/drawing/2014/main" id="{F18ACBAA-5616-6B76-6F3E-019A776E4E01}"/>
              </a:ext>
            </a:extLst>
          </p:cNvPr>
          <p:cNvSpPr>
            <a:spLocks noGrp="1"/>
          </p:cNvSpPr>
          <p:nvPr>
            <p:ph type="dt" sz="half" idx="24"/>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11" name="Footer Placeholder 10">
            <a:extLst>
              <a:ext uri="{FF2B5EF4-FFF2-40B4-BE49-F238E27FC236}">
                <a16:creationId xmlns:a16="http://schemas.microsoft.com/office/drawing/2014/main" id="{84A3242F-2D46-5913-5CA7-B4AB8C7C413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D72DABC1-51BB-C9B2-6119-ED5F9C849345}"/>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3" name="Text Placeholder 9">
            <a:extLst>
              <a:ext uri="{FF2B5EF4-FFF2-40B4-BE49-F238E27FC236}">
                <a16:creationId xmlns:a16="http://schemas.microsoft.com/office/drawing/2014/main" id="{0F2B6431-0088-DCDC-2F12-E64030BEB05E}"/>
              </a:ext>
            </a:extLst>
          </p:cNvPr>
          <p:cNvSpPr>
            <a:spLocks noGrp="1"/>
          </p:cNvSpPr>
          <p:nvPr>
            <p:ph type="body" sz="quarter" idx="22" hasCustomPrompt="1"/>
          </p:nvPr>
        </p:nvSpPr>
        <p:spPr>
          <a:xfrm>
            <a:off x="6454856" y="1634286"/>
            <a:ext cx="5181800"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7" name="Title 4">
            <a:extLst>
              <a:ext uri="{FF2B5EF4-FFF2-40B4-BE49-F238E27FC236}">
                <a16:creationId xmlns:a16="http://schemas.microsoft.com/office/drawing/2014/main" id="{B53A30D3-BF6A-D3FB-C46D-4AE2C01C46E0}"/>
              </a:ext>
            </a:extLst>
          </p:cNvPr>
          <p:cNvSpPr>
            <a:spLocks noGrp="1"/>
          </p:cNvSpPr>
          <p:nvPr>
            <p:ph type="title"/>
          </p:nvPr>
        </p:nvSpPr>
        <p:spPr>
          <a:xfrm>
            <a:off x="6456040" y="549274"/>
            <a:ext cx="5181800" cy="930372"/>
          </a:xfrm>
        </p:spPr>
        <p:txBody>
          <a:bodyPr/>
          <a:lstStyle/>
          <a:p>
            <a:r>
              <a:rPr lang="en-US"/>
              <a:t>Click to edit Master title style</a:t>
            </a:r>
          </a:p>
        </p:txBody>
      </p:sp>
      <p:sp>
        <p:nvSpPr>
          <p:cNvPr id="9" name="Content Placeholder 5">
            <a:extLst>
              <a:ext uri="{FF2B5EF4-FFF2-40B4-BE49-F238E27FC236}">
                <a16:creationId xmlns:a16="http://schemas.microsoft.com/office/drawing/2014/main" id="{55D68D91-22FB-6CD4-9915-A14BC3265458}"/>
              </a:ext>
            </a:extLst>
          </p:cNvPr>
          <p:cNvSpPr>
            <a:spLocks noGrp="1"/>
          </p:cNvSpPr>
          <p:nvPr>
            <p:ph sz="quarter" idx="31"/>
          </p:nvPr>
        </p:nvSpPr>
        <p:spPr>
          <a:xfrm>
            <a:off x="6456040" y="2132856"/>
            <a:ext cx="5181800"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hapter Placeholder 2">
            <a:extLst>
              <a:ext uri="{FF2B5EF4-FFF2-40B4-BE49-F238E27FC236}">
                <a16:creationId xmlns:a16="http://schemas.microsoft.com/office/drawing/2014/main" id="{BE7D5E90-F659-23C9-974F-87B7B5486E6F}"/>
              </a:ext>
            </a:extLst>
          </p:cNvPr>
          <p:cNvSpPr>
            <a:spLocks noGrp="1"/>
          </p:cNvSpPr>
          <p:nvPr>
            <p:ph type="body" sz="quarter" idx="13" hasCustomPrompt="1"/>
          </p:nvPr>
        </p:nvSpPr>
        <p:spPr>
          <a:xfrm>
            <a:off x="6455285" y="266219"/>
            <a:ext cx="5181128"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3035061879"/>
      </p:ext>
    </p:extLst>
  </p:cSld>
  <p:clrMapOvr>
    <a:masterClrMapping/>
  </p:clrMapOvr>
</p:sldLayout>
</file>

<file path=ppt/slideLayouts/slideLayout314.xml><?xml version="1.0" encoding="utf-8"?>
<p:sldLayout xmlns:a="http://schemas.openxmlformats.org/drawingml/2006/main" xmlns:r="http://schemas.openxmlformats.org/officeDocument/2006/relationships" xmlns:p="http://schemas.openxmlformats.org/presentationml/2006/main" preserve="1" userDrawn="1">
  <p:cSld name="Content Photo 6">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3AAAC9D4-CD35-41A1-A14D-B18A58A2866E}"/>
              </a:ext>
            </a:extLst>
          </p:cNvPr>
          <p:cNvSpPr>
            <a:spLocks noGrp="1"/>
          </p:cNvSpPr>
          <p:nvPr>
            <p:ph type="pic" sz="quarter" idx="18" hasCustomPrompt="1"/>
          </p:nvPr>
        </p:nvSpPr>
        <p:spPr>
          <a:xfrm>
            <a:off x="0" y="1"/>
            <a:ext cx="12191999" cy="4383654"/>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2" name="Title 1">
            <a:extLst>
              <a:ext uri="{FF2B5EF4-FFF2-40B4-BE49-F238E27FC236}">
                <a16:creationId xmlns:a16="http://schemas.microsoft.com/office/drawing/2014/main" id="{CA1A3C3A-247E-AD3F-3C93-BDD315BB7F29}"/>
              </a:ext>
            </a:extLst>
          </p:cNvPr>
          <p:cNvSpPr>
            <a:spLocks noGrp="1"/>
          </p:cNvSpPr>
          <p:nvPr>
            <p:ph type="title"/>
          </p:nvPr>
        </p:nvSpPr>
        <p:spPr>
          <a:xfrm>
            <a:off x="550863" y="4581128"/>
            <a:ext cx="4981137" cy="785352"/>
          </a:xfrm>
          <a:prstGeom prst="rect">
            <a:avLst/>
          </a:prstGeom>
        </p:spPr>
        <p:txBody>
          <a:bodyPr anchor="t"/>
          <a:lstStyle/>
          <a:p>
            <a:r>
              <a:rPr lang="en-US"/>
              <a:t>Click to edit Master title style</a:t>
            </a:r>
            <a:endParaRPr lang="de-DE"/>
          </a:p>
        </p:txBody>
      </p:sp>
      <p:sp>
        <p:nvSpPr>
          <p:cNvPr id="9" name="Text Placeholder 9">
            <a:extLst>
              <a:ext uri="{FF2B5EF4-FFF2-40B4-BE49-F238E27FC236}">
                <a16:creationId xmlns:a16="http://schemas.microsoft.com/office/drawing/2014/main" id="{34F1BAE4-1DA8-A534-E46A-001AE4E9CADB}"/>
              </a:ext>
            </a:extLst>
          </p:cNvPr>
          <p:cNvSpPr>
            <a:spLocks noGrp="1"/>
          </p:cNvSpPr>
          <p:nvPr>
            <p:ph type="body" sz="quarter" idx="24"/>
          </p:nvPr>
        </p:nvSpPr>
        <p:spPr>
          <a:xfrm>
            <a:off x="550863" y="5854682"/>
            <a:ext cx="5112000" cy="307777"/>
          </a:xfrm>
          <a:prstGeom prst="rect">
            <a:avLst/>
          </a:prstGeom>
        </p:spPr>
        <p:txBody>
          <a:bodyPr wrap="square" anchor="b">
            <a:spAutoFit/>
          </a:bodyPr>
          <a:lstStyle>
            <a:lvl1pPr>
              <a:defRPr sz="2000" b="0">
                <a:solidFill>
                  <a:schemeClr val="accent2"/>
                </a:solidFill>
                <a:latin typeface="+mj-lt"/>
              </a:defRPr>
            </a:lvl1pPr>
          </a:lstStyle>
          <a:p>
            <a:pPr lvl="0"/>
            <a:r>
              <a:rPr lang="en-US"/>
              <a:t>Click to edit Master text styles</a:t>
            </a:r>
          </a:p>
        </p:txBody>
      </p:sp>
      <p:sp>
        <p:nvSpPr>
          <p:cNvPr id="10" name="Content Placeholder 17">
            <a:extLst>
              <a:ext uri="{FF2B5EF4-FFF2-40B4-BE49-F238E27FC236}">
                <a16:creationId xmlns:a16="http://schemas.microsoft.com/office/drawing/2014/main" id="{60E57257-3112-054C-0B58-3B89619EC3E7}"/>
              </a:ext>
            </a:extLst>
          </p:cNvPr>
          <p:cNvSpPr>
            <a:spLocks noGrp="1"/>
          </p:cNvSpPr>
          <p:nvPr>
            <p:ph sz="quarter" idx="25"/>
          </p:nvPr>
        </p:nvSpPr>
        <p:spPr>
          <a:xfrm>
            <a:off x="6093246" y="4581128"/>
            <a:ext cx="5112000" cy="176252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6" name="Date Placeholder 5">
            <a:extLst>
              <a:ext uri="{FF2B5EF4-FFF2-40B4-BE49-F238E27FC236}">
                <a16:creationId xmlns:a16="http://schemas.microsoft.com/office/drawing/2014/main" id="{2F70AC82-D733-3487-AE00-D177A5A43581}"/>
              </a:ext>
            </a:extLst>
          </p:cNvPr>
          <p:cNvSpPr>
            <a:spLocks noGrp="1"/>
          </p:cNvSpPr>
          <p:nvPr>
            <p:ph type="dt" sz="half" idx="26"/>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13" name="Footer Placeholder 12">
            <a:extLst>
              <a:ext uri="{FF2B5EF4-FFF2-40B4-BE49-F238E27FC236}">
                <a16:creationId xmlns:a16="http://schemas.microsoft.com/office/drawing/2014/main" id="{31E8CB07-AB40-15A0-08C7-BF54DC438B34}"/>
              </a:ext>
            </a:extLst>
          </p:cNvPr>
          <p:cNvSpPr>
            <a:spLocks noGrp="1"/>
          </p:cNvSpPr>
          <p:nvPr>
            <p:ph type="ftr" sz="quarter" idx="27"/>
          </p:nvPr>
        </p:nvSpPr>
        <p:spPr/>
        <p:txBody>
          <a:bodyPr/>
          <a:lstStyle/>
          <a:p>
            <a:pPr>
              <a:spcBef>
                <a:spcPts val="1000"/>
              </a:spcBef>
              <a:buFont typeface="Arial" panose="020B0604020202020204" pitchFamily="34" charset="0"/>
              <a:buNone/>
            </a:pPr>
            <a:r>
              <a:rPr lang="en-US"/>
              <a:t>Presentation Title | Author | Date</a:t>
            </a:r>
          </a:p>
        </p:txBody>
      </p:sp>
      <p:sp>
        <p:nvSpPr>
          <p:cNvPr id="15" name="Slide Number Placeholder 14">
            <a:extLst>
              <a:ext uri="{FF2B5EF4-FFF2-40B4-BE49-F238E27FC236}">
                <a16:creationId xmlns:a16="http://schemas.microsoft.com/office/drawing/2014/main" id="{C41FA911-A4A1-34D1-BF04-9F22140C28D1}"/>
              </a:ext>
            </a:extLst>
          </p:cNvPr>
          <p:cNvSpPr>
            <a:spLocks noGrp="1"/>
          </p:cNvSpPr>
          <p:nvPr>
            <p:ph type="sldNum" sz="quarter" idx="28"/>
          </p:nvPr>
        </p:nvSpPr>
        <p:spPr/>
        <p:txBody>
          <a:bodyPr/>
          <a:lstStyle/>
          <a:p>
            <a:pPr algn="r"/>
            <a:fld id="{5D9A5160-6218-4E5A-B9E6-B93E3DAE377C}" type="slidenum">
              <a:rPr lang="en-US" smtClean="0"/>
              <a:pPr algn="r"/>
              <a:t>‹#›</a:t>
            </a:fld>
            <a:endParaRPr lang="en-US"/>
          </a:p>
        </p:txBody>
      </p:sp>
      <p:sp>
        <p:nvSpPr>
          <p:cNvPr id="3" name="Logo Placeholder 7">
            <a:extLst>
              <a:ext uri="{FF2B5EF4-FFF2-40B4-BE49-F238E27FC236}">
                <a16:creationId xmlns:a16="http://schemas.microsoft.com/office/drawing/2014/main" id="{9652194E-DFE1-2399-69BE-86E79E0C030B}"/>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Tree>
    <p:extLst>
      <p:ext uri="{BB962C8B-B14F-4D97-AF65-F5344CB8AC3E}">
        <p14:creationId xmlns:p14="http://schemas.microsoft.com/office/powerpoint/2010/main" val="864948647"/>
      </p:ext>
    </p:extLst>
  </p:cSld>
  <p:clrMapOvr>
    <a:masterClrMapping/>
  </p:clrMapOvr>
</p:sldLayout>
</file>

<file path=ppt/slideLayouts/slideLayout315.xml><?xml version="1.0" encoding="utf-8"?>
<p:sldLayout xmlns:a="http://schemas.openxmlformats.org/drawingml/2006/main" xmlns:r="http://schemas.openxmlformats.org/officeDocument/2006/relationships" xmlns:p="http://schemas.openxmlformats.org/presentationml/2006/main" preserve="1" userDrawn="1">
  <p:cSld name="Text 1">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8ABFE959-AAB6-76DF-7517-8AE8C424F99C}"/>
              </a:ext>
            </a:extLst>
          </p:cNvPr>
          <p:cNvSpPr>
            <a:spLocks noGrp="1"/>
          </p:cNvSpPr>
          <p:nvPr>
            <p:ph type="title"/>
          </p:nvPr>
        </p:nvSpPr>
        <p:spPr>
          <a:xfrm>
            <a:off x="2402003" y="1916112"/>
            <a:ext cx="7387993" cy="1512887"/>
          </a:xfrm>
          <a:prstGeom prst="rect">
            <a:avLst/>
          </a:prstGeom>
        </p:spPr>
        <p:txBody>
          <a:bodyPr wrap="square" anchor="b">
            <a:noAutofit/>
          </a:bodyPr>
          <a:lstStyle>
            <a:lvl1pPr algn="ctr">
              <a:defRPr sz="3200"/>
            </a:lvl1pPr>
          </a:lstStyle>
          <a:p>
            <a:r>
              <a:rPr lang="en-US"/>
              <a:t>Click to edit Master title style</a:t>
            </a:r>
          </a:p>
        </p:txBody>
      </p:sp>
      <p:sp>
        <p:nvSpPr>
          <p:cNvPr id="6" name="Text Placeholder 8">
            <a:extLst>
              <a:ext uri="{FF2B5EF4-FFF2-40B4-BE49-F238E27FC236}">
                <a16:creationId xmlns:a16="http://schemas.microsoft.com/office/drawing/2014/main" id="{B8EC071D-C9EA-D72D-472D-47AC8DAE4AFA}"/>
              </a:ext>
            </a:extLst>
          </p:cNvPr>
          <p:cNvSpPr>
            <a:spLocks noGrp="1"/>
          </p:cNvSpPr>
          <p:nvPr>
            <p:ph type="body" sz="quarter" idx="13"/>
          </p:nvPr>
        </p:nvSpPr>
        <p:spPr>
          <a:xfrm>
            <a:off x="2402003" y="4025468"/>
            <a:ext cx="7387993" cy="916420"/>
          </a:xfrm>
          <a:prstGeom prst="rect">
            <a:avLst/>
          </a:prstGeom>
        </p:spPr>
        <p:txBody>
          <a:bodyPr wrap="square">
            <a:noAutofit/>
          </a:bodyPr>
          <a:lstStyle>
            <a:lvl1pPr algn="ctr">
              <a:defRPr sz="2000"/>
            </a:lvl1pPr>
            <a:lvl2pPr>
              <a:defRPr sz="2000"/>
            </a:lvl2pPr>
            <a:lvl3pPr>
              <a:defRPr sz="2000"/>
            </a:lvl3pPr>
            <a:lvl4pPr>
              <a:defRPr sz="2000"/>
            </a:lvl4pPr>
            <a:lvl5pPr>
              <a:defRPr sz="2000"/>
            </a:lvl5pPr>
          </a:lstStyle>
          <a:p>
            <a:pPr lvl="0"/>
            <a:r>
              <a:rPr lang="en-US"/>
              <a:t>Click to edit Master text styles</a:t>
            </a:r>
          </a:p>
        </p:txBody>
      </p:sp>
      <p:sp>
        <p:nvSpPr>
          <p:cNvPr id="7" name="Date Placeholder 6">
            <a:extLst>
              <a:ext uri="{FF2B5EF4-FFF2-40B4-BE49-F238E27FC236}">
                <a16:creationId xmlns:a16="http://schemas.microsoft.com/office/drawing/2014/main" id="{1C4C92CE-41EC-4D2F-4311-92100A79FE86}"/>
              </a:ext>
            </a:extLst>
          </p:cNvPr>
          <p:cNvSpPr>
            <a:spLocks noGrp="1"/>
          </p:cNvSpPr>
          <p:nvPr>
            <p:ph type="dt" sz="half" idx="14"/>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8" name="Footer Placeholder 7">
            <a:extLst>
              <a:ext uri="{FF2B5EF4-FFF2-40B4-BE49-F238E27FC236}">
                <a16:creationId xmlns:a16="http://schemas.microsoft.com/office/drawing/2014/main" id="{8C0A6AFF-C176-E59D-2165-DE17D66BCAA1}"/>
              </a:ext>
            </a:extLst>
          </p:cNvPr>
          <p:cNvSpPr>
            <a:spLocks noGrp="1"/>
          </p:cNvSpPr>
          <p:nvPr>
            <p:ph type="ftr" sz="quarter" idx="15"/>
          </p:nvPr>
        </p:nvSpPr>
        <p:spPr/>
        <p:txBody>
          <a:bodyPr/>
          <a:lstStyle/>
          <a:p>
            <a:pPr>
              <a:spcBef>
                <a:spcPts val="1000"/>
              </a:spcBef>
              <a:buFont typeface="Arial" panose="020B0604020202020204" pitchFamily="34" charset="0"/>
              <a:buNone/>
            </a:pPr>
            <a:r>
              <a:rPr lang="en-US"/>
              <a:t>Presentation Title | Author | Date</a:t>
            </a:r>
          </a:p>
        </p:txBody>
      </p:sp>
      <p:sp>
        <p:nvSpPr>
          <p:cNvPr id="9" name="Slide Number Placeholder 8">
            <a:extLst>
              <a:ext uri="{FF2B5EF4-FFF2-40B4-BE49-F238E27FC236}">
                <a16:creationId xmlns:a16="http://schemas.microsoft.com/office/drawing/2014/main" id="{22B9BB3B-51E8-595D-BE01-2881F99A8D5E}"/>
              </a:ext>
            </a:extLst>
          </p:cNvPr>
          <p:cNvSpPr>
            <a:spLocks noGrp="1"/>
          </p:cNvSpPr>
          <p:nvPr>
            <p:ph type="sldNum" sz="quarter" idx="16"/>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493119501"/>
      </p:ext>
    </p:extLst>
  </p:cSld>
  <p:clrMapOvr>
    <a:masterClrMapping/>
  </p:clrMapOvr>
</p:sldLayout>
</file>

<file path=ppt/slideLayouts/slideLayout316.xml><?xml version="1.0" encoding="utf-8"?>
<p:sldLayout xmlns:a="http://schemas.openxmlformats.org/drawingml/2006/main" xmlns:r="http://schemas.openxmlformats.org/officeDocument/2006/relationships" xmlns:p="http://schemas.openxmlformats.org/presentationml/2006/main" preserve="1" userDrawn="1">
  <p:cSld name="Text 2">
    <p:spTree>
      <p:nvGrpSpPr>
        <p:cNvPr id="1" name=""/>
        <p:cNvGrpSpPr/>
        <p:nvPr/>
      </p:nvGrpSpPr>
      <p:grpSpPr>
        <a:xfrm>
          <a:off x="0" y="0"/>
          <a:ext cx="0" cy="0"/>
          <a:chOff x="0" y="0"/>
          <a:chExt cx="0" cy="0"/>
        </a:xfrm>
      </p:grpSpPr>
      <p:sp>
        <p:nvSpPr>
          <p:cNvPr id="3" name="Picture Placeholder 10">
            <a:extLst>
              <a:ext uri="{FF2B5EF4-FFF2-40B4-BE49-F238E27FC236}">
                <a16:creationId xmlns:a16="http://schemas.microsoft.com/office/drawing/2014/main" id="{92A14B44-A6BB-FD7D-633A-78C683F4F269}"/>
              </a:ext>
            </a:extLst>
          </p:cNvPr>
          <p:cNvSpPr>
            <a:spLocks noGrp="1"/>
          </p:cNvSpPr>
          <p:nvPr>
            <p:ph type="pic" sz="quarter" idx="14" hasCustomPrompt="1"/>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sp>
        <p:nvSpPr>
          <p:cNvPr id="5" name="Title 1">
            <a:extLst>
              <a:ext uri="{FF2B5EF4-FFF2-40B4-BE49-F238E27FC236}">
                <a16:creationId xmlns:a16="http://schemas.microsoft.com/office/drawing/2014/main" id="{8ABFE959-AAB6-76DF-7517-8AE8C424F99C}"/>
              </a:ext>
            </a:extLst>
          </p:cNvPr>
          <p:cNvSpPr>
            <a:spLocks noGrp="1"/>
          </p:cNvSpPr>
          <p:nvPr>
            <p:ph type="title"/>
          </p:nvPr>
        </p:nvSpPr>
        <p:spPr>
          <a:xfrm>
            <a:off x="2402003" y="1916112"/>
            <a:ext cx="7387993" cy="1512887"/>
          </a:xfrm>
          <a:prstGeom prst="rect">
            <a:avLst/>
          </a:prstGeom>
        </p:spPr>
        <p:txBody>
          <a:bodyPr wrap="square" anchor="b">
            <a:noAutofit/>
          </a:bodyPr>
          <a:lstStyle>
            <a:lvl1pPr algn="ctr">
              <a:defRPr sz="3200">
                <a:effectLst>
                  <a:outerShdw blurRad="1016000" dir="5400000" algn="ctr" rotWithShape="0">
                    <a:schemeClr val="bg1"/>
                  </a:outerShdw>
                </a:effectLst>
              </a:defRPr>
            </a:lvl1pPr>
          </a:lstStyle>
          <a:p>
            <a:r>
              <a:rPr lang="en-US"/>
              <a:t>Click to edit Master title style</a:t>
            </a:r>
          </a:p>
        </p:txBody>
      </p:sp>
      <p:sp>
        <p:nvSpPr>
          <p:cNvPr id="6" name="Text Placeholder 8">
            <a:extLst>
              <a:ext uri="{FF2B5EF4-FFF2-40B4-BE49-F238E27FC236}">
                <a16:creationId xmlns:a16="http://schemas.microsoft.com/office/drawing/2014/main" id="{B8EC071D-C9EA-D72D-472D-47AC8DAE4AFA}"/>
              </a:ext>
            </a:extLst>
          </p:cNvPr>
          <p:cNvSpPr>
            <a:spLocks noGrp="1"/>
          </p:cNvSpPr>
          <p:nvPr>
            <p:ph type="body" sz="quarter" idx="13"/>
          </p:nvPr>
        </p:nvSpPr>
        <p:spPr>
          <a:xfrm>
            <a:off x="2402003" y="4025468"/>
            <a:ext cx="7387993" cy="916420"/>
          </a:xfrm>
          <a:prstGeom prst="rect">
            <a:avLst/>
          </a:prstGeom>
        </p:spPr>
        <p:txBody>
          <a:bodyPr wrap="square">
            <a:noAutofit/>
          </a:bodyPr>
          <a:lstStyle>
            <a:lvl1pPr algn="ctr">
              <a:defRPr sz="2000"/>
            </a:lvl1pPr>
            <a:lvl2pPr>
              <a:defRPr sz="2000"/>
            </a:lvl2pPr>
            <a:lvl3pPr>
              <a:defRPr sz="2000"/>
            </a:lvl3pPr>
            <a:lvl4pPr>
              <a:defRPr sz="2000"/>
            </a:lvl4pPr>
            <a:lvl5pPr>
              <a:defRPr sz="2000"/>
            </a:lvl5pPr>
          </a:lstStyle>
          <a:p>
            <a:pPr lvl="0"/>
            <a:r>
              <a:rPr lang="en-US"/>
              <a:t>Click to edit Master text styles</a:t>
            </a:r>
          </a:p>
        </p:txBody>
      </p:sp>
      <p:sp>
        <p:nvSpPr>
          <p:cNvPr id="8" name="Date Placeholder 7">
            <a:extLst>
              <a:ext uri="{FF2B5EF4-FFF2-40B4-BE49-F238E27FC236}">
                <a16:creationId xmlns:a16="http://schemas.microsoft.com/office/drawing/2014/main" id="{A113035B-9AB2-FCA1-E3D6-B54ADD883094}"/>
              </a:ext>
            </a:extLst>
          </p:cNvPr>
          <p:cNvSpPr>
            <a:spLocks noGrp="1"/>
          </p:cNvSpPr>
          <p:nvPr>
            <p:ph type="dt" sz="half" idx="15"/>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9" name="Footer Placeholder 8">
            <a:extLst>
              <a:ext uri="{FF2B5EF4-FFF2-40B4-BE49-F238E27FC236}">
                <a16:creationId xmlns:a16="http://schemas.microsoft.com/office/drawing/2014/main" id="{6C422829-3285-536E-9A1D-C1461DD7772E}"/>
              </a:ext>
            </a:extLst>
          </p:cNvPr>
          <p:cNvSpPr>
            <a:spLocks noGrp="1"/>
          </p:cNvSpPr>
          <p:nvPr>
            <p:ph type="ftr" sz="quarter" idx="16"/>
          </p:nvPr>
        </p:nvSpPr>
        <p:spPr/>
        <p:txBody>
          <a:bodyPr/>
          <a:lstStyle/>
          <a:p>
            <a:pPr>
              <a:spcBef>
                <a:spcPts val="1000"/>
              </a:spcBef>
              <a:buFont typeface="Arial" panose="020B0604020202020204" pitchFamily="34" charset="0"/>
              <a:buNone/>
            </a:pPr>
            <a:r>
              <a:rPr lang="en-US"/>
              <a:t>Presentation Title | Author | Date</a:t>
            </a:r>
          </a:p>
        </p:txBody>
      </p:sp>
      <p:sp>
        <p:nvSpPr>
          <p:cNvPr id="14" name="Slide Number Placeholder 13">
            <a:extLst>
              <a:ext uri="{FF2B5EF4-FFF2-40B4-BE49-F238E27FC236}">
                <a16:creationId xmlns:a16="http://schemas.microsoft.com/office/drawing/2014/main" id="{F8824F2D-932D-C110-76B1-E57FB6242005}"/>
              </a:ext>
            </a:extLst>
          </p:cNvPr>
          <p:cNvSpPr>
            <a:spLocks noGrp="1"/>
          </p:cNvSpPr>
          <p:nvPr>
            <p:ph type="sldNum" sz="quarter" idx="17"/>
          </p:nvPr>
        </p:nvSpPr>
        <p:spPr/>
        <p:txBody>
          <a:bodyPr/>
          <a:lstStyle/>
          <a:p>
            <a:pPr algn="r"/>
            <a:fld id="{5D9A5160-6218-4E5A-B9E6-B93E3DAE377C}" type="slidenum">
              <a:rPr lang="en-US" smtClean="0"/>
              <a:pPr algn="r"/>
              <a:t>‹#›</a:t>
            </a:fld>
            <a:endParaRPr lang="en-US"/>
          </a:p>
        </p:txBody>
      </p:sp>
      <p:sp>
        <p:nvSpPr>
          <p:cNvPr id="2" name="Logo Placeholder 7">
            <a:extLst>
              <a:ext uri="{FF2B5EF4-FFF2-40B4-BE49-F238E27FC236}">
                <a16:creationId xmlns:a16="http://schemas.microsoft.com/office/drawing/2014/main" id="{B3B3E366-5F6B-4DAD-CC9B-8BC1097C99EC}"/>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Tree>
    <p:extLst>
      <p:ext uri="{BB962C8B-B14F-4D97-AF65-F5344CB8AC3E}">
        <p14:creationId xmlns:p14="http://schemas.microsoft.com/office/powerpoint/2010/main" val="1355320034"/>
      </p:ext>
    </p:extLst>
  </p:cSld>
  <p:clrMapOvr>
    <a:masterClrMapping/>
  </p:clrMapOvr>
</p:sldLayout>
</file>

<file path=ppt/slideLayouts/slideLayout317.xml><?xml version="1.0" encoding="utf-8"?>
<p:sldLayout xmlns:a="http://schemas.openxmlformats.org/drawingml/2006/main" xmlns:r="http://schemas.openxmlformats.org/officeDocument/2006/relationships" xmlns:p="http://schemas.openxmlformats.org/presentationml/2006/main" preserve="1" userDrawn="1">
  <p:cSld name="Conclusion 1">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F50CBB0B-9D54-C4B7-F774-A406AEB759DC}"/>
              </a:ext>
            </a:extLst>
          </p:cNvPr>
          <p:cNvSpPr>
            <a:spLocks noGrp="1"/>
          </p:cNvSpPr>
          <p:nvPr>
            <p:ph type="title"/>
          </p:nvPr>
        </p:nvSpPr>
        <p:spPr>
          <a:xfrm>
            <a:off x="550863" y="2154596"/>
            <a:ext cx="4170329" cy="2737444"/>
          </a:xfrm>
          <a:prstGeom prst="rect">
            <a:avLst/>
          </a:prstGeom>
        </p:spPr>
        <p:txBody>
          <a:bodyPr anchor="t">
            <a:noAutofit/>
          </a:bodyPr>
          <a:lstStyle>
            <a:lvl1pPr>
              <a:defRPr sz="4800"/>
            </a:lvl1pPr>
          </a:lstStyle>
          <a:p>
            <a:r>
              <a:rPr lang="en-US"/>
              <a:t>Click to edit Master title style</a:t>
            </a:r>
          </a:p>
        </p:txBody>
      </p:sp>
      <p:sp>
        <p:nvSpPr>
          <p:cNvPr id="14" name="Content Placeholder 3">
            <a:extLst>
              <a:ext uri="{FF2B5EF4-FFF2-40B4-BE49-F238E27FC236}">
                <a16:creationId xmlns:a16="http://schemas.microsoft.com/office/drawing/2014/main" id="{D898CD75-E929-80D9-7E35-D845DA59F5F4}"/>
              </a:ext>
            </a:extLst>
          </p:cNvPr>
          <p:cNvSpPr>
            <a:spLocks noGrp="1"/>
          </p:cNvSpPr>
          <p:nvPr>
            <p:ph sz="quarter" idx="17"/>
          </p:nvPr>
        </p:nvSpPr>
        <p:spPr>
          <a:xfrm>
            <a:off x="6096000" y="2154597"/>
            <a:ext cx="5524500" cy="4154128"/>
          </a:xfrm>
          <a:prstGeom prst="rect">
            <a:avLst/>
          </a:prstGeom>
        </p:spPr>
        <p:txBody>
          <a:bodyPr/>
          <a:lstStyle>
            <a:lvl1pPr>
              <a:defRPr sz="2000"/>
            </a:lvl1pPr>
            <a:lvl2pPr>
              <a:defRPr sz="2000"/>
            </a:lvl2pPr>
            <a:lvl3pPr>
              <a:defRPr sz="2000"/>
            </a:lvl3pPr>
            <a:lvl4pPr>
              <a:defRPr sz="2000"/>
            </a:lvl4pPr>
            <a:lvl5pP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3" name="Date Placeholder 2">
            <a:extLst>
              <a:ext uri="{FF2B5EF4-FFF2-40B4-BE49-F238E27FC236}">
                <a16:creationId xmlns:a16="http://schemas.microsoft.com/office/drawing/2014/main" id="{DDEDA374-C587-779E-8AE1-6CD7F4553941}"/>
              </a:ext>
            </a:extLst>
          </p:cNvPr>
          <p:cNvSpPr>
            <a:spLocks noGrp="1"/>
          </p:cNvSpPr>
          <p:nvPr>
            <p:ph type="dt" sz="half" idx="18"/>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4" name="Footer Placeholder 3">
            <a:extLst>
              <a:ext uri="{FF2B5EF4-FFF2-40B4-BE49-F238E27FC236}">
                <a16:creationId xmlns:a16="http://schemas.microsoft.com/office/drawing/2014/main" id="{1A46EF84-E452-DF73-A462-F323675455D6}"/>
              </a:ext>
            </a:extLst>
          </p:cNvPr>
          <p:cNvSpPr>
            <a:spLocks noGrp="1"/>
          </p:cNvSpPr>
          <p:nvPr>
            <p:ph type="ftr" sz="quarter" idx="19"/>
          </p:nvPr>
        </p:nvSpPr>
        <p:spPr/>
        <p:txBody>
          <a:bodyPr/>
          <a:lstStyle/>
          <a:p>
            <a:pPr>
              <a:spcBef>
                <a:spcPts val="1000"/>
              </a:spcBef>
              <a:buFont typeface="Arial" panose="020B0604020202020204" pitchFamily="34" charset="0"/>
              <a:buNone/>
            </a:pPr>
            <a:r>
              <a:rPr lang="en-US"/>
              <a:t>Presentation Title | Author | Date</a:t>
            </a:r>
          </a:p>
        </p:txBody>
      </p:sp>
      <p:sp>
        <p:nvSpPr>
          <p:cNvPr id="5" name="Slide Number Placeholder 4">
            <a:extLst>
              <a:ext uri="{FF2B5EF4-FFF2-40B4-BE49-F238E27FC236}">
                <a16:creationId xmlns:a16="http://schemas.microsoft.com/office/drawing/2014/main" id="{70216EAB-E162-DA2D-EE00-98D4A5012C1D}"/>
              </a:ext>
            </a:extLst>
          </p:cNvPr>
          <p:cNvSpPr>
            <a:spLocks noGrp="1"/>
          </p:cNvSpPr>
          <p:nvPr>
            <p:ph type="sldNum" sz="quarter" idx="20"/>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1852444642"/>
      </p:ext>
    </p:extLst>
  </p:cSld>
  <p:clrMapOvr>
    <a:masterClrMapping/>
  </p:clrMapOvr>
</p:sldLayout>
</file>

<file path=ppt/slideLayouts/slideLayout318.xml><?xml version="1.0" encoding="utf-8"?>
<p:sldLayout xmlns:a="http://schemas.openxmlformats.org/drawingml/2006/main" xmlns:r="http://schemas.openxmlformats.org/officeDocument/2006/relationships" xmlns:p="http://schemas.openxmlformats.org/presentationml/2006/main" preserve="1" userDrawn="1">
  <p:cSld name="Conclusion 1 Photo">
    <p:spTree>
      <p:nvGrpSpPr>
        <p:cNvPr id="1" name=""/>
        <p:cNvGrpSpPr/>
        <p:nvPr/>
      </p:nvGrpSpPr>
      <p:grpSpPr>
        <a:xfrm>
          <a:off x="0" y="0"/>
          <a:ext cx="0" cy="0"/>
          <a:chOff x="0" y="0"/>
          <a:chExt cx="0" cy="0"/>
        </a:xfrm>
      </p:grpSpPr>
      <p:sp>
        <p:nvSpPr>
          <p:cNvPr id="12" name="Picture Placeholder 10">
            <a:extLst>
              <a:ext uri="{FF2B5EF4-FFF2-40B4-BE49-F238E27FC236}">
                <a16:creationId xmlns:a16="http://schemas.microsoft.com/office/drawing/2014/main" id="{1C08FB90-AF58-85B5-3914-77B3471EE049}"/>
              </a:ext>
            </a:extLst>
          </p:cNvPr>
          <p:cNvSpPr>
            <a:spLocks noGrp="1"/>
          </p:cNvSpPr>
          <p:nvPr>
            <p:ph type="pic" sz="quarter" idx="13" hasCustomPrompt="1"/>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sp>
        <p:nvSpPr>
          <p:cNvPr id="21" name="Title 1">
            <a:extLst>
              <a:ext uri="{FF2B5EF4-FFF2-40B4-BE49-F238E27FC236}">
                <a16:creationId xmlns:a16="http://schemas.microsoft.com/office/drawing/2014/main" id="{28231349-D5BA-64A4-A1C7-EDC789C8DEEB}"/>
              </a:ext>
            </a:extLst>
          </p:cNvPr>
          <p:cNvSpPr>
            <a:spLocks noGrp="1"/>
          </p:cNvSpPr>
          <p:nvPr>
            <p:ph type="title"/>
          </p:nvPr>
        </p:nvSpPr>
        <p:spPr>
          <a:xfrm>
            <a:off x="550863" y="2154596"/>
            <a:ext cx="4170329" cy="2737444"/>
          </a:xfrm>
          <a:prstGeom prst="rect">
            <a:avLst/>
          </a:prstGeom>
        </p:spPr>
        <p:txBody>
          <a:bodyPr anchor="t">
            <a:noAutofit/>
          </a:bodyPr>
          <a:lstStyle>
            <a:lvl1pPr>
              <a:defRPr sz="4800"/>
            </a:lvl1pPr>
          </a:lstStyle>
          <a:p>
            <a:r>
              <a:rPr lang="en-US"/>
              <a:t>Click to edit Master title style</a:t>
            </a:r>
          </a:p>
        </p:txBody>
      </p:sp>
      <p:sp>
        <p:nvSpPr>
          <p:cNvPr id="22" name="Content Placeholder 3">
            <a:extLst>
              <a:ext uri="{FF2B5EF4-FFF2-40B4-BE49-F238E27FC236}">
                <a16:creationId xmlns:a16="http://schemas.microsoft.com/office/drawing/2014/main" id="{6B455CB3-CA48-68B3-77F6-EB2C98EE7BD0}"/>
              </a:ext>
            </a:extLst>
          </p:cNvPr>
          <p:cNvSpPr>
            <a:spLocks noGrp="1"/>
          </p:cNvSpPr>
          <p:nvPr>
            <p:ph sz="quarter" idx="17"/>
          </p:nvPr>
        </p:nvSpPr>
        <p:spPr>
          <a:xfrm>
            <a:off x="6096000" y="2154597"/>
            <a:ext cx="5524500" cy="4154128"/>
          </a:xfrm>
          <a:prstGeom prst="rect">
            <a:avLst/>
          </a:prstGeom>
        </p:spPr>
        <p:txBody>
          <a:bodyPr/>
          <a:lstStyle>
            <a:lvl1pPr>
              <a:defRPr sz="2000"/>
            </a:lvl1pPr>
            <a:lvl2pPr>
              <a:defRPr sz="2000"/>
            </a:lvl2pPr>
            <a:lvl3pPr>
              <a:defRPr sz="2000"/>
            </a:lvl3pPr>
            <a:lvl4pPr>
              <a:defRPr sz="2000"/>
            </a:lvl4pPr>
            <a:lvl5pP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6" name="Date Placeholder 5">
            <a:extLst>
              <a:ext uri="{FF2B5EF4-FFF2-40B4-BE49-F238E27FC236}">
                <a16:creationId xmlns:a16="http://schemas.microsoft.com/office/drawing/2014/main" id="{A8F2C4DE-6A1C-4BAF-CEDB-0741A198E0C1}"/>
              </a:ext>
            </a:extLst>
          </p:cNvPr>
          <p:cNvSpPr>
            <a:spLocks noGrp="1"/>
          </p:cNvSpPr>
          <p:nvPr>
            <p:ph type="dt" sz="half" idx="18"/>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7" name="Footer Placeholder 6">
            <a:extLst>
              <a:ext uri="{FF2B5EF4-FFF2-40B4-BE49-F238E27FC236}">
                <a16:creationId xmlns:a16="http://schemas.microsoft.com/office/drawing/2014/main" id="{B5A666D7-760F-C3E7-2C45-537A38AB18BC}"/>
              </a:ext>
            </a:extLst>
          </p:cNvPr>
          <p:cNvSpPr>
            <a:spLocks noGrp="1"/>
          </p:cNvSpPr>
          <p:nvPr>
            <p:ph type="ftr" sz="quarter" idx="19"/>
          </p:nvPr>
        </p:nvSpPr>
        <p:spPr/>
        <p:txBody>
          <a:bodyPr/>
          <a:lstStyle/>
          <a:p>
            <a:pPr>
              <a:spcBef>
                <a:spcPts val="1000"/>
              </a:spcBef>
              <a:buFont typeface="Arial" panose="020B0604020202020204" pitchFamily="34" charset="0"/>
              <a:buNone/>
            </a:pPr>
            <a:r>
              <a:rPr lang="en-US"/>
              <a:t>Presentation Title | Author | Date</a:t>
            </a:r>
          </a:p>
        </p:txBody>
      </p:sp>
      <p:sp>
        <p:nvSpPr>
          <p:cNvPr id="8" name="Slide Number Placeholder 7">
            <a:extLst>
              <a:ext uri="{FF2B5EF4-FFF2-40B4-BE49-F238E27FC236}">
                <a16:creationId xmlns:a16="http://schemas.microsoft.com/office/drawing/2014/main" id="{94953DC7-FBD0-D234-515C-B70C65FA03DD}"/>
              </a:ext>
            </a:extLst>
          </p:cNvPr>
          <p:cNvSpPr>
            <a:spLocks noGrp="1"/>
          </p:cNvSpPr>
          <p:nvPr>
            <p:ph type="sldNum" sz="quarter" idx="20"/>
          </p:nvPr>
        </p:nvSpPr>
        <p:spPr/>
        <p:txBody>
          <a:bodyPr/>
          <a:lstStyle/>
          <a:p>
            <a:pPr algn="r"/>
            <a:fld id="{5D9A5160-6218-4E5A-B9E6-B93E3DAE377C}" type="slidenum">
              <a:rPr lang="en-US" smtClean="0"/>
              <a:pPr algn="r"/>
              <a:t>‹#›</a:t>
            </a:fld>
            <a:endParaRPr lang="en-US"/>
          </a:p>
        </p:txBody>
      </p:sp>
      <p:sp>
        <p:nvSpPr>
          <p:cNvPr id="2" name="Logo Placeholder 7">
            <a:extLst>
              <a:ext uri="{FF2B5EF4-FFF2-40B4-BE49-F238E27FC236}">
                <a16:creationId xmlns:a16="http://schemas.microsoft.com/office/drawing/2014/main" id="{6E3395B1-F7FC-802B-A216-F01560E9113F}"/>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Tree>
    <p:extLst>
      <p:ext uri="{BB962C8B-B14F-4D97-AF65-F5344CB8AC3E}">
        <p14:creationId xmlns:p14="http://schemas.microsoft.com/office/powerpoint/2010/main" val="3554219105"/>
      </p:ext>
    </p:extLst>
  </p:cSld>
  <p:clrMapOvr>
    <a:masterClrMapping/>
  </p:clrMapOvr>
</p:sldLayout>
</file>

<file path=ppt/slideLayouts/slideLayout319.xml><?xml version="1.0" encoding="utf-8"?>
<p:sldLayout xmlns:a="http://schemas.openxmlformats.org/drawingml/2006/main" xmlns:r="http://schemas.openxmlformats.org/officeDocument/2006/relationships" xmlns:p="http://schemas.openxmlformats.org/presentationml/2006/main" preserve="1" userDrawn="1">
  <p:cSld name="Conclusion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481328" y="1517904"/>
            <a:ext cx="3685032" cy="3185499"/>
          </a:xfrm>
          <a:prstGeom prst="rect">
            <a:avLst/>
          </a:prstGeom>
        </p:spPr>
        <p:txBody>
          <a:bodyPr anchor="t">
            <a:noAutofit/>
          </a:bodyPr>
          <a:lstStyle>
            <a:lvl1pPr>
              <a:defRPr sz="2400"/>
            </a:lvl1pPr>
          </a:lstStyle>
          <a:p>
            <a:r>
              <a:rPr lang="en-US"/>
              <a:t>Click to edit Master title style</a:t>
            </a:r>
          </a:p>
        </p:txBody>
      </p:sp>
      <p:sp>
        <p:nvSpPr>
          <p:cNvPr id="4" name="Content Placeholder 3">
            <a:extLst>
              <a:ext uri="{FF2B5EF4-FFF2-40B4-BE49-F238E27FC236}">
                <a16:creationId xmlns:a16="http://schemas.microsoft.com/office/drawing/2014/main" id="{64F9B09F-7191-4FCF-3B0D-173D1B5BE8AA}"/>
              </a:ext>
            </a:extLst>
          </p:cNvPr>
          <p:cNvSpPr>
            <a:spLocks noGrp="1"/>
          </p:cNvSpPr>
          <p:nvPr>
            <p:ph sz="quarter" idx="17"/>
          </p:nvPr>
        </p:nvSpPr>
        <p:spPr>
          <a:xfrm>
            <a:off x="7949096" y="4882895"/>
            <a:ext cx="3671404" cy="1425829"/>
          </a:xfrm>
          <a:prstGeom prst="rect">
            <a:avLst/>
          </a:prstGeom>
        </p:spPr>
        <p:txBody>
          <a:bodyPr/>
          <a:lstStyle>
            <a:lvl1pPr>
              <a:defRPr sz="3200"/>
            </a:lvl1pPr>
            <a:lvl2pPr>
              <a:defRPr sz="3200"/>
            </a:lvl2pPr>
            <a:lvl3pPr>
              <a:defRPr sz="3200"/>
            </a:lvl3pPr>
            <a:lvl4pPr>
              <a:defRPr sz="3200"/>
            </a:lvl4pPr>
            <a:lvl5pPr>
              <a:defRPr sz="3200"/>
            </a:lvl5pPr>
          </a:lstStyle>
          <a:p>
            <a:pPr lvl="0"/>
            <a:r>
              <a:rPr lang="en-US"/>
              <a:t>Click to edit Master text styles</a:t>
            </a:r>
          </a:p>
        </p:txBody>
      </p:sp>
      <p:sp>
        <p:nvSpPr>
          <p:cNvPr id="5" name="Date Placeholder 4">
            <a:extLst>
              <a:ext uri="{FF2B5EF4-FFF2-40B4-BE49-F238E27FC236}">
                <a16:creationId xmlns:a16="http://schemas.microsoft.com/office/drawing/2014/main" id="{958CA01C-7827-82F6-2479-87C946BAD318}"/>
              </a:ext>
            </a:extLst>
          </p:cNvPr>
          <p:cNvSpPr>
            <a:spLocks noGrp="1"/>
          </p:cNvSpPr>
          <p:nvPr>
            <p:ph type="dt" sz="half" idx="18"/>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6" name="Footer Placeholder 5">
            <a:extLst>
              <a:ext uri="{FF2B5EF4-FFF2-40B4-BE49-F238E27FC236}">
                <a16:creationId xmlns:a16="http://schemas.microsoft.com/office/drawing/2014/main" id="{F5A9AE5F-A9DC-699F-D478-39BC3367EDFE}"/>
              </a:ext>
            </a:extLst>
          </p:cNvPr>
          <p:cNvSpPr>
            <a:spLocks noGrp="1"/>
          </p:cNvSpPr>
          <p:nvPr>
            <p:ph type="ftr" sz="quarter" idx="19"/>
          </p:nvPr>
        </p:nvSpPr>
        <p:spPr/>
        <p:txBody>
          <a:bodyPr/>
          <a:lstStyle/>
          <a:p>
            <a:pPr>
              <a:spcBef>
                <a:spcPts val="1000"/>
              </a:spcBef>
              <a:buFont typeface="Arial" panose="020B0604020202020204" pitchFamily="34" charset="0"/>
              <a:buNone/>
            </a:pPr>
            <a:r>
              <a:rPr lang="en-US"/>
              <a:t>Presentation Title | Author | Date</a:t>
            </a:r>
          </a:p>
        </p:txBody>
      </p:sp>
      <p:sp>
        <p:nvSpPr>
          <p:cNvPr id="7" name="Slide Number Placeholder 6">
            <a:extLst>
              <a:ext uri="{FF2B5EF4-FFF2-40B4-BE49-F238E27FC236}">
                <a16:creationId xmlns:a16="http://schemas.microsoft.com/office/drawing/2014/main" id="{23C200B6-39EA-19E8-344A-F12A2E6EBA26}"/>
              </a:ext>
            </a:extLst>
          </p:cNvPr>
          <p:cNvSpPr>
            <a:spLocks noGrp="1"/>
          </p:cNvSpPr>
          <p:nvPr>
            <p:ph type="sldNum" sz="quarter" idx="20"/>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4055968721"/>
      </p:ext>
    </p:extLst>
  </p:cSld>
  <p:clrMapOvr>
    <a:masterClrMapping/>
  </p:clrMapOvr>
</p:sldLayout>
</file>

<file path=ppt/slideLayouts/slideLayout320.xml><?xml version="1.0" encoding="utf-8"?>
<p:sldLayout xmlns:a="http://schemas.openxmlformats.org/drawingml/2006/main" xmlns:r="http://schemas.openxmlformats.org/officeDocument/2006/relationships" xmlns:p="http://schemas.openxmlformats.org/presentationml/2006/main" preserve="1" userDrawn="1">
  <p:cSld name="Conclusion 2 Photo">
    <p:spTree>
      <p:nvGrpSpPr>
        <p:cNvPr id="1" name=""/>
        <p:cNvGrpSpPr/>
        <p:nvPr/>
      </p:nvGrpSpPr>
      <p:grpSpPr>
        <a:xfrm>
          <a:off x="0" y="0"/>
          <a:ext cx="0" cy="0"/>
          <a:chOff x="0" y="0"/>
          <a:chExt cx="0" cy="0"/>
        </a:xfrm>
      </p:grpSpPr>
      <p:sp>
        <p:nvSpPr>
          <p:cNvPr id="3" name="Picture Placeholder 10">
            <a:extLst>
              <a:ext uri="{FF2B5EF4-FFF2-40B4-BE49-F238E27FC236}">
                <a16:creationId xmlns:a16="http://schemas.microsoft.com/office/drawing/2014/main" id="{B4DEBDB5-5781-B892-9D45-BC7289836339}"/>
              </a:ext>
            </a:extLst>
          </p:cNvPr>
          <p:cNvSpPr>
            <a:spLocks noGrp="1"/>
          </p:cNvSpPr>
          <p:nvPr>
            <p:ph type="pic" sz="quarter" idx="13" hasCustomPrompt="1"/>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481328" y="1517904"/>
            <a:ext cx="3685032" cy="3185499"/>
          </a:xfrm>
          <a:prstGeom prst="rect">
            <a:avLst/>
          </a:prstGeom>
        </p:spPr>
        <p:txBody>
          <a:bodyPr anchor="t">
            <a:noAutofit/>
          </a:bodyPr>
          <a:lstStyle>
            <a:lvl1pPr>
              <a:defRPr sz="2400"/>
            </a:lvl1pPr>
          </a:lstStyle>
          <a:p>
            <a:r>
              <a:rPr lang="en-US"/>
              <a:t>Click to edit Master title style</a:t>
            </a:r>
          </a:p>
        </p:txBody>
      </p:sp>
      <p:sp>
        <p:nvSpPr>
          <p:cNvPr id="4" name="Content Placeholder 3">
            <a:extLst>
              <a:ext uri="{FF2B5EF4-FFF2-40B4-BE49-F238E27FC236}">
                <a16:creationId xmlns:a16="http://schemas.microsoft.com/office/drawing/2014/main" id="{64F9B09F-7191-4FCF-3B0D-173D1B5BE8AA}"/>
              </a:ext>
            </a:extLst>
          </p:cNvPr>
          <p:cNvSpPr>
            <a:spLocks noGrp="1"/>
          </p:cNvSpPr>
          <p:nvPr>
            <p:ph sz="quarter" idx="17"/>
          </p:nvPr>
        </p:nvSpPr>
        <p:spPr>
          <a:xfrm>
            <a:off x="7949096" y="4882895"/>
            <a:ext cx="3671404" cy="1425829"/>
          </a:xfrm>
          <a:prstGeom prst="rect">
            <a:avLst/>
          </a:prstGeom>
        </p:spPr>
        <p:txBody>
          <a:bodyPr/>
          <a:lstStyle>
            <a:lvl1pPr>
              <a:defRPr sz="3200"/>
            </a:lvl1pPr>
            <a:lvl2pPr>
              <a:defRPr sz="3200"/>
            </a:lvl2pPr>
            <a:lvl3pPr>
              <a:defRPr sz="3200"/>
            </a:lvl3pPr>
            <a:lvl4pPr>
              <a:defRPr sz="3200"/>
            </a:lvl4pPr>
            <a:lvl5pPr>
              <a:defRPr sz="3200"/>
            </a:lvl5pPr>
          </a:lstStyle>
          <a:p>
            <a:pPr lvl="0"/>
            <a:r>
              <a:rPr lang="en-US"/>
              <a:t>Click to edit Master text styles</a:t>
            </a:r>
          </a:p>
        </p:txBody>
      </p:sp>
      <p:sp>
        <p:nvSpPr>
          <p:cNvPr id="6" name="Date Placeholder 5">
            <a:extLst>
              <a:ext uri="{FF2B5EF4-FFF2-40B4-BE49-F238E27FC236}">
                <a16:creationId xmlns:a16="http://schemas.microsoft.com/office/drawing/2014/main" id="{EAED4CBA-FED0-60CF-6658-5821F1968589}"/>
              </a:ext>
            </a:extLst>
          </p:cNvPr>
          <p:cNvSpPr>
            <a:spLocks noGrp="1"/>
          </p:cNvSpPr>
          <p:nvPr>
            <p:ph type="dt" sz="half" idx="18"/>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7" name="Footer Placeholder 6">
            <a:extLst>
              <a:ext uri="{FF2B5EF4-FFF2-40B4-BE49-F238E27FC236}">
                <a16:creationId xmlns:a16="http://schemas.microsoft.com/office/drawing/2014/main" id="{973E460F-1F60-3564-8377-BF259B8D5F20}"/>
              </a:ext>
            </a:extLst>
          </p:cNvPr>
          <p:cNvSpPr>
            <a:spLocks noGrp="1"/>
          </p:cNvSpPr>
          <p:nvPr>
            <p:ph type="ftr" sz="quarter" idx="19"/>
          </p:nvPr>
        </p:nvSpPr>
        <p:spPr/>
        <p:txBody>
          <a:bodyPr/>
          <a:lstStyle/>
          <a:p>
            <a:pPr>
              <a:spcBef>
                <a:spcPts val="1000"/>
              </a:spcBef>
              <a:buFont typeface="Arial" panose="020B0604020202020204" pitchFamily="34" charset="0"/>
              <a:buNone/>
            </a:pPr>
            <a:r>
              <a:rPr lang="en-US"/>
              <a:t>Presentation Title | Author | Date</a:t>
            </a:r>
          </a:p>
        </p:txBody>
      </p:sp>
      <p:sp>
        <p:nvSpPr>
          <p:cNvPr id="14" name="Slide Number Placeholder 13">
            <a:extLst>
              <a:ext uri="{FF2B5EF4-FFF2-40B4-BE49-F238E27FC236}">
                <a16:creationId xmlns:a16="http://schemas.microsoft.com/office/drawing/2014/main" id="{0D493F99-C63F-0DED-2802-307160340314}"/>
              </a:ext>
            </a:extLst>
          </p:cNvPr>
          <p:cNvSpPr>
            <a:spLocks noGrp="1"/>
          </p:cNvSpPr>
          <p:nvPr>
            <p:ph type="sldNum" sz="quarter" idx="20"/>
          </p:nvPr>
        </p:nvSpPr>
        <p:spPr/>
        <p:txBody>
          <a:bodyPr/>
          <a:lstStyle/>
          <a:p>
            <a:pPr algn="r"/>
            <a:fld id="{5D9A5160-6218-4E5A-B9E6-B93E3DAE377C}" type="slidenum">
              <a:rPr lang="en-US" smtClean="0"/>
              <a:pPr algn="r"/>
              <a:t>‹#›</a:t>
            </a:fld>
            <a:endParaRPr lang="en-US"/>
          </a:p>
        </p:txBody>
      </p:sp>
      <p:sp>
        <p:nvSpPr>
          <p:cNvPr id="8" name="Logo Placeholder 7">
            <a:extLst>
              <a:ext uri="{FF2B5EF4-FFF2-40B4-BE49-F238E27FC236}">
                <a16:creationId xmlns:a16="http://schemas.microsoft.com/office/drawing/2014/main" id="{033216B3-32DC-26FE-5B0C-AA59A5EEF721}"/>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Tree>
    <p:extLst>
      <p:ext uri="{BB962C8B-B14F-4D97-AF65-F5344CB8AC3E}">
        <p14:creationId xmlns:p14="http://schemas.microsoft.com/office/powerpoint/2010/main" val="1151227695"/>
      </p:ext>
    </p:extLst>
  </p:cSld>
  <p:clrMapOvr>
    <a:masterClrMapping/>
  </p:clrMapOvr>
</p:sldLayout>
</file>

<file path=ppt/slideLayouts/slideLayout321.xml><?xml version="1.0" encoding="utf-8"?>
<p:sldLayout xmlns:a="http://schemas.openxmlformats.org/drawingml/2006/main" xmlns:r="http://schemas.openxmlformats.org/officeDocument/2006/relationships" xmlns:p="http://schemas.openxmlformats.org/presentationml/2006/main" preserve="1" userDrawn="1">
  <p:cSld name="Conclusion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50EB54-2DDF-50B7-9D98-A038DEF17892}"/>
              </a:ext>
            </a:extLst>
          </p:cNvPr>
          <p:cNvSpPr>
            <a:spLocks noGrp="1"/>
          </p:cNvSpPr>
          <p:nvPr>
            <p:ph type="title"/>
          </p:nvPr>
        </p:nvSpPr>
        <p:spPr>
          <a:xfrm>
            <a:off x="7450171" y="2154596"/>
            <a:ext cx="4170329" cy="2737444"/>
          </a:xfrm>
          <a:prstGeom prst="rect">
            <a:avLst/>
          </a:prstGeom>
        </p:spPr>
        <p:txBody>
          <a:bodyPr anchor="b">
            <a:noAutofit/>
          </a:bodyPr>
          <a:lstStyle>
            <a:lvl1pPr algn="r">
              <a:defRPr sz="4800"/>
            </a:lvl1pPr>
          </a:lstStyle>
          <a:p>
            <a:r>
              <a:rPr lang="en-US"/>
              <a:t>Click to edit Master title style</a:t>
            </a:r>
          </a:p>
        </p:txBody>
      </p:sp>
      <p:sp>
        <p:nvSpPr>
          <p:cNvPr id="3" name="Date Placeholder 2">
            <a:extLst>
              <a:ext uri="{FF2B5EF4-FFF2-40B4-BE49-F238E27FC236}">
                <a16:creationId xmlns:a16="http://schemas.microsoft.com/office/drawing/2014/main" id="{AE44684F-D794-29DA-96BD-7FDCFE9BBC83}"/>
              </a:ext>
            </a:extLst>
          </p:cNvPr>
          <p:cNvSpPr>
            <a:spLocks noGrp="1"/>
          </p:cNvSpPr>
          <p:nvPr>
            <p:ph type="dt" sz="half" idx="10"/>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4" name="Footer Placeholder 3">
            <a:extLst>
              <a:ext uri="{FF2B5EF4-FFF2-40B4-BE49-F238E27FC236}">
                <a16:creationId xmlns:a16="http://schemas.microsoft.com/office/drawing/2014/main" id="{810692F0-1502-0611-DB5D-DCB4C1B2D896}"/>
              </a:ext>
            </a:extLst>
          </p:cNvPr>
          <p:cNvSpPr>
            <a:spLocks noGrp="1"/>
          </p:cNvSpPr>
          <p:nvPr>
            <p:ph type="ftr" sz="quarter" idx="11"/>
          </p:nvPr>
        </p:nvSpPr>
        <p:spPr/>
        <p:txBody>
          <a:bodyPr/>
          <a:lstStyle/>
          <a:p>
            <a:pPr>
              <a:spcBef>
                <a:spcPts val="1000"/>
              </a:spcBef>
              <a:buFont typeface="Arial" panose="020B0604020202020204" pitchFamily="34" charset="0"/>
              <a:buNone/>
            </a:pPr>
            <a:r>
              <a:rPr lang="en-US"/>
              <a:t>Presentation Title | Author | Date</a:t>
            </a:r>
          </a:p>
        </p:txBody>
      </p:sp>
      <p:sp>
        <p:nvSpPr>
          <p:cNvPr id="5" name="Slide Number Placeholder 4">
            <a:extLst>
              <a:ext uri="{FF2B5EF4-FFF2-40B4-BE49-F238E27FC236}">
                <a16:creationId xmlns:a16="http://schemas.microsoft.com/office/drawing/2014/main" id="{D9D88EBB-9A16-B41B-C8AC-2FB3BD40ECDE}"/>
              </a:ext>
            </a:extLst>
          </p:cNvPr>
          <p:cNvSpPr>
            <a:spLocks noGrp="1"/>
          </p:cNvSpPr>
          <p:nvPr>
            <p:ph type="sldNum" sz="quarter" idx="12"/>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2652651345"/>
      </p:ext>
    </p:extLst>
  </p:cSld>
  <p:clrMapOvr>
    <a:masterClrMapping/>
  </p:clrMapOvr>
</p:sldLayout>
</file>

<file path=ppt/slideLayouts/slideLayout322.xml><?xml version="1.0" encoding="utf-8"?>
<p:sldLayout xmlns:a="http://schemas.openxmlformats.org/drawingml/2006/main" xmlns:r="http://schemas.openxmlformats.org/officeDocument/2006/relationships" xmlns:p="http://schemas.openxmlformats.org/presentationml/2006/main" preserve="1" userDrawn="1">
  <p:cSld name="Conclusion 3 Photo">
    <p:spTree>
      <p:nvGrpSpPr>
        <p:cNvPr id="1" name=""/>
        <p:cNvGrpSpPr/>
        <p:nvPr/>
      </p:nvGrpSpPr>
      <p:grpSpPr>
        <a:xfrm>
          <a:off x="0" y="0"/>
          <a:ext cx="0" cy="0"/>
          <a:chOff x="0" y="0"/>
          <a:chExt cx="0" cy="0"/>
        </a:xfrm>
      </p:grpSpPr>
      <p:sp>
        <p:nvSpPr>
          <p:cNvPr id="12" name="Picture Placeholder 10">
            <a:extLst>
              <a:ext uri="{FF2B5EF4-FFF2-40B4-BE49-F238E27FC236}">
                <a16:creationId xmlns:a16="http://schemas.microsoft.com/office/drawing/2014/main" id="{1C08FB90-AF58-85B5-3914-77B3471EE049}"/>
              </a:ext>
            </a:extLst>
          </p:cNvPr>
          <p:cNvSpPr>
            <a:spLocks noGrp="1"/>
          </p:cNvSpPr>
          <p:nvPr>
            <p:ph type="pic" sz="quarter" idx="13" hasCustomPrompt="1"/>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sp>
        <p:nvSpPr>
          <p:cNvPr id="21" name="Title 1">
            <a:extLst>
              <a:ext uri="{FF2B5EF4-FFF2-40B4-BE49-F238E27FC236}">
                <a16:creationId xmlns:a16="http://schemas.microsoft.com/office/drawing/2014/main" id="{28231349-D5BA-64A4-A1C7-EDC789C8DEEB}"/>
              </a:ext>
            </a:extLst>
          </p:cNvPr>
          <p:cNvSpPr>
            <a:spLocks noGrp="1"/>
          </p:cNvSpPr>
          <p:nvPr>
            <p:ph type="title"/>
          </p:nvPr>
        </p:nvSpPr>
        <p:spPr>
          <a:xfrm>
            <a:off x="7450171" y="2154596"/>
            <a:ext cx="4170329" cy="2737444"/>
          </a:xfrm>
          <a:prstGeom prst="rect">
            <a:avLst/>
          </a:prstGeom>
        </p:spPr>
        <p:txBody>
          <a:bodyPr anchor="b">
            <a:noAutofit/>
          </a:bodyPr>
          <a:lstStyle>
            <a:lvl1pPr algn="r">
              <a:defRPr sz="4800"/>
            </a:lvl1pPr>
          </a:lstStyle>
          <a:p>
            <a:r>
              <a:rPr lang="en-US"/>
              <a:t>Click to edit Master title style</a:t>
            </a:r>
          </a:p>
        </p:txBody>
      </p:sp>
      <p:sp>
        <p:nvSpPr>
          <p:cNvPr id="6" name="Date Placeholder 5">
            <a:extLst>
              <a:ext uri="{FF2B5EF4-FFF2-40B4-BE49-F238E27FC236}">
                <a16:creationId xmlns:a16="http://schemas.microsoft.com/office/drawing/2014/main" id="{A4A388B3-FA4E-30F1-CC6B-BEF5D50CA00B}"/>
              </a:ext>
            </a:extLst>
          </p:cNvPr>
          <p:cNvSpPr>
            <a:spLocks noGrp="1"/>
          </p:cNvSpPr>
          <p:nvPr>
            <p:ph type="dt" sz="half" idx="14"/>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7" name="Footer Placeholder 6">
            <a:extLst>
              <a:ext uri="{FF2B5EF4-FFF2-40B4-BE49-F238E27FC236}">
                <a16:creationId xmlns:a16="http://schemas.microsoft.com/office/drawing/2014/main" id="{8AC7AD12-0DD4-D7FD-F186-59426836A189}"/>
              </a:ext>
            </a:extLst>
          </p:cNvPr>
          <p:cNvSpPr>
            <a:spLocks noGrp="1"/>
          </p:cNvSpPr>
          <p:nvPr>
            <p:ph type="ftr" sz="quarter" idx="15"/>
          </p:nvPr>
        </p:nvSpPr>
        <p:spPr/>
        <p:txBody>
          <a:bodyPr/>
          <a:lstStyle/>
          <a:p>
            <a:pPr>
              <a:spcBef>
                <a:spcPts val="1000"/>
              </a:spcBef>
              <a:buFont typeface="Arial" panose="020B0604020202020204" pitchFamily="34" charset="0"/>
              <a:buNone/>
            </a:pPr>
            <a:r>
              <a:rPr lang="en-US"/>
              <a:t>Presentation Title | Author | Date</a:t>
            </a:r>
          </a:p>
        </p:txBody>
      </p:sp>
      <p:sp>
        <p:nvSpPr>
          <p:cNvPr id="8" name="Slide Number Placeholder 7">
            <a:extLst>
              <a:ext uri="{FF2B5EF4-FFF2-40B4-BE49-F238E27FC236}">
                <a16:creationId xmlns:a16="http://schemas.microsoft.com/office/drawing/2014/main" id="{18457B4D-EEFD-198C-15F3-0A77696494B6}"/>
              </a:ext>
            </a:extLst>
          </p:cNvPr>
          <p:cNvSpPr>
            <a:spLocks noGrp="1"/>
          </p:cNvSpPr>
          <p:nvPr>
            <p:ph type="sldNum" sz="quarter" idx="16"/>
          </p:nvPr>
        </p:nvSpPr>
        <p:spPr/>
        <p:txBody>
          <a:bodyPr/>
          <a:lstStyle/>
          <a:p>
            <a:pPr algn="r"/>
            <a:fld id="{5D9A5160-6218-4E5A-B9E6-B93E3DAE377C}" type="slidenum">
              <a:rPr lang="en-US" smtClean="0"/>
              <a:pPr algn="r"/>
              <a:t>‹#›</a:t>
            </a:fld>
            <a:endParaRPr lang="en-US"/>
          </a:p>
        </p:txBody>
      </p:sp>
      <p:sp>
        <p:nvSpPr>
          <p:cNvPr id="3" name="Logo Placeholder 7">
            <a:extLst>
              <a:ext uri="{FF2B5EF4-FFF2-40B4-BE49-F238E27FC236}">
                <a16:creationId xmlns:a16="http://schemas.microsoft.com/office/drawing/2014/main" id="{F920BAA7-9E43-593A-ECC2-C0865059C307}"/>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Tree>
    <p:extLst>
      <p:ext uri="{BB962C8B-B14F-4D97-AF65-F5344CB8AC3E}">
        <p14:creationId xmlns:p14="http://schemas.microsoft.com/office/powerpoint/2010/main" val="959233033"/>
      </p:ext>
    </p:extLst>
  </p:cSld>
  <p:clrMapOvr>
    <a:masterClrMapping/>
  </p:clrMapOvr>
</p:sldLayout>
</file>

<file path=ppt/slideLayouts/slideLayout323.xml><?xml version="1.0" encoding="utf-8"?>
<p:sldLayout xmlns:a="http://schemas.openxmlformats.org/drawingml/2006/main" xmlns:r="http://schemas.openxmlformats.org/officeDocument/2006/relationships" xmlns:p="http://schemas.openxmlformats.org/presentationml/2006/main" showMasterSp="0" preserve="1" userDrawn="1">
  <p:cSld name="End Slide 1">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BE9A7C0-1B19-CA66-4300-296F0EE9926E}"/>
              </a:ext>
            </a:extLst>
          </p:cNvPr>
          <p:cNvSpPr/>
          <p:nvPr userDrawn="1">
            <p:custDataLst>
              <p:tags r:id="rId1"/>
            </p:custDataLst>
          </p:nvPr>
        </p:nvSpPr>
        <p:spPr>
          <a:xfrm>
            <a:off x="6096000" y="854464"/>
            <a:ext cx="2240280" cy="1031051"/>
          </a:xfrm>
          <a:prstGeom prst="rect">
            <a:avLst/>
          </a:prstGeom>
        </p:spPr>
        <p:txBody>
          <a:bodyPr wrap="square" lIns="0" tIns="0" rIns="0" bIns="0">
            <a:spAutoFit/>
          </a:bodyPr>
          <a:lstStyle/>
          <a:p>
            <a:pPr>
              <a:spcAft>
                <a:spcPts val="600"/>
              </a:spcAft>
            </a:pPr>
            <a:r>
              <a:rPr lang="en-US" sz="1200" b="0" i="0">
                <a:solidFill>
                  <a:schemeClr val="bg2"/>
                </a:solidFill>
                <a:cs typeface="Arial"/>
              </a:rPr>
              <a:t>Name, Last Name</a:t>
            </a:r>
          </a:p>
          <a:p>
            <a:pPr>
              <a:lnSpc>
                <a:spcPts val="1200"/>
              </a:lnSpc>
            </a:pPr>
            <a:r>
              <a:rPr lang="en-US" sz="1000" b="0" i="0">
                <a:solidFill>
                  <a:schemeClr val="bg2"/>
                </a:solidFill>
                <a:cs typeface="Arial"/>
              </a:rPr>
              <a:t>Title/Role</a:t>
            </a:r>
          </a:p>
          <a:p>
            <a:pPr>
              <a:lnSpc>
                <a:spcPts val="1200"/>
              </a:lnSpc>
            </a:pPr>
            <a:r>
              <a:rPr lang="en-US" sz="1000" b="0" i="0">
                <a:solidFill>
                  <a:schemeClr val="bg2"/>
                </a:solidFill>
                <a:cs typeface="Arial"/>
              </a:rPr>
              <a:t>Capgemini Office (Optional)</a:t>
            </a:r>
          </a:p>
          <a:p>
            <a:pPr>
              <a:lnSpc>
                <a:spcPts val="1200"/>
              </a:lnSpc>
            </a:pPr>
            <a:r>
              <a:rPr lang="en-US" sz="1000" b="0" i="0">
                <a:solidFill>
                  <a:schemeClr val="bg2"/>
                </a:solidFill>
                <a:cs typeface="Arial"/>
              </a:rPr>
              <a:t>Address Line 1</a:t>
            </a:r>
          </a:p>
          <a:p>
            <a:pPr>
              <a:lnSpc>
                <a:spcPts val="1200"/>
              </a:lnSpc>
            </a:pPr>
            <a:r>
              <a:rPr lang="en-US" sz="1000" b="0" i="0">
                <a:solidFill>
                  <a:schemeClr val="bg2"/>
                </a:solidFill>
                <a:cs typeface="Arial"/>
              </a:rPr>
              <a:t>Address Line 2 </a:t>
            </a:r>
          </a:p>
          <a:p>
            <a:pPr>
              <a:lnSpc>
                <a:spcPts val="1200"/>
              </a:lnSpc>
            </a:pPr>
            <a:r>
              <a:rPr lang="en-US" sz="1000" b="0" i="0">
                <a:solidFill>
                  <a:schemeClr val="bg2"/>
                </a:solidFill>
                <a:cs typeface="Arial"/>
              </a:rPr>
              <a:t>Address Line 3</a:t>
            </a:r>
          </a:p>
        </p:txBody>
      </p:sp>
      <p:sp>
        <p:nvSpPr>
          <p:cNvPr id="8" name="Rectangle 7">
            <a:extLst>
              <a:ext uri="{FF2B5EF4-FFF2-40B4-BE49-F238E27FC236}">
                <a16:creationId xmlns:a16="http://schemas.microsoft.com/office/drawing/2014/main" id="{BC47918D-2D25-E44E-317A-2C575CFA6201}"/>
              </a:ext>
            </a:extLst>
          </p:cNvPr>
          <p:cNvSpPr/>
          <p:nvPr userDrawn="1">
            <p:custDataLst>
              <p:tags r:id="rId2"/>
            </p:custDataLst>
          </p:nvPr>
        </p:nvSpPr>
        <p:spPr>
          <a:xfrm>
            <a:off x="9499996" y="854464"/>
            <a:ext cx="2240280" cy="1031051"/>
          </a:xfrm>
          <a:prstGeom prst="rect">
            <a:avLst/>
          </a:prstGeom>
        </p:spPr>
        <p:txBody>
          <a:bodyPr wrap="square" lIns="0" tIns="0" rIns="0" bIns="0">
            <a:spAutoFit/>
          </a:bodyPr>
          <a:lstStyle/>
          <a:p>
            <a:pPr>
              <a:spcAft>
                <a:spcPts val="600"/>
              </a:spcAft>
            </a:pPr>
            <a:r>
              <a:rPr lang="en-US" sz="1200" b="0" i="0">
                <a:solidFill>
                  <a:schemeClr val="bg2"/>
                </a:solidFill>
                <a:cs typeface="Arial"/>
              </a:rPr>
              <a:t>Name, Last Name</a:t>
            </a:r>
          </a:p>
          <a:p>
            <a:pPr>
              <a:lnSpc>
                <a:spcPts val="1200"/>
              </a:lnSpc>
            </a:pPr>
            <a:r>
              <a:rPr lang="en-US" sz="1000" b="0" i="0">
                <a:solidFill>
                  <a:schemeClr val="bg2"/>
                </a:solidFill>
                <a:cs typeface="Arial"/>
              </a:rPr>
              <a:t>Title/Role</a:t>
            </a:r>
          </a:p>
          <a:p>
            <a:pPr>
              <a:lnSpc>
                <a:spcPts val="1200"/>
              </a:lnSpc>
            </a:pPr>
            <a:r>
              <a:rPr lang="en-US" sz="1000" b="0" i="0">
                <a:solidFill>
                  <a:schemeClr val="bg2"/>
                </a:solidFill>
                <a:cs typeface="Arial"/>
              </a:rPr>
              <a:t>Capgemini Office (Optional)</a:t>
            </a:r>
          </a:p>
          <a:p>
            <a:pPr>
              <a:lnSpc>
                <a:spcPts val="1200"/>
              </a:lnSpc>
            </a:pPr>
            <a:r>
              <a:rPr lang="en-US" sz="1000" b="0" i="0">
                <a:solidFill>
                  <a:schemeClr val="bg2"/>
                </a:solidFill>
                <a:cs typeface="Arial"/>
              </a:rPr>
              <a:t>Address Line 1</a:t>
            </a:r>
          </a:p>
          <a:p>
            <a:pPr>
              <a:lnSpc>
                <a:spcPts val="1200"/>
              </a:lnSpc>
            </a:pPr>
            <a:r>
              <a:rPr lang="en-US" sz="1000" b="0" i="0">
                <a:solidFill>
                  <a:schemeClr val="bg2"/>
                </a:solidFill>
                <a:cs typeface="Arial"/>
              </a:rPr>
              <a:t>Address Line 2 </a:t>
            </a:r>
          </a:p>
          <a:p>
            <a:pPr>
              <a:lnSpc>
                <a:spcPts val="1200"/>
              </a:lnSpc>
            </a:pPr>
            <a:r>
              <a:rPr lang="en-US" sz="1000" b="0" i="0">
                <a:solidFill>
                  <a:schemeClr val="bg2"/>
                </a:solidFill>
                <a:cs typeface="Arial"/>
              </a:rPr>
              <a:t>Address Line 3</a:t>
            </a:r>
          </a:p>
        </p:txBody>
      </p:sp>
      <p:sp>
        <p:nvSpPr>
          <p:cNvPr id="9" name="Rectangle 8">
            <a:extLst>
              <a:ext uri="{FF2B5EF4-FFF2-40B4-BE49-F238E27FC236}">
                <a16:creationId xmlns:a16="http://schemas.microsoft.com/office/drawing/2014/main" id="{223DD2BC-6CFE-2C0D-CC83-30E20FA868FB}"/>
              </a:ext>
            </a:extLst>
          </p:cNvPr>
          <p:cNvSpPr/>
          <p:nvPr userDrawn="1">
            <p:custDataLst>
              <p:tags r:id="rId3"/>
            </p:custDataLst>
          </p:nvPr>
        </p:nvSpPr>
        <p:spPr>
          <a:xfrm>
            <a:off x="6096000" y="2118389"/>
            <a:ext cx="2240280" cy="1031051"/>
          </a:xfrm>
          <a:prstGeom prst="rect">
            <a:avLst/>
          </a:prstGeom>
        </p:spPr>
        <p:txBody>
          <a:bodyPr wrap="square" lIns="0" tIns="0" rIns="0" bIns="0">
            <a:spAutoFit/>
          </a:bodyPr>
          <a:lstStyle/>
          <a:p>
            <a:pPr>
              <a:spcAft>
                <a:spcPts val="600"/>
              </a:spcAft>
            </a:pPr>
            <a:r>
              <a:rPr lang="en-US" sz="1200" b="0" i="0">
                <a:solidFill>
                  <a:schemeClr val="bg2"/>
                </a:solidFill>
                <a:cs typeface="Arial"/>
              </a:rPr>
              <a:t>Name, Last Name</a:t>
            </a:r>
          </a:p>
          <a:p>
            <a:pPr>
              <a:lnSpc>
                <a:spcPts val="1200"/>
              </a:lnSpc>
            </a:pPr>
            <a:r>
              <a:rPr lang="en-US" sz="1000" b="0" i="0">
                <a:solidFill>
                  <a:schemeClr val="bg2"/>
                </a:solidFill>
                <a:cs typeface="Arial"/>
              </a:rPr>
              <a:t>Title/Role</a:t>
            </a:r>
          </a:p>
          <a:p>
            <a:pPr>
              <a:lnSpc>
                <a:spcPts val="1200"/>
              </a:lnSpc>
            </a:pPr>
            <a:r>
              <a:rPr lang="en-US" sz="1000" b="0" i="0">
                <a:solidFill>
                  <a:schemeClr val="bg2"/>
                </a:solidFill>
                <a:cs typeface="Arial"/>
              </a:rPr>
              <a:t>Capgemini Office (Optional)</a:t>
            </a:r>
          </a:p>
          <a:p>
            <a:pPr>
              <a:lnSpc>
                <a:spcPts val="1200"/>
              </a:lnSpc>
            </a:pPr>
            <a:r>
              <a:rPr lang="en-US" sz="1000" b="0" i="0">
                <a:solidFill>
                  <a:schemeClr val="bg2"/>
                </a:solidFill>
                <a:cs typeface="Arial"/>
              </a:rPr>
              <a:t>Address Line 1</a:t>
            </a:r>
          </a:p>
          <a:p>
            <a:pPr>
              <a:lnSpc>
                <a:spcPts val="1200"/>
              </a:lnSpc>
            </a:pPr>
            <a:r>
              <a:rPr lang="en-US" sz="1000" b="0" i="0">
                <a:solidFill>
                  <a:schemeClr val="bg2"/>
                </a:solidFill>
                <a:cs typeface="Arial"/>
              </a:rPr>
              <a:t>Address Line 2 </a:t>
            </a:r>
          </a:p>
          <a:p>
            <a:pPr>
              <a:lnSpc>
                <a:spcPts val="1200"/>
              </a:lnSpc>
            </a:pPr>
            <a:r>
              <a:rPr lang="en-US" sz="1000" b="0" i="0">
                <a:solidFill>
                  <a:schemeClr val="bg2"/>
                </a:solidFill>
                <a:cs typeface="Arial"/>
              </a:rPr>
              <a:t>Address Line 3</a:t>
            </a:r>
          </a:p>
        </p:txBody>
      </p:sp>
      <p:sp>
        <p:nvSpPr>
          <p:cNvPr id="10" name="Rectangle 9">
            <a:extLst>
              <a:ext uri="{FF2B5EF4-FFF2-40B4-BE49-F238E27FC236}">
                <a16:creationId xmlns:a16="http://schemas.microsoft.com/office/drawing/2014/main" id="{4CD48234-BC4B-8C1A-A80D-4730B8F6FA54}"/>
              </a:ext>
            </a:extLst>
          </p:cNvPr>
          <p:cNvSpPr/>
          <p:nvPr userDrawn="1">
            <p:custDataLst>
              <p:tags r:id="rId4"/>
            </p:custDataLst>
          </p:nvPr>
        </p:nvSpPr>
        <p:spPr>
          <a:xfrm>
            <a:off x="9499996" y="2118389"/>
            <a:ext cx="2240280" cy="1031051"/>
          </a:xfrm>
          <a:prstGeom prst="rect">
            <a:avLst/>
          </a:prstGeom>
        </p:spPr>
        <p:txBody>
          <a:bodyPr wrap="square" lIns="0" tIns="0" rIns="0" bIns="0">
            <a:spAutoFit/>
          </a:bodyPr>
          <a:lstStyle/>
          <a:p>
            <a:pPr>
              <a:spcAft>
                <a:spcPts val="600"/>
              </a:spcAft>
            </a:pPr>
            <a:r>
              <a:rPr lang="en-US" sz="1200" b="0" i="0">
                <a:solidFill>
                  <a:schemeClr val="bg2"/>
                </a:solidFill>
                <a:cs typeface="Arial"/>
              </a:rPr>
              <a:t>Name, Last Name</a:t>
            </a:r>
          </a:p>
          <a:p>
            <a:pPr>
              <a:lnSpc>
                <a:spcPts val="1200"/>
              </a:lnSpc>
            </a:pPr>
            <a:r>
              <a:rPr lang="en-US" sz="1000" b="0" i="0">
                <a:solidFill>
                  <a:schemeClr val="bg2"/>
                </a:solidFill>
                <a:cs typeface="Arial"/>
              </a:rPr>
              <a:t>Title/Role</a:t>
            </a:r>
          </a:p>
          <a:p>
            <a:pPr>
              <a:lnSpc>
                <a:spcPts val="1200"/>
              </a:lnSpc>
            </a:pPr>
            <a:r>
              <a:rPr lang="en-US" sz="1000" b="0" i="0">
                <a:solidFill>
                  <a:schemeClr val="bg2"/>
                </a:solidFill>
                <a:cs typeface="Arial"/>
              </a:rPr>
              <a:t>Capgemini Office (Optional)</a:t>
            </a:r>
          </a:p>
          <a:p>
            <a:pPr>
              <a:lnSpc>
                <a:spcPts val="1200"/>
              </a:lnSpc>
            </a:pPr>
            <a:r>
              <a:rPr lang="en-US" sz="1000" b="0" i="0">
                <a:solidFill>
                  <a:schemeClr val="bg2"/>
                </a:solidFill>
                <a:cs typeface="Arial"/>
              </a:rPr>
              <a:t>Address Line 1</a:t>
            </a:r>
          </a:p>
          <a:p>
            <a:pPr>
              <a:lnSpc>
                <a:spcPts val="1200"/>
              </a:lnSpc>
            </a:pPr>
            <a:r>
              <a:rPr lang="en-US" sz="1000" b="0" i="0">
                <a:solidFill>
                  <a:schemeClr val="bg2"/>
                </a:solidFill>
                <a:cs typeface="Arial"/>
              </a:rPr>
              <a:t>Address Line 2 </a:t>
            </a:r>
          </a:p>
          <a:p>
            <a:pPr>
              <a:lnSpc>
                <a:spcPts val="1200"/>
              </a:lnSpc>
            </a:pPr>
            <a:r>
              <a:rPr lang="en-US" sz="1000" b="0" i="0">
                <a:solidFill>
                  <a:schemeClr val="bg2"/>
                </a:solidFill>
                <a:cs typeface="Arial"/>
              </a:rPr>
              <a:t>Address Line 3</a:t>
            </a:r>
          </a:p>
        </p:txBody>
      </p:sp>
      <p:sp>
        <p:nvSpPr>
          <p:cNvPr id="12" name="Rectangle 11">
            <a:extLst>
              <a:ext uri="{FF2B5EF4-FFF2-40B4-BE49-F238E27FC236}">
                <a16:creationId xmlns:a16="http://schemas.microsoft.com/office/drawing/2014/main" id="{F2AB464E-5373-7E4D-F692-A0E675F2B196}"/>
              </a:ext>
            </a:extLst>
          </p:cNvPr>
          <p:cNvSpPr/>
          <p:nvPr userDrawn="1"/>
        </p:nvSpPr>
        <p:spPr>
          <a:xfrm>
            <a:off x="8904288" y="6053226"/>
            <a:ext cx="2879725" cy="400110"/>
          </a:xfrm>
          <a:prstGeom prst="rect">
            <a:avLst/>
          </a:prstGeom>
        </p:spPr>
        <p:txBody>
          <a:bodyPr wrap="square" lIns="0" tIns="0" rIns="0" bIns="0" anchor="b" anchorCtr="0">
            <a:spAutoFit/>
          </a:bodyPr>
          <a:lstStyle/>
          <a:p>
            <a:pPr>
              <a:spcAft>
                <a:spcPts val="600"/>
              </a:spcAft>
            </a:pPr>
            <a:r>
              <a:rPr lang="en-US" sz="700" b="0" i="0" noProof="0">
                <a:solidFill>
                  <a:schemeClr val="bg2"/>
                </a:solidFill>
                <a:latin typeface="+mn-lt"/>
                <a:cs typeface="Arial"/>
              </a:rPr>
              <a:t>This presentation contains information that may be privileged or confidential and is the property of the Capgemini Group.</a:t>
            </a:r>
          </a:p>
          <a:p>
            <a:pPr>
              <a:spcAft>
                <a:spcPts val="600"/>
              </a:spcAft>
            </a:pPr>
            <a:r>
              <a:rPr lang="en-US" sz="700" b="0" i="0" noProof="0">
                <a:solidFill>
                  <a:schemeClr val="bg2"/>
                </a:solidFill>
                <a:latin typeface="+mn-lt"/>
                <a:cs typeface="Arial"/>
              </a:rPr>
              <a:t>Copyright © 2025 Capgemini. All rights reserved.</a:t>
            </a:r>
          </a:p>
        </p:txBody>
      </p:sp>
      <p:grpSp>
        <p:nvGrpSpPr>
          <p:cNvPr id="13" name="Group 2">
            <a:extLst>
              <a:ext uri="{FF2B5EF4-FFF2-40B4-BE49-F238E27FC236}">
                <a16:creationId xmlns:a16="http://schemas.microsoft.com/office/drawing/2014/main" id="{05772BD3-A81C-1CF6-82C7-FB11ED473A69}"/>
              </a:ext>
            </a:extLst>
          </p:cNvPr>
          <p:cNvGrpSpPr>
            <a:grpSpLocks noChangeAspect="1"/>
          </p:cNvGrpSpPr>
          <p:nvPr userDrawn="1"/>
        </p:nvGrpSpPr>
        <p:grpSpPr>
          <a:xfrm>
            <a:off x="550863" y="6021288"/>
            <a:ext cx="1872000" cy="420870"/>
            <a:chOff x="5094083" y="5360390"/>
            <a:chExt cx="3039349" cy="683316"/>
          </a:xfrm>
          <a:solidFill>
            <a:schemeClr val="bg1"/>
          </a:solidFill>
        </p:grpSpPr>
        <p:sp>
          <p:nvSpPr>
            <p:cNvPr id="14" name="Freeform: Shape 4">
              <a:extLst>
                <a:ext uri="{FF2B5EF4-FFF2-40B4-BE49-F238E27FC236}">
                  <a16:creationId xmlns:a16="http://schemas.microsoft.com/office/drawing/2014/main" id="{65F4C06B-3F4B-043B-465F-2B296AB672AA}"/>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lstStyle/>
            <a:p>
              <a:endParaRPr lang="en-US" sz="1800">
                <a:solidFill>
                  <a:schemeClr val="bg2"/>
                </a:solidFill>
              </a:endParaRPr>
            </a:p>
          </p:txBody>
        </p:sp>
        <p:sp>
          <p:nvSpPr>
            <p:cNvPr id="15" name="Freeform: Shape 5">
              <a:extLst>
                <a:ext uri="{FF2B5EF4-FFF2-40B4-BE49-F238E27FC236}">
                  <a16:creationId xmlns:a16="http://schemas.microsoft.com/office/drawing/2014/main" id="{0453F664-4E3E-18BB-40D3-004FB3A82BF3}"/>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lstStyle/>
            <a:p>
              <a:endParaRPr lang="en-US" sz="1800">
                <a:solidFill>
                  <a:schemeClr val="bg2"/>
                </a:solidFill>
              </a:endParaRPr>
            </a:p>
          </p:txBody>
        </p:sp>
        <p:sp>
          <p:nvSpPr>
            <p:cNvPr id="16" name="Freeform: Shape 6">
              <a:extLst>
                <a:ext uri="{FF2B5EF4-FFF2-40B4-BE49-F238E27FC236}">
                  <a16:creationId xmlns:a16="http://schemas.microsoft.com/office/drawing/2014/main" id="{3AB8D922-277A-8D02-3B17-31150F2469B1}"/>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lstStyle/>
            <a:p>
              <a:endParaRPr lang="en-US" sz="1800">
                <a:solidFill>
                  <a:schemeClr val="bg2"/>
                </a:solidFill>
              </a:endParaRPr>
            </a:p>
          </p:txBody>
        </p:sp>
        <p:sp>
          <p:nvSpPr>
            <p:cNvPr id="17" name="Freeform: Shape 7">
              <a:extLst>
                <a:ext uri="{FF2B5EF4-FFF2-40B4-BE49-F238E27FC236}">
                  <a16:creationId xmlns:a16="http://schemas.microsoft.com/office/drawing/2014/main" id="{3D3851EE-A1E2-2A22-50AE-7CA5E1ABE91F}"/>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lstStyle/>
            <a:p>
              <a:endParaRPr lang="en-US" sz="1800">
                <a:solidFill>
                  <a:schemeClr val="bg2"/>
                </a:solidFill>
              </a:endParaRPr>
            </a:p>
          </p:txBody>
        </p:sp>
        <p:sp>
          <p:nvSpPr>
            <p:cNvPr id="18" name="Freeform: Shape 8">
              <a:extLst>
                <a:ext uri="{FF2B5EF4-FFF2-40B4-BE49-F238E27FC236}">
                  <a16:creationId xmlns:a16="http://schemas.microsoft.com/office/drawing/2014/main" id="{5A7D9DCF-973E-E84F-5D6E-861D2543EC15}"/>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lstStyle/>
            <a:p>
              <a:endParaRPr lang="en-US" sz="1800">
                <a:solidFill>
                  <a:schemeClr val="bg2"/>
                </a:solidFill>
              </a:endParaRPr>
            </a:p>
          </p:txBody>
        </p:sp>
      </p:grpSp>
      <p:sp>
        <p:nvSpPr>
          <p:cNvPr id="46" name="Rectangle 45">
            <a:extLst>
              <a:ext uri="{FF2B5EF4-FFF2-40B4-BE49-F238E27FC236}">
                <a16:creationId xmlns:a16="http://schemas.microsoft.com/office/drawing/2014/main" id="{518C19CA-236B-538A-7BAE-5BEFF8D5CC22}"/>
              </a:ext>
            </a:extLst>
          </p:cNvPr>
          <p:cNvSpPr/>
          <p:nvPr userDrawn="1"/>
        </p:nvSpPr>
        <p:spPr>
          <a:xfrm>
            <a:off x="550863" y="2834640"/>
            <a:ext cx="4345176" cy="8102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US" sz="1100" b="1" i="0" kern="1200">
                <a:solidFill>
                  <a:schemeClr val="accent2"/>
                </a:solidFill>
                <a:latin typeface="+mn-lt"/>
                <a:ea typeface="+mn-ea"/>
                <a:cs typeface="+mn-cs"/>
              </a:rPr>
              <a:t>Make it real.</a:t>
            </a:r>
          </a:p>
          <a:p>
            <a:pPr marL="0" marR="0" lvl="0" indent="0" algn="l" defTabSz="914400" rtl="0" eaLnBrk="1" fontAlgn="auto" latinLnBrk="0" hangingPunct="1">
              <a:lnSpc>
                <a:spcPts val="1200"/>
              </a:lnSpc>
              <a:spcBef>
                <a:spcPts val="0"/>
              </a:spcBef>
              <a:spcAft>
                <a:spcPts val="0"/>
              </a:spcAft>
              <a:buClrTx/>
              <a:buSzTx/>
              <a:buFontTx/>
              <a:buNone/>
              <a:tabLst/>
              <a:defRPr/>
            </a:pPr>
            <a:r>
              <a:rPr lang="en-US" sz="1050" b="0" i="0">
                <a:solidFill>
                  <a:schemeClr val="bg2"/>
                </a:solidFill>
                <a:latin typeface="+mn-lt"/>
              </a:rPr>
              <a:t>w</a:t>
            </a:r>
            <a:r>
              <a:rPr lang="en-US" sz="1050">
                <a:solidFill>
                  <a:schemeClr val="bg2"/>
                </a:solidFill>
                <a:latin typeface="+mn-lt"/>
              </a:rPr>
              <a:t>ww.capgemini.com</a:t>
            </a:r>
          </a:p>
        </p:txBody>
      </p:sp>
      <p:sp>
        <p:nvSpPr>
          <p:cNvPr id="47" name="Rectangle 46">
            <a:extLst>
              <a:ext uri="{FF2B5EF4-FFF2-40B4-BE49-F238E27FC236}">
                <a16:creationId xmlns:a16="http://schemas.microsoft.com/office/drawing/2014/main" id="{5177A11C-B996-1AA2-5148-35CA703F28CC}"/>
              </a:ext>
            </a:extLst>
          </p:cNvPr>
          <p:cNvSpPr/>
          <p:nvPr userDrawn="1"/>
        </p:nvSpPr>
        <p:spPr>
          <a:xfrm>
            <a:off x="550864" y="854464"/>
            <a:ext cx="4248471" cy="185445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indent="0" algn="just" defTabSz="914400" rtl="0" eaLnBrk="1" fontAlgn="auto" latinLnBrk="0" hangingPunct="1">
              <a:lnSpc>
                <a:spcPct val="100000"/>
              </a:lnSpc>
              <a:spcBef>
                <a:spcPts val="0"/>
              </a:spcBef>
              <a:spcAft>
                <a:spcPts val="1200"/>
              </a:spcAft>
              <a:buClrTx/>
              <a:buSzTx/>
              <a:buFontTx/>
              <a:buNone/>
              <a:tabLst/>
              <a:defRPr/>
            </a:pPr>
            <a:r>
              <a:rPr kumimoji="0" lang="en-US" sz="1400" b="0" i="0" u="none" strike="noStrike" kern="1200" cap="none" spc="0" normalizeH="0" baseline="0" noProof="0">
                <a:ln>
                  <a:noFill/>
                </a:ln>
                <a:solidFill>
                  <a:schemeClr val="bg2"/>
                </a:solidFill>
                <a:effectLst/>
                <a:uLnTx/>
                <a:uFillTx/>
                <a:latin typeface="+mn-lt"/>
                <a:ea typeface="+mn-ea"/>
                <a:cs typeface="+mn-cs"/>
              </a:rPr>
              <a:t>About Capgemini</a:t>
            </a:r>
          </a:p>
          <a:p>
            <a:pPr marL="0" marR="0" indent="0" algn="just" defTabSz="914400" rtl="0" eaLnBrk="1" fontAlgn="auto" latinLnBrk="0" hangingPunct="1">
              <a:lnSpc>
                <a:spcPct val="100000"/>
              </a:lnSpc>
              <a:spcBef>
                <a:spcPts val="0"/>
              </a:spcBef>
              <a:spcAft>
                <a:spcPts val="0"/>
              </a:spcAft>
              <a:buClrTx/>
              <a:buSzTx/>
              <a:buFontTx/>
              <a:buNone/>
              <a:tabLst/>
              <a:defRPr/>
            </a:pPr>
            <a:r>
              <a:rPr lang="en-GB" sz="900"/>
              <a:t>Capgemini is an AI-powered global business and technology transformation partner, delivering tangible business value. We imagine the future of organizations and make it real with AI, technology and people. With our strong heritage of nearly 60 years, we are a responsible and diverse group of 420,000 team members in more than 50 countries. We deliver end-to-end services and solutions with our deep industry expertise and strong partner ecosystem, leveraging our capabilities across strategy, technology, design, engineering and business operations. The Group reported 2024 global revenues of €22.1 billion.</a:t>
            </a:r>
            <a:endParaRPr lang="en-US" sz="900" b="0" i="0">
              <a:solidFill>
                <a:schemeClr val="bg2"/>
              </a:solidFill>
              <a:effectLst/>
              <a:latin typeface="+mn-lt"/>
              <a:ea typeface="Calibri" panose="020F0502020204030204" pitchFamily="34" charset="0"/>
            </a:endParaRPr>
          </a:p>
        </p:txBody>
      </p:sp>
      <p:sp>
        <p:nvSpPr>
          <p:cNvPr id="2" name="Rectangle 1">
            <a:extLst>
              <a:ext uri="{FF2B5EF4-FFF2-40B4-BE49-F238E27FC236}">
                <a16:creationId xmlns:a16="http://schemas.microsoft.com/office/drawing/2014/main" id="{B4F0B3F9-CBA2-7856-C464-2561C30F55EA}"/>
              </a:ext>
            </a:extLst>
          </p:cNvPr>
          <p:cNvSpPr/>
          <p:nvPr userDrawn="1"/>
        </p:nvSpPr>
        <p:spPr>
          <a:xfrm>
            <a:off x="470430" y="3657600"/>
            <a:ext cx="4345176" cy="55431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l" defTabSz="914400" rtl="0" eaLnBrk="1" fontAlgn="auto" latinLnBrk="0" hangingPunct="1">
              <a:lnSpc>
                <a:spcPts val="1200"/>
              </a:lnSpc>
              <a:spcBef>
                <a:spcPts val="0"/>
              </a:spcBef>
              <a:spcAft>
                <a:spcPts val="0"/>
              </a:spcAft>
              <a:buClrTx/>
              <a:buSzTx/>
              <a:buFontTx/>
              <a:buNone/>
              <a:tabLst/>
              <a:defRPr/>
            </a:pPr>
            <a:endParaRPr lang="en-US" sz="1600">
              <a:solidFill>
                <a:schemeClr val="bg2"/>
              </a:solidFill>
              <a:latin typeface="Ubuntu" panose="020B0504030602030204" pitchFamily="34" charset="0"/>
            </a:endParaRPr>
          </a:p>
        </p:txBody>
      </p:sp>
      <p:grpSp>
        <p:nvGrpSpPr>
          <p:cNvPr id="19" name="Group 18">
            <a:extLst>
              <a:ext uri="{FF2B5EF4-FFF2-40B4-BE49-F238E27FC236}">
                <a16:creationId xmlns:a16="http://schemas.microsoft.com/office/drawing/2014/main" id="{A5610925-F855-014F-3846-A33BD39AE7CF}"/>
              </a:ext>
            </a:extLst>
          </p:cNvPr>
          <p:cNvGrpSpPr/>
          <p:nvPr userDrawn="1"/>
        </p:nvGrpSpPr>
        <p:grpSpPr>
          <a:xfrm>
            <a:off x="8904288" y="5569004"/>
            <a:ext cx="1951070" cy="335280"/>
            <a:chOff x="8904288" y="5569004"/>
            <a:chExt cx="1951070" cy="335280"/>
          </a:xfrm>
        </p:grpSpPr>
        <p:pic>
          <p:nvPicPr>
            <p:cNvPr id="20" name="Picture 19">
              <a:hlinkClick r:id="rId6"/>
              <a:extLst>
                <a:ext uri="{FF2B5EF4-FFF2-40B4-BE49-F238E27FC236}">
                  <a16:creationId xmlns:a16="http://schemas.microsoft.com/office/drawing/2014/main" id="{24FCF918-8BD0-16D2-F339-AA3D847D0A13}"/>
                </a:ext>
              </a:extLst>
            </p:cNvPr>
            <p:cNvPicPr>
              <a:picLocks noChangeAspect="1"/>
            </p:cNvPicPr>
            <p:nvPr userDrawn="1"/>
          </p:nvPicPr>
          <p:blipFill rotWithShape="1">
            <a:blip r:embed="rId7" cstate="screen">
              <a:lum bright="70000" contrast="-70000"/>
              <a:extLst>
                <a:ext uri="{BEBA8EAE-BF5A-486C-A8C5-ECC9F3942E4B}">
                  <a14:imgProps xmlns:a14="http://schemas.microsoft.com/office/drawing/2010/main">
                    <a14:imgLayer r:embed="rId8">
                      <a14:imgEffect>
                        <a14:artisticPhotocopy/>
                      </a14:imgEffect>
                    </a14:imgLayer>
                  </a14:imgProps>
                </a:ext>
                <a:ext uri="{28A0092B-C50C-407E-A947-70E740481C1C}">
                  <a14:useLocalDpi xmlns:a14="http://schemas.microsoft.com/office/drawing/2010/main"/>
                </a:ext>
              </a:extLst>
            </a:blip>
            <a:srcRect l="-15803" t="-15499" r="-15008" b="-15313"/>
            <a:stretch>
              <a:fillRect/>
            </a:stretch>
          </p:blipFill>
          <p:spPr>
            <a:xfrm>
              <a:off x="10520558" y="5569004"/>
              <a:ext cx="334800" cy="334800"/>
            </a:xfrm>
            <a:prstGeom prst="ellipse">
              <a:avLst/>
            </a:prstGeom>
            <a:ln>
              <a:solidFill>
                <a:srgbClr val="FFFFFF"/>
              </a:solidFill>
            </a:ln>
          </p:spPr>
        </p:pic>
        <p:pic>
          <p:nvPicPr>
            <p:cNvPr id="22" name="Picture 21">
              <a:hlinkClick r:id="rId9"/>
              <a:extLst>
                <a:ext uri="{FF2B5EF4-FFF2-40B4-BE49-F238E27FC236}">
                  <a16:creationId xmlns:a16="http://schemas.microsoft.com/office/drawing/2014/main" id="{43FFB736-D24D-5661-8C87-A4FA45684F22}"/>
                </a:ext>
              </a:extLst>
            </p:cNvPr>
            <p:cNvPicPr>
              <a:picLocks noChangeAspect="1"/>
            </p:cNvPicPr>
            <p:nvPr userDrawn="1"/>
          </p:nvPicPr>
          <p:blipFill rotWithShape="1">
            <a:blip r:embed="rId10" cstate="screen">
              <a:lum bright="70000" contrast="-70000"/>
              <a:extLst>
                <a:ext uri="{BEBA8EAE-BF5A-486C-A8C5-ECC9F3942E4B}">
                  <a14:imgProps xmlns:a14="http://schemas.microsoft.com/office/drawing/2010/main">
                    <a14:imgLayer r:embed="rId11">
                      <a14:imgEffect>
                        <a14:artisticPhotocopy/>
                      </a14:imgEffect>
                    </a14:imgLayer>
                  </a14:imgProps>
                </a:ext>
                <a:ext uri="{28A0092B-C50C-407E-A947-70E740481C1C}">
                  <a14:useLocalDpi xmlns:a14="http://schemas.microsoft.com/office/drawing/2010/main"/>
                </a:ext>
              </a:extLst>
            </a:blip>
            <a:srcRect l="-11970" t="-13244" r="-14518" b="-13244"/>
            <a:stretch>
              <a:fillRect/>
            </a:stretch>
          </p:blipFill>
          <p:spPr>
            <a:xfrm>
              <a:off x="10119213" y="5569004"/>
              <a:ext cx="335280" cy="335280"/>
            </a:xfrm>
            <a:prstGeom prst="ellipse">
              <a:avLst/>
            </a:prstGeom>
            <a:ln>
              <a:solidFill>
                <a:srgbClr val="FFFFFF"/>
              </a:solidFill>
            </a:ln>
          </p:spPr>
        </p:pic>
        <p:pic>
          <p:nvPicPr>
            <p:cNvPr id="23" name="Picture 22">
              <a:hlinkClick r:id="rId12"/>
              <a:extLst>
                <a:ext uri="{FF2B5EF4-FFF2-40B4-BE49-F238E27FC236}">
                  <a16:creationId xmlns:a16="http://schemas.microsoft.com/office/drawing/2014/main" id="{FD54A805-731A-166D-0E90-B161D3D72A48}"/>
                </a:ext>
              </a:extLst>
            </p:cNvPr>
            <p:cNvPicPr>
              <a:picLocks noChangeAspect="1"/>
            </p:cNvPicPr>
            <p:nvPr userDrawn="1"/>
          </p:nvPicPr>
          <p:blipFill rotWithShape="1">
            <a:blip r:embed="rId13" cstate="screen">
              <a:lum bright="70000" contrast="-70000"/>
              <a:extLst>
                <a:ext uri="{BEBA8EAE-BF5A-486C-A8C5-ECC9F3942E4B}">
                  <a14:imgProps xmlns:a14="http://schemas.microsoft.com/office/drawing/2010/main">
                    <a14:imgLayer r:embed="rId14">
                      <a14:imgEffect>
                        <a14:artisticPhotocopy/>
                      </a14:imgEffect>
                    </a14:imgLayer>
                  </a14:imgProps>
                </a:ext>
                <a:ext uri="{28A0092B-C50C-407E-A947-70E740481C1C}">
                  <a14:useLocalDpi xmlns:a14="http://schemas.microsoft.com/office/drawing/2010/main"/>
                </a:ext>
              </a:extLst>
            </a:blip>
            <a:srcRect l="-19298" t="-20188" r="-21078" b="-20188"/>
            <a:stretch>
              <a:fillRect/>
            </a:stretch>
          </p:blipFill>
          <p:spPr>
            <a:xfrm>
              <a:off x="9714238" y="5569004"/>
              <a:ext cx="335280" cy="335280"/>
            </a:xfrm>
            <a:prstGeom prst="ellipse">
              <a:avLst/>
            </a:prstGeom>
            <a:ln>
              <a:solidFill>
                <a:srgbClr val="FFFFFF"/>
              </a:solidFill>
            </a:ln>
          </p:spPr>
        </p:pic>
        <p:pic>
          <p:nvPicPr>
            <p:cNvPr id="24" name="Picture 23">
              <a:hlinkClick r:id="rId15"/>
              <a:extLst>
                <a:ext uri="{FF2B5EF4-FFF2-40B4-BE49-F238E27FC236}">
                  <a16:creationId xmlns:a16="http://schemas.microsoft.com/office/drawing/2014/main" id="{810DB779-E58E-2D08-4480-9915DA0226E2}"/>
                </a:ext>
              </a:extLst>
            </p:cNvPr>
            <p:cNvPicPr>
              <a:picLocks noChangeAspect="1"/>
            </p:cNvPicPr>
            <p:nvPr userDrawn="1"/>
          </p:nvPicPr>
          <p:blipFill rotWithShape="1">
            <a:blip r:embed="rId16" cstate="screen">
              <a:lum bright="70000" contrast="-70000"/>
              <a:extLst>
                <a:ext uri="{BEBA8EAE-BF5A-486C-A8C5-ECC9F3942E4B}">
                  <a14:imgProps xmlns:a14="http://schemas.microsoft.com/office/drawing/2010/main">
                    <a14:imgLayer r:embed="rId17">
                      <a14:imgEffect>
                        <a14:artisticPhotocopy/>
                      </a14:imgEffect>
                    </a14:imgLayer>
                  </a14:imgProps>
                </a:ext>
                <a:ext uri="{28A0092B-C50C-407E-A947-70E740481C1C}">
                  <a14:useLocalDpi xmlns:a14="http://schemas.microsoft.com/office/drawing/2010/main"/>
                </a:ext>
              </a:extLst>
            </a:blip>
            <a:srcRect l="-23025" t="-21407" r="-19995" b="-21613"/>
            <a:stretch>
              <a:fillRect/>
            </a:stretch>
          </p:blipFill>
          <p:spPr>
            <a:xfrm>
              <a:off x="8904288" y="5569004"/>
              <a:ext cx="335280" cy="335280"/>
            </a:xfrm>
            <a:prstGeom prst="ellipse">
              <a:avLst/>
            </a:prstGeom>
            <a:ln>
              <a:solidFill>
                <a:srgbClr val="FFFFFF"/>
              </a:solidFill>
            </a:ln>
          </p:spPr>
        </p:pic>
        <p:pic>
          <p:nvPicPr>
            <p:cNvPr id="25" name="Picture 24">
              <a:hlinkClick r:id="rId18"/>
              <a:extLst>
                <a:ext uri="{FF2B5EF4-FFF2-40B4-BE49-F238E27FC236}">
                  <a16:creationId xmlns:a16="http://schemas.microsoft.com/office/drawing/2014/main" id="{A7DC571B-9383-37DB-3C81-7DAF8A33D562}"/>
                </a:ext>
              </a:extLst>
            </p:cNvPr>
            <p:cNvPicPr>
              <a:picLocks noChangeAspect="1"/>
            </p:cNvPicPr>
            <p:nvPr userDrawn="1"/>
          </p:nvPicPr>
          <p:blipFill rotWithShape="1">
            <a:blip r:embed="rId19" cstate="screen">
              <a:lum bright="70000" contrast="-70000"/>
              <a:extLst>
                <a:ext uri="{BEBA8EAE-BF5A-486C-A8C5-ECC9F3942E4B}">
                  <a14:imgProps xmlns:a14="http://schemas.microsoft.com/office/drawing/2010/main">
                    <a14:imgLayer r:embed="rId20">
                      <a14:imgEffect>
                        <a14:artisticPhotocopy/>
                      </a14:imgEffect>
                    </a14:imgLayer>
                  </a14:imgProps>
                </a:ext>
                <a:ext uri="{28A0092B-C50C-407E-A947-70E740481C1C}">
                  <a14:useLocalDpi xmlns:a14="http://schemas.microsoft.com/office/drawing/2010/main"/>
                </a:ext>
              </a:extLst>
            </a:blip>
            <a:srcRect l="-16187" t="-16601" r="-17015" b="-16601"/>
            <a:stretch>
              <a:fillRect/>
            </a:stretch>
          </p:blipFill>
          <p:spPr>
            <a:xfrm>
              <a:off x="9309263" y="5569004"/>
              <a:ext cx="335280" cy="335280"/>
            </a:xfrm>
            <a:prstGeom prst="ellipse">
              <a:avLst/>
            </a:prstGeom>
            <a:ln>
              <a:solidFill>
                <a:srgbClr val="FFFFFF"/>
              </a:solidFill>
            </a:ln>
          </p:spPr>
        </p:pic>
      </p:grpSp>
      <p:sp>
        <p:nvSpPr>
          <p:cNvPr id="3" name="Rectangle 2">
            <a:extLst>
              <a:ext uri="{FF2B5EF4-FFF2-40B4-BE49-F238E27FC236}">
                <a16:creationId xmlns:a16="http://schemas.microsoft.com/office/drawing/2014/main" id="{7ECA3DCF-BB95-29ED-4C63-4ABA324ED80A}"/>
              </a:ext>
            </a:extLst>
          </p:cNvPr>
          <p:cNvSpPr/>
          <p:nvPr userDrawn="1"/>
        </p:nvSpPr>
        <p:spPr>
          <a:xfrm rot="16200000">
            <a:off x="1826323"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L" sz="1400" b="0" i="0" u="none" strike="noStrike" kern="1200" cap="none" spc="0" normalizeH="0" baseline="0" noProof="0" err="1">
              <a:ln>
                <a:noFill/>
              </a:ln>
              <a:solidFill>
                <a:srgbClr val="000000"/>
              </a:solidFill>
              <a:effectLst/>
              <a:uLnTx/>
              <a:uFillTx/>
              <a:latin typeface="Ubuntu"/>
              <a:ea typeface="+mn-ea"/>
              <a:cs typeface="+mn-cs"/>
            </a:endParaRPr>
          </a:p>
        </p:txBody>
      </p:sp>
    </p:spTree>
    <p:extLst>
      <p:ext uri="{BB962C8B-B14F-4D97-AF65-F5344CB8AC3E}">
        <p14:creationId xmlns:p14="http://schemas.microsoft.com/office/powerpoint/2010/main" val="2235740570"/>
      </p:ext>
    </p:extLst>
  </p:cSld>
  <p:clrMapOvr>
    <a:masterClrMapping/>
  </p:clrMapOvr>
</p:sldLayout>
</file>

<file path=ppt/slideLayouts/slideLayout324.xml><?xml version="1.0" encoding="utf-8"?>
<p:sldLayout xmlns:a="http://schemas.openxmlformats.org/drawingml/2006/main" xmlns:r="http://schemas.openxmlformats.org/officeDocument/2006/relationships" xmlns:p="http://schemas.openxmlformats.org/presentationml/2006/main" showMasterSp="0" preserve="1" userDrawn="1">
  <p:cSld name="End Slide 2">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E828FFA5-3FBC-D174-A267-398AD796B6A1}"/>
              </a:ext>
            </a:extLst>
          </p:cNvPr>
          <p:cNvSpPr/>
          <p:nvPr userDrawn="1"/>
        </p:nvSpPr>
        <p:spPr>
          <a:xfrm>
            <a:off x="550862" y="3325369"/>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US" sz="1100" b="1" i="0" kern="1200">
                <a:solidFill>
                  <a:schemeClr val="accent2"/>
                </a:solidFill>
                <a:latin typeface="+mn-lt"/>
                <a:ea typeface="+mn-ea"/>
                <a:cs typeface="+mn-cs"/>
              </a:rPr>
              <a:t>Make it real.</a:t>
            </a:r>
          </a:p>
          <a:p>
            <a:pPr marL="0" marR="0" lvl="0" indent="0" algn="l" defTabSz="914400" rtl="0" eaLnBrk="1" fontAlgn="auto" latinLnBrk="0" hangingPunct="1">
              <a:lnSpc>
                <a:spcPts val="1200"/>
              </a:lnSpc>
              <a:spcBef>
                <a:spcPts val="0"/>
              </a:spcBef>
              <a:spcAft>
                <a:spcPts val="0"/>
              </a:spcAft>
              <a:buClrTx/>
              <a:buSzTx/>
              <a:buFontTx/>
              <a:buNone/>
              <a:tabLst/>
              <a:defRPr/>
            </a:pPr>
            <a:r>
              <a:rPr lang="en-US" sz="1050" b="0" i="0">
                <a:solidFill>
                  <a:schemeClr val="bg2"/>
                </a:solidFill>
                <a:latin typeface="+mn-lt"/>
              </a:rPr>
              <a:t>w</a:t>
            </a:r>
            <a:r>
              <a:rPr lang="en-US" sz="1050">
                <a:solidFill>
                  <a:schemeClr val="bg2"/>
                </a:solidFill>
                <a:latin typeface="+mn-lt"/>
              </a:rPr>
              <a:t>ww.capgemini.com</a:t>
            </a:r>
          </a:p>
        </p:txBody>
      </p:sp>
      <p:sp>
        <p:nvSpPr>
          <p:cNvPr id="30" name="Rectangle 29">
            <a:extLst>
              <a:ext uri="{FF2B5EF4-FFF2-40B4-BE49-F238E27FC236}">
                <a16:creationId xmlns:a16="http://schemas.microsoft.com/office/drawing/2014/main" id="{42F7D594-54F5-66A3-9AE8-EFE5D6CA5A39}"/>
              </a:ext>
            </a:extLst>
          </p:cNvPr>
          <p:cNvSpPr/>
          <p:nvPr userDrawn="1"/>
        </p:nvSpPr>
        <p:spPr>
          <a:xfrm>
            <a:off x="550863" y="1384200"/>
            <a:ext cx="4248471" cy="18287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just" defTabSz="914400" rtl="0" eaLnBrk="1" fontAlgn="auto" latinLnBrk="0" hangingPunct="1">
              <a:lnSpc>
                <a:spcPct val="100000"/>
              </a:lnSpc>
              <a:spcBef>
                <a:spcPts val="0"/>
              </a:spcBef>
              <a:spcAft>
                <a:spcPts val="1200"/>
              </a:spcAft>
              <a:buClrTx/>
              <a:buSzTx/>
              <a:buFontTx/>
              <a:buNone/>
              <a:tabLst/>
              <a:defRPr/>
            </a:pPr>
            <a:r>
              <a:rPr kumimoji="0" lang="en-US" sz="1400" b="0" i="0" u="none" strike="noStrike" kern="1200" cap="none" spc="0" normalizeH="0" baseline="0" noProof="0">
                <a:ln>
                  <a:noFill/>
                </a:ln>
                <a:solidFill>
                  <a:schemeClr val="bg2"/>
                </a:solidFill>
                <a:effectLst/>
                <a:uLnTx/>
                <a:uFillTx/>
                <a:latin typeface="+mn-lt"/>
                <a:ea typeface="+mn-ea"/>
                <a:cs typeface="+mn-cs"/>
              </a:rPr>
              <a:t>About Capgemini</a:t>
            </a:r>
          </a:p>
          <a:p>
            <a:pPr marL="0" marR="0" lvl="0" indent="0" algn="just" defTabSz="914400" rtl="0" eaLnBrk="1" fontAlgn="auto" latinLnBrk="0" hangingPunct="1">
              <a:lnSpc>
                <a:spcPct val="100000"/>
              </a:lnSpc>
              <a:spcBef>
                <a:spcPts val="0"/>
              </a:spcBef>
              <a:spcAft>
                <a:spcPts val="0"/>
              </a:spcAft>
              <a:buClrTx/>
              <a:buSzTx/>
              <a:buFontTx/>
              <a:buNone/>
              <a:tabLst/>
              <a:defRPr/>
            </a:pPr>
            <a:r>
              <a:rPr lang="en-GB" sz="900"/>
              <a:t>Capgemini is an AI-powered global business and technology transformation partner, delivering tangible business value. We imagine the future of organizations and make it real with AI, technology and people. With our strong heritage of nearly 60 years, we are a responsible and diverse group of 420,000 team members in more than 50 countries. We deliver end-to-end services and solutions with our deep industry expertise and strong partner ecosystem, leveraging our capabilities across strategy, technology, design, engineering and business operations. The Group reported 2024 global revenues of €22.1 billion.</a:t>
            </a:r>
            <a:endParaRPr kumimoji="0" lang="en-US" sz="900" b="0" i="0" u="none" strike="noStrike" kern="1200" cap="none" spc="0" normalizeH="0" baseline="0" noProof="0">
              <a:ln>
                <a:noFill/>
              </a:ln>
              <a:solidFill>
                <a:schemeClr val="bg2"/>
              </a:solidFill>
              <a:effectLst/>
              <a:uLnTx/>
              <a:uFillTx/>
              <a:latin typeface="+mn-lt"/>
              <a:ea typeface="+mn-ea"/>
              <a:cs typeface="+mn-cs"/>
            </a:endParaRPr>
          </a:p>
        </p:txBody>
      </p:sp>
      <p:sp>
        <p:nvSpPr>
          <p:cNvPr id="31" name="Rectangle 30">
            <a:extLst>
              <a:ext uri="{FF2B5EF4-FFF2-40B4-BE49-F238E27FC236}">
                <a16:creationId xmlns:a16="http://schemas.microsoft.com/office/drawing/2014/main" id="{C78622B2-B191-08A7-15CB-8C95D883649E}"/>
              </a:ext>
            </a:extLst>
          </p:cNvPr>
          <p:cNvSpPr/>
          <p:nvPr userDrawn="1"/>
        </p:nvSpPr>
        <p:spPr>
          <a:xfrm>
            <a:off x="8904288" y="6053226"/>
            <a:ext cx="2879725" cy="400110"/>
          </a:xfrm>
          <a:prstGeom prst="rect">
            <a:avLst/>
          </a:prstGeom>
        </p:spPr>
        <p:txBody>
          <a:bodyPr wrap="square" lIns="0" tIns="0" rIns="0" bIns="0" anchor="b" anchorCtr="0">
            <a:spAutoFit/>
          </a:bodyPr>
          <a:lstStyle/>
          <a:p>
            <a:pPr>
              <a:spcAft>
                <a:spcPts val="600"/>
              </a:spcAft>
            </a:pPr>
            <a:r>
              <a:rPr lang="en-US" sz="700" b="0" i="0" noProof="0">
                <a:solidFill>
                  <a:schemeClr val="bg2"/>
                </a:solidFill>
                <a:latin typeface="+mn-lt"/>
                <a:cs typeface="Arial"/>
              </a:rPr>
              <a:t>This presentation contains information that may be privileged or confidential and is the property of the Capgemini Group.</a:t>
            </a:r>
          </a:p>
          <a:p>
            <a:pPr>
              <a:spcAft>
                <a:spcPts val="600"/>
              </a:spcAft>
            </a:pPr>
            <a:r>
              <a:rPr lang="en-US" sz="700" b="0" i="0" noProof="0">
                <a:solidFill>
                  <a:schemeClr val="bg2"/>
                </a:solidFill>
                <a:latin typeface="+mn-lt"/>
                <a:cs typeface="Arial"/>
              </a:rPr>
              <a:t>Copyright © 2025 Capgemini. All rights reserved.</a:t>
            </a:r>
          </a:p>
        </p:txBody>
      </p:sp>
      <p:grpSp>
        <p:nvGrpSpPr>
          <p:cNvPr id="43" name="Group 2">
            <a:extLst>
              <a:ext uri="{FF2B5EF4-FFF2-40B4-BE49-F238E27FC236}">
                <a16:creationId xmlns:a16="http://schemas.microsoft.com/office/drawing/2014/main" id="{CD4310B4-5ADE-C2D0-DB4C-AF69D93A1DF5}"/>
              </a:ext>
            </a:extLst>
          </p:cNvPr>
          <p:cNvGrpSpPr>
            <a:grpSpLocks noChangeAspect="1"/>
          </p:cNvGrpSpPr>
          <p:nvPr userDrawn="1"/>
        </p:nvGrpSpPr>
        <p:grpSpPr>
          <a:xfrm>
            <a:off x="550862" y="6021288"/>
            <a:ext cx="1872000" cy="420870"/>
            <a:chOff x="5094083" y="5360390"/>
            <a:chExt cx="3039349" cy="683316"/>
          </a:xfrm>
          <a:solidFill>
            <a:schemeClr val="bg1"/>
          </a:solidFill>
        </p:grpSpPr>
        <p:sp>
          <p:nvSpPr>
            <p:cNvPr id="44" name="Freeform: Shape 4">
              <a:extLst>
                <a:ext uri="{FF2B5EF4-FFF2-40B4-BE49-F238E27FC236}">
                  <a16:creationId xmlns:a16="http://schemas.microsoft.com/office/drawing/2014/main" id="{089E09DC-D2DF-E25B-B85C-6EA1D98E1CA5}"/>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lstStyle/>
            <a:p>
              <a:endParaRPr lang="en-US" sz="1800">
                <a:solidFill>
                  <a:schemeClr val="bg2"/>
                </a:solidFill>
              </a:endParaRPr>
            </a:p>
          </p:txBody>
        </p:sp>
        <p:sp>
          <p:nvSpPr>
            <p:cNvPr id="45" name="Freeform: Shape 5">
              <a:extLst>
                <a:ext uri="{FF2B5EF4-FFF2-40B4-BE49-F238E27FC236}">
                  <a16:creationId xmlns:a16="http://schemas.microsoft.com/office/drawing/2014/main" id="{CFFDC692-B337-393E-311F-6135E50AC699}"/>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lstStyle/>
            <a:p>
              <a:endParaRPr lang="en-US" sz="1800">
                <a:solidFill>
                  <a:schemeClr val="bg2"/>
                </a:solidFill>
              </a:endParaRPr>
            </a:p>
          </p:txBody>
        </p:sp>
        <p:sp>
          <p:nvSpPr>
            <p:cNvPr id="46" name="Freeform: Shape 6">
              <a:extLst>
                <a:ext uri="{FF2B5EF4-FFF2-40B4-BE49-F238E27FC236}">
                  <a16:creationId xmlns:a16="http://schemas.microsoft.com/office/drawing/2014/main" id="{79F624AF-8CAF-1C4F-6AF4-0D3BAB6883DE}"/>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lstStyle/>
            <a:p>
              <a:endParaRPr lang="en-US" sz="1800">
                <a:solidFill>
                  <a:schemeClr val="bg2"/>
                </a:solidFill>
              </a:endParaRPr>
            </a:p>
          </p:txBody>
        </p:sp>
        <p:sp>
          <p:nvSpPr>
            <p:cNvPr id="47" name="Freeform: Shape 7">
              <a:extLst>
                <a:ext uri="{FF2B5EF4-FFF2-40B4-BE49-F238E27FC236}">
                  <a16:creationId xmlns:a16="http://schemas.microsoft.com/office/drawing/2014/main" id="{CC7B72C0-ED2F-06D1-872B-CC0A248A4A55}"/>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lstStyle/>
            <a:p>
              <a:endParaRPr lang="en-US" sz="1800">
                <a:solidFill>
                  <a:schemeClr val="bg2"/>
                </a:solidFill>
              </a:endParaRPr>
            </a:p>
          </p:txBody>
        </p:sp>
        <p:sp>
          <p:nvSpPr>
            <p:cNvPr id="48" name="Freeform: Shape 8">
              <a:extLst>
                <a:ext uri="{FF2B5EF4-FFF2-40B4-BE49-F238E27FC236}">
                  <a16:creationId xmlns:a16="http://schemas.microsoft.com/office/drawing/2014/main" id="{4387627B-473F-668B-D2BC-7D0705259BFC}"/>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lstStyle/>
            <a:p>
              <a:endParaRPr lang="en-US" sz="1800">
                <a:solidFill>
                  <a:schemeClr val="bg2"/>
                </a:solidFill>
              </a:endParaRPr>
            </a:p>
          </p:txBody>
        </p:sp>
      </p:grpSp>
      <p:grpSp>
        <p:nvGrpSpPr>
          <p:cNvPr id="8" name="Group 7">
            <a:extLst>
              <a:ext uri="{FF2B5EF4-FFF2-40B4-BE49-F238E27FC236}">
                <a16:creationId xmlns:a16="http://schemas.microsoft.com/office/drawing/2014/main" id="{C3529F38-DE31-8549-CDA7-1E4A748CA7C2}"/>
              </a:ext>
            </a:extLst>
          </p:cNvPr>
          <p:cNvGrpSpPr/>
          <p:nvPr userDrawn="1"/>
        </p:nvGrpSpPr>
        <p:grpSpPr>
          <a:xfrm>
            <a:off x="8904288" y="5569004"/>
            <a:ext cx="1951070" cy="335280"/>
            <a:chOff x="8904288" y="5569004"/>
            <a:chExt cx="1951070" cy="335280"/>
          </a:xfrm>
        </p:grpSpPr>
        <p:pic>
          <p:nvPicPr>
            <p:cNvPr id="9" name="Picture 8">
              <a:hlinkClick r:id="rId2"/>
              <a:extLst>
                <a:ext uri="{FF2B5EF4-FFF2-40B4-BE49-F238E27FC236}">
                  <a16:creationId xmlns:a16="http://schemas.microsoft.com/office/drawing/2014/main" id="{AA7E1FC5-0975-36A9-15BB-4B78B750848B}"/>
                </a:ext>
              </a:extLst>
            </p:cNvPr>
            <p:cNvPicPr>
              <a:picLocks noChangeAspect="1"/>
            </p:cNvPicPr>
            <p:nvPr userDrawn="1"/>
          </p:nvPicPr>
          <p:blipFill rotWithShape="1">
            <a:blip r:embed="rId3" cstate="screen">
              <a:lum bright="70000" contrast="-70000"/>
              <a:extLst>
                <a:ext uri="{BEBA8EAE-BF5A-486C-A8C5-ECC9F3942E4B}">
                  <a14:imgProps xmlns:a14="http://schemas.microsoft.com/office/drawing/2010/main">
                    <a14:imgLayer r:embed="rId4">
                      <a14:imgEffect>
                        <a14:artisticPhotocopy/>
                      </a14:imgEffect>
                    </a14:imgLayer>
                  </a14:imgProps>
                </a:ext>
                <a:ext uri="{28A0092B-C50C-407E-A947-70E740481C1C}">
                  <a14:useLocalDpi xmlns:a14="http://schemas.microsoft.com/office/drawing/2010/main"/>
                </a:ext>
              </a:extLst>
            </a:blip>
            <a:srcRect l="-15803" t="-15499" r="-15008" b="-15313"/>
            <a:stretch>
              <a:fillRect/>
            </a:stretch>
          </p:blipFill>
          <p:spPr>
            <a:xfrm>
              <a:off x="10520558" y="5569004"/>
              <a:ext cx="334800" cy="334800"/>
            </a:xfrm>
            <a:prstGeom prst="ellipse">
              <a:avLst/>
            </a:prstGeom>
            <a:ln>
              <a:solidFill>
                <a:srgbClr val="FFFFFF"/>
              </a:solidFill>
            </a:ln>
          </p:spPr>
        </p:pic>
        <p:pic>
          <p:nvPicPr>
            <p:cNvPr id="10" name="Picture 9">
              <a:hlinkClick r:id="rId5"/>
              <a:extLst>
                <a:ext uri="{FF2B5EF4-FFF2-40B4-BE49-F238E27FC236}">
                  <a16:creationId xmlns:a16="http://schemas.microsoft.com/office/drawing/2014/main" id="{9852B28F-AE33-FE98-514D-6F11A86092BB}"/>
                </a:ext>
              </a:extLst>
            </p:cNvPr>
            <p:cNvPicPr>
              <a:picLocks noChangeAspect="1"/>
            </p:cNvPicPr>
            <p:nvPr userDrawn="1"/>
          </p:nvPicPr>
          <p:blipFill rotWithShape="1">
            <a:blip r:embed="rId6" cstate="screen">
              <a:lum bright="70000" contrast="-70000"/>
              <a:extLst>
                <a:ext uri="{BEBA8EAE-BF5A-486C-A8C5-ECC9F3942E4B}">
                  <a14:imgProps xmlns:a14="http://schemas.microsoft.com/office/drawing/2010/main">
                    <a14:imgLayer r:embed="rId7">
                      <a14:imgEffect>
                        <a14:artisticPhotocopy/>
                      </a14:imgEffect>
                    </a14:imgLayer>
                  </a14:imgProps>
                </a:ext>
                <a:ext uri="{28A0092B-C50C-407E-A947-70E740481C1C}">
                  <a14:useLocalDpi xmlns:a14="http://schemas.microsoft.com/office/drawing/2010/main"/>
                </a:ext>
              </a:extLst>
            </a:blip>
            <a:srcRect l="-11970" t="-13244" r="-14518" b="-13244"/>
            <a:stretch>
              <a:fillRect/>
            </a:stretch>
          </p:blipFill>
          <p:spPr>
            <a:xfrm>
              <a:off x="10119213" y="5569004"/>
              <a:ext cx="335280" cy="335280"/>
            </a:xfrm>
            <a:prstGeom prst="ellipse">
              <a:avLst/>
            </a:prstGeom>
            <a:ln>
              <a:solidFill>
                <a:srgbClr val="FFFFFF"/>
              </a:solidFill>
            </a:ln>
          </p:spPr>
        </p:pic>
        <p:pic>
          <p:nvPicPr>
            <p:cNvPr id="11" name="Picture 10">
              <a:hlinkClick r:id="rId8"/>
              <a:extLst>
                <a:ext uri="{FF2B5EF4-FFF2-40B4-BE49-F238E27FC236}">
                  <a16:creationId xmlns:a16="http://schemas.microsoft.com/office/drawing/2014/main" id="{FA1AEA76-FACD-25B8-0110-7425FE173BD9}"/>
                </a:ext>
              </a:extLst>
            </p:cNvPr>
            <p:cNvPicPr>
              <a:picLocks noChangeAspect="1"/>
            </p:cNvPicPr>
            <p:nvPr userDrawn="1"/>
          </p:nvPicPr>
          <p:blipFill rotWithShape="1">
            <a:blip r:embed="rId9" cstate="screen">
              <a:lum bright="70000" contrast="-70000"/>
              <a:extLst>
                <a:ext uri="{BEBA8EAE-BF5A-486C-A8C5-ECC9F3942E4B}">
                  <a14:imgProps xmlns:a14="http://schemas.microsoft.com/office/drawing/2010/main">
                    <a14:imgLayer r:embed="rId10">
                      <a14:imgEffect>
                        <a14:artisticPhotocopy/>
                      </a14:imgEffect>
                    </a14:imgLayer>
                  </a14:imgProps>
                </a:ext>
                <a:ext uri="{28A0092B-C50C-407E-A947-70E740481C1C}">
                  <a14:useLocalDpi xmlns:a14="http://schemas.microsoft.com/office/drawing/2010/main"/>
                </a:ext>
              </a:extLst>
            </a:blip>
            <a:srcRect l="-19298" t="-20188" r="-21078" b="-20188"/>
            <a:stretch>
              <a:fillRect/>
            </a:stretch>
          </p:blipFill>
          <p:spPr>
            <a:xfrm>
              <a:off x="9714238" y="5569004"/>
              <a:ext cx="335280" cy="335280"/>
            </a:xfrm>
            <a:prstGeom prst="ellipse">
              <a:avLst/>
            </a:prstGeom>
            <a:ln>
              <a:solidFill>
                <a:srgbClr val="FFFFFF"/>
              </a:solidFill>
            </a:ln>
          </p:spPr>
        </p:pic>
        <p:pic>
          <p:nvPicPr>
            <p:cNvPr id="12" name="Picture 11">
              <a:hlinkClick r:id="rId11"/>
              <a:extLst>
                <a:ext uri="{FF2B5EF4-FFF2-40B4-BE49-F238E27FC236}">
                  <a16:creationId xmlns:a16="http://schemas.microsoft.com/office/drawing/2014/main" id="{8EE305D6-5BF1-8C3B-B40C-DAE50AEF0788}"/>
                </a:ext>
              </a:extLst>
            </p:cNvPr>
            <p:cNvPicPr>
              <a:picLocks noChangeAspect="1"/>
            </p:cNvPicPr>
            <p:nvPr userDrawn="1"/>
          </p:nvPicPr>
          <p:blipFill rotWithShape="1">
            <a:blip r:embed="rId12" cstate="screen">
              <a:lum bright="70000" contrast="-70000"/>
              <a:extLst>
                <a:ext uri="{BEBA8EAE-BF5A-486C-A8C5-ECC9F3942E4B}">
                  <a14:imgProps xmlns:a14="http://schemas.microsoft.com/office/drawing/2010/main">
                    <a14:imgLayer r:embed="rId13">
                      <a14:imgEffect>
                        <a14:artisticPhotocopy/>
                      </a14:imgEffect>
                    </a14:imgLayer>
                  </a14:imgProps>
                </a:ext>
                <a:ext uri="{28A0092B-C50C-407E-A947-70E740481C1C}">
                  <a14:useLocalDpi xmlns:a14="http://schemas.microsoft.com/office/drawing/2010/main"/>
                </a:ext>
              </a:extLst>
            </a:blip>
            <a:srcRect l="-23025" t="-21407" r="-19995" b="-21613"/>
            <a:stretch>
              <a:fillRect/>
            </a:stretch>
          </p:blipFill>
          <p:spPr>
            <a:xfrm>
              <a:off x="8904288" y="5569004"/>
              <a:ext cx="335280" cy="335280"/>
            </a:xfrm>
            <a:prstGeom prst="ellipse">
              <a:avLst/>
            </a:prstGeom>
            <a:ln>
              <a:solidFill>
                <a:srgbClr val="FFFFFF"/>
              </a:solidFill>
            </a:ln>
          </p:spPr>
        </p:pic>
        <p:pic>
          <p:nvPicPr>
            <p:cNvPr id="13" name="Picture 12">
              <a:hlinkClick r:id="rId14"/>
              <a:extLst>
                <a:ext uri="{FF2B5EF4-FFF2-40B4-BE49-F238E27FC236}">
                  <a16:creationId xmlns:a16="http://schemas.microsoft.com/office/drawing/2014/main" id="{152FD4A1-441F-A138-65D6-13171C1C355C}"/>
                </a:ext>
              </a:extLst>
            </p:cNvPr>
            <p:cNvPicPr>
              <a:picLocks noChangeAspect="1"/>
            </p:cNvPicPr>
            <p:nvPr userDrawn="1"/>
          </p:nvPicPr>
          <p:blipFill rotWithShape="1">
            <a:blip r:embed="rId15" cstate="screen">
              <a:lum bright="70000" contrast="-70000"/>
              <a:extLst>
                <a:ext uri="{BEBA8EAE-BF5A-486C-A8C5-ECC9F3942E4B}">
                  <a14:imgProps xmlns:a14="http://schemas.microsoft.com/office/drawing/2010/main">
                    <a14:imgLayer r:embed="rId16">
                      <a14:imgEffect>
                        <a14:artisticPhotocopy/>
                      </a14:imgEffect>
                    </a14:imgLayer>
                  </a14:imgProps>
                </a:ext>
                <a:ext uri="{28A0092B-C50C-407E-A947-70E740481C1C}">
                  <a14:useLocalDpi xmlns:a14="http://schemas.microsoft.com/office/drawing/2010/main"/>
                </a:ext>
              </a:extLst>
            </a:blip>
            <a:srcRect l="-16187" t="-16601" r="-17015" b="-16601"/>
            <a:stretch>
              <a:fillRect/>
            </a:stretch>
          </p:blipFill>
          <p:spPr>
            <a:xfrm>
              <a:off x="9309263" y="5569004"/>
              <a:ext cx="335280" cy="335280"/>
            </a:xfrm>
            <a:prstGeom prst="ellipse">
              <a:avLst/>
            </a:prstGeom>
            <a:ln>
              <a:solidFill>
                <a:srgbClr val="FFFFFF"/>
              </a:solidFill>
            </a:ln>
          </p:spPr>
        </p:pic>
      </p:grpSp>
    </p:spTree>
    <p:extLst>
      <p:ext uri="{BB962C8B-B14F-4D97-AF65-F5344CB8AC3E}">
        <p14:creationId xmlns:p14="http://schemas.microsoft.com/office/powerpoint/2010/main" val="509779483"/>
      </p:ext>
    </p:extLst>
  </p:cSld>
  <p:clrMapOvr>
    <a:masterClrMapping/>
  </p:clrMapOvr>
</p:sldLayout>
</file>

<file path=ppt/slideLayouts/slideLayout325.xml><?xml version="1.0" encoding="utf-8"?>
<p:sldLayout xmlns:a="http://schemas.openxmlformats.org/drawingml/2006/main" xmlns:r="http://schemas.openxmlformats.org/officeDocument/2006/relationships" xmlns:p="http://schemas.openxmlformats.org/presentationml/2006/main" showMasterSp="0" preserve="1" userDrawn="1">
  <p:cSld name="1_End Slide 2">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E828FFA5-3FBC-D174-A267-398AD796B6A1}"/>
              </a:ext>
            </a:extLst>
          </p:cNvPr>
          <p:cNvSpPr/>
          <p:nvPr userDrawn="1"/>
        </p:nvSpPr>
        <p:spPr>
          <a:xfrm>
            <a:off x="550862" y="3325369"/>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US" sz="1100" b="1" i="0" kern="1200">
                <a:solidFill>
                  <a:schemeClr val="accent2"/>
                </a:solidFill>
                <a:latin typeface="+mn-lt"/>
                <a:ea typeface="+mn-ea"/>
                <a:cs typeface="+mn-cs"/>
              </a:rPr>
              <a:t>Make it real.</a:t>
            </a:r>
          </a:p>
          <a:p>
            <a:pPr marL="0" marR="0" lvl="0" indent="0" algn="l" defTabSz="914400" rtl="0" eaLnBrk="1" fontAlgn="auto" latinLnBrk="0" hangingPunct="1">
              <a:lnSpc>
                <a:spcPts val="1200"/>
              </a:lnSpc>
              <a:spcBef>
                <a:spcPts val="0"/>
              </a:spcBef>
              <a:spcAft>
                <a:spcPts val="0"/>
              </a:spcAft>
              <a:buClrTx/>
              <a:buSzTx/>
              <a:buFontTx/>
              <a:buNone/>
              <a:tabLst/>
              <a:defRPr/>
            </a:pPr>
            <a:r>
              <a:rPr lang="en-US" sz="1050" b="0" i="0">
                <a:solidFill>
                  <a:schemeClr val="bg2"/>
                </a:solidFill>
                <a:latin typeface="+mn-lt"/>
              </a:rPr>
              <a:t>w</a:t>
            </a:r>
            <a:r>
              <a:rPr lang="en-US" sz="1050">
                <a:solidFill>
                  <a:schemeClr val="bg2"/>
                </a:solidFill>
                <a:latin typeface="+mn-lt"/>
              </a:rPr>
              <a:t>ww.capgemini.com</a:t>
            </a:r>
          </a:p>
        </p:txBody>
      </p:sp>
      <p:sp>
        <p:nvSpPr>
          <p:cNvPr id="30" name="Rectangle 29">
            <a:extLst>
              <a:ext uri="{FF2B5EF4-FFF2-40B4-BE49-F238E27FC236}">
                <a16:creationId xmlns:a16="http://schemas.microsoft.com/office/drawing/2014/main" id="{42F7D594-54F5-66A3-9AE8-EFE5D6CA5A39}"/>
              </a:ext>
            </a:extLst>
          </p:cNvPr>
          <p:cNvSpPr/>
          <p:nvPr userDrawn="1"/>
        </p:nvSpPr>
        <p:spPr>
          <a:xfrm>
            <a:off x="550863" y="1384200"/>
            <a:ext cx="4248471" cy="18287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just" defTabSz="914400" rtl="0" eaLnBrk="1" fontAlgn="auto" latinLnBrk="0" hangingPunct="1">
              <a:lnSpc>
                <a:spcPct val="100000"/>
              </a:lnSpc>
              <a:spcBef>
                <a:spcPts val="0"/>
              </a:spcBef>
              <a:spcAft>
                <a:spcPts val="1200"/>
              </a:spcAft>
              <a:buClrTx/>
              <a:buSzTx/>
              <a:buFontTx/>
              <a:buNone/>
              <a:tabLst/>
              <a:defRPr/>
            </a:pPr>
            <a:r>
              <a:rPr kumimoji="0" lang="en-US" sz="1400" b="0" i="0" u="none" strike="noStrike" kern="1200" cap="none" spc="0" normalizeH="0" baseline="0" noProof="0">
                <a:ln>
                  <a:noFill/>
                </a:ln>
                <a:solidFill>
                  <a:schemeClr val="bg2"/>
                </a:solidFill>
                <a:effectLst/>
                <a:uLnTx/>
                <a:uFillTx/>
                <a:latin typeface="+mn-lt"/>
                <a:ea typeface="+mn-ea"/>
                <a:cs typeface="+mn-cs"/>
              </a:rPr>
              <a:t>About Capgemini</a:t>
            </a:r>
          </a:p>
          <a:p>
            <a:pPr marL="0" marR="0" lvl="0" indent="0" algn="just" defTabSz="914400" rtl="0" eaLnBrk="1" fontAlgn="auto" latinLnBrk="0" hangingPunct="1">
              <a:lnSpc>
                <a:spcPct val="100000"/>
              </a:lnSpc>
              <a:spcBef>
                <a:spcPts val="0"/>
              </a:spcBef>
              <a:spcAft>
                <a:spcPts val="0"/>
              </a:spcAft>
              <a:buClrTx/>
              <a:buSzTx/>
              <a:buFontTx/>
              <a:buNone/>
              <a:tabLst/>
              <a:defRPr/>
            </a:pPr>
            <a:r>
              <a:rPr lang="en-GB" sz="900"/>
              <a:t>Capgemini is an AI-powered global business and technology transformation partner, delivering tangible business value. We imagine the future of organizations and make it real with AI, technology and people. With our strong heritage of nearly 60 years, we are a responsible and diverse group of 420,000 team members in more than 50 countries. We deliver end-to-end services and solutions with our deep industry expertise and strong partner ecosystem, leveraging our capabilities across strategy, technology, design, engineering and business operations. The Group reported 2024 global revenues of €22.1 billion.</a:t>
            </a:r>
            <a:endParaRPr kumimoji="0" lang="en-US" sz="900" b="0" i="0" u="none" strike="noStrike" kern="1200" cap="none" spc="0" normalizeH="0" baseline="0" noProof="0">
              <a:ln>
                <a:noFill/>
              </a:ln>
              <a:solidFill>
                <a:schemeClr val="bg2"/>
              </a:solidFill>
              <a:effectLst/>
              <a:uLnTx/>
              <a:uFillTx/>
              <a:latin typeface="+mn-lt"/>
              <a:ea typeface="+mn-ea"/>
              <a:cs typeface="+mn-cs"/>
            </a:endParaRPr>
          </a:p>
        </p:txBody>
      </p:sp>
      <p:sp>
        <p:nvSpPr>
          <p:cNvPr id="31" name="Rectangle 30">
            <a:extLst>
              <a:ext uri="{FF2B5EF4-FFF2-40B4-BE49-F238E27FC236}">
                <a16:creationId xmlns:a16="http://schemas.microsoft.com/office/drawing/2014/main" id="{C78622B2-B191-08A7-15CB-8C95D883649E}"/>
              </a:ext>
            </a:extLst>
          </p:cNvPr>
          <p:cNvSpPr/>
          <p:nvPr userDrawn="1"/>
        </p:nvSpPr>
        <p:spPr>
          <a:xfrm>
            <a:off x="8904288" y="6053226"/>
            <a:ext cx="2879725" cy="400110"/>
          </a:xfrm>
          <a:prstGeom prst="rect">
            <a:avLst/>
          </a:prstGeom>
        </p:spPr>
        <p:txBody>
          <a:bodyPr wrap="square" lIns="0" tIns="0" rIns="0" bIns="0" anchor="b" anchorCtr="0">
            <a:spAutoFit/>
          </a:bodyPr>
          <a:lstStyle/>
          <a:p>
            <a:pPr>
              <a:spcAft>
                <a:spcPts val="600"/>
              </a:spcAft>
            </a:pPr>
            <a:r>
              <a:rPr lang="en-US" sz="700" b="0" i="0" noProof="0">
                <a:solidFill>
                  <a:schemeClr val="bg2"/>
                </a:solidFill>
                <a:latin typeface="+mn-lt"/>
                <a:cs typeface="Arial"/>
              </a:rPr>
              <a:t>This presentation contains information that may be privileged or confidential and is the property of the Capgemini Group.</a:t>
            </a:r>
          </a:p>
          <a:p>
            <a:pPr>
              <a:spcAft>
                <a:spcPts val="600"/>
              </a:spcAft>
            </a:pPr>
            <a:r>
              <a:rPr lang="en-US" sz="700" b="0" i="0" noProof="0">
                <a:solidFill>
                  <a:schemeClr val="bg2"/>
                </a:solidFill>
                <a:latin typeface="+mn-lt"/>
                <a:cs typeface="Arial"/>
              </a:rPr>
              <a:t>Copyright © 2025 Capgemini. All rights reserved.</a:t>
            </a:r>
          </a:p>
        </p:txBody>
      </p:sp>
      <p:grpSp>
        <p:nvGrpSpPr>
          <p:cNvPr id="43" name="Group 2">
            <a:extLst>
              <a:ext uri="{FF2B5EF4-FFF2-40B4-BE49-F238E27FC236}">
                <a16:creationId xmlns:a16="http://schemas.microsoft.com/office/drawing/2014/main" id="{CD4310B4-5ADE-C2D0-DB4C-AF69D93A1DF5}"/>
              </a:ext>
            </a:extLst>
          </p:cNvPr>
          <p:cNvGrpSpPr>
            <a:grpSpLocks noChangeAspect="1"/>
          </p:cNvGrpSpPr>
          <p:nvPr userDrawn="1"/>
        </p:nvGrpSpPr>
        <p:grpSpPr>
          <a:xfrm>
            <a:off x="550862" y="6021288"/>
            <a:ext cx="1872000" cy="420870"/>
            <a:chOff x="5094083" y="5360390"/>
            <a:chExt cx="3039349" cy="683316"/>
          </a:xfrm>
          <a:solidFill>
            <a:schemeClr val="bg1"/>
          </a:solidFill>
        </p:grpSpPr>
        <p:sp>
          <p:nvSpPr>
            <p:cNvPr id="44" name="Freeform: Shape 4">
              <a:extLst>
                <a:ext uri="{FF2B5EF4-FFF2-40B4-BE49-F238E27FC236}">
                  <a16:creationId xmlns:a16="http://schemas.microsoft.com/office/drawing/2014/main" id="{089E09DC-D2DF-E25B-B85C-6EA1D98E1CA5}"/>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lstStyle/>
            <a:p>
              <a:endParaRPr lang="en-US" sz="1800">
                <a:solidFill>
                  <a:schemeClr val="bg2"/>
                </a:solidFill>
              </a:endParaRPr>
            </a:p>
          </p:txBody>
        </p:sp>
        <p:sp>
          <p:nvSpPr>
            <p:cNvPr id="45" name="Freeform: Shape 5">
              <a:extLst>
                <a:ext uri="{FF2B5EF4-FFF2-40B4-BE49-F238E27FC236}">
                  <a16:creationId xmlns:a16="http://schemas.microsoft.com/office/drawing/2014/main" id="{CFFDC692-B337-393E-311F-6135E50AC699}"/>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lstStyle/>
            <a:p>
              <a:endParaRPr lang="en-US" sz="1800">
                <a:solidFill>
                  <a:schemeClr val="bg2"/>
                </a:solidFill>
              </a:endParaRPr>
            </a:p>
          </p:txBody>
        </p:sp>
        <p:sp>
          <p:nvSpPr>
            <p:cNvPr id="46" name="Freeform: Shape 6">
              <a:extLst>
                <a:ext uri="{FF2B5EF4-FFF2-40B4-BE49-F238E27FC236}">
                  <a16:creationId xmlns:a16="http://schemas.microsoft.com/office/drawing/2014/main" id="{79F624AF-8CAF-1C4F-6AF4-0D3BAB6883DE}"/>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lstStyle/>
            <a:p>
              <a:endParaRPr lang="en-US" sz="1800">
                <a:solidFill>
                  <a:schemeClr val="bg2"/>
                </a:solidFill>
              </a:endParaRPr>
            </a:p>
          </p:txBody>
        </p:sp>
        <p:sp>
          <p:nvSpPr>
            <p:cNvPr id="47" name="Freeform: Shape 7">
              <a:extLst>
                <a:ext uri="{FF2B5EF4-FFF2-40B4-BE49-F238E27FC236}">
                  <a16:creationId xmlns:a16="http://schemas.microsoft.com/office/drawing/2014/main" id="{CC7B72C0-ED2F-06D1-872B-CC0A248A4A55}"/>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lstStyle/>
            <a:p>
              <a:endParaRPr lang="en-US" sz="1800">
                <a:solidFill>
                  <a:schemeClr val="bg2"/>
                </a:solidFill>
              </a:endParaRPr>
            </a:p>
          </p:txBody>
        </p:sp>
        <p:sp>
          <p:nvSpPr>
            <p:cNvPr id="48" name="Freeform: Shape 8">
              <a:extLst>
                <a:ext uri="{FF2B5EF4-FFF2-40B4-BE49-F238E27FC236}">
                  <a16:creationId xmlns:a16="http://schemas.microsoft.com/office/drawing/2014/main" id="{4387627B-473F-668B-D2BC-7D0705259BFC}"/>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lstStyle/>
            <a:p>
              <a:endParaRPr lang="en-US" sz="1800">
                <a:solidFill>
                  <a:schemeClr val="bg2"/>
                </a:solidFill>
              </a:endParaRPr>
            </a:p>
          </p:txBody>
        </p:sp>
      </p:grpSp>
      <p:grpSp>
        <p:nvGrpSpPr>
          <p:cNvPr id="8" name="Group 7">
            <a:extLst>
              <a:ext uri="{FF2B5EF4-FFF2-40B4-BE49-F238E27FC236}">
                <a16:creationId xmlns:a16="http://schemas.microsoft.com/office/drawing/2014/main" id="{C3529F38-DE31-8549-CDA7-1E4A748CA7C2}"/>
              </a:ext>
            </a:extLst>
          </p:cNvPr>
          <p:cNvGrpSpPr/>
          <p:nvPr userDrawn="1"/>
        </p:nvGrpSpPr>
        <p:grpSpPr>
          <a:xfrm>
            <a:off x="8904288" y="5569004"/>
            <a:ext cx="1951070" cy="335280"/>
            <a:chOff x="8904288" y="5569004"/>
            <a:chExt cx="1951070" cy="335280"/>
          </a:xfrm>
        </p:grpSpPr>
        <p:pic>
          <p:nvPicPr>
            <p:cNvPr id="9" name="Picture 8">
              <a:hlinkClick r:id="rId2"/>
              <a:extLst>
                <a:ext uri="{FF2B5EF4-FFF2-40B4-BE49-F238E27FC236}">
                  <a16:creationId xmlns:a16="http://schemas.microsoft.com/office/drawing/2014/main" id="{AA7E1FC5-0975-36A9-15BB-4B78B750848B}"/>
                </a:ext>
              </a:extLst>
            </p:cNvPr>
            <p:cNvPicPr>
              <a:picLocks noChangeAspect="1"/>
            </p:cNvPicPr>
            <p:nvPr userDrawn="1"/>
          </p:nvPicPr>
          <p:blipFill rotWithShape="1">
            <a:blip r:embed="rId3" cstate="screen">
              <a:lum bright="70000" contrast="-70000"/>
              <a:extLst>
                <a:ext uri="{BEBA8EAE-BF5A-486C-A8C5-ECC9F3942E4B}">
                  <a14:imgProps xmlns:a14="http://schemas.microsoft.com/office/drawing/2010/main">
                    <a14:imgLayer r:embed="rId4">
                      <a14:imgEffect>
                        <a14:artisticPhotocopy/>
                      </a14:imgEffect>
                    </a14:imgLayer>
                  </a14:imgProps>
                </a:ext>
                <a:ext uri="{28A0092B-C50C-407E-A947-70E740481C1C}">
                  <a14:useLocalDpi xmlns:a14="http://schemas.microsoft.com/office/drawing/2010/main"/>
                </a:ext>
              </a:extLst>
            </a:blip>
            <a:srcRect l="-15803" t="-15499" r="-15008" b="-15313"/>
            <a:stretch>
              <a:fillRect/>
            </a:stretch>
          </p:blipFill>
          <p:spPr>
            <a:xfrm>
              <a:off x="10520558" y="5569004"/>
              <a:ext cx="334800" cy="334800"/>
            </a:xfrm>
            <a:prstGeom prst="ellipse">
              <a:avLst/>
            </a:prstGeom>
            <a:ln>
              <a:solidFill>
                <a:srgbClr val="FFFFFF"/>
              </a:solidFill>
            </a:ln>
          </p:spPr>
        </p:pic>
        <p:pic>
          <p:nvPicPr>
            <p:cNvPr id="10" name="Picture 9">
              <a:hlinkClick r:id="rId5"/>
              <a:extLst>
                <a:ext uri="{FF2B5EF4-FFF2-40B4-BE49-F238E27FC236}">
                  <a16:creationId xmlns:a16="http://schemas.microsoft.com/office/drawing/2014/main" id="{9852B28F-AE33-FE98-514D-6F11A86092BB}"/>
                </a:ext>
              </a:extLst>
            </p:cNvPr>
            <p:cNvPicPr>
              <a:picLocks noChangeAspect="1"/>
            </p:cNvPicPr>
            <p:nvPr userDrawn="1"/>
          </p:nvPicPr>
          <p:blipFill rotWithShape="1">
            <a:blip r:embed="rId6" cstate="screen">
              <a:lum bright="70000" contrast="-70000"/>
              <a:extLst>
                <a:ext uri="{BEBA8EAE-BF5A-486C-A8C5-ECC9F3942E4B}">
                  <a14:imgProps xmlns:a14="http://schemas.microsoft.com/office/drawing/2010/main">
                    <a14:imgLayer r:embed="rId7">
                      <a14:imgEffect>
                        <a14:artisticPhotocopy/>
                      </a14:imgEffect>
                    </a14:imgLayer>
                  </a14:imgProps>
                </a:ext>
                <a:ext uri="{28A0092B-C50C-407E-A947-70E740481C1C}">
                  <a14:useLocalDpi xmlns:a14="http://schemas.microsoft.com/office/drawing/2010/main"/>
                </a:ext>
              </a:extLst>
            </a:blip>
            <a:srcRect l="-11970" t="-13244" r="-14518" b="-13244"/>
            <a:stretch>
              <a:fillRect/>
            </a:stretch>
          </p:blipFill>
          <p:spPr>
            <a:xfrm>
              <a:off x="10119213" y="5569004"/>
              <a:ext cx="335280" cy="335280"/>
            </a:xfrm>
            <a:prstGeom prst="ellipse">
              <a:avLst/>
            </a:prstGeom>
            <a:ln>
              <a:solidFill>
                <a:srgbClr val="FFFFFF"/>
              </a:solidFill>
            </a:ln>
          </p:spPr>
        </p:pic>
        <p:pic>
          <p:nvPicPr>
            <p:cNvPr id="11" name="Picture 10">
              <a:hlinkClick r:id="rId8"/>
              <a:extLst>
                <a:ext uri="{FF2B5EF4-FFF2-40B4-BE49-F238E27FC236}">
                  <a16:creationId xmlns:a16="http://schemas.microsoft.com/office/drawing/2014/main" id="{FA1AEA76-FACD-25B8-0110-7425FE173BD9}"/>
                </a:ext>
              </a:extLst>
            </p:cNvPr>
            <p:cNvPicPr>
              <a:picLocks noChangeAspect="1"/>
            </p:cNvPicPr>
            <p:nvPr userDrawn="1"/>
          </p:nvPicPr>
          <p:blipFill rotWithShape="1">
            <a:blip r:embed="rId9" cstate="screen">
              <a:lum bright="70000" contrast="-70000"/>
              <a:extLst>
                <a:ext uri="{BEBA8EAE-BF5A-486C-A8C5-ECC9F3942E4B}">
                  <a14:imgProps xmlns:a14="http://schemas.microsoft.com/office/drawing/2010/main">
                    <a14:imgLayer r:embed="rId10">
                      <a14:imgEffect>
                        <a14:artisticPhotocopy/>
                      </a14:imgEffect>
                    </a14:imgLayer>
                  </a14:imgProps>
                </a:ext>
                <a:ext uri="{28A0092B-C50C-407E-A947-70E740481C1C}">
                  <a14:useLocalDpi xmlns:a14="http://schemas.microsoft.com/office/drawing/2010/main"/>
                </a:ext>
              </a:extLst>
            </a:blip>
            <a:srcRect l="-19298" t="-20188" r="-21078" b="-20188"/>
            <a:stretch>
              <a:fillRect/>
            </a:stretch>
          </p:blipFill>
          <p:spPr>
            <a:xfrm>
              <a:off x="9714238" y="5569004"/>
              <a:ext cx="335280" cy="335280"/>
            </a:xfrm>
            <a:prstGeom prst="ellipse">
              <a:avLst/>
            </a:prstGeom>
            <a:ln>
              <a:solidFill>
                <a:srgbClr val="FFFFFF"/>
              </a:solidFill>
            </a:ln>
          </p:spPr>
        </p:pic>
        <p:pic>
          <p:nvPicPr>
            <p:cNvPr id="12" name="Picture 11">
              <a:hlinkClick r:id="rId11"/>
              <a:extLst>
                <a:ext uri="{FF2B5EF4-FFF2-40B4-BE49-F238E27FC236}">
                  <a16:creationId xmlns:a16="http://schemas.microsoft.com/office/drawing/2014/main" id="{8EE305D6-5BF1-8C3B-B40C-DAE50AEF0788}"/>
                </a:ext>
              </a:extLst>
            </p:cNvPr>
            <p:cNvPicPr>
              <a:picLocks noChangeAspect="1"/>
            </p:cNvPicPr>
            <p:nvPr userDrawn="1"/>
          </p:nvPicPr>
          <p:blipFill rotWithShape="1">
            <a:blip r:embed="rId12" cstate="screen">
              <a:lum bright="70000" contrast="-70000"/>
              <a:extLst>
                <a:ext uri="{BEBA8EAE-BF5A-486C-A8C5-ECC9F3942E4B}">
                  <a14:imgProps xmlns:a14="http://schemas.microsoft.com/office/drawing/2010/main">
                    <a14:imgLayer r:embed="rId13">
                      <a14:imgEffect>
                        <a14:artisticPhotocopy/>
                      </a14:imgEffect>
                    </a14:imgLayer>
                  </a14:imgProps>
                </a:ext>
                <a:ext uri="{28A0092B-C50C-407E-A947-70E740481C1C}">
                  <a14:useLocalDpi xmlns:a14="http://schemas.microsoft.com/office/drawing/2010/main"/>
                </a:ext>
              </a:extLst>
            </a:blip>
            <a:srcRect l="-23025" t="-21407" r="-19995" b="-21613"/>
            <a:stretch>
              <a:fillRect/>
            </a:stretch>
          </p:blipFill>
          <p:spPr>
            <a:xfrm>
              <a:off x="8904288" y="5569004"/>
              <a:ext cx="335280" cy="335280"/>
            </a:xfrm>
            <a:prstGeom prst="ellipse">
              <a:avLst/>
            </a:prstGeom>
            <a:ln>
              <a:solidFill>
                <a:srgbClr val="FFFFFF"/>
              </a:solidFill>
            </a:ln>
          </p:spPr>
        </p:pic>
        <p:pic>
          <p:nvPicPr>
            <p:cNvPr id="13" name="Picture 12">
              <a:hlinkClick r:id="rId14"/>
              <a:extLst>
                <a:ext uri="{FF2B5EF4-FFF2-40B4-BE49-F238E27FC236}">
                  <a16:creationId xmlns:a16="http://schemas.microsoft.com/office/drawing/2014/main" id="{152FD4A1-441F-A138-65D6-13171C1C355C}"/>
                </a:ext>
              </a:extLst>
            </p:cNvPr>
            <p:cNvPicPr>
              <a:picLocks noChangeAspect="1"/>
            </p:cNvPicPr>
            <p:nvPr userDrawn="1"/>
          </p:nvPicPr>
          <p:blipFill rotWithShape="1">
            <a:blip r:embed="rId15" cstate="screen">
              <a:lum bright="70000" contrast="-70000"/>
              <a:extLst>
                <a:ext uri="{BEBA8EAE-BF5A-486C-A8C5-ECC9F3942E4B}">
                  <a14:imgProps xmlns:a14="http://schemas.microsoft.com/office/drawing/2010/main">
                    <a14:imgLayer r:embed="rId16">
                      <a14:imgEffect>
                        <a14:artisticPhotocopy/>
                      </a14:imgEffect>
                    </a14:imgLayer>
                  </a14:imgProps>
                </a:ext>
                <a:ext uri="{28A0092B-C50C-407E-A947-70E740481C1C}">
                  <a14:useLocalDpi xmlns:a14="http://schemas.microsoft.com/office/drawing/2010/main"/>
                </a:ext>
              </a:extLst>
            </a:blip>
            <a:srcRect l="-16187" t="-16601" r="-17015" b="-16601"/>
            <a:stretch>
              <a:fillRect/>
            </a:stretch>
          </p:blipFill>
          <p:spPr>
            <a:xfrm>
              <a:off x="9309263" y="5569004"/>
              <a:ext cx="335280" cy="335280"/>
            </a:xfrm>
            <a:prstGeom prst="ellipse">
              <a:avLst/>
            </a:prstGeom>
            <a:ln>
              <a:solidFill>
                <a:srgbClr val="FFFFFF"/>
              </a:solidFill>
            </a:ln>
          </p:spPr>
        </p:pic>
      </p:grpSp>
    </p:spTree>
    <p:extLst>
      <p:ext uri="{BB962C8B-B14F-4D97-AF65-F5344CB8AC3E}">
        <p14:creationId xmlns:p14="http://schemas.microsoft.com/office/powerpoint/2010/main" val="3321617845"/>
      </p:ext>
    </p:extLst>
  </p:cSld>
  <p:clrMapOvr>
    <a:masterClrMapping/>
  </p:clrMapOvr>
</p:sldLayout>
</file>

<file path=ppt/slideLayouts/slideLayout326.xml><?xml version="1.0" encoding="utf-8"?>
<p:sldLayout xmlns:a="http://schemas.openxmlformats.org/drawingml/2006/main" xmlns:r="http://schemas.openxmlformats.org/officeDocument/2006/relationships" xmlns:p="http://schemas.openxmlformats.org/presentationml/2006/main" showMasterSp="0" preserve="1" userDrawn="1">
  <p:cSld name="1_End Slide 2">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E828FFA5-3FBC-D174-A267-398AD796B6A1}"/>
              </a:ext>
            </a:extLst>
          </p:cNvPr>
          <p:cNvSpPr/>
          <p:nvPr userDrawn="1"/>
        </p:nvSpPr>
        <p:spPr>
          <a:xfrm>
            <a:off x="550862" y="3325369"/>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US" sz="1100" b="1" i="0" kern="1200">
                <a:solidFill>
                  <a:schemeClr val="accent2"/>
                </a:solidFill>
                <a:latin typeface="+mn-lt"/>
                <a:ea typeface="+mn-ea"/>
                <a:cs typeface="+mn-cs"/>
              </a:rPr>
              <a:t>Make it real.</a:t>
            </a:r>
          </a:p>
          <a:p>
            <a:pPr marL="0" marR="0" lvl="0" indent="0" algn="l" defTabSz="914400" rtl="0" eaLnBrk="1" fontAlgn="auto" latinLnBrk="0" hangingPunct="1">
              <a:lnSpc>
                <a:spcPts val="1200"/>
              </a:lnSpc>
              <a:spcBef>
                <a:spcPts val="0"/>
              </a:spcBef>
              <a:spcAft>
                <a:spcPts val="0"/>
              </a:spcAft>
              <a:buClrTx/>
              <a:buSzTx/>
              <a:buFontTx/>
              <a:buNone/>
              <a:tabLst/>
              <a:defRPr/>
            </a:pPr>
            <a:r>
              <a:rPr lang="en-US" sz="1050" b="0" i="0">
                <a:solidFill>
                  <a:schemeClr val="bg2"/>
                </a:solidFill>
                <a:latin typeface="+mn-lt"/>
              </a:rPr>
              <a:t>w</a:t>
            </a:r>
            <a:r>
              <a:rPr lang="en-US" sz="1050">
                <a:solidFill>
                  <a:schemeClr val="bg2"/>
                </a:solidFill>
                <a:latin typeface="+mn-lt"/>
              </a:rPr>
              <a:t>ww.capgemini.com</a:t>
            </a:r>
          </a:p>
        </p:txBody>
      </p:sp>
      <p:sp>
        <p:nvSpPr>
          <p:cNvPr id="30" name="Rectangle 29">
            <a:extLst>
              <a:ext uri="{FF2B5EF4-FFF2-40B4-BE49-F238E27FC236}">
                <a16:creationId xmlns:a16="http://schemas.microsoft.com/office/drawing/2014/main" id="{42F7D594-54F5-66A3-9AE8-EFE5D6CA5A39}"/>
              </a:ext>
            </a:extLst>
          </p:cNvPr>
          <p:cNvSpPr/>
          <p:nvPr userDrawn="1"/>
        </p:nvSpPr>
        <p:spPr>
          <a:xfrm>
            <a:off x="550863" y="1384200"/>
            <a:ext cx="4248471" cy="18287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just" defTabSz="914400" rtl="0" eaLnBrk="1" fontAlgn="auto" latinLnBrk="0" hangingPunct="1">
              <a:lnSpc>
                <a:spcPct val="100000"/>
              </a:lnSpc>
              <a:spcBef>
                <a:spcPts val="0"/>
              </a:spcBef>
              <a:spcAft>
                <a:spcPts val="1200"/>
              </a:spcAft>
              <a:buClrTx/>
              <a:buSzTx/>
              <a:buFontTx/>
              <a:buNone/>
              <a:tabLst/>
              <a:defRPr/>
            </a:pPr>
            <a:r>
              <a:rPr kumimoji="0" lang="en-US" sz="1400" b="0" i="0" u="none" strike="noStrike" kern="1200" cap="none" spc="0" normalizeH="0" baseline="0" noProof="0">
                <a:ln>
                  <a:noFill/>
                </a:ln>
                <a:solidFill>
                  <a:schemeClr val="bg2"/>
                </a:solidFill>
                <a:effectLst/>
                <a:uLnTx/>
                <a:uFillTx/>
                <a:latin typeface="+mn-lt"/>
                <a:ea typeface="+mn-ea"/>
                <a:cs typeface="+mn-cs"/>
              </a:rPr>
              <a:t>About Capgemini</a:t>
            </a:r>
          </a:p>
          <a:p>
            <a:pPr marL="0" marR="0" lvl="0" indent="0" algn="just" defTabSz="914400" rtl="0" eaLnBrk="1" fontAlgn="auto" latinLnBrk="0" hangingPunct="1">
              <a:lnSpc>
                <a:spcPct val="100000"/>
              </a:lnSpc>
              <a:spcBef>
                <a:spcPts val="0"/>
              </a:spcBef>
              <a:spcAft>
                <a:spcPts val="0"/>
              </a:spcAft>
              <a:buClrTx/>
              <a:buSzTx/>
              <a:buFontTx/>
              <a:buNone/>
              <a:tabLst/>
              <a:defRPr/>
            </a:pPr>
            <a:r>
              <a:rPr lang="en-GB" sz="900"/>
              <a:t>Capgemini is an AI-powered global business and technology transformation partner, delivering tangible business value. We imagine the future of organizations and make it real with AI, technology and people. With our strong heritage of nearly 60 years, we are a responsible and diverse group of 420,000 team members in more than 50 countries. We deliver end-to-end services and solutions with our deep industry expertise and strong partner ecosystem, leveraging our capabilities across strategy, technology, design, engineering and business operations. The Group reported 2024 global revenues of €22.1 billion.</a:t>
            </a:r>
            <a:endParaRPr kumimoji="0" lang="en-US" sz="900" b="0" i="0" u="none" strike="noStrike" kern="1200" cap="none" spc="0" normalizeH="0" baseline="0" noProof="0">
              <a:ln>
                <a:noFill/>
              </a:ln>
              <a:solidFill>
                <a:schemeClr val="bg2"/>
              </a:solidFill>
              <a:effectLst/>
              <a:uLnTx/>
              <a:uFillTx/>
              <a:latin typeface="+mn-lt"/>
              <a:ea typeface="+mn-ea"/>
              <a:cs typeface="+mn-cs"/>
            </a:endParaRPr>
          </a:p>
        </p:txBody>
      </p:sp>
      <p:sp>
        <p:nvSpPr>
          <p:cNvPr id="31" name="Rectangle 30">
            <a:extLst>
              <a:ext uri="{FF2B5EF4-FFF2-40B4-BE49-F238E27FC236}">
                <a16:creationId xmlns:a16="http://schemas.microsoft.com/office/drawing/2014/main" id="{C78622B2-B191-08A7-15CB-8C95D883649E}"/>
              </a:ext>
            </a:extLst>
          </p:cNvPr>
          <p:cNvSpPr/>
          <p:nvPr userDrawn="1"/>
        </p:nvSpPr>
        <p:spPr>
          <a:xfrm>
            <a:off x="8904288" y="6053226"/>
            <a:ext cx="2879725" cy="400110"/>
          </a:xfrm>
          <a:prstGeom prst="rect">
            <a:avLst/>
          </a:prstGeom>
        </p:spPr>
        <p:txBody>
          <a:bodyPr wrap="square" lIns="0" tIns="0" rIns="0" bIns="0" anchor="b" anchorCtr="0">
            <a:spAutoFit/>
          </a:bodyPr>
          <a:lstStyle/>
          <a:p>
            <a:pPr>
              <a:spcAft>
                <a:spcPts val="600"/>
              </a:spcAft>
            </a:pPr>
            <a:r>
              <a:rPr lang="en-US" sz="700" b="0" i="0" noProof="0">
                <a:solidFill>
                  <a:schemeClr val="bg2"/>
                </a:solidFill>
                <a:latin typeface="+mn-lt"/>
                <a:cs typeface="Arial"/>
              </a:rPr>
              <a:t>This presentation contains information that may be privileged or confidential and is the property of the Capgemini Group.</a:t>
            </a:r>
          </a:p>
          <a:p>
            <a:pPr>
              <a:spcAft>
                <a:spcPts val="600"/>
              </a:spcAft>
            </a:pPr>
            <a:r>
              <a:rPr lang="en-US" sz="700" b="0" i="0" noProof="0">
                <a:solidFill>
                  <a:schemeClr val="bg2"/>
                </a:solidFill>
                <a:latin typeface="+mn-lt"/>
                <a:cs typeface="Arial"/>
              </a:rPr>
              <a:t>Copyright © 2025 Capgemini. All rights reserved.</a:t>
            </a:r>
          </a:p>
        </p:txBody>
      </p:sp>
      <p:grpSp>
        <p:nvGrpSpPr>
          <p:cNvPr id="43" name="Group 2">
            <a:extLst>
              <a:ext uri="{FF2B5EF4-FFF2-40B4-BE49-F238E27FC236}">
                <a16:creationId xmlns:a16="http://schemas.microsoft.com/office/drawing/2014/main" id="{CD4310B4-5ADE-C2D0-DB4C-AF69D93A1DF5}"/>
              </a:ext>
            </a:extLst>
          </p:cNvPr>
          <p:cNvGrpSpPr>
            <a:grpSpLocks noChangeAspect="1"/>
          </p:cNvGrpSpPr>
          <p:nvPr userDrawn="1"/>
        </p:nvGrpSpPr>
        <p:grpSpPr>
          <a:xfrm>
            <a:off x="550862" y="6021288"/>
            <a:ext cx="1872000" cy="420870"/>
            <a:chOff x="5094083" y="5360390"/>
            <a:chExt cx="3039349" cy="683316"/>
          </a:xfrm>
          <a:solidFill>
            <a:schemeClr val="bg1"/>
          </a:solidFill>
        </p:grpSpPr>
        <p:sp>
          <p:nvSpPr>
            <p:cNvPr id="44" name="Freeform: Shape 4">
              <a:extLst>
                <a:ext uri="{FF2B5EF4-FFF2-40B4-BE49-F238E27FC236}">
                  <a16:creationId xmlns:a16="http://schemas.microsoft.com/office/drawing/2014/main" id="{089E09DC-D2DF-E25B-B85C-6EA1D98E1CA5}"/>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lstStyle/>
            <a:p>
              <a:endParaRPr lang="en-US" sz="1800">
                <a:solidFill>
                  <a:schemeClr val="bg2"/>
                </a:solidFill>
              </a:endParaRPr>
            </a:p>
          </p:txBody>
        </p:sp>
        <p:sp>
          <p:nvSpPr>
            <p:cNvPr id="45" name="Freeform: Shape 5">
              <a:extLst>
                <a:ext uri="{FF2B5EF4-FFF2-40B4-BE49-F238E27FC236}">
                  <a16:creationId xmlns:a16="http://schemas.microsoft.com/office/drawing/2014/main" id="{CFFDC692-B337-393E-311F-6135E50AC699}"/>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lstStyle/>
            <a:p>
              <a:endParaRPr lang="en-US" sz="1800">
                <a:solidFill>
                  <a:schemeClr val="bg2"/>
                </a:solidFill>
              </a:endParaRPr>
            </a:p>
          </p:txBody>
        </p:sp>
        <p:sp>
          <p:nvSpPr>
            <p:cNvPr id="46" name="Freeform: Shape 6">
              <a:extLst>
                <a:ext uri="{FF2B5EF4-FFF2-40B4-BE49-F238E27FC236}">
                  <a16:creationId xmlns:a16="http://schemas.microsoft.com/office/drawing/2014/main" id="{79F624AF-8CAF-1C4F-6AF4-0D3BAB6883DE}"/>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lstStyle/>
            <a:p>
              <a:endParaRPr lang="en-US" sz="1800">
                <a:solidFill>
                  <a:schemeClr val="bg2"/>
                </a:solidFill>
              </a:endParaRPr>
            </a:p>
          </p:txBody>
        </p:sp>
        <p:sp>
          <p:nvSpPr>
            <p:cNvPr id="47" name="Freeform: Shape 7">
              <a:extLst>
                <a:ext uri="{FF2B5EF4-FFF2-40B4-BE49-F238E27FC236}">
                  <a16:creationId xmlns:a16="http://schemas.microsoft.com/office/drawing/2014/main" id="{CC7B72C0-ED2F-06D1-872B-CC0A248A4A55}"/>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lstStyle/>
            <a:p>
              <a:endParaRPr lang="en-US" sz="1800">
                <a:solidFill>
                  <a:schemeClr val="bg2"/>
                </a:solidFill>
              </a:endParaRPr>
            </a:p>
          </p:txBody>
        </p:sp>
        <p:sp>
          <p:nvSpPr>
            <p:cNvPr id="48" name="Freeform: Shape 8">
              <a:extLst>
                <a:ext uri="{FF2B5EF4-FFF2-40B4-BE49-F238E27FC236}">
                  <a16:creationId xmlns:a16="http://schemas.microsoft.com/office/drawing/2014/main" id="{4387627B-473F-668B-D2BC-7D0705259BFC}"/>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lstStyle/>
            <a:p>
              <a:endParaRPr lang="en-US" sz="1800">
                <a:solidFill>
                  <a:schemeClr val="bg2"/>
                </a:solidFill>
              </a:endParaRPr>
            </a:p>
          </p:txBody>
        </p:sp>
      </p:grpSp>
      <p:grpSp>
        <p:nvGrpSpPr>
          <p:cNvPr id="8" name="Group 7">
            <a:extLst>
              <a:ext uri="{FF2B5EF4-FFF2-40B4-BE49-F238E27FC236}">
                <a16:creationId xmlns:a16="http://schemas.microsoft.com/office/drawing/2014/main" id="{C3529F38-DE31-8549-CDA7-1E4A748CA7C2}"/>
              </a:ext>
            </a:extLst>
          </p:cNvPr>
          <p:cNvGrpSpPr/>
          <p:nvPr userDrawn="1"/>
        </p:nvGrpSpPr>
        <p:grpSpPr>
          <a:xfrm>
            <a:off x="8904288" y="5569004"/>
            <a:ext cx="1951070" cy="335280"/>
            <a:chOff x="8904288" y="5569004"/>
            <a:chExt cx="1951070" cy="335280"/>
          </a:xfrm>
        </p:grpSpPr>
        <p:pic>
          <p:nvPicPr>
            <p:cNvPr id="9" name="Picture 8">
              <a:hlinkClick r:id="rId2"/>
              <a:extLst>
                <a:ext uri="{FF2B5EF4-FFF2-40B4-BE49-F238E27FC236}">
                  <a16:creationId xmlns:a16="http://schemas.microsoft.com/office/drawing/2014/main" id="{AA7E1FC5-0975-36A9-15BB-4B78B750848B}"/>
                </a:ext>
              </a:extLst>
            </p:cNvPr>
            <p:cNvPicPr>
              <a:picLocks noChangeAspect="1"/>
            </p:cNvPicPr>
            <p:nvPr userDrawn="1"/>
          </p:nvPicPr>
          <p:blipFill rotWithShape="1">
            <a:blip r:embed="rId3" cstate="screen">
              <a:lum bright="70000" contrast="-70000"/>
              <a:extLst>
                <a:ext uri="{BEBA8EAE-BF5A-486C-A8C5-ECC9F3942E4B}">
                  <a14:imgProps xmlns:a14="http://schemas.microsoft.com/office/drawing/2010/main">
                    <a14:imgLayer r:embed="rId4">
                      <a14:imgEffect>
                        <a14:artisticPhotocopy/>
                      </a14:imgEffect>
                    </a14:imgLayer>
                  </a14:imgProps>
                </a:ext>
                <a:ext uri="{28A0092B-C50C-407E-A947-70E740481C1C}">
                  <a14:useLocalDpi xmlns:a14="http://schemas.microsoft.com/office/drawing/2010/main"/>
                </a:ext>
              </a:extLst>
            </a:blip>
            <a:srcRect l="-15803" t="-15499" r="-15008" b="-15313"/>
            <a:stretch>
              <a:fillRect/>
            </a:stretch>
          </p:blipFill>
          <p:spPr>
            <a:xfrm>
              <a:off x="10520558" y="5569004"/>
              <a:ext cx="334800" cy="334800"/>
            </a:xfrm>
            <a:prstGeom prst="ellipse">
              <a:avLst/>
            </a:prstGeom>
            <a:ln>
              <a:solidFill>
                <a:srgbClr val="FFFFFF"/>
              </a:solidFill>
            </a:ln>
          </p:spPr>
        </p:pic>
        <p:pic>
          <p:nvPicPr>
            <p:cNvPr id="10" name="Picture 9">
              <a:hlinkClick r:id="rId5"/>
              <a:extLst>
                <a:ext uri="{FF2B5EF4-FFF2-40B4-BE49-F238E27FC236}">
                  <a16:creationId xmlns:a16="http://schemas.microsoft.com/office/drawing/2014/main" id="{9852B28F-AE33-FE98-514D-6F11A86092BB}"/>
                </a:ext>
              </a:extLst>
            </p:cNvPr>
            <p:cNvPicPr>
              <a:picLocks noChangeAspect="1"/>
            </p:cNvPicPr>
            <p:nvPr userDrawn="1"/>
          </p:nvPicPr>
          <p:blipFill rotWithShape="1">
            <a:blip r:embed="rId6" cstate="screen">
              <a:lum bright="70000" contrast="-70000"/>
              <a:extLst>
                <a:ext uri="{BEBA8EAE-BF5A-486C-A8C5-ECC9F3942E4B}">
                  <a14:imgProps xmlns:a14="http://schemas.microsoft.com/office/drawing/2010/main">
                    <a14:imgLayer r:embed="rId7">
                      <a14:imgEffect>
                        <a14:artisticPhotocopy/>
                      </a14:imgEffect>
                    </a14:imgLayer>
                  </a14:imgProps>
                </a:ext>
                <a:ext uri="{28A0092B-C50C-407E-A947-70E740481C1C}">
                  <a14:useLocalDpi xmlns:a14="http://schemas.microsoft.com/office/drawing/2010/main"/>
                </a:ext>
              </a:extLst>
            </a:blip>
            <a:srcRect l="-11970" t="-13244" r="-14518" b="-13244"/>
            <a:stretch>
              <a:fillRect/>
            </a:stretch>
          </p:blipFill>
          <p:spPr>
            <a:xfrm>
              <a:off x="10119213" y="5569004"/>
              <a:ext cx="335280" cy="335280"/>
            </a:xfrm>
            <a:prstGeom prst="ellipse">
              <a:avLst/>
            </a:prstGeom>
            <a:ln>
              <a:solidFill>
                <a:srgbClr val="FFFFFF"/>
              </a:solidFill>
            </a:ln>
          </p:spPr>
        </p:pic>
        <p:pic>
          <p:nvPicPr>
            <p:cNvPr id="11" name="Picture 10">
              <a:hlinkClick r:id="rId8"/>
              <a:extLst>
                <a:ext uri="{FF2B5EF4-FFF2-40B4-BE49-F238E27FC236}">
                  <a16:creationId xmlns:a16="http://schemas.microsoft.com/office/drawing/2014/main" id="{FA1AEA76-FACD-25B8-0110-7425FE173BD9}"/>
                </a:ext>
              </a:extLst>
            </p:cNvPr>
            <p:cNvPicPr>
              <a:picLocks noChangeAspect="1"/>
            </p:cNvPicPr>
            <p:nvPr userDrawn="1"/>
          </p:nvPicPr>
          <p:blipFill rotWithShape="1">
            <a:blip r:embed="rId9" cstate="screen">
              <a:lum bright="70000" contrast="-70000"/>
              <a:extLst>
                <a:ext uri="{BEBA8EAE-BF5A-486C-A8C5-ECC9F3942E4B}">
                  <a14:imgProps xmlns:a14="http://schemas.microsoft.com/office/drawing/2010/main">
                    <a14:imgLayer r:embed="rId10">
                      <a14:imgEffect>
                        <a14:artisticPhotocopy/>
                      </a14:imgEffect>
                    </a14:imgLayer>
                  </a14:imgProps>
                </a:ext>
                <a:ext uri="{28A0092B-C50C-407E-A947-70E740481C1C}">
                  <a14:useLocalDpi xmlns:a14="http://schemas.microsoft.com/office/drawing/2010/main"/>
                </a:ext>
              </a:extLst>
            </a:blip>
            <a:srcRect l="-19298" t="-20188" r="-21078" b="-20188"/>
            <a:stretch>
              <a:fillRect/>
            </a:stretch>
          </p:blipFill>
          <p:spPr>
            <a:xfrm>
              <a:off x="9714238" y="5569004"/>
              <a:ext cx="335280" cy="335280"/>
            </a:xfrm>
            <a:prstGeom prst="ellipse">
              <a:avLst/>
            </a:prstGeom>
            <a:ln>
              <a:solidFill>
                <a:srgbClr val="FFFFFF"/>
              </a:solidFill>
            </a:ln>
          </p:spPr>
        </p:pic>
        <p:pic>
          <p:nvPicPr>
            <p:cNvPr id="12" name="Picture 11">
              <a:hlinkClick r:id="rId11"/>
              <a:extLst>
                <a:ext uri="{FF2B5EF4-FFF2-40B4-BE49-F238E27FC236}">
                  <a16:creationId xmlns:a16="http://schemas.microsoft.com/office/drawing/2014/main" id="{8EE305D6-5BF1-8C3B-B40C-DAE50AEF0788}"/>
                </a:ext>
              </a:extLst>
            </p:cNvPr>
            <p:cNvPicPr>
              <a:picLocks noChangeAspect="1"/>
            </p:cNvPicPr>
            <p:nvPr userDrawn="1"/>
          </p:nvPicPr>
          <p:blipFill rotWithShape="1">
            <a:blip r:embed="rId12" cstate="screen">
              <a:lum bright="70000" contrast="-70000"/>
              <a:extLst>
                <a:ext uri="{BEBA8EAE-BF5A-486C-A8C5-ECC9F3942E4B}">
                  <a14:imgProps xmlns:a14="http://schemas.microsoft.com/office/drawing/2010/main">
                    <a14:imgLayer r:embed="rId13">
                      <a14:imgEffect>
                        <a14:artisticPhotocopy/>
                      </a14:imgEffect>
                    </a14:imgLayer>
                  </a14:imgProps>
                </a:ext>
                <a:ext uri="{28A0092B-C50C-407E-A947-70E740481C1C}">
                  <a14:useLocalDpi xmlns:a14="http://schemas.microsoft.com/office/drawing/2010/main"/>
                </a:ext>
              </a:extLst>
            </a:blip>
            <a:srcRect l="-23025" t="-21407" r="-19995" b="-21613"/>
            <a:stretch>
              <a:fillRect/>
            </a:stretch>
          </p:blipFill>
          <p:spPr>
            <a:xfrm>
              <a:off x="8904288" y="5569004"/>
              <a:ext cx="335280" cy="335280"/>
            </a:xfrm>
            <a:prstGeom prst="ellipse">
              <a:avLst/>
            </a:prstGeom>
            <a:ln>
              <a:solidFill>
                <a:srgbClr val="FFFFFF"/>
              </a:solidFill>
            </a:ln>
          </p:spPr>
        </p:pic>
        <p:pic>
          <p:nvPicPr>
            <p:cNvPr id="13" name="Picture 12">
              <a:hlinkClick r:id="rId14"/>
              <a:extLst>
                <a:ext uri="{FF2B5EF4-FFF2-40B4-BE49-F238E27FC236}">
                  <a16:creationId xmlns:a16="http://schemas.microsoft.com/office/drawing/2014/main" id="{152FD4A1-441F-A138-65D6-13171C1C355C}"/>
                </a:ext>
              </a:extLst>
            </p:cNvPr>
            <p:cNvPicPr>
              <a:picLocks noChangeAspect="1"/>
            </p:cNvPicPr>
            <p:nvPr userDrawn="1"/>
          </p:nvPicPr>
          <p:blipFill rotWithShape="1">
            <a:blip r:embed="rId15" cstate="screen">
              <a:lum bright="70000" contrast="-70000"/>
              <a:extLst>
                <a:ext uri="{BEBA8EAE-BF5A-486C-A8C5-ECC9F3942E4B}">
                  <a14:imgProps xmlns:a14="http://schemas.microsoft.com/office/drawing/2010/main">
                    <a14:imgLayer r:embed="rId16">
                      <a14:imgEffect>
                        <a14:artisticPhotocopy/>
                      </a14:imgEffect>
                    </a14:imgLayer>
                  </a14:imgProps>
                </a:ext>
                <a:ext uri="{28A0092B-C50C-407E-A947-70E740481C1C}">
                  <a14:useLocalDpi xmlns:a14="http://schemas.microsoft.com/office/drawing/2010/main"/>
                </a:ext>
              </a:extLst>
            </a:blip>
            <a:srcRect l="-16187" t="-16601" r="-17015" b="-16601"/>
            <a:stretch>
              <a:fillRect/>
            </a:stretch>
          </p:blipFill>
          <p:spPr>
            <a:xfrm>
              <a:off x="9309263" y="5569004"/>
              <a:ext cx="335280" cy="335280"/>
            </a:xfrm>
            <a:prstGeom prst="ellipse">
              <a:avLst/>
            </a:prstGeom>
            <a:ln>
              <a:solidFill>
                <a:srgbClr val="FFFFFF"/>
              </a:solidFill>
            </a:ln>
          </p:spPr>
        </p:pic>
      </p:grpSp>
    </p:spTree>
    <p:extLst>
      <p:ext uri="{BB962C8B-B14F-4D97-AF65-F5344CB8AC3E}">
        <p14:creationId xmlns:p14="http://schemas.microsoft.com/office/powerpoint/2010/main" val="3321617845"/>
      </p:ext>
    </p:extLst>
  </p:cSld>
  <p:clrMapOvr>
    <a:masterClrMapping/>
  </p:clrMapOvr>
</p:sldLayout>
</file>

<file path=ppt/slideLayouts/slideLayout327.xml><?xml version="1.0" encoding="utf-8"?>
<p:sldLayout xmlns:a="http://schemas.openxmlformats.org/drawingml/2006/main" xmlns:r="http://schemas.openxmlformats.org/officeDocument/2006/relationships" xmlns:p="http://schemas.openxmlformats.org/presentationml/2006/main" showMasterSp="0" preserve="1" userDrawn="1">
  <p:cSld name="End Slide 3">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D1D17019-0BF4-2D81-E041-AFBAAFE615A7}"/>
              </a:ext>
            </a:extLst>
          </p:cNvPr>
          <p:cNvSpPr/>
          <p:nvPr userDrawn="1"/>
        </p:nvSpPr>
        <p:spPr>
          <a:xfrm>
            <a:off x="8146580" y="0"/>
            <a:ext cx="4045420" cy="6858000"/>
          </a:xfrm>
          <a:prstGeom prst="rect">
            <a:avLst/>
          </a:prstGeom>
          <a:solidFill>
            <a:schemeClr val="accent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43" name="Group 2">
            <a:extLst>
              <a:ext uri="{FF2B5EF4-FFF2-40B4-BE49-F238E27FC236}">
                <a16:creationId xmlns:a16="http://schemas.microsoft.com/office/drawing/2014/main" id="{CD4310B4-5ADE-C2D0-DB4C-AF69D93A1DF5}"/>
              </a:ext>
            </a:extLst>
          </p:cNvPr>
          <p:cNvGrpSpPr>
            <a:grpSpLocks noChangeAspect="1"/>
          </p:cNvGrpSpPr>
          <p:nvPr userDrawn="1"/>
        </p:nvGrpSpPr>
        <p:grpSpPr>
          <a:xfrm>
            <a:off x="550863" y="6021288"/>
            <a:ext cx="1872000" cy="420870"/>
            <a:chOff x="5094083" y="5360390"/>
            <a:chExt cx="3039349" cy="683316"/>
          </a:xfrm>
          <a:solidFill>
            <a:schemeClr val="bg1"/>
          </a:solidFill>
        </p:grpSpPr>
        <p:sp>
          <p:nvSpPr>
            <p:cNvPr id="44" name="Freeform: Shape 4">
              <a:extLst>
                <a:ext uri="{FF2B5EF4-FFF2-40B4-BE49-F238E27FC236}">
                  <a16:creationId xmlns:a16="http://schemas.microsoft.com/office/drawing/2014/main" id="{089E09DC-D2DF-E25B-B85C-6EA1D98E1CA5}"/>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lstStyle/>
            <a:p>
              <a:endParaRPr lang="en-US" sz="1800">
                <a:solidFill>
                  <a:schemeClr val="bg1"/>
                </a:solidFill>
              </a:endParaRPr>
            </a:p>
          </p:txBody>
        </p:sp>
        <p:sp>
          <p:nvSpPr>
            <p:cNvPr id="45" name="Freeform: Shape 5">
              <a:extLst>
                <a:ext uri="{FF2B5EF4-FFF2-40B4-BE49-F238E27FC236}">
                  <a16:creationId xmlns:a16="http://schemas.microsoft.com/office/drawing/2014/main" id="{CFFDC692-B337-393E-311F-6135E50AC699}"/>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lstStyle/>
            <a:p>
              <a:endParaRPr lang="en-US" sz="1800">
                <a:solidFill>
                  <a:schemeClr val="bg1"/>
                </a:solidFill>
              </a:endParaRPr>
            </a:p>
          </p:txBody>
        </p:sp>
        <p:sp>
          <p:nvSpPr>
            <p:cNvPr id="46" name="Freeform: Shape 6">
              <a:extLst>
                <a:ext uri="{FF2B5EF4-FFF2-40B4-BE49-F238E27FC236}">
                  <a16:creationId xmlns:a16="http://schemas.microsoft.com/office/drawing/2014/main" id="{79F624AF-8CAF-1C4F-6AF4-0D3BAB6883DE}"/>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lstStyle/>
            <a:p>
              <a:endParaRPr lang="en-US" sz="1800">
                <a:solidFill>
                  <a:schemeClr val="bg1"/>
                </a:solidFill>
              </a:endParaRPr>
            </a:p>
          </p:txBody>
        </p:sp>
        <p:sp>
          <p:nvSpPr>
            <p:cNvPr id="47" name="Freeform: Shape 7">
              <a:extLst>
                <a:ext uri="{FF2B5EF4-FFF2-40B4-BE49-F238E27FC236}">
                  <a16:creationId xmlns:a16="http://schemas.microsoft.com/office/drawing/2014/main" id="{CC7B72C0-ED2F-06D1-872B-CC0A248A4A55}"/>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lstStyle/>
            <a:p>
              <a:endParaRPr lang="en-US" sz="1800">
                <a:solidFill>
                  <a:schemeClr val="bg1"/>
                </a:solidFill>
              </a:endParaRPr>
            </a:p>
          </p:txBody>
        </p:sp>
        <p:sp>
          <p:nvSpPr>
            <p:cNvPr id="48" name="Freeform: Shape 8">
              <a:extLst>
                <a:ext uri="{FF2B5EF4-FFF2-40B4-BE49-F238E27FC236}">
                  <a16:creationId xmlns:a16="http://schemas.microsoft.com/office/drawing/2014/main" id="{4387627B-473F-668B-D2BC-7D0705259BFC}"/>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lstStyle/>
            <a:p>
              <a:endParaRPr lang="en-US" sz="1800">
                <a:solidFill>
                  <a:schemeClr val="bg1"/>
                </a:solidFill>
              </a:endParaRPr>
            </a:p>
          </p:txBody>
        </p:sp>
      </p:grpSp>
      <p:sp>
        <p:nvSpPr>
          <p:cNvPr id="9" name="Rectangle 8">
            <a:extLst>
              <a:ext uri="{FF2B5EF4-FFF2-40B4-BE49-F238E27FC236}">
                <a16:creationId xmlns:a16="http://schemas.microsoft.com/office/drawing/2014/main" id="{FA5EFF19-B281-F0C9-FB01-070197B8DB96}"/>
              </a:ext>
            </a:extLst>
          </p:cNvPr>
          <p:cNvSpPr/>
          <p:nvPr userDrawn="1"/>
        </p:nvSpPr>
        <p:spPr>
          <a:xfrm>
            <a:off x="550864" y="1384200"/>
            <a:ext cx="4248471" cy="175676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just" defTabSz="914400" rtl="0" eaLnBrk="1" fontAlgn="auto" latinLnBrk="0" hangingPunct="1">
              <a:lnSpc>
                <a:spcPct val="100000"/>
              </a:lnSpc>
              <a:spcBef>
                <a:spcPts val="0"/>
              </a:spcBef>
              <a:spcAft>
                <a:spcPts val="1200"/>
              </a:spcAft>
              <a:buClrTx/>
              <a:buSzTx/>
              <a:buFontTx/>
              <a:buNone/>
              <a:tabLst/>
              <a:defRPr/>
            </a:pPr>
            <a:r>
              <a:rPr kumimoji="0" lang="en-US" sz="1400" b="0" i="0" u="none" strike="noStrike" kern="1200" cap="none" spc="0" normalizeH="0" baseline="0" noProof="0">
                <a:ln>
                  <a:noFill/>
                </a:ln>
                <a:solidFill>
                  <a:schemeClr val="bg2"/>
                </a:solidFill>
                <a:effectLst/>
                <a:uLnTx/>
                <a:uFillTx/>
                <a:latin typeface="+mn-lt"/>
                <a:ea typeface="+mn-ea"/>
                <a:cs typeface="+mn-cs"/>
              </a:rPr>
              <a:t>About Capgemini</a:t>
            </a:r>
          </a:p>
          <a:p>
            <a:pPr marL="0" marR="0" lvl="0" indent="0" algn="just" defTabSz="914400" rtl="0" eaLnBrk="1" fontAlgn="auto" latinLnBrk="0" hangingPunct="1">
              <a:lnSpc>
                <a:spcPct val="100000"/>
              </a:lnSpc>
              <a:spcBef>
                <a:spcPts val="0"/>
              </a:spcBef>
              <a:spcAft>
                <a:spcPts val="0"/>
              </a:spcAft>
              <a:buClrTx/>
              <a:buSzTx/>
              <a:buFontTx/>
              <a:buNone/>
              <a:tabLst/>
              <a:defRPr/>
            </a:pPr>
            <a:r>
              <a:rPr lang="en-GB" sz="900"/>
              <a:t>Capgemini is an AI-powered global business and technology transformation partner, delivering tangible business value. We imagine the future of organizations and make it real with AI, technology and people. With our strong heritage of nearly 60 years, we are a responsible and diverse group of 420,000 team members in more than 50 countries. We deliver end-to-end services and solutions with our deep industry expertise and strong partner ecosystem, leveraging our capabilities across strategy, technology, design, engineering and business operations. The Group reported 2024 global revenues of €22.1 billion.</a:t>
            </a:r>
            <a:endParaRPr kumimoji="0" lang="en-US" sz="900" b="0" i="0" u="none" strike="noStrike" kern="1200" cap="none" spc="0" normalizeH="0" baseline="0" noProof="0">
              <a:ln>
                <a:noFill/>
              </a:ln>
              <a:solidFill>
                <a:schemeClr val="bg2"/>
              </a:solidFill>
              <a:effectLst/>
              <a:uLnTx/>
              <a:uFillTx/>
              <a:latin typeface="+mn-lt"/>
              <a:ea typeface="+mn-ea"/>
              <a:cs typeface="+mn-cs"/>
            </a:endParaRPr>
          </a:p>
        </p:txBody>
      </p:sp>
      <p:sp>
        <p:nvSpPr>
          <p:cNvPr id="10" name="Rectangle 9">
            <a:extLst>
              <a:ext uri="{FF2B5EF4-FFF2-40B4-BE49-F238E27FC236}">
                <a16:creationId xmlns:a16="http://schemas.microsoft.com/office/drawing/2014/main" id="{456848E4-9E3E-BD1A-A82D-C9F95359644C}"/>
              </a:ext>
            </a:extLst>
          </p:cNvPr>
          <p:cNvSpPr/>
          <p:nvPr userDrawn="1"/>
        </p:nvSpPr>
        <p:spPr>
          <a:xfrm>
            <a:off x="550863" y="3325369"/>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US" sz="1100" b="1" i="0" kern="1200">
                <a:solidFill>
                  <a:schemeClr val="accent2"/>
                </a:solidFill>
                <a:latin typeface="+mn-lt"/>
                <a:ea typeface="+mn-ea"/>
                <a:cs typeface="+mn-cs"/>
              </a:rPr>
              <a:t>Make it real.</a:t>
            </a:r>
          </a:p>
          <a:p>
            <a:pPr marL="0" marR="0" lvl="0" indent="0" algn="l" defTabSz="914400" rtl="0" eaLnBrk="1" fontAlgn="auto" latinLnBrk="0" hangingPunct="1">
              <a:lnSpc>
                <a:spcPts val="1200"/>
              </a:lnSpc>
              <a:spcBef>
                <a:spcPts val="0"/>
              </a:spcBef>
              <a:spcAft>
                <a:spcPts val="0"/>
              </a:spcAft>
              <a:buClrTx/>
              <a:buSzTx/>
              <a:buFontTx/>
              <a:buNone/>
              <a:tabLst/>
              <a:defRPr/>
            </a:pPr>
            <a:r>
              <a:rPr lang="en-US" sz="1050" b="0" i="0">
                <a:solidFill>
                  <a:schemeClr val="bg2"/>
                </a:solidFill>
                <a:latin typeface="+mn-lt"/>
              </a:rPr>
              <a:t>w</a:t>
            </a:r>
            <a:r>
              <a:rPr lang="en-US" sz="1050">
                <a:solidFill>
                  <a:schemeClr val="bg2"/>
                </a:solidFill>
                <a:latin typeface="+mn-lt"/>
              </a:rPr>
              <a:t>ww.capgemini.com</a:t>
            </a:r>
          </a:p>
        </p:txBody>
      </p:sp>
      <p:sp>
        <p:nvSpPr>
          <p:cNvPr id="11" name="Rectangle 10">
            <a:extLst>
              <a:ext uri="{FF2B5EF4-FFF2-40B4-BE49-F238E27FC236}">
                <a16:creationId xmlns:a16="http://schemas.microsoft.com/office/drawing/2014/main" id="{243A1DDC-0EE3-87D7-B55C-C8336892FA90}"/>
              </a:ext>
            </a:extLst>
          </p:cNvPr>
          <p:cNvSpPr/>
          <p:nvPr userDrawn="1"/>
        </p:nvSpPr>
        <p:spPr>
          <a:xfrm rot="16200000">
            <a:off x="4627581"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2" name="Rectangle 11">
            <a:extLst>
              <a:ext uri="{FF2B5EF4-FFF2-40B4-BE49-F238E27FC236}">
                <a16:creationId xmlns:a16="http://schemas.microsoft.com/office/drawing/2014/main" id="{40CD357F-2574-C1C1-CC23-4ED4DE7E3890}"/>
              </a:ext>
            </a:extLst>
          </p:cNvPr>
          <p:cNvSpPr/>
          <p:nvPr userDrawn="1"/>
        </p:nvSpPr>
        <p:spPr>
          <a:xfrm>
            <a:off x="8904288" y="6053226"/>
            <a:ext cx="2879725" cy="400110"/>
          </a:xfrm>
          <a:prstGeom prst="rect">
            <a:avLst/>
          </a:prstGeom>
        </p:spPr>
        <p:txBody>
          <a:bodyPr wrap="square" lIns="0" tIns="0" rIns="0" bIns="0" anchor="b" anchorCtr="0">
            <a:spAutoFit/>
          </a:bodyPr>
          <a:lstStyle/>
          <a:p>
            <a:pPr>
              <a:spcAft>
                <a:spcPts val="600"/>
              </a:spcAft>
            </a:pPr>
            <a:r>
              <a:rPr lang="en-US" sz="700" b="0" i="0" noProof="0">
                <a:solidFill>
                  <a:schemeClr val="bg1"/>
                </a:solidFill>
                <a:latin typeface="+mn-lt"/>
                <a:cs typeface="Arial"/>
              </a:rPr>
              <a:t>This presentation contains information that may be privileged or confidential and is the property of the Capgemini Group.</a:t>
            </a:r>
          </a:p>
          <a:p>
            <a:pPr>
              <a:spcAft>
                <a:spcPts val="600"/>
              </a:spcAft>
            </a:pPr>
            <a:r>
              <a:rPr lang="en-US" sz="700" b="0" i="0" noProof="0">
                <a:solidFill>
                  <a:schemeClr val="bg1"/>
                </a:solidFill>
                <a:latin typeface="+mn-lt"/>
                <a:cs typeface="Arial"/>
              </a:rPr>
              <a:t>Copyright © 2025 Capgemini. All rights reserved.</a:t>
            </a:r>
          </a:p>
        </p:txBody>
      </p:sp>
      <p:grpSp>
        <p:nvGrpSpPr>
          <p:cNvPr id="13" name="Group 12">
            <a:extLst>
              <a:ext uri="{FF2B5EF4-FFF2-40B4-BE49-F238E27FC236}">
                <a16:creationId xmlns:a16="http://schemas.microsoft.com/office/drawing/2014/main" id="{AF5AEA53-A3F6-3C43-28B7-ED0F7493535A}"/>
              </a:ext>
            </a:extLst>
          </p:cNvPr>
          <p:cNvGrpSpPr/>
          <p:nvPr userDrawn="1"/>
        </p:nvGrpSpPr>
        <p:grpSpPr>
          <a:xfrm>
            <a:off x="8904288" y="5569004"/>
            <a:ext cx="1951070" cy="335280"/>
            <a:chOff x="8904288" y="5569004"/>
            <a:chExt cx="1951070" cy="335280"/>
          </a:xfrm>
        </p:grpSpPr>
        <p:pic>
          <p:nvPicPr>
            <p:cNvPr id="14" name="Picture 13">
              <a:hlinkClick r:id="rId2"/>
              <a:extLst>
                <a:ext uri="{FF2B5EF4-FFF2-40B4-BE49-F238E27FC236}">
                  <a16:creationId xmlns:a16="http://schemas.microsoft.com/office/drawing/2014/main" id="{BB2967E7-796B-6EA2-7BAD-CE5AAD3E5CCA}"/>
                </a:ext>
              </a:extLst>
            </p:cNvPr>
            <p:cNvPicPr>
              <a:picLocks noChangeAspect="1"/>
            </p:cNvPicPr>
            <p:nvPr userDrawn="1"/>
          </p:nvPicPr>
          <p:blipFill rotWithShape="1">
            <a:blip r:embed="rId3" cstate="screen">
              <a:lum bright="70000" contrast="-70000"/>
              <a:extLst>
                <a:ext uri="{BEBA8EAE-BF5A-486C-A8C5-ECC9F3942E4B}">
                  <a14:imgProps xmlns:a14="http://schemas.microsoft.com/office/drawing/2010/main">
                    <a14:imgLayer r:embed="rId4">
                      <a14:imgEffect>
                        <a14:artisticPhotocopy/>
                      </a14:imgEffect>
                    </a14:imgLayer>
                  </a14:imgProps>
                </a:ext>
                <a:ext uri="{28A0092B-C50C-407E-A947-70E740481C1C}">
                  <a14:useLocalDpi xmlns:a14="http://schemas.microsoft.com/office/drawing/2010/main"/>
                </a:ext>
              </a:extLst>
            </a:blip>
            <a:srcRect l="-15803" t="-15499" r="-15008" b="-15313"/>
            <a:stretch>
              <a:fillRect/>
            </a:stretch>
          </p:blipFill>
          <p:spPr>
            <a:xfrm>
              <a:off x="10520558" y="5569004"/>
              <a:ext cx="334800" cy="334800"/>
            </a:xfrm>
            <a:prstGeom prst="ellipse">
              <a:avLst/>
            </a:prstGeom>
            <a:ln>
              <a:solidFill>
                <a:schemeClr val="bg1"/>
              </a:solidFill>
            </a:ln>
          </p:spPr>
        </p:pic>
        <p:pic>
          <p:nvPicPr>
            <p:cNvPr id="15" name="Picture 14">
              <a:hlinkClick r:id="rId5"/>
              <a:extLst>
                <a:ext uri="{FF2B5EF4-FFF2-40B4-BE49-F238E27FC236}">
                  <a16:creationId xmlns:a16="http://schemas.microsoft.com/office/drawing/2014/main" id="{D948212D-4697-CFC5-FD02-46AE44A499B0}"/>
                </a:ext>
              </a:extLst>
            </p:cNvPr>
            <p:cNvPicPr>
              <a:picLocks noChangeAspect="1"/>
            </p:cNvPicPr>
            <p:nvPr userDrawn="1"/>
          </p:nvPicPr>
          <p:blipFill rotWithShape="1">
            <a:blip r:embed="rId6" cstate="screen">
              <a:lum bright="70000" contrast="-70000"/>
              <a:extLst>
                <a:ext uri="{BEBA8EAE-BF5A-486C-A8C5-ECC9F3942E4B}">
                  <a14:imgProps xmlns:a14="http://schemas.microsoft.com/office/drawing/2010/main">
                    <a14:imgLayer r:embed="rId7">
                      <a14:imgEffect>
                        <a14:artisticPhotocopy/>
                      </a14:imgEffect>
                    </a14:imgLayer>
                  </a14:imgProps>
                </a:ext>
                <a:ext uri="{28A0092B-C50C-407E-A947-70E740481C1C}">
                  <a14:useLocalDpi xmlns:a14="http://schemas.microsoft.com/office/drawing/2010/main"/>
                </a:ext>
              </a:extLst>
            </a:blip>
            <a:srcRect l="-11970" t="-13244" r="-14518" b="-13244"/>
            <a:stretch>
              <a:fillRect/>
            </a:stretch>
          </p:blipFill>
          <p:spPr>
            <a:xfrm>
              <a:off x="10119213" y="5569004"/>
              <a:ext cx="335280" cy="335280"/>
            </a:xfrm>
            <a:prstGeom prst="ellipse">
              <a:avLst/>
            </a:prstGeom>
            <a:ln>
              <a:solidFill>
                <a:schemeClr val="bg1"/>
              </a:solidFill>
            </a:ln>
          </p:spPr>
        </p:pic>
        <p:pic>
          <p:nvPicPr>
            <p:cNvPr id="16" name="Picture 15">
              <a:hlinkClick r:id="rId8"/>
              <a:extLst>
                <a:ext uri="{FF2B5EF4-FFF2-40B4-BE49-F238E27FC236}">
                  <a16:creationId xmlns:a16="http://schemas.microsoft.com/office/drawing/2014/main" id="{97D4CB73-5886-FD21-53D6-579070C94617}"/>
                </a:ext>
              </a:extLst>
            </p:cNvPr>
            <p:cNvPicPr>
              <a:picLocks noChangeAspect="1"/>
            </p:cNvPicPr>
            <p:nvPr userDrawn="1"/>
          </p:nvPicPr>
          <p:blipFill rotWithShape="1">
            <a:blip r:embed="rId9" cstate="screen">
              <a:lum bright="70000" contrast="-70000"/>
              <a:extLst>
                <a:ext uri="{BEBA8EAE-BF5A-486C-A8C5-ECC9F3942E4B}">
                  <a14:imgProps xmlns:a14="http://schemas.microsoft.com/office/drawing/2010/main">
                    <a14:imgLayer r:embed="rId10">
                      <a14:imgEffect>
                        <a14:artisticPhotocopy/>
                      </a14:imgEffect>
                    </a14:imgLayer>
                  </a14:imgProps>
                </a:ext>
                <a:ext uri="{28A0092B-C50C-407E-A947-70E740481C1C}">
                  <a14:useLocalDpi xmlns:a14="http://schemas.microsoft.com/office/drawing/2010/main"/>
                </a:ext>
              </a:extLst>
            </a:blip>
            <a:srcRect l="-19298" t="-20188" r="-21078" b="-20188"/>
            <a:stretch>
              <a:fillRect/>
            </a:stretch>
          </p:blipFill>
          <p:spPr>
            <a:xfrm>
              <a:off x="9714238" y="5569004"/>
              <a:ext cx="335280" cy="335280"/>
            </a:xfrm>
            <a:prstGeom prst="ellipse">
              <a:avLst/>
            </a:prstGeom>
            <a:ln>
              <a:solidFill>
                <a:schemeClr val="bg1"/>
              </a:solidFill>
            </a:ln>
          </p:spPr>
        </p:pic>
        <p:pic>
          <p:nvPicPr>
            <p:cNvPr id="18" name="Picture 17">
              <a:hlinkClick r:id="rId11"/>
              <a:extLst>
                <a:ext uri="{FF2B5EF4-FFF2-40B4-BE49-F238E27FC236}">
                  <a16:creationId xmlns:a16="http://schemas.microsoft.com/office/drawing/2014/main" id="{20E4809F-7CE4-E75D-D9B3-B83DC708507C}"/>
                </a:ext>
              </a:extLst>
            </p:cNvPr>
            <p:cNvPicPr>
              <a:picLocks noChangeAspect="1"/>
            </p:cNvPicPr>
            <p:nvPr userDrawn="1"/>
          </p:nvPicPr>
          <p:blipFill rotWithShape="1">
            <a:blip r:embed="rId12" cstate="screen">
              <a:lum bright="70000" contrast="-70000"/>
              <a:extLst>
                <a:ext uri="{BEBA8EAE-BF5A-486C-A8C5-ECC9F3942E4B}">
                  <a14:imgProps xmlns:a14="http://schemas.microsoft.com/office/drawing/2010/main">
                    <a14:imgLayer r:embed="rId13">
                      <a14:imgEffect>
                        <a14:artisticPhotocopy/>
                      </a14:imgEffect>
                    </a14:imgLayer>
                  </a14:imgProps>
                </a:ext>
                <a:ext uri="{28A0092B-C50C-407E-A947-70E740481C1C}">
                  <a14:useLocalDpi xmlns:a14="http://schemas.microsoft.com/office/drawing/2010/main"/>
                </a:ext>
              </a:extLst>
            </a:blip>
            <a:srcRect l="-23025" t="-21407" r="-19995" b="-21613"/>
            <a:stretch>
              <a:fillRect/>
            </a:stretch>
          </p:blipFill>
          <p:spPr>
            <a:xfrm>
              <a:off x="8904288" y="5569004"/>
              <a:ext cx="335280" cy="335280"/>
            </a:xfrm>
            <a:prstGeom prst="ellipse">
              <a:avLst/>
            </a:prstGeom>
            <a:ln>
              <a:solidFill>
                <a:schemeClr val="bg1"/>
              </a:solidFill>
            </a:ln>
          </p:spPr>
        </p:pic>
        <p:pic>
          <p:nvPicPr>
            <p:cNvPr id="19" name="Picture 18">
              <a:hlinkClick r:id="rId14"/>
              <a:extLst>
                <a:ext uri="{FF2B5EF4-FFF2-40B4-BE49-F238E27FC236}">
                  <a16:creationId xmlns:a16="http://schemas.microsoft.com/office/drawing/2014/main" id="{03D14A75-529F-A677-2FA2-C0BF7D445A39}"/>
                </a:ext>
              </a:extLst>
            </p:cNvPr>
            <p:cNvPicPr>
              <a:picLocks noChangeAspect="1"/>
            </p:cNvPicPr>
            <p:nvPr userDrawn="1"/>
          </p:nvPicPr>
          <p:blipFill rotWithShape="1">
            <a:blip r:embed="rId15" cstate="screen">
              <a:lum bright="70000" contrast="-70000"/>
              <a:extLst>
                <a:ext uri="{BEBA8EAE-BF5A-486C-A8C5-ECC9F3942E4B}">
                  <a14:imgProps xmlns:a14="http://schemas.microsoft.com/office/drawing/2010/main">
                    <a14:imgLayer r:embed="rId16">
                      <a14:imgEffect>
                        <a14:artisticPhotocopy/>
                      </a14:imgEffect>
                    </a14:imgLayer>
                  </a14:imgProps>
                </a:ext>
                <a:ext uri="{28A0092B-C50C-407E-A947-70E740481C1C}">
                  <a14:useLocalDpi xmlns:a14="http://schemas.microsoft.com/office/drawing/2010/main"/>
                </a:ext>
              </a:extLst>
            </a:blip>
            <a:srcRect l="-16187" t="-16601" r="-17015" b="-16601"/>
            <a:stretch>
              <a:fillRect/>
            </a:stretch>
          </p:blipFill>
          <p:spPr>
            <a:xfrm>
              <a:off x="9309263" y="5569004"/>
              <a:ext cx="335280" cy="335280"/>
            </a:xfrm>
            <a:prstGeom prst="ellipse">
              <a:avLst/>
            </a:prstGeom>
            <a:ln>
              <a:solidFill>
                <a:schemeClr val="bg1"/>
              </a:solidFill>
            </a:ln>
          </p:spPr>
        </p:pic>
      </p:grpSp>
    </p:spTree>
    <p:extLst>
      <p:ext uri="{BB962C8B-B14F-4D97-AF65-F5344CB8AC3E}">
        <p14:creationId xmlns:p14="http://schemas.microsoft.com/office/powerpoint/2010/main" val="3469113419"/>
      </p:ext>
    </p:extLst>
  </p:cSld>
  <p:clrMapOvr>
    <a:masterClrMapping/>
  </p:clrMapOvr>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84" Type="http://schemas.openxmlformats.org/officeDocument/2006/relationships/slideLayout" Target="../slideLayouts/slideLayout84.xml"/><Relationship Id="rId89" Type="http://schemas.openxmlformats.org/officeDocument/2006/relationships/slideLayout" Target="../slideLayouts/slideLayout89.xml"/><Relationship Id="rId16" Type="http://schemas.openxmlformats.org/officeDocument/2006/relationships/slideLayout" Target="../slideLayouts/slideLayout16.xml"/><Relationship Id="rId11" Type="http://schemas.openxmlformats.org/officeDocument/2006/relationships/slideLayout" Target="../slideLayouts/slideLayout11.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74" Type="http://schemas.openxmlformats.org/officeDocument/2006/relationships/slideLayout" Target="../slideLayouts/slideLayout74.xml"/><Relationship Id="rId79" Type="http://schemas.openxmlformats.org/officeDocument/2006/relationships/slideLayout" Target="../slideLayouts/slideLayout79.xml"/><Relationship Id="rId102" Type="http://schemas.openxmlformats.org/officeDocument/2006/relationships/image" Target="../media/image3.png"/><Relationship Id="rId5" Type="http://schemas.openxmlformats.org/officeDocument/2006/relationships/slideLayout" Target="../slideLayouts/slideLayout5.xml"/><Relationship Id="rId90" Type="http://schemas.openxmlformats.org/officeDocument/2006/relationships/slideLayout" Target="../slideLayouts/slideLayout90.xml"/><Relationship Id="rId95" Type="http://schemas.openxmlformats.org/officeDocument/2006/relationships/slideLayout" Target="../slideLayouts/slideLayout95.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64" Type="http://schemas.openxmlformats.org/officeDocument/2006/relationships/slideLayout" Target="../slideLayouts/slideLayout64.xml"/><Relationship Id="rId69" Type="http://schemas.openxmlformats.org/officeDocument/2006/relationships/slideLayout" Target="../slideLayouts/slideLayout69.xml"/><Relationship Id="rId80" Type="http://schemas.openxmlformats.org/officeDocument/2006/relationships/slideLayout" Target="../slideLayouts/slideLayout80.xml"/><Relationship Id="rId85" Type="http://schemas.openxmlformats.org/officeDocument/2006/relationships/slideLayout" Target="../slideLayouts/slideLayout85.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103" Type="http://schemas.openxmlformats.org/officeDocument/2006/relationships/image" Target="../media/image4.png"/><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slideLayout" Target="../slideLayouts/slideLayout70.xml"/><Relationship Id="rId75" Type="http://schemas.openxmlformats.org/officeDocument/2006/relationships/slideLayout" Target="../slideLayouts/slideLayout75.xml"/><Relationship Id="rId83" Type="http://schemas.openxmlformats.org/officeDocument/2006/relationships/slideLayout" Target="../slideLayouts/slideLayout83.xml"/><Relationship Id="rId88" Type="http://schemas.openxmlformats.org/officeDocument/2006/relationships/slideLayout" Target="../slideLayouts/slideLayout88.xml"/><Relationship Id="rId91" Type="http://schemas.openxmlformats.org/officeDocument/2006/relationships/slideLayout" Target="../slideLayouts/slideLayout91.xml"/><Relationship Id="rId96" Type="http://schemas.openxmlformats.org/officeDocument/2006/relationships/slideLayout" Target="../slideLayouts/slideLayout96.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73" Type="http://schemas.openxmlformats.org/officeDocument/2006/relationships/slideLayout" Target="../slideLayouts/slideLayout73.xml"/><Relationship Id="rId78" Type="http://schemas.openxmlformats.org/officeDocument/2006/relationships/slideLayout" Target="../slideLayouts/slideLayout78.xml"/><Relationship Id="rId81" Type="http://schemas.openxmlformats.org/officeDocument/2006/relationships/slideLayout" Target="../slideLayouts/slideLayout81.xml"/><Relationship Id="rId86" Type="http://schemas.openxmlformats.org/officeDocument/2006/relationships/slideLayout" Target="../slideLayouts/slideLayout86.xml"/><Relationship Id="rId94" Type="http://schemas.openxmlformats.org/officeDocument/2006/relationships/slideLayout" Target="../slideLayouts/slideLayout94.xml"/><Relationship Id="rId99" Type="http://schemas.openxmlformats.org/officeDocument/2006/relationships/theme" Target="../theme/theme1.xml"/><Relationship Id="rId101"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6" Type="http://schemas.openxmlformats.org/officeDocument/2006/relationships/slideLayout" Target="../slideLayouts/slideLayout76.xml"/><Relationship Id="rId97" Type="http://schemas.openxmlformats.org/officeDocument/2006/relationships/slideLayout" Target="../slideLayouts/slideLayout97.xml"/><Relationship Id="rId104" Type="http://schemas.openxmlformats.org/officeDocument/2006/relationships/image" Target="../media/image5.png"/><Relationship Id="rId7" Type="http://schemas.openxmlformats.org/officeDocument/2006/relationships/slideLayout" Target="../slideLayouts/slideLayout7.xml"/><Relationship Id="rId71" Type="http://schemas.openxmlformats.org/officeDocument/2006/relationships/slideLayout" Target="../slideLayouts/slideLayout71.xml"/><Relationship Id="rId92" Type="http://schemas.openxmlformats.org/officeDocument/2006/relationships/slideLayout" Target="../slideLayouts/slideLayout92.xml"/><Relationship Id="rId2" Type="http://schemas.openxmlformats.org/officeDocument/2006/relationships/slideLayout" Target="../slideLayouts/slideLayout2.xml"/><Relationship Id="rId29" Type="http://schemas.openxmlformats.org/officeDocument/2006/relationships/slideLayout" Target="../slideLayouts/slideLayout29.xml"/><Relationship Id="rId24" Type="http://schemas.openxmlformats.org/officeDocument/2006/relationships/slideLayout" Target="../slideLayouts/slideLayout24.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66" Type="http://schemas.openxmlformats.org/officeDocument/2006/relationships/slideLayout" Target="../slideLayouts/slideLayout66.xml"/><Relationship Id="rId87" Type="http://schemas.openxmlformats.org/officeDocument/2006/relationships/slideLayout" Target="../slideLayouts/slideLayout87.xml"/><Relationship Id="rId61" Type="http://schemas.openxmlformats.org/officeDocument/2006/relationships/slideLayout" Target="../slideLayouts/slideLayout61.xml"/><Relationship Id="rId82" Type="http://schemas.openxmlformats.org/officeDocument/2006/relationships/slideLayout" Target="../slideLayouts/slideLayout82.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56" Type="http://schemas.openxmlformats.org/officeDocument/2006/relationships/slideLayout" Target="../slideLayouts/slideLayout56.xml"/><Relationship Id="rId77" Type="http://schemas.openxmlformats.org/officeDocument/2006/relationships/slideLayout" Target="../slideLayouts/slideLayout77.xml"/><Relationship Id="rId100" Type="http://schemas.openxmlformats.org/officeDocument/2006/relationships/image" Target="../media/image1.png"/><Relationship Id="rId8" Type="http://schemas.openxmlformats.org/officeDocument/2006/relationships/slideLayout" Target="../slideLayouts/slideLayout8.xml"/><Relationship Id="rId51" Type="http://schemas.openxmlformats.org/officeDocument/2006/relationships/slideLayout" Target="../slideLayouts/slideLayout51.xml"/><Relationship Id="rId72" Type="http://schemas.openxmlformats.org/officeDocument/2006/relationships/slideLayout" Target="../slideLayouts/slideLayout72.xml"/><Relationship Id="rId93" Type="http://schemas.openxmlformats.org/officeDocument/2006/relationships/slideLayout" Target="../slideLayouts/slideLayout93.xml"/><Relationship Id="rId98" Type="http://schemas.openxmlformats.org/officeDocument/2006/relationships/slideLayout" Target="../slideLayouts/slideLayout98.xml"/><Relationship Id="rId3" Type="http://schemas.openxmlformats.org/officeDocument/2006/relationships/slideLayout" Target="../slideLayouts/slideLayout3.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06.xml"/><Relationship Id="rId13" Type="http://schemas.openxmlformats.org/officeDocument/2006/relationships/slideLayout" Target="../slideLayouts/slideLayout111.xml"/><Relationship Id="rId18" Type="http://schemas.openxmlformats.org/officeDocument/2006/relationships/image" Target="../media/image11.emf"/><Relationship Id="rId3" Type="http://schemas.openxmlformats.org/officeDocument/2006/relationships/slideLayout" Target="../slideLayouts/slideLayout101.xml"/><Relationship Id="rId7" Type="http://schemas.openxmlformats.org/officeDocument/2006/relationships/slideLayout" Target="../slideLayouts/slideLayout105.xml"/><Relationship Id="rId12" Type="http://schemas.openxmlformats.org/officeDocument/2006/relationships/slideLayout" Target="../slideLayouts/slideLayout110.xml"/><Relationship Id="rId17" Type="http://schemas.openxmlformats.org/officeDocument/2006/relationships/oleObject" Target="../embeddings/oleObject8.bin"/><Relationship Id="rId2" Type="http://schemas.openxmlformats.org/officeDocument/2006/relationships/slideLayout" Target="../slideLayouts/slideLayout100.xml"/><Relationship Id="rId16" Type="http://schemas.openxmlformats.org/officeDocument/2006/relationships/tags" Target="../tags/tag19.xml"/><Relationship Id="rId1" Type="http://schemas.openxmlformats.org/officeDocument/2006/relationships/slideLayout" Target="../slideLayouts/slideLayout99.xml"/><Relationship Id="rId6" Type="http://schemas.openxmlformats.org/officeDocument/2006/relationships/slideLayout" Target="../slideLayouts/slideLayout104.xml"/><Relationship Id="rId11" Type="http://schemas.openxmlformats.org/officeDocument/2006/relationships/slideLayout" Target="../slideLayouts/slideLayout109.xml"/><Relationship Id="rId5" Type="http://schemas.openxmlformats.org/officeDocument/2006/relationships/slideLayout" Target="../slideLayouts/slideLayout103.xml"/><Relationship Id="rId15" Type="http://schemas.openxmlformats.org/officeDocument/2006/relationships/theme" Target="../theme/theme2.xml"/><Relationship Id="rId10" Type="http://schemas.openxmlformats.org/officeDocument/2006/relationships/slideLayout" Target="../slideLayouts/slideLayout108.xml"/><Relationship Id="rId4" Type="http://schemas.openxmlformats.org/officeDocument/2006/relationships/slideLayout" Target="../slideLayouts/slideLayout102.xml"/><Relationship Id="rId9" Type="http://schemas.openxmlformats.org/officeDocument/2006/relationships/slideLayout" Target="../slideLayouts/slideLayout107.xml"/><Relationship Id="rId14" Type="http://schemas.openxmlformats.org/officeDocument/2006/relationships/slideLayout" Target="../slideLayouts/slideLayout112.xml"/></Relationships>
</file>

<file path=ppt/slideMasters/_rels/slideMaster3.xml.rels><?xml version="1.0" encoding="UTF-8" standalone="yes"?>
<Relationships xmlns="http://schemas.openxmlformats.org/package/2006/relationships"><Relationship Id="rId8" Type="http://schemas.openxmlformats.org/officeDocument/2006/relationships/theme" Target="../theme/theme3.xml"/><Relationship Id="rId3" Type="http://schemas.openxmlformats.org/officeDocument/2006/relationships/slideLayout" Target="../slideLayouts/slideLayout115.xml"/><Relationship Id="rId7" Type="http://schemas.openxmlformats.org/officeDocument/2006/relationships/slideLayout" Target="../slideLayouts/slideLayout119.xml"/><Relationship Id="rId2" Type="http://schemas.openxmlformats.org/officeDocument/2006/relationships/slideLayout" Target="../slideLayouts/slideLayout114.xml"/><Relationship Id="rId1" Type="http://schemas.openxmlformats.org/officeDocument/2006/relationships/slideLayout" Target="../slideLayouts/slideLayout113.xml"/><Relationship Id="rId6" Type="http://schemas.openxmlformats.org/officeDocument/2006/relationships/slideLayout" Target="../slideLayouts/slideLayout118.xml"/><Relationship Id="rId5" Type="http://schemas.openxmlformats.org/officeDocument/2006/relationships/slideLayout" Target="../slideLayouts/slideLayout117.xml"/><Relationship Id="rId4" Type="http://schemas.openxmlformats.org/officeDocument/2006/relationships/slideLayout" Target="../slideLayouts/slideLayout116.xml"/><Relationship Id="rId9" Type="http://schemas.openxmlformats.org/officeDocument/2006/relationships/image" Target="../media/image40.png"/></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127.xml"/><Relationship Id="rId3" Type="http://schemas.openxmlformats.org/officeDocument/2006/relationships/slideLayout" Target="../slideLayouts/slideLayout122.xml"/><Relationship Id="rId7" Type="http://schemas.openxmlformats.org/officeDocument/2006/relationships/slideLayout" Target="../slideLayouts/slideLayout126.xml"/><Relationship Id="rId12" Type="http://schemas.openxmlformats.org/officeDocument/2006/relationships/image" Target="../media/image11.emf"/><Relationship Id="rId2" Type="http://schemas.openxmlformats.org/officeDocument/2006/relationships/slideLayout" Target="../slideLayouts/slideLayout121.xml"/><Relationship Id="rId1" Type="http://schemas.openxmlformats.org/officeDocument/2006/relationships/slideLayout" Target="../slideLayouts/slideLayout120.xml"/><Relationship Id="rId6" Type="http://schemas.openxmlformats.org/officeDocument/2006/relationships/slideLayout" Target="../slideLayouts/slideLayout125.xml"/><Relationship Id="rId11" Type="http://schemas.openxmlformats.org/officeDocument/2006/relationships/oleObject" Target="../embeddings/oleObject10.bin"/><Relationship Id="rId5" Type="http://schemas.openxmlformats.org/officeDocument/2006/relationships/slideLayout" Target="../slideLayouts/slideLayout124.xml"/><Relationship Id="rId10" Type="http://schemas.openxmlformats.org/officeDocument/2006/relationships/tags" Target="../tags/tag23.xml"/><Relationship Id="rId4" Type="http://schemas.openxmlformats.org/officeDocument/2006/relationships/slideLayout" Target="../slideLayouts/slideLayout123.xml"/><Relationship Id="rId9"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8" Type="http://schemas.openxmlformats.org/officeDocument/2006/relationships/theme" Target="../theme/theme5.xml"/><Relationship Id="rId13" Type="http://schemas.openxmlformats.org/officeDocument/2006/relationships/image" Target="../media/image46.png"/><Relationship Id="rId3" Type="http://schemas.openxmlformats.org/officeDocument/2006/relationships/slideLayout" Target="../slideLayouts/slideLayout130.xml"/><Relationship Id="rId7" Type="http://schemas.openxmlformats.org/officeDocument/2006/relationships/slideLayout" Target="../slideLayouts/slideLayout134.xml"/><Relationship Id="rId12" Type="http://schemas.openxmlformats.org/officeDocument/2006/relationships/image" Target="../media/image45.png"/><Relationship Id="rId2" Type="http://schemas.openxmlformats.org/officeDocument/2006/relationships/slideLayout" Target="../slideLayouts/slideLayout129.xml"/><Relationship Id="rId1" Type="http://schemas.openxmlformats.org/officeDocument/2006/relationships/slideLayout" Target="../slideLayouts/slideLayout128.xml"/><Relationship Id="rId6" Type="http://schemas.openxmlformats.org/officeDocument/2006/relationships/slideLayout" Target="../slideLayouts/slideLayout133.xml"/><Relationship Id="rId11" Type="http://schemas.openxmlformats.org/officeDocument/2006/relationships/image" Target="../media/image44.emf"/><Relationship Id="rId5" Type="http://schemas.openxmlformats.org/officeDocument/2006/relationships/slideLayout" Target="../slideLayouts/slideLayout132.xml"/><Relationship Id="rId10" Type="http://schemas.openxmlformats.org/officeDocument/2006/relationships/oleObject" Target="../embeddings/oleObject12.bin"/><Relationship Id="rId4" Type="http://schemas.openxmlformats.org/officeDocument/2006/relationships/slideLayout" Target="../slideLayouts/slideLayout131.xml"/><Relationship Id="rId9" Type="http://schemas.openxmlformats.org/officeDocument/2006/relationships/tags" Target="../tags/tag26.xml"/></Relationships>
</file>

<file path=ppt/slideMasters/_rels/slideMaster6.xml.rels><?xml version="1.0" encoding="UTF-8" standalone="yes"?>
<Relationships xmlns="http://schemas.openxmlformats.org/package/2006/relationships"><Relationship Id="rId26" Type="http://schemas.openxmlformats.org/officeDocument/2006/relationships/slideLayout" Target="../slideLayouts/slideLayout160.xml"/><Relationship Id="rId21" Type="http://schemas.openxmlformats.org/officeDocument/2006/relationships/slideLayout" Target="../slideLayouts/slideLayout155.xml"/><Relationship Id="rId42" Type="http://schemas.openxmlformats.org/officeDocument/2006/relationships/slideLayout" Target="../slideLayouts/slideLayout176.xml"/><Relationship Id="rId47" Type="http://schemas.openxmlformats.org/officeDocument/2006/relationships/slideLayout" Target="../slideLayouts/slideLayout181.xml"/><Relationship Id="rId63" Type="http://schemas.openxmlformats.org/officeDocument/2006/relationships/slideLayout" Target="../slideLayouts/slideLayout197.xml"/><Relationship Id="rId68" Type="http://schemas.openxmlformats.org/officeDocument/2006/relationships/slideLayout" Target="../slideLayouts/slideLayout202.xml"/><Relationship Id="rId16" Type="http://schemas.openxmlformats.org/officeDocument/2006/relationships/slideLayout" Target="../slideLayouts/slideLayout150.xml"/><Relationship Id="rId11" Type="http://schemas.openxmlformats.org/officeDocument/2006/relationships/slideLayout" Target="../slideLayouts/slideLayout145.xml"/><Relationship Id="rId24" Type="http://schemas.openxmlformats.org/officeDocument/2006/relationships/slideLayout" Target="../slideLayouts/slideLayout158.xml"/><Relationship Id="rId32" Type="http://schemas.openxmlformats.org/officeDocument/2006/relationships/slideLayout" Target="../slideLayouts/slideLayout166.xml"/><Relationship Id="rId37" Type="http://schemas.openxmlformats.org/officeDocument/2006/relationships/slideLayout" Target="../slideLayouts/slideLayout171.xml"/><Relationship Id="rId40" Type="http://schemas.openxmlformats.org/officeDocument/2006/relationships/slideLayout" Target="../slideLayouts/slideLayout174.xml"/><Relationship Id="rId45" Type="http://schemas.openxmlformats.org/officeDocument/2006/relationships/slideLayout" Target="../slideLayouts/slideLayout179.xml"/><Relationship Id="rId53" Type="http://schemas.openxmlformats.org/officeDocument/2006/relationships/slideLayout" Target="../slideLayouts/slideLayout187.xml"/><Relationship Id="rId58" Type="http://schemas.openxmlformats.org/officeDocument/2006/relationships/slideLayout" Target="../slideLayouts/slideLayout192.xml"/><Relationship Id="rId66" Type="http://schemas.openxmlformats.org/officeDocument/2006/relationships/slideLayout" Target="../slideLayouts/slideLayout200.xml"/><Relationship Id="rId74" Type="http://schemas.openxmlformats.org/officeDocument/2006/relationships/theme" Target="../theme/theme6.xml"/><Relationship Id="rId79" Type="http://schemas.openxmlformats.org/officeDocument/2006/relationships/image" Target="../media/image4.png"/><Relationship Id="rId5" Type="http://schemas.openxmlformats.org/officeDocument/2006/relationships/slideLayout" Target="../slideLayouts/slideLayout139.xml"/><Relationship Id="rId61" Type="http://schemas.openxmlformats.org/officeDocument/2006/relationships/slideLayout" Target="../slideLayouts/slideLayout195.xml"/><Relationship Id="rId19" Type="http://schemas.openxmlformats.org/officeDocument/2006/relationships/slideLayout" Target="../slideLayouts/slideLayout153.xml"/><Relationship Id="rId14" Type="http://schemas.openxmlformats.org/officeDocument/2006/relationships/slideLayout" Target="../slideLayouts/slideLayout148.xml"/><Relationship Id="rId22" Type="http://schemas.openxmlformats.org/officeDocument/2006/relationships/slideLayout" Target="../slideLayouts/slideLayout156.xml"/><Relationship Id="rId27" Type="http://schemas.openxmlformats.org/officeDocument/2006/relationships/slideLayout" Target="../slideLayouts/slideLayout161.xml"/><Relationship Id="rId30" Type="http://schemas.openxmlformats.org/officeDocument/2006/relationships/slideLayout" Target="../slideLayouts/slideLayout164.xml"/><Relationship Id="rId35" Type="http://schemas.openxmlformats.org/officeDocument/2006/relationships/slideLayout" Target="../slideLayouts/slideLayout169.xml"/><Relationship Id="rId43" Type="http://schemas.openxmlformats.org/officeDocument/2006/relationships/slideLayout" Target="../slideLayouts/slideLayout177.xml"/><Relationship Id="rId48" Type="http://schemas.openxmlformats.org/officeDocument/2006/relationships/slideLayout" Target="../slideLayouts/slideLayout182.xml"/><Relationship Id="rId56" Type="http://schemas.openxmlformats.org/officeDocument/2006/relationships/slideLayout" Target="../slideLayouts/slideLayout190.xml"/><Relationship Id="rId64" Type="http://schemas.openxmlformats.org/officeDocument/2006/relationships/slideLayout" Target="../slideLayouts/slideLayout198.xml"/><Relationship Id="rId69" Type="http://schemas.openxmlformats.org/officeDocument/2006/relationships/slideLayout" Target="../slideLayouts/slideLayout203.xml"/><Relationship Id="rId77" Type="http://schemas.openxmlformats.org/officeDocument/2006/relationships/image" Target="../media/image2.png"/><Relationship Id="rId8" Type="http://schemas.openxmlformats.org/officeDocument/2006/relationships/slideLayout" Target="../slideLayouts/slideLayout142.xml"/><Relationship Id="rId51" Type="http://schemas.openxmlformats.org/officeDocument/2006/relationships/slideLayout" Target="../slideLayouts/slideLayout185.xml"/><Relationship Id="rId72" Type="http://schemas.openxmlformats.org/officeDocument/2006/relationships/slideLayout" Target="../slideLayouts/slideLayout206.xml"/><Relationship Id="rId80" Type="http://schemas.openxmlformats.org/officeDocument/2006/relationships/image" Target="../media/image5.png"/><Relationship Id="rId3" Type="http://schemas.openxmlformats.org/officeDocument/2006/relationships/slideLayout" Target="../slideLayouts/slideLayout137.xml"/><Relationship Id="rId12" Type="http://schemas.openxmlformats.org/officeDocument/2006/relationships/slideLayout" Target="../slideLayouts/slideLayout146.xml"/><Relationship Id="rId17" Type="http://schemas.openxmlformats.org/officeDocument/2006/relationships/slideLayout" Target="../slideLayouts/slideLayout151.xml"/><Relationship Id="rId25" Type="http://schemas.openxmlformats.org/officeDocument/2006/relationships/slideLayout" Target="../slideLayouts/slideLayout159.xml"/><Relationship Id="rId33" Type="http://schemas.openxmlformats.org/officeDocument/2006/relationships/slideLayout" Target="../slideLayouts/slideLayout167.xml"/><Relationship Id="rId38" Type="http://schemas.openxmlformats.org/officeDocument/2006/relationships/slideLayout" Target="../slideLayouts/slideLayout172.xml"/><Relationship Id="rId46" Type="http://schemas.openxmlformats.org/officeDocument/2006/relationships/slideLayout" Target="../slideLayouts/slideLayout180.xml"/><Relationship Id="rId59" Type="http://schemas.openxmlformats.org/officeDocument/2006/relationships/slideLayout" Target="../slideLayouts/slideLayout193.xml"/><Relationship Id="rId67" Type="http://schemas.openxmlformats.org/officeDocument/2006/relationships/slideLayout" Target="../slideLayouts/slideLayout201.xml"/><Relationship Id="rId20" Type="http://schemas.openxmlformats.org/officeDocument/2006/relationships/slideLayout" Target="../slideLayouts/slideLayout154.xml"/><Relationship Id="rId41" Type="http://schemas.openxmlformats.org/officeDocument/2006/relationships/slideLayout" Target="../slideLayouts/slideLayout175.xml"/><Relationship Id="rId54" Type="http://schemas.openxmlformats.org/officeDocument/2006/relationships/slideLayout" Target="../slideLayouts/slideLayout188.xml"/><Relationship Id="rId62" Type="http://schemas.openxmlformats.org/officeDocument/2006/relationships/slideLayout" Target="../slideLayouts/slideLayout196.xml"/><Relationship Id="rId70" Type="http://schemas.openxmlformats.org/officeDocument/2006/relationships/slideLayout" Target="../slideLayouts/slideLayout204.xml"/><Relationship Id="rId75" Type="http://schemas.openxmlformats.org/officeDocument/2006/relationships/image" Target="../media/image40.png"/><Relationship Id="rId1" Type="http://schemas.openxmlformats.org/officeDocument/2006/relationships/slideLayout" Target="../slideLayouts/slideLayout135.xml"/><Relationship Id="rId6" Type="http://schemas.openxmlformats.org/officeDocument/2006/relationships/slideLayout" Target="../slideLayouts/slideLayout140.xml"/><Relationship Id="rId15" Type="http://schemas.openxmlformats.org/officeDocument/2006/relationships/slideLayout" Target="../slideLayouts/slideLayout149.xml"/><Relationship Id="rId23" Type="http://schemas.openxmlformats.org/officeDocument/2006/relationships/slideLayout" Target="../slideLayouts/slideLayout157.xml"/><Relationship Id="rId28" Type="http://schemas.openxmlformats.org/officeDocument/2006/relationships/slideLayout" Target="../slideLayouts/slideLayout162.xml"/><Relationship Id="rId36" Type="http://schemas.openxmlformats.org/officeDocument/2006/relationships/slideLayout" Target="../slideLayouts/slideLayout170.xml"/><Relationship Id="rId49" Type="http://schemas.openxmlformats.org/officeDocument/2006/relationships/slideLayout" Target="../slideLayouts/slideLayout183.xml"/><Relationship Id="rId57" Type="http://schemas.openxmlformats.org/officeDocument/2006/relationships/slideLayout" Target="../slideLayouts/slideLayout191.xml"/><Relationship Id="rId10" Type="http://schemas.openxmlformats.org/officeDocument/2006/relationships/slideLayout" Target="../slideLayouts/slideLayout144.xml"/><Relationship Id="rId31" Type="http://schemas.openxmlformats.org/officeDocument/2006/relationships/slideLayout" Target="../slideLayouts/slideLayout165.xml"/><Relationship Id="rId44" Type="http://schemas.openxmlformats.org/officeDocument/2006/relationships/slideLayout" Target="../slideLayouts/slideLayout178.xml"/><Relationship Id="rId52" Type="http://schemas.openxmlformats.org/officeDocument/2006/relationships/slideLayout" Target="../slideLayouts/slideLayout186.xml"/><Relationship Id="rId60" Type="http://schemas.openxmlformats.org/officeDocument/2006/relationships/slideLayout" Target="../slideLayouts/slideLayout194.xml"/><Relationship Id="rId65" Type="http://schemas.openxmlformats.org/officeDocument/2006/relationships/slideLayout" Target="../slideLayouts/slideLayout199.xml"/><Relationship Id="rId73" Type="http://schemas.openxmlformats.org/officeDocument/2006/relationships/slideLayout" Target="../slideLayouts/slideLayout207.xml"/><Relationship Id="rId78" Type="http://schemas.openxmlformats.org/officeDocument/2006/relationships/image" Target="../media/image3.png"/><Relationship Id="rId4" Type="http://schemas.openxmlformats.org/officeDocument/2006/relationships/slideLayout" Target="../slideLayouts/slideLayout138.xml"/><Relationship Id="rId9" Type="http://schemas.openxmlformats.org/officeDocument/2006/relationships/slideLayout" Target="../slideLayouts/slideLayout143.xml"/><Relationship Id="rId13" Type="http://schemas.openxmlformats.org/officeDocument/2006/relationships/slideLayout" Target="../slideLayouts/slideLayout147.xml"/><Relationship Id="rId18" Type="http://schemas.openxmlformats.org/officeDocument/2006/relationships/slideLayout" Target="../slideLayouts/slideLayout152.xml"/><Relationship Id="rId39" Type="http://schemas.openxmlformats.org/officeDocument/2006/relationships/slideLayout" Target="../slideLayouts/slideLayout173.xml"/><Relationship Id="rId34" Type="http://schemas.openxmlformats.org/officeDocument/2006/relationships/slideLayout" Target="../slideLayouts/slideLayout168.xml"/><Relationship Id="rId50" Type="http://schemas.openxmlformats.org/officeDocument/2006/relationships/slideLayout" Target="../slideLayouts/slideLayout184.xml"/><Relationship Id="rId55" Type="http://schemas.openxmlformats.org/officeDocument/2006/relationships/slideLayout" Target="../slideLayouts/slideLayout189.xml"/><Relationship Id="rId76" Type="http://schemas.openxmlformats.org/officeDocument/2006/relationships/image" Target="../media/image1.png"/><Relationship Id="rId7" Type="http://schemas.openxmlformats.org/officeDocument/2006/relationships/slideLayout" Target="../slideLayouts/slideLayout141.xml"/><Relationship Id="rId71" Type="http://schemas.openxmlformats.org/officeDocument/2006/relationships/slideLayout" Target="../slideLayouts/slideLayout205.xml"/><Relationship Id="rId2" Type="http://schemas.openxmlformats.org/officeDocument/2006/relationships/slideLayout" Target="../slideLayouts/slideLayout136.xml"/><Relationship Id="rId29" Type="http://schemas.openxmlformats.org/officeDocument/2006/relationships/slideLayout" Target="../slideLayouts/slideLayout163.xml"/></Relationships>
</file>

<file path=ppt/slideMasters/_rels/slideMaster7.xml.rels><?xml version="1.0" encoding="UTF-8" standalone="yes"?>
<Relationships xmlns="http://schemas.openxmlformats.org/package/2006/relationships"><Relationship Id="rId13" Type="http://schemas.openxmlformats.org/officeDocument/2006/relationships/slideLayout" Target="../slideLayouts/slideLayout220.xml"/><Relationship Id="rId18" Type="http://schemas.openxmlformats.org/officeDocument/2006/relationships/slideLayout" Target="../slideLayouts/slideLayout225.xml"/><Relationship Id="rId26" Type="http://schemas.openxmlformats.org/officeDocument/2006/relationships/slideLayout" Target="../slideLayouts/slideLayout233.xml"/><Relationship Id="rId39" Type="http://schemas.openxmlformats.org/officeDocument/2006/relationships/slideLayout" Target="../slideLayouts/slideLayout246.xml"/><Relationship Id="rId21" Type="http://schemas.openxmlformats.org/officeDocument/2006/relationships/slideLayout" Target="../slideLayouts/slideLayout228.xml"/><Relationship Id="rId34" Type="http://schemas.openxmlformats.org/officeDocument/2006/relationships/slideLayout" Target="../slideLayouts/slideLayout241.xml"/><Relationship Id="rId42" Type="http://schemas.openxmlformats.org/officeDocument/2006/relationships/slideLayout" Target="../slideLayouts/slideLayout249.xml"/><Relationship Id="rId47" Type="http://schemas.openxmlformats.org/officeDocument/2006/relationships/slideLayout" Target="../slideLayouts/slideLayout254.xml"/><Relationship Id="rId50" Type="http://schemas.openxmlformats.org/officeDocument/2006/relationships/slideLayout" Target="../slideLayouts/slideLayout257.xml"/><Relationship Id="rId55" Type="http://schemas.openxmlformats.org/officeDocument/2006/relationships/slideLayout" Target="../slideLayouts/slideLayout262.xml"/><Relationship Id="rId7" Type="http://schemas.openxmlformats.org/officeDocument/2006/relationships/slideLayout" Target="../slideLayouts/slideLayout214.xml"/><Relationship Id="rId2" Type="http://schemas.openxmlformats.org/officeDocument/2006/relationships/slideLayout" Target="../slideLayouts/slideLayout209.xml"/><Relationship Id="rId16" Type="http://schemas.openxmlformats.org/officeDocument/2006/relationships/slideLayout" Target="../slideLayouts/slideLayout223.xml"/><Relationship Id="rId29" Type="http://schemas.openxmlformats.org/officeDocument/2006/relationships/slideLayout" Target="../slideLayouts/slideLayout236.xml"/><Relationship Id="rId11" Type="http://schemas.openxmlformats.org/officeDocument/2006/relationships/slideLayout" Target="../slideLayouts/slideLayout218.xml"/><Relationship Id="rId24" Type="http://schemas.openxmlformats.org/officeDocument/2006/relationships/slideLayout" Target="../slideLayouts/slideLayout231.xml"/><Relationship Id="rId32" Type="http://schemas.openxmlformats.org/officeDocument/2006/relationships/slideLayout" Target="../slideLayouts/slideLayout239.xml"/><Relationship Id="rId37" Type="http://schemas.openxmlformats.org/officeDocument/2006/relationships/slideLayout" Target="../slideLayouts/slideLayout244.xml"/><Relationship Id="rId40" Type="http://schemas.openxmlformats.org/officeDocument/2006/relationships/slideLayout" Target="../slideLayouts/slideLayout247.xml"/><Relationship Id="rId45" Type="http://schemas.openxmlformats.org/officeDocument/2006/relationships/slideLayout" Target="../slideLayouts/slideLayout252.xml"/><Relationship Id="rId53" Type="http://schemas.openxmlformats.org/officeDocument/2006/relationships/slideLayout" Target="../slideLayouts/slideLayout260.xml"/><Relationship Id="rId58" Type="http://schemas.openxmlformats.org/officeDocument/2006/relationships/slideLayout" Target="../slideLayouts/slideLayout265.xml"/><Relationship Id="rId5" Type="http://schemas.openxmlformats.org/officeDocument/2006/relationships/slideLayout" Target="../slideLayouts/slideLayout212.xml"/><Relationship Id="rId61" Type="http://schemas.openxmlformats.org/officeDocument/2006/relationships/image" Target="../media/image40.png"/><Relationship Id="rId19" Type="http://schemas.openxmlformats.org/officeDocument/2006/relationships/slideLayout" Target="../slideLayouts/slideLayout226.xml"/><Relationship Id="rId14" Type="http://schemas.openxmlformats.org/officeDocument/2006/relationships/slideLayout" Target="../slideLayouts/slideLayout221.xml"/><Relationship Id="rId22" Type="http://schemas.openxmlformats.org/officeDocument/2006/relationships/slideLayout" Target="../slideLayouts/slideLayout229.xml"/><Relationship Id="rId27" Type="http://schemas.openxmlformats.org/officeDocument/2006/relationships/slideLayout" Target="../slideLayouts/slideLayout234.xml"/><Relationship Id="rId30" Type="http://schemas.openxmlformats.org/officeDocument/2006/relationships/slideLayout" Target="../slideLayouts/slideLayout237.xml"/><Relationship Id="rId35" Type="http://schemas.openxmlformats.org/officeDocument/2006/relationships/slideLayout" Target="../slideLayouts/slideLayout242.xml"/><Relationship Id="rId43" Type="http://schemas.openxmlformats.org/officeDocument/2006/relationships/slideLayout" Target="../slideLayouts/slideLayout250.xml"/><Relationship Id="rId48" Type="http://schemas.openxmlformats.org/officeDocument/2006/relationships/slideLayout" Target="../slideLayouts/slideLayout255.xml"/><Relationship Id="rId56" Type="http://schemas.openxmlformats.org/officeDocument/2006/relationships/slideLayout" Target="../slideLayouts/slideLayout263.xml"/><Relationship Id="rId8" Type="http://schemas.openxmlformats.org/officeDocument/2006/relationships/slideLayout" Target="../slideLayouts/slideLayout215.xml"/><Relationship Id="rId51" Type="http://schemas.openxmlformats.org/officeDocument/2006/relationships/slideLayout" Target="../slideLayouts/slideLayout258.xml"/><Relationship Id="rId3" Type="http://schemas.openxmlformats.org/officeDocument/2006/relationships/slideLayout" Target="../slideLayouts/slideLayout210.xml"/><Relationship Id="rId12" Type="http://schemas.openxmlformats.org/officeDocument/2006/relationships/slideLayout" Target="../slideLayouts/slideLayout219.xml"/><Relationship Id="rId17" Type="http://schemas.openxmlformats.org/officeDocument/2006/relationships/slideLayout" Target="../slideLayouts/slideLayout224.xml"/><Relationship Id="rId25" Type="http://schemas.openxmlformats.org/officeDocument/2006/relationships/slideLayout" Target="../slideLayouts/slideLayout232.xml"/><Relationship Id="rId33" Type="http://schemas.openxmlformats.org/officeDocument/2006/relationships/slideLayout" Target="../slideLayouts/slideLayout240.xml"/><Relationship Id="rId38" Type="http://schemas.openxmlformats.org/officeDocument/2006/relationships/slideLayout" Target="../slideLayouts/slideLayout245.xml"/><Relationship Id="rId46" Type="http://schemas.openxmlformats.org/officeDocument/2006/relationships/slideLayout" Target="../slideLayouts/slideLayout253.xml"/><Relationship Id="rId59" Type="http://schemas.openxmlformats.org/officeDocument/2006/relationships/slideLayout" Target="../slideLayouts/slideLayout266.xml"/><Relationship Id="rId20" Type="http://schemas.openxmlformats.org/officeDocument/2006/relationships/slideLayout" Target="../slideLayouts/slideLayout227.xml"/><Relationship Id="rId41" Type="http://schemas.openxmlformats.org/officeDocument/2006/relationships/slideLayout" Target="../slideLayouts/slideLayout248.xml"/><Relationship Id="rId54" Type="http://schemas.openxmlformats.org/officeDocument/2006/relationships/slideLayout" Target="../slideLayouts/slideLayout261.xml"/><Relationship Id="rId1" Type="http://schemas.openxmlformats.org/officeDocument/2006/relationships/slideLayout" Target="../slideLayouts/slideLayout208.xml"/><Relationship Id="rId6" Type="http://schemas.openxmlformats.org/officeDocument/2006/relationships/slideLayout" Target="../slideLayouts/slideLayout213.xml"/><Relationship Id="rId15" Type="http://schemas.openxmlformats.org/officeDocument/2006/relationships/slideLayout" Target="../slideLayouts/slideLayout222.xml"/><Relationship Id="rId23" Type="http://schemas.openxmlformats.org/officeDocument/2006/relationships/slideLayout" Target="../slideLayouts/slideLayout230.xml"/><Relationship Id="rId28" Type="http://schemas.openxmlformats.org/officeDocument/2006/relationships/slideLayout" Target="../slideLayouts/slideLayout235.xml"/><Relationship Id="rId36" Type="http://schemas.openxmlformats.org/officeDocument/2006/relationships/slideLayout" Target="../slideLayouts/slideLayout243.xml"/><Relationship Id="rId49" Type="http://schemas.openxmlformats.org/officeDocument/2006/relationships/slideLayout" Target="../slideLayouts/slideLayout256.xml"/><Relationship Id="rId57" Type="http://schemas.openxmlformats.org/officeDocument/2006/relationships/slideLayout" Target="../slideLayouts/slideLayout264.xml"/><Relationship Id="rId10" Type="http://schemas.openxmlformats.org/officeDocument/2006/relationships/slideLayout" Target="../slideLayouts/slideLayout217.xml"/><Relationship Id="rId31" Type="http://schemas.openxmlformats.org/officeDocument/2006/relationships/slideLayout" Target="../slideLayouts/slideLayout238.xml"/><Relationship Id="rId44" Type="http://schemas.openxmlformats.org/officeDocument/2006/relationships/slideLayout" Target="../slideLayouts/slideLayout251.xml"/><Relationship Id="rId52" Type="http://schemas.openxmlformats.org/officeDocument/2006/relationships/slideLayout" Target="../slideLayouts/slideLayout259.xml"/><Relationship Id="rId60" Type="http://schemas.openxmlformats.org/officeDocument/2006/relationships/theme" Target="../theme/theme7.xml"/><Relationship Id="rId4" Type="http://schemas.openxmlformats.org/officeDocument/2006/relationships/slideLayout" Target="../slideLayouts/slideLayout211.xml"/><Relationship Id="rId9" Type="http://schemas.openxmlformats.org/officeDocument/2006/relationships/slideLayout" Target="../slideLayouts/slideLayout216.xml"/></Relationships>
</file>

<file path=ppt/slideMasters/_rels/slideMaster8.xml.rels><?xml version="1.0" encoding="UTF-8" standalone="yes"?>
<Relationships xmlns="http://schemas.openxmlformats.org/package/2006/relationships"><Relationship Id="rId13" Type="http://schemas.openxmlformats.org/officeDocument/2006/relationships/slideLayout" Target="../slideLayouts/slideLayout279.xml"/><Relationship Id="rId18" Type="http://schemas.openxmlformats.org/officeDocument/2006/relationships/slideLayout" Target="../slideLayouts/slideLayout284.xml"/><Relationship Id="rId26" Type="http://schemas.openxmlformats.org/officeDocument/2006/relationships/slideLayout" Target="../slideLayouts/slideLayout292.xml"/><Relationship Id="rId39" Type="http://schemas.openxmlformats.org/officeDocument/2006/relationships/slideLayout" Target="../slideLayouts/slideLayout305.xml"/><Relationship Id="rId21" Type="http://schemas.openxmlformats.org/officeDocument/2006/relationships/slideLayout" Target="../slideLayouts/slideLayout287.xml"/><Relationship Id="rId34" Type="http://schemas.openxmlformats.org/officeDocument/2006/relationships/slideLayout" Target="../slideLayouts/slideLayout300.xml"/><Relationship Id="rId42" Type="http://schemas.openxmlformats.org/officeDocument/2006/relationships/slideLayout" Target="../slideLayouts/slideLayout308.xml"/><Relationship Id="rId47" Type="http://schemas.openxmlformats.org/officeDocument/2006/relationships/slideLayout" Target="../slideLayouts/slideLayout313.xml"/><Relationship Id="rId50" Type="http://schemas.openxmlformats.org/officeDocument/2006/relationships/slideLayout" Target="../slideLayouts/slideLayout316.xml"/><Relationship Id="rId55" Type="http://schemas.openxmlformats.org/officeDocument/2006/relationships/slideLayout" Target="../slideLayouts/slideLayout321.xml"/><Relationship Id="rId63" Type="http://schemas.openxmlformats.org/officeDocument/2006/relationships/image" Target="../media/image40.png"/><Relationship Id="rId7" Type="http://schemas.openxmlformats.org/officeDocument/2006/relationships/slideLayout" Target="../slideLayouts/slideLayout273.xml"/><Relationship Id="rId2" Type="http://schemas.openxmlformats.org/officeDocument/2006/relationships/slideLayout" Target="../slideLayouts/slideLayout268.xml"/><Relationship Id="rId16" Type="http://schemas.openxmlformats.org/officeDocument/2006/relationships/slideLayout" Target="../slideLayouts/slideLayout282.xml"/><Relationship Id="rId29" Type="http://schemas.openxmlformats.org/officeDocument/2006/relationships/slideLayout" Target="../slideLayouts/slideLayout295.xml"/><Relationship Id="rId11" Type="http://schemas.openxmlformats.org/officeDocument/2006/relationships/slideLayout" Target="../slideLayouts/slideLayout277.xml"/><Relationship Id="rId24" Type="http://schemas.openxmlformats.org/officeDocument/2006/relationships/slideLayout" Target="../slideLayouts/slideLayout290.xml"/><Relationship Id="rId32" Type="http://schemas.openxmlformats.org/officeDocument/2006/relationships/slideLayout" Target="../slideLayouts/slideLayout298.xml"/><Relationship Id="rId37" Type="http://schemas.openxmlformats.org/officeDocument/2006/relationships/slideLayout" Target="../slideLayouts/slideLayout303.xml"/><Relationship Id="rId40" Type="http://schemas.openxmlformats.org/officeDocument/2006/relationships/slideLayout" Target="../slideLayouts/slideLayout306.xml"/><Relationship Id="rId45" Type="http://schemas.openxmlformats.org/officeDocument/2006/relationships/slideLayout" Target="../slideLayouts/slideLayout311.xml"/><Relationship Id="rId53" Type="http://schemas.openxmlformats.org/officeDocument/2006/relationships/slideLayout" Target="../slideLayouts/slideLayout319.xml"/><Relationship Id="rId58" Type="http://schemas.openxmlformats.org/officeDocument/2006/relationships/slideLayout" Target="../slideLayouts/slideLayout324.xml"/><Relationship Id="rId5" Type="http://schemas.openxmlformats.org/officeDocument/2006/relationships/slideLayout" Target="../slideLayouts/slideLayout271.xml"/><Relationship Id="rId61" Type="http://schemas.openxmlformats.org/officeDocument/2006/relationships/slideLayout" Target="../slideLayouts/slideLayout327.xml"/><Relationship Id="rId19" Type="http://schemas.openxmlformats.org/officeDocument/2006/relationships/slideLayout" Target="../slideLayouts/slideLayout285.xml"/><Relationship Id="rId14" Type="http://schemas.openxmlformats.org/officeDocument/2006/relationships/slideLayout" Target="../slideLayouts/slideLayout280.xml"/><Relationship Id="rId22" Type="http://schemas.openxmlformats.org/officeDocument/2006/relationships/slideLayout" Target="../slideLayouts/slideLayout288.xml"/><Relationship Id="rId27" Type="http://schemas.openxmlformats.org/officeDocument/2006/relationships/slideLayout" Target="../slideLayouts/slideLayout293.xml"/><Relationship Id="rId30" Type="http://schemas.openxmlformats.org/officeDocument/2006/relationships/slideLayout" Target="../slideLayouts/slideLayout296.xml"/><Relationship Id="rId35" Type="http://schemas.openxmlformats.org/officeDocument/2006/relationships/slideLayout" Target="../slideLayouts/slideLayout301.xml"/><Relationship Id="rId43" Type="http://schemas.openxmlformats.org/officeDocument/2006/relationships/slideLayout" Target="../slideLayouts/slideLayout309.xml"/><Relationship Id="rId48" Type="http://schemas.openxmlformats.org/officeDocument/2006/relationships/slideLayout" Target="../slideLayouts/slideLayout314.xml"/><Relationship Id="rId56" Type="http://schemas.openxmlformats.org/officeDocument/2006/relationships/slideLayout" Target="../slideLayouts/slideLayout322.xml"/><Relationship Id="rId8" Type="http://schemas.openxmlformats.org/officeDocument/2006/relationships/slideLayout" Target="../slideLayouts/slideLayout274.xml"/><Relationship Id="rId51" Type="http://schemas.openxmlformats.org/officeDocument/2006/relationships/slideLayout" Target="../slideLayouts/slideLayout317.xml"/><Relationship Id="rId3" Type="http://schemas.openxmlformats.org/officeDocument/2006/relationships/slideLayout" Target="../slideLayouts/slideLayout269.xml"/><Relationship Id="rId12" Type="http://schemas.openxmlformats.org/officeDocument/2006/relationships/slideLayout" Target="../slideLayouts/slideLayout278.xml"/><Relationship Id="rId17" Type="http://schemas.openxmlformats.org/officeDocument/2006/relationships/slideLayout" Target="../slideLayouts/slideLayout283.xml"/><Relationship Id="rId25" Type="http://schemas.openxmlformats.org/officeDocument/2006/relationships/slideLayout" Target="../slideLayouts/slideLayout291.xml"/><Relationship Id="rId33" Type="http://schemas.openxmlformats.org/officeDocument/2006/relationships/slideLayout" Target="../slideLayouts/slideLayout299.xml"/><Relationship Id="rId38" Type="http://schemas.openxmlformats.org/officeDocument/2006/relationships/slideLayout" Target="../slideLayouts/slideLayout304.xml"/><Relationship Id="rId46" Type="http://schemas.openxmlformats.org/officeDocument/2006/relationships/slideLayout" Target="../slideLayouts/slideLayout312.xml"/><Relationship Id="rId59" Type="http://schemas.openxmlformats.org/officeDocument/2006/relationships/slideLayout" Target="../slideLayouts/slideLayout325.xml"/><Relationship Id="rId20" Type="http://schemas.openxmlformats.org/officeDocument/2006/relationships/slideLayout" Target="../slideLayouts/slideLayout286.xml"/><Relationship Id="rId41" Type="http://schemas.openxmlformats.org/officeDocument/2006/relationships/slideLayout" Target="../slideLayouts/slideLayout307.xml"/><Relationship Id="rId54" Type="http://schemas.openxmlformats.org/officeDocument/2006/relationships/slideLayout" Target="../slideLayouts/slideLayout320.xml"/><Relationship Id="rId62" Type="http://schemas.openxmlformats.org/officeDocument/2006/relationships/theme" Target="../theme/theme8.xml"/><Relationship Id="rId1" Type="http://schemas.openxmlformats.org/officeDocument/2006/relationships/slideLayout" Target="../slideLayouts/slideLayout267.xml"/><Relationship Id="rId6" Type="http://schemas.openxmlformats.org/officeDocument/2006/relationships/slideLayout" Target="../slideLayouts/slideLayout272.xml"/><Relationship Id="rId15" Type="http://schemas.openxmlformats.org/officeDocument/2006/relationships/slideLayout" Target="../slideLayouts/slideLayout281.xml"/><Relationship Id="rId23" Type="http://schemas.openxmlformats.org/officeDocument/2006/relationships/slideLayout" Target="../slideLayouts/slideLayout289.xml"/><Relationship Id="rId28" Type="http://schemas.openxmlformats.org/officeDocument/2006/relationships/slideLayout" Target="../slideLayouts/slideLayout294.xml"/><Relationship Id="rId36" Type="http://schemas.openxmlformats.org/officeDocument/2006/relationships/slideLayout" Target="../slideLayouts/slideLayout302.xml"/><Relationship Id="rId49" Type="http://schemas.openxmlformats.org/officeDocument/2006/relationships/slideLayout" Target="../slideLayouts/slideLayout315.xml"/><Relationship Id="rId57" Type="http://schemas.openxmlformats.org/officeDocument/2006/relationships/slideLayout" Target="../slideLayouts/slideLayout323.xml"/><Relationship Id="rId10" Type="http://schemas.openxmlformats.org/officeDocument/2006/relationships/slideLayout" Target="../slideLayouts/slideLayout276.xml"/><Relationship Id="rId31" Type="http://schemas.openxmlformats.org/officeDocument/2006/relationships/slideLayout" Target="../slideLayouts/slideLayout297.xml"/><Relationship Id="rId44" Type="http://schemas.openxmlformats.org/officeDocument/2006/relationships/slideLayout" Target="../slideLayouts/slideLayout310.xml"/><Relationship Id="rId52" Type="http://schemas.openxmlformats.org/officeDocument/2006/relationships/slideLayout" Target="../slideLayouts/slideLayout318.xml"/><Relationship Id="rId60" Type="http://schemas.openxmlformats.org/officeDocument/2006/relationships/slideLayout" Target="../slideLayouts/slideLayout326.xml"/><Relationship Id="rId4" Type="http://schemas.openxmlformats.org/officeDocument/2006/relationships/slideLayout" Target="../slideLayouts/slideLayout270.xml"/><Relationship Id="rId9" Type="http://schemas.openxmlformats.org/officeDocument/2006/relationships/slideLayout" Target="../slideLayouts/slideLayout27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accent4"/>
        </a:solidFill>
        <a:effectLst/>
      </p:bgPr>
    </p:bg>
    <p:spTree>
      <p:nvGrpSpPr>
        <p:cNvPr id="1" name=""/>
        <p:cNvGrpSpPr/>
        <p:nvPr/>
      </p:nvGrpSpPr>
      <p:grpSpPr>
        <a:xfrm>
          <a:off x="0" y="0"/>
          <a:ext cx="0" cy="0"/>
          <a:chOff x="0" y="0"/>
          <a:chExt cx="0" cy="0"/>
        </a:xfrm>
      </p:grpSpPr>
      <p:sp>
        <p:nvSpPr>
          <p:cNvPr id="29" name="FootnoteAndSource" hidden="1">
            <a:extLst>
              <a:ext uri="{FF2B5EF4-FFF2-40B4-BE49-F238E27FC236}">
                <a16:creationId xmlns:a16="http://schemas.microsoft.com/office/drawing/2014/main" id="{96E9BC24-418C-4CE4-8E81-3AF9AB04DEAA}"/>
              </a:ext>
            </a:extLst>
          </p:cNvPr>
          <p:cNvSpPr txBox="1"/>
          <p:nvPr userDrawn="1"/>
        </p:nvSpPr>
        <p:spPr>
          <a:xfrm>
            <a:off x="398738" y="6304130"/>
            <a:ext cx="11340000" cy="162096"/>
          </a:xfrm>
          <a:prstGeom prst="rect">
            <a:avLst/>
          </a:prstGeom>
          <a:noFill/>
        </p:spPr>
        <p:txBody>
          <a:bodyPr vert="horz" wrap="square" lIns="0" tIns="25400" rIns="0" bIns="25400" rtlCol="0" anchor="b" anchorCtr="0">
            <a:spAutoFit/>
          </a:bodyPr>
          <a:lstStyle>
            <a:defPPr>
              <a:defRPr lang="pt-PT"/>
            </a:defPPr>
            <a:lvl1pPr marL="429768" indent="-429768">
              <a:lnSpc>
                <a:spcPct val="90000"/>
              </a:lnSpc>
              <a:tabLst>
                <a:tab pos="347472" algn="r"/>
              </a:tabLst>
              <a:defRPr sz="800"/>
            </a:lvl1pPr>
          </a:lstStyle>
          <a:p>
            <a:pPr marL="429768" indent="-429768" defTabSz="914400">
              <a:lnSpc>
                <a:spcPct val="90000"/>
              </a:lnSpc>
              <a:tabLst>
                <a:tab pos="347472" algn="r"/>
              </a:tabLst>
            </a:pPr>
            <a:r>
              <a:rPr lang="de-DE" sz="800"/>
              <a:t>	Source:	Source Text</a:t>
            </a:r>
          </a:p>
        </p:txBody>
      </p:sp>
      <p:grpSp>
        <p:nvGrpSpPr>
          <p:cNvPr id="24" name="Group_Sticker" hidden="1">
            <a:extLst>
              <a:ext uri="{FF2B5EF4-FFF2-40B4-BE49-F238E27FC236}">
                <a16:creationId xmlns:a16="http://schemas.microsoft.com/office/drawing/2014/main" id="{3519060F-8241-20DF-98EE-41BD13ACB124}"/>
              </a:ext>
            </a:extLst>
          </p:cNvPr>
          <p:cNvGrpSpPr/>
          <p:nvPr userDrawn="1"/>
        </p:nvGrpSpPr>
        <p:grpSpPr>
          <a:xfrm>
            <a:off x="10486288" y="389555"/>
            <a:ext cx="562654" cy="242788"/>
            <a:chOff x="8505826" y="-2406898"/>
            <a:chExt cx="562654" cy="242788"/>
          </a:xfrm>
        </p:grpSpPr>
        <p:sp>
          <p:nvSpPr>
            <p:cNvPr id="25" name="Textfeld 92">
              <a:extLst>
                <a:ext uri="{FF2B5EF4-FFF2-40B4-BE49-F238E27FC236}">
                  <a16:creationId xmlns:a16="http://schemas.microsoft.com/office/drawing/2014/main" id="{6D48C592-3393-0736-6BCC-05A6375D30D5}"/>
                </a:ext>
              </a:extLst>
            </p:cNvPr>
            <p:cNvSpPr txBox="1"/>
            <p:nvPr/>
          </p:nvSpPr>
          <p:spPr>
            <a:xfrm>
              <a:off x="8523459" y="-2356098"/>
              <a:ext cx="527388" cy="153888"/>
            </a:xfrm>
            <a:prstGeom prst="rect">
              <a:avLst/>
            </a:prstGeom>
          </p:spPr>
          <p:txBody>
            <a:bodyPr vert="horz" wrap="none" lIns="0" tIns="0" rIns="0" bIns="0" rtlCol="0" anchor="ctr">
              <a:spAutoFit/>
            </a:bodyPr>
            <a:lstStyle/>
            <a:p>
              <a:pPr algn="ctr"/>
              <a:r>
                <a:rPr lang="de-DE" sz="1000" b="1">
                  <a:solidFill>
                    <a:schemeClr val="accent2"/>
                  </a:solidFill>
                </a:rPr>
                <a:t>STICKER</a:t>
              </a:r>
            </a:p>
          </p:txBody>
        </p:sp>
        <p:cxnSp>
          <p:nvCxnSpPr>
            <p:cNvPr id="26" name="Gerader Verbinder 96">
              <a:extLst>
                <a:ext uri="{FF2B5EF4-FFF2-40B4-BE49-F238E27FC236}">
                  <a16:creationId xmlns:a16="http://schemas.microsoft.com/office/drawing/2014/main" id="{ADAAB986-2265-313E-CEB3-930530BF23EB}"/>
                </a:ext>
              </a:extLst>
            </p:cNvPr>
            <p:cNvCxnSpPr/>
            <p:nvPr/>
          </p:nvCxnSpPr>
          <p:spPr>
            <a:xfrm>
              <a:off x="8505826" y="-2406898"/>
              <a:ext cx="56265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Gerader Verbinder 97">
              <a:extLst>
                <a:ext uri="{FF2B5EF4-FFF2-40B4-BE49-F238E27FC236}">
                  <a16:creationId xmlns:a16="http://schemas.microsoft.com/office/drawing/2014/main" id="{FF2BA551-6662-196F-0C44-BD89FD79BAAC}"/>
                </a:ext>
              </a:extLst>
            </p:cNvPr>
            <p:cNvCxnSpPr/>
            <p:nvPr/>
          </p:nvCxnSpPr>
          <p:spPr>
            <a:xfrm>
              <a:off x="8505826" y="-2164110"/>
              <a:ext cx="562654" cy="0"/>
            </a:xfrm>
            <a:prstGeom prst="line">
              <a:avLst/>
            </a:prstGeom>
          </p:spPr>
          <p:style>
            <a:lnRef idx="1">
              <a:schemeClr val="accent1"/>
            </a:lnRef>
            <a:fillRef idx="0">
              <a:schemeClr val="accent1"/>
            </a:fillRef>
            <a:effectRef idx="0">
              <a:schemeClr val="accent1"/>
            </a:effectRef>
            <a:fontRef idx="minor">
              <a:schemeClr val="tx1"/>
            </a:fontRef>
          </p:style>
        </p:cxnSp>
      </p:grpSp>
      <p:sp>
        <p:nvSpPr>
          <p:cNvPr id="16" name="SEC3" hidden="1">
            <a:extLst>
              <a:ext uri="{FF2B5EF4-FFF2-40B4-BE49-F238E27FC236}">
                <a16:creationId xmlns:a16="http://schemas.microsoft.com/office/drawing/2014/main" id="{8C781869-DEAA-F7A4-ACF6-3CC88A58C21A}"/>
              </a:ext>
            </a:extLst>
          </p:cNvPr>
          <p:cNvSpPr>
            <a:spLocks/>
          </p:cNvSpPr>
          <p:nvPr userDrawn="1"/>
        </p:nvSpPr>
        <p:spPr>
          <a:xfrm>
            <a:off x="11548715" y="656744"/>
            <a:ext cx="468000" cy="468000"/>
          </a:xfrm>
          <a:prstGeom prst="rect">
            <a:avLst/>
          </a:prstGeom>
          <a:blipFill>
            <a:blip r:embed="rId100" cstate="screen">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1"/>
              </a:solidFill>
            </a:endParaRPr>
          </a:p>
        </p:txBody>
      </p:sp>
      <p:sp>
        <p:nvSpPr>
          <p:cNvPr id="17" name="SEC2" hidden="1">
            <a:extLst>
              <a:ext uri="{FF2B5EF4-FFF2-40B4-BE49-F238E27FC236}">
                <a16:creationId xmlns:a16="http://schemas.microsoft.com/office/drawing/2014/main" id="{A9708344-53AF-59E4-0914-CAE893EFFE92}"/>
              </a:ext>
            </a:extLst>
          </p:cNvPr>
          <p:cNvSpPr>
            <a:spLocks/>
          </p:cNvSpPr>
          <p:nvPr userDrawn="1"/>
        </p:nvSpPr>
        <p:spPr>
          <a:xfrm>
            <a:off x="11548715" y="656744"/>
            <a:ext cx="468000" cy="468000"/>
          </a:xfrm>
          <a:prstGeom prst="rect">
            <a:avLst/>
          </a:prstGeom>
          <a:blipFill>
            <a:blip r:embed="rId101" cstate="screen">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1"/>
              </a:solidFill>
            </a:endParaRPr>
          </a:p>
        </p:txBody>
      </p:sp>
      <p:sp>
        <p:nvSpPr>
          <p:cNvPr id="15" name="SEC1" hidden="1">
            <a:extLst>
              <a:ext uri="{FF2B5EF4-FFF2-40B4-BE49-F238E27FC236}">
                <a16:creationId xmlns:a16="http://schemas.microsoft.com/office/drawing/2014/main" id="{0AF22F3F-871A-377B-BFA1-C9306559FFC9}"/>
              </a:ext>
            </a:extLst>
          </p:cNvPr>
          <p:cNvSpPr>
            <a:spLocks/>
          </p:cNvSpPr>
          <p:nvPr userDrawn="1"/>
        </p:nvSpPr>
        <p:spPr>
          <a:xfrm>
            <a:off x="11548715" y="656744"/>
            <a:ext cx="468000" cy="468000"/>
          </a:xfrm>
          <a:prstGeom prst="rect">
            <a:avLst/>
          </a:prstGeom>
          <a:blipFill>
            <a:blip r:embed="rId102" cstate="screen">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1"/>
              </a:solidFill>
            </a:endParaRPr>
          </a:p>
        </p:txBody>
      </p:sp>
      <p:sp>
        <p:nvSpPr>
          <p:cNvPr id="18" name="SEC0" hidden="1">
            <a:extLst>
              <a:ext uri="{FF2B5EF4-FFF2-40B4-BE49-F238E27FC236}">
                <a16:creationId xmlns:a16="http://schemas.microsoft.com/office/drawing/2014/main" id="{32B2CB3D-9530-F114-2833-F854CA83FC05}"/>
              </a:ext>
            </a:extLst>
          </p:cNvPr>
          <p:cNvSpPr>
            <a:spLocks/>
          </p:cNvSpPr>
          <p:nvPr userDrawn="1"/>
        </p:nvSpPr>
        <p:spPr>
          <a:xfrm>
            <a:off x="11548715" y="656744"/>
            <a:ext cx="468000" cy="468000"/>
          </a:xfrm>
          <a:prstGeom prst="rect">
            <a:avLst/>
          </a:prstGeom>
          <a:blipFill>
            <a:blip r:embed="rId103" cstate="screen">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1"/>
              </a:solidFill>
            </a:endParaRPr>
          </a:p>
        </p:txBody>
      </p:sp>
      <p:sp>
        <p:nvSpPr>
          <p:cNvPr id="11" name="Content Placeholder">
            <a:extLst>
              <a:ext uri="{FF2B5EF4-FFF2-40B4-BE49-F238E27FC236}">
                <a16:creationId xmlns:a16="http://schemas.microsoft.com/office/drawing/2014/main" id="{80834478-0480-2A7D-25F0-91915CDE2139}"/>
              </a:ext>
            </a:extLst>
          </p:cNvPr>
          <p:cNvSpPr>
            <a:spLocks noGrp="1"/>
          </p:cNvSpPr>
          <p:nvPr>
            <p:ph type="body" idx="1"/>
          </p:nvPr>
        </p:nvSpPr>
        <p:spPr>
          <a:xfrm>
            <a:off x="404813" y="1628775"/>
            <a:ext cx="11379600" cy="4835525"/>
          </a:xfrm>
          <a:prstGeom prst="rect">
            <a:avLst/>
          </a:prstGeom>
        </p:spPr>
        <p:txBody>
          <a:bodyPr vert="horz" lIns="0" tIns="0" rIns="0" bIns="0" rtlCol="0">
            <a:noAutofit/>
          </a:bodyPr>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2" name="CapgeminiBox" hidden="1">
            <a:extLst>
              <a:ext uri="{FF2B5EF4-FFF2-40B4-BE49-F238E27FC236}">
                <a16:creationId xmlns:a16="http://schemas.microsoft.com/office/drawing/2014/main" id="{9FC90521-24C2-6F8A-A724-BF324FF96E5D}"/>
              </a:ext>
            </a:extLst>
          </p:cNvPr>
          <p:cNvSpPr txBox="1">
            <a:spLocks/>
          </p:cNvSpPr>
          <p:nvPr userDrawn="1"/>
        </p:nvSpPr>
        <p:spPr>
          <a:xfrm>
            <a:off x="414970" y="35073"/>
            <a:ext cx="2175829" cy="215444"/>
          </a:xfrm>
          <a:prstGeom prst="rect">
            <a:avLst/>
          </a:prstGeom>
        </p:spPr>
        <p:txBody>
          <a:bodyPr vert="horz" lIns="0" tIns="0" rIns="0" bIns="0" rtlCol="0">
            <a:spAutoFit/>
          </a:bodyPr>
          <a:lstStyle>
            <a:lvl1pPr marL="0" indent="0" algn="l" defTabSz="914400" rtl="0" eaLnBrk="1" latinLnBrk="0" hangingPunct="1">
              <a:lnSpc>
                <a:spcPct val="100000"/>
              </a:lnSpc>
              <a:spcBef>
                <a:spcPts val="0"/>
              </a:spcBef>
              <a:spcAft>
                <a:spcPts val="600"/>
              </a:spcAft>
              <a:buFont typeface="Arial" panose="020B0604020202020204" pitchFamily="34" charset="0"/>
              <a:buNone/>
              <a:defRPr sz="1400" kern="1200">
                <a:solidFill>
                  <a:schemeClr val="tx1"/>
                </a:solidFill>
                <a:latin typeface="+mn-lt"/>
                <a:ea typeface="+mn-ea"/>
                <a:cs typeface="+mn-cs"/>
              </a:defRPr>
            </a:lvl1pPr>
            <a:lvl2pPr marL="180975" indent="-180975" algn="l" defTabSz="914400" rtl="0" eaLnBrk="1" latinLnBrk="0" hangingPunct="1">
              <a:lnSpc>
                <a:spcPct val="100000"/>
              </a:lnSpc>
              <a:spcBef>
                <a:spcPts val="0"/>
              </a:spcBef>
              <a:spcAft>
                <a:spcPts val="600"/>
              </a:spcAft>
              <a:buClr>
                <a:schemeClr val="accent2"/>
              </a:buClr>
              <a:buFont typeface="Wingdings" panose="05000000000000000000" pitchFamily="2" charset="2"/>
              <a:buChar char="§"/>
              <a:defRPr sz="1400" kern="1200">
                <a:solidFill>
                  <a:schemeClr val="tx1"/>
                </a:solidFill>
                <a:latin typeface="+mn-lt"/>
                <a:ea typeface="+mn-ea"/>
                <a:cs typeface="+mn-cs"/>
              </a:defRPr>
            </a:lvl2pPr>
            <a:lvl3pPr marL="360000" indent="-180000" algn="l" defTabSz="914400" rtl="0" eaLnBrk="1" latinLnBrk="0" hangingPunct="1">
              <a:lnSpc>
                <a:spcPct val="100000"/>
              </a:lnSpc>
              <a:spcBef>
                <a:spcPts val="0"/>
              </a:spcBef>
              <a:spcAft>
                <a:spcPts val="600"/>
              </a:spcAft>
              <a:buClr>
                <a:schemeClr val="accent2"/>
              </a:buClr>
              <a:buFont typeface="Arial" panose="020B0604020202020204" pitchFamily="34" charset="0"/>
              <a:buChar char="•"/>
              <a:defRPr sz="1400" kern="1200">
                <a:solidFill>
                  <a:schemeClr val="tx1"/>
                </a:solidFill>
                <a:latin typeface="+mn-lt"/>
                <a:ea typeface="+mn-ea"/>
                <a:cs typeface="+mn-cs"/>
              </a:defRPr>
            </a:lvl3pPr>
            <a:lvl4pPr marL="539750" indent="-180000" algn="l" defTabSz="914400" rtl="0" eaLnBrk="1" latinLnBrk="0" hangingPunct="1">
              <a:lnSpc>
                <a:spcPct val="100000"/>
              </a:lnSpc>
              <a:spcBef>
                <a:spcPts val="0"/>
              </a:spcBef>
              <a:spcAft>
                <a:spcPts val="600"/>
              </a:spcAft>
              <a:buClr>
                <a:schemeClr val="accent2"/>
              </a:buClr>
              <a:buFont typeface="Verdana" panose="020B0604030504040204" pitchFamily="34" charset="0"/>
              <a:buChar char="‒"/>
              <a:tabLst/>
              <a:defRPr sz="1400" kern="1200">
                <a:solidFill>
                  <a:schemeClr val="tx1"/>
                </a:solidFill>
                <a:latin typeface="+mn-lt"/>
                <a:ea typeface="+mn-ea"/>
                <a:cs typeface="+mn-cs"/>
              </a:defRPr>
            </a:lvl4pPr>
            <a:lvl5pPr marL="719138" indent="-180975" algn="l" defTabSz="914400" rtl="0" eaLnBrk="1" latinLnBrk="0" hangingPunct="1">
              <a:lnSpc>
                <a:spcPct val="100000"/>
              </a:lnSpc>
              <a:spcBef>
                <a:spcPts val="0"/>
              </a:spcBef>
              <a:spcAft>
                <a:spcPts val="600"/>
              </a:spcAft>
              <a:buClr>
                <a:schemeClr val="accent2"/>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de-DE"/>
              <a:t>Capgemini Global V9.7</a:t>
            </a:r>
          </a:p>
        </p:txBody>
      </p:sp>
      <p:sp>
        <p:nvSpPr>
          <p:cNvPr id="3" name="Retângulo 43">
            <a:extLst>
              <a:ext uri="{FF2B5EF4-FFF2-40B4-BE49-F238E27FC236}">
                <a16:creationId xmlns:a16="http://schemas.microsoft.com/office/drawing/2014/main" id="{FEA17E0B-D900-952D-2E20-77E59C46EA22}"/>
              </a:ext>
            </a:extLst>
          </p:cNvPr>
          <p:cNvSpPr/>
          <p:nvPr userDrawn="1"/>
        </p:nvSpPr>
        <p:spPr>
          <a:xfrm>
            <a:off x="11744128" y="6517658"/>
            <a:ext cx="229263" cy="215444"/>
          </a:xfrm>
          <a:prstGeom prst="rect">
            <a:avLst/>
          </a:prstGeom>
        </p:spPr>
        <p:txBody>
          <a:bodyPr wrap="square" lIns="0" rIns="0">
            <a:spAutoFit/>
          </a:bodyPr>
          <a:lstStyle/>
          <a:p>
            <a:pPr algn="r"/>
            <a:fld id="{0502E5A9-B53C-401E-A0E0-4A359BB0A9E5}" type="slidenum">
              <a:rPr lang="en-US" sz="800" smtClean="0">
                <a:solidFill>
                  <a:srgbClr val="A6A6A6"/>
                </a:solidFill>
                <a:latin typeface="Ubuntu" panose="020B0504030602030204" pitchFamily="34" charset="0"/>
                <a:cs typeface="Arial" panose="020B0604020202020204" pitchFamily="34" charset="0"/>
              </a:rPr>
              <a:pPr algn="r"/>
              <a:t>‹#›</a:t>
            </a:fld>
            <a:endParaRPr lang="en-US" sz="800">
              <a:solidFill>
                <a:srgbClr val="A6A6A6"/>
              </a:solidFill>
              <a:latin typeface="Ubuntu" panose="020B0504030602030204" pitchFamily="34" charset="0"/>
              <a:cs typeface="Arial" panose="020B0604020202020204" pitchFamily="34" charset="0"/>
            </a:endParaRPr>
          </a:p>
        </p:txBody>
      </p:sp>
      <p:sp>
        <p:nvSpPr>
          <p:cNvPr id="4" name="Rectangle 27">
            <a:extLst>
              <a:ext uri="{FF2B5EF4-FFF2-40B4-BE49-F238E27FC236}">
                <a16:creationId xmlns:a16="http://schemas.microsoft.com/office/drawing/2014/main" id="{A483B4A3-6BE7-998F-0827-15299D44736D}"/>
              </a:ext>
            </a:extLst>
          </p:cNvPr>
          <p:cNvSpPr/>
          <p:nvPr userDrawn="1"/>
        </p:nvSpPr>
        <p:spPr>
          <a:xfrm>
            <a:off x="7227070" y="6517871"/>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a:solidFill>
                  <a:srgbClr val="A6A6A6"/>
                </a:solidFill>
                <a:latin typeface="Ubuntu" panose="020B0504030602030204" pitchFamily="34" charset="0"/>
                <a:cs typeface="Arial" panose="020B0604020202020204" pitchFamily="34" charset="0"/>
              </a:rPr>
              <a:t>Company</a:t>
            </a:r>
            <a:r>
              <a:rPr lang="en-GB" sz="700" baseline="0">
                <a:solidFill>
                  <a:srgbClr val="A6A6A6"/>
                </a:solidFill>
                <a:latin typeface="Ubuntu" panose="020B0504030602030204" pitchFamily="34" charset="0"/>
                <a:cs typeface="Arial" panose="020B0604020202020204" pitchFamily="34" charset="0"/>
              </a:rPr>
              <a:t> </a:t>
            </a:r>
            <a:r>
              <a:rPr lang="en-GB" sz="700">
                <a:solidFill>
                  <a:srgbClr val="A6A6A6"/>
                </a:solidFill>
                <a:latin typeface="Ubuntu" panose="020B0504030602030204" pitchFamily="34" charset="0"/>
                <a:cs typeface="Arial" panose="020B0604020202020204" pitchFamily="34" charset="0"/>
              </a:rPr>
              <a:t>Confidential © Capgemini 2026. All rights reserved  |</a:t>
            </a:r>
          </a:p>
        </p:txBody>
      </p:sp>
      <p:pic>
        <p:nvPicPr>
          <p:cNvPr id="5" name="Picture 4">
            <a:extLst>
              <a:ext uri="{FF2B5EF4-FFF2-40B4-BE49-F238E27FC236}">
                <a16:creationId xmlns:a16="http://schemas.microsoft.com/office/drawing/2014/main" id="{9BF6F803-4072-B251-C316-7DB6B8DEC7DD}"/>
              </a:ext>
            </a:extLst>
          </p:cNvPr>
          <p:cNvPicPr>
            <a:picLocks noChangeAspect="1"/>
          </p:cNvPicPr>
          <p:nvPr userDrawn="1"/>
        </p:nvPicPr>
        <p:blipFill>
          <a:blip r:embed="rId104">
            <a:biLevel thresh="25000"/>
          </a:blip>
          <a:srcRect l="81696" b="14494"/>
          <a:stretch>
            <a:fillRect/>
          </a:stretch>
        </p:blipFill>
        <p:spPr>
          <a:xfrm>
            <a:off x="11466576" y="170000"/>
            <a:ext cx="442140" cy="462340"/>
          </a:xfrm>
          <a:prstGeom prst="rect">
            <a:avLst/>
          </a:prstGeom>
        </p:spPr>
      </p:pic>
      <p:sp>
        <p:nvSpPr>
          <p:cNvPr id="6" name="Rectangle 27">
            <a:extLst>
              <a:ext uri="{FF2B5EF4-FFF2-40B4-BE49-F238E27FC236}">
                <a16:creationId xmlns:a16="http://schemas.microsoft.com/office/drawing/2014/main" id="{4C030E17-C486-D66E-6D00-2A5F1C8F19C9}"/>
              </a:ext>
            </a:extLst>
          </p:cNvPr>
          <p:cNvSpPr/>
          <p:nvPr userDrawn="1"/>
        </p:nvSpPr>
        <p:spPr>
          <a:xfrm>
            <a:off x="404813" y="6517658"/>
            <a:ext cx="4532162" cy="219456"/>
          </a:xfrm>
          <a:prstGeom prst="rect">
            <a:avLst/>
          </a:prstGeom>
        </p:spPr>
        <p:txBody>
          <a:bodyPr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700">
                <a:solidFill>
                  <a:srgbClr val="A6A6A6"/>
                </a:solidFill>
                <a:latin typeface="Ubuntu" panose="020B0504030602030204" pitchFamily="34" charset="0"/>
                <a:cs typeface="Arial" panose="020B0604020202020204" pitchFamily="34" charset="0"/>
              </a:rPr>
              <a:t>Capgemini response to Liberty Networks RFP for Cost Transformation Initiative</a:t>
            </a:r>
            <a:endParaRPr lang="en-GB" sz="700">
              <a:solidFill>
                <a:srgbClr val="A6A6A6"/>
              </a:solidFill>
              <a:latin typeface="Ubuntu" panose="020B0504030602030204" pitchFamily="34" charset="0"/>
              <a:cs typeface="Arial" panose="020B0604020202020204" pitchFamily="34" charset="0"/>
            </a:endParaRPr>
          </a:p>
        </p:txBody>
      </p:sp>
    </p:spTree>
    <p:extLst>
      <p:ext uri="{BB962C8B-B14F-4D97-AF65-F5344CB8AC3E}">
        <p14:creationId xmlns:p14="http://schemas.microsoft.com/office/powerpoint/2010/main" val="2719133398"/>
      </p:ext>
    </p:extLst>
  </p:cSld>
  <p:clrMap bg1="lt1" tx1="dk1" bg2="lt2" tx2="dk2" accent1="accent1" accent2="accent2" accent3="accent3" accent4="accent4" accent5="accent5" accent6="accent6" hlink="hlink" folHlink="folHlink"/>
  <p:sldLayoutIdLst>
    <p:sldLayoutId id="2147484127" r:id="rId1"/>
    <p:sldLayoutId id="2147484129" r:id="rId2"/>
    <p:sldLayoutId id="2147484278" r:id="rId3"/>
    <p:sldLayoutId id="2147484296" r:id="rId4"/>
    <p:sldLayoutId id="2147484301" r:id="rId5"/>
    <p:sldLayoutId id="2147484502" r:id="rId6"/>
    <p:sldLayoutId id="2147484503" r:id="rId7"/>
    <p:sldLayoutId id="2147484508" r:id="rId8"/>
    <p:sldLayoutId id="2147485001" r:id="rId9"/>
    <p:sldLayoutId id="2147484878" r:id="rId10"/>
    <p:sldLayoutId id="2147484879" r:id="rId11"/>
    <p:sldLayoutId id="2147484880" r:id="rId12"/>
    <p:sldLayoutId id="2147484881" r:id="rId13"/>
    <p:sldLayoutId id="2147484882" r:id="rId14"/>
    <p:sldLayoutId id="2147484883" r:id="rId15"/>
    <p:sldLayoutId id="2147484884" r:id="rId16"/>
    <p:sldLayoutId id="2147484885" r:id="rId17"/>
    <p:sldLayoutId id="2147484886" r:id="rId18"/>
    <p:sldLayoutId id="2147484887" r:id="rId19"/>
    <p:sldLayoutId id="2147484888" r:id="rId20"/>
    <p:sldLayoutId id="2147484889" r:id="rId21"/>
    <p:sldLayoutId id="2147484890" r:id="rId22"/>
    <p:sldLayoutId id="2147484891" r:id="rId23"/>
    <p:sldLayoutId id="2147484892" r:id="rId24"/>
    <p:sldLayoutId id="2147484893" r:id="rId25"/>
    <p:sldLayoutId id="2147484894" r:id="rId26"/>
    <p:sldLayoutId id="2147484898" r:id="rId27"/>
    <p:sldLayoutId id="2147484899" r:id="rId28"/>
    <p:sldLayoutId id="2147484903" r:id="rId29"/>
    <p:sldLayoutId id="2147484904" r:id="rId30"/>
    <p:sldLayoutId id="2147484905" r:id="rId31"/>
    <p:sldLayoutId id="2147484906" r:id="rId32"/>
    <p:sldLayoutId id="2147484908" r:id="rId33"/>
    <p:sldLayoutId id="2147484909" r:id="rId34"/>
    <p:sldLayoutId id="2147484910" r:id="rId35"/>
    <p:sldLayoutId id="2147484911" r:id="rId36"/>
    <p:sldLayoutId id="2147484918" r:id="rId37"/>
    <p:sldLayoutId id="2147484924" r:id="rId38"/>
    <p:sldLayoutId id="2147484925" r:id="rId39"/>
    <p:sldLayoutId id="2147484931" r:id="rId40"/>
    <p:sldLayoutId id="2147484933" r:id="rId41"/>
    <p:sldLayoutId id="2147484934" r:id="rId42"/>
    <p:sldLayoutId id="2147484935" r:id="rId43"/>
    <p:sldLayoutId id="2147484954" r:id="rId44"/>
    <p:sldLayoutId id="2147484955" r:id="rId45"/>
    <p:sldLayoutId id="2147484957" r:id="rId46"/>
    <p:sldLayoutId id="2147484958" r:id="rId47"/>
    <p:sldLayoutId id="2147484959" r:id="rId48"/>
    <p:sldLayoutId id="2147484960" r:id="rId49"/>
    <p:sldLayoutId id="2147484961" r:id="rId50"/>
    <p:sldLayoutId id="2147484962" r:id="rId51"/>
    <p:sldLayoutId id="2147484963" r:id="rId52"/>
    <p:sldLayoutId id="2147484964" r:id="rId53"/>
    <p:sldLayoutId id="2147484965" r:id="rId54"/>
    <p:sldLayoutId id="2147484966" r:id="rId55"/>
    <p:sldLayoutId id="2147484967" r:id="rId56"/>
    <p:sldLayoutId id="2147484968" r:id="rId57"/>
    <p:sldLayoutId id="2147484969" r:id="rId58"/>
    <p:sldLayoutId id="2147484970" r:id="rId59"/>
    <p:sldLayoutId id="2147484971" r:id="rId60"/>
    <p:sldLayoutId id="2147484974" r:id="rId61"/>
    <p:sldLayoutId id="2147484975" r:id="rId62"/>
    <p:sldLayoutId id="2147484978" r:id="rId63"/>
    <p:sldLayoutId id="2147484979" r:id="rId64"/>
    <p:sldLayoutId id="2147484980" r:id="rId65"/>
    <p:sldLayoutId id="2147484982" r:id="rId66"/>
    <p:sldLayoutId id="2147484983" r:id="rId67"/>
    <p:sldLayoutId id="2147484984" r:id="rId68"/>
    <p:sldLayoutId id="2147484985" r:id="rId69"/>
    <p:sldLayoutId id="2147484986" r:id="rId70"/>
    <p:sldLayoutId id="2147484987" r:id="rId71"/>
    <p:sldLayoutId id="2147484989" r:id="rId72"/>
    <p:sldLayoutId id="2147484990" r:id="rId73"/>
    <p:sldLayoutId id="2147484991" r:id="rId74"/>
    <p:sldLayoutId id="2147484993" r:id="rId75"/>
    <p:sldLayoutId id="2147484994" r:id="rId76"/>
    <p:sldLayoutId id="2147484997" r:id="rId77"/>
    <p:sldLayoutId id="2147484938" r:id="rId78"/>
    <p:sldLayoutId id="2147484939" r:id="rId79"/>
    <p:sldLayoutId id="2147484940" r:id="rId80"/>
    <p:sldLayoutId id="2147484941" r:id="rId81"/>
    <p:sldLayoutId id="2147484942" r:id="rId82"/>
    <p:sldLayoutId id="2147484943" r:id="rId83"/>
    <p:sldLayoutId id="2147484944" r:id="rId84"/>
    <p:sldLayoutId id="2147484945" r:id="rId85"/>
    <p:sldLayoutId id="2147484946" r:id="rId86"/>
    <p:sldLayoutId id="2147484947" r:id="rId87"/>
    <p:sldLayoutId id="2147484948" r:id="rId88"/>
    <p:sldLayoutId id="2147484949" r:id="rId89"/>
    <p:sldLayoutId id="2147484952" r:id="rId90"/>
    <p:sldLayoutId id="2147485004" r:id="rId91"/>
    <p:sldLayoutId id="2147485008" r:id="rId92"/>
    <p:sldLayoutId id="2147485046" r:id="rId93"/>
    <p:sldLayoutId id="2147485055" r:id="rId94"/>
    <p:sldLayoutId id="2147485056" r:id="rId95"/>
    <p:sldLayoutId id="2147485057" r:id="rId96"/>
    <p:sldLayoutId id="2147485059" r:id="rId97"/>
    <p:sldLayoutId id="2147485068" r:id="rId98"/>
  </p:sldLayoutIdLst>
  <p:hf sldNum="0" hdr="0" ftr="0" dt="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en-US" sz="2800" b="0" i="0" u="none" strike="noStrike" kern="1200" cap="none" spc="0" normalizeH="0" baseline="0" noProof="0" dirty="0">
          <a:ln>
            <a:noFill/>
          </a:ln>
          <a:solidFill>
            <a:schemeClr val="tx1"/>
          </a:solidFill>
          <a:effectLst/>
          <a:uLnTx/>
          <a:uFillTx/>
          <a:latin typeface="+mj-lt"/>
          <a:ea typeface="+mj-ea"/>
          <a:cs typeface="+mj-cs"/>
        </a:defRPr>
      </a:lvl1pPr>
    </p:titleStyle>
    <p:bodyStyle>
      <a:lvl1pPr marL="0" indent="0" algn="l" defTabSz="914400" rtl="0" eaLnBrk="1" latinLnBrk="0" hangingPunct="1">
        <a:lnSpc>
          <a:spcPct val="100000"/>
        </a:lnSpc>
        <a:spcBef>
          <a:spcPts val="0"/>
        </a:spcBef>
        <a:spcAft>
          <a:spcPts val="600"/>
        </a:spcAft>
        <a:buFont typeface="Arial" panose="020B0604020202020204" pitchFamily="34" charset="0"/>
        <a:buNone/>
        <a:defRPr sz="1400" kern="1200">
          <a:solidFill>
            <a:schemeClr val="tx1"/>
          </a:solidFill>
          <a:latin typeface="+mn-lt"/>
          <a:ea typeface="+mn-ea"/>
          <a:cs typeface="+mn-cs"/>
        </a:defRPr>
      </a:lvl1pPr>
      <a:lvl2pPr marL="180975" indent="-180975" algn="l" defTabSz="914400" rtl="0" eaLnBrk="1" latinLnBrk="0" hangingPunct="1">
        <a:lnSpc>
          <a:spcPct val="100000"/>
        </a:lnSpc>
        <a:spcBef>
          <a:spcPts val="0"/>
        </a:spcBef>
        <a:spcAft>
          <a:spcPts val="600"/>
        </a:spcAft>
        <a:buClr>
          <a:schemeClr val="accent2"/>
        </a:buClr>
        <a:buFont typeface="Wingdings" panose="05000000000000000000" pitchFamily="2" charset="2"/>
        <a:buChar char="§"/>
        <a:defRPr sz="1400" kern="1200">
          <a:solidFill>
            <a:schemeClr val="tx1"/>
          </a:solidFill>
          <a:latin typeface="+mn-lt"/>
          <a:ea typeface="+mn-ea"/>
          <a:cs typeface="+mn-cs"/>
        </a:defRPr>
      </a:lvl2pPr>
      <a:lvl3pPr marL="360000" indent="-180000" algn="l" defTabSz="914400" rtl="0" eaLnBrk="1" latinLnBrk="0" hangingPunct="1">
        <a:lnSpc>
          <a:spcPct val="100000"/>
        </a:lnSpc>
        <a:spcBef>
          <a:spcPts val="0"/>
        </a:spcBef>
        <a:spcAft>
          <a:spcPts val="600"/>
        </a:spcAft>
        <a:buClr>
          <a:schemeClr val="accent2"/>
        </a:buClr>
        <a:buFont typeface="Arial" panose="020B0604020202020204" pitchFamily="34" charset="0"/>
        <a:buChar char="•"/>
        <a:defRPr sz="1400" kern="1200">
          <a:solidFill>
            <a:schemeClr val="tx1"/>
          </a:solidFill>
          <a:latin typeface="+mn-lt"/>
          <a:ea typeface="+mn-ea"/>
          <a:cs typeface="+mn-cs"/>
        </a:defRPr>
      </a:lvl3pPr>
      <a:lvl4pPr marL="539750" indent="-180000" algn="l" defTabSz="914400" rtl="0" eaLnBrk="1" latinLnBrk="0" hangingPunct="1">
        <a:lnSpc>
          <a:spcPct val="100000"/>
        </a:lnSpc>
        <a:spcBef>
          <a:spcPts val="0"/>
        </a:spcBef>
        <a:spcAft>
          <a:spcPts val="600"/>
        </a:spcAft>
        <a:buClr>
          <a:schemeClr val="accent2"/>
        </a:buClr>
        <a:buFont typeface="Verdana" panose="020B0604030504040204" pitchFamily="34" charset="0"/>
        <a:buChar char="‒"/>
        <a:tabLst/>
        <a:defRPr sz="1400" kern="1200">
          <a:solidFill>
            <a:schemeClr val="tx1"/>
          </a:solidFill>
          <a:latin typeface="+mn-lt"/>
          <a:ea typeface="+mn-ea"/>
          <a:cs typeface="+mn-cs"/>
        </a:defRPr>
      </a:lvl4pPr>
      <a:lvl5pPr marL="719138" indent="-180975" algn="l" defTabSz="914400" rtl="0" eaLnBrk="1" latinLnBrk="0" hangingPunct="1">
        <a:lnSpc>
          <a:spcPct val="100000"/>
        </a:lnSpc>
        <a:spcBef>
          <a:spcPts val="0"/>
        </a:spcBef>
        <a:spcAft>
          <a:spcPts val="600"/>
        </a:spcAft>
        <a:buClr>
          <a:schemeClr val="accent2"/>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8" orient="horz" pos="663" userDrawn="1">
          <p15:clr>
            <a:srgbClr val="F26B43"/>
          </p15:clr>
        </p15:guide>
        <p15:guide id="19" orient="horz" pos="4320" userDrawn="1">
          <p15:clr>
            <a:srgbClr val="F26B43"/>
          </p15:clr>
        </p15:guide>
        <p15:guide id="20" pos="257" userDrawn="1">
          <p15:clr>
            <a:srgbClr val="F26B43"/>
          </p15:clr>
        </p15:guide>
        <p15:guide id="21" pos="3840">
          <p15:clr>
            <a:srgbClr val="F26B43"/>
          </p15:clr>
        </p15:guide>
        <p15:guide id="22" pos="7423" userDrawn="1">
          <p15:clr>
            <a:srgbClr val="F26B43"/>
          </p15:clr>
        </p15:guide>
        <p15:guide id="23" orient="horz" pos="255" userDrawn="1">
          <p15:clr>
            <a:srgbClr val="F26B43"/>
          </p15:clr>
        </p15:guide>
        <p15:guide id="24" orient="horz" pos="1026">
          <p15:clr>
            <a:srgbClr val="F26B43"/>
          </p15:clr>
        </p15:guide>
        <p15:guide id="26" orient="horz" pos="4065" userDrawn="1">
          <p15:clr>
            <a:srgbClr val="F26B43"/>
          </p15:clr>
        </p15:guide>
        <p15:guide id="27" orient="horz" pos="890" userDrawn="1">
          <p15:clr>
            <a:srgbClr val="F26B43"/>
          </p15:clr>
        </p15:guide>
        <p15:guide id="28" pos="3783" userDrawn="1">
          <p15:clr>
            <a:srgbClr val="F26B43"/>
          </p15:clr>
        </p15:guide>
        <p15:guide id="29" pos="3897"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accent4"/>
        </a:solidFill>
        <a:effectLst/>
      </p:bgPr>
    </p:bg>
    <p:spTree>
      <p:nvGrpSpPr>
        <p:cNvPr id="1" name=""/>
        <p:cNvGrpSpPr/>
        <p:nvPr/>
      </p:nvGrpSpPr>
      <p:grpSpPr>
        <a:xfrm>
          <a:off x="0" y="0"/>
          <a:ext cx="0" cy="0"/>
          <a:chOff x="0" y="0"/>
          <a:chExt cx="0" cy="0"/>
        </a:xfrm>
      </p:grpSpPr>
      <p:graphicFrame>
        <p:nvGraphicFramePr>
          <p:cNvPr id="21" name="Object 20" hidden="1"/>
          <p:cNvGraphicFramePr>
            <a:graphicFrameLocks noChangeAspect="1"/>
          </p:cNvGraphicFramePr>
          <p:nvPr>
            <p:custDataLst>
              <p:tags r:id="rId16"/>
            </p:custDataLst>
            <p:extLst>
              <p:ext uri="{D42A27DB-BD31-4B8C-83A1-F6EECF244321}">
                <p14:modId xmlns:p14="http://schemas.microsoft.com/office/powerpoint/2010/main" val="197578679"/>
              </p:ext>
            </p:ext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17" imgW="270" imgH="270" progId="TCLayout.ActiveDocument.1">
                  <p:embed/>
                </p:oleObj>
              </mc:Choice>
              <mc:Fallback>
                <p:oleObj name="think-cell Slide" r:id="rId17" imgW="270" imgH="270" progId="TCLayout.ActiveDocument.1">
                  <p:embed/>
                  <p:pic>
                    <p:nvPicPr>
                      <p:cNvPr id="21" name="Object 20" hidden="1"/>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p:spPr>
                  </p:pic>
                </p:oleObj>
              </mc:Fallback>
            </mc:AlternateContent>
          </a:graphicData>
        </a:graphic>
      </p:graphicFrame>
      <p:sp>
        <p:nvSpPr>
          <p:cNvPr id="4" name="Text Placeholder 1"/>
          <p:cNvSpPr>
            <a:spLocks noGrp="1"/>
          </p:cNvSpPr>
          <p:nvPr>
            <p:ph type="body" idx="1"/>
          </p:nvPr>
        </p:nvSpPr>
        <p:spPr>
          <a:xfrm>
            <a:off x="404813" y="1327150"/>
            <a:ext cx="11376880" cy="5135563"/>
          </a:xfrm>
          <a:prstGeom prst="rect">
            <a:avLst/>
          </a:prstGeom>
        </p:spPr>
        <p:txBody>
          <a:bodyPr vert="horz" lIns="0" tIns="0" rIns="0" bIns="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9" name="Title Placeholder 1"/>
          <p:cNvSpPr>
            <a:spLocks noGrp="1"/>
          </p:cNvSpPr>
          <p:nvPr>
            <p:ph type="title"/>
          </p:nvPr>
        </p:nvSpPr>
        <p:spPr>
          <a:xfrm>
            <a:off x="404813" y="388188"/>
            <a:ext cx="10947772" cy="716711"/>
          </a:xfrm>
          <a:prstGeom prst="rect">
            <a:avLst/>
          </a:prstGeom>
        </p:spPr>
        <p:txBody>
          <a:bodyPr vert="horz" lIns="0" tIns="0" rIns="0" bIns="0" rtlCol="0" anchor="b">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a:t>CLICK TO INSERT TITLE</a:t>
            </a:r>
            <a:endParaRPr lang="en-US"/>
          </a:p>
        </p:txBody>
      </p:sp>
      <p:grpSp>
        <p:nvGrpSpPr>
          <p:cNvPr id="3" name="Group 2">
            <a:extLst>
              <a:ext uri="{FF2B5EF4-FFF2-40B4-BE49-F238E27FC236}">
                <a16:creationId xmlns:a16="http://schemas.microsoft.com/office/drawing/2014/main" id="{7D254FA0-1CD0-4186-9223-F354145FAE6C}"/>
              </a:ext>
            </a:extLst>
          </p:cNvPr>
          <p:cNvGrpSpPr/>
          <p:nvPr userDrawn="1"/>
        </p:nvGrpSpPr>
        <p:grpSpPr>
          <a:xfrm>
            <a:off x="12295891" y="1659"/>
            <a:ext cx="360000" cy="2069166"/>
            <a:chOff x="12498114" y="115959"/>
            <a:chExt cx="360000" cy="2069166"/>
          </a:xfrm>
        </p:grpSpPr>
        <p:sp>
          <p:nvSpPr>
            <p:cNvPr id="11" name="Rectangle 10">
              <a:extLst>
                <a:ext uri="{FF2B5EF4-FFF2-40B4-BE49-F238E27FC236}">
                  <a16:creationId xmlns:a16="http://schemas.microsoft.com/office/drawing/2014/main" id="{EF1244FD-1856-4971-9A73-AD6DF3F42A90}"/>
                </a:ext>
              </a:extLst>
            </p:cNvPr>
            <p:cNvSpPr/>
            <p:nvPr/>
          </p:nvSpPr>
          <p:spPr>
            <a:xfrm>
              <a:off x="12498114" y="115959"/>
              <a:ext cx="360000" cy="406800"/>
            </a:xfrm>
            <a:prstGeom prst="rect">
              <a:avLst/>
            </a:prstGeom>
            <a:solidFill>
              <a:srgbClr val="0070A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1</a:t>
              </a:r>
            </a:p>
            <a:p>
              <a:pPr algn="ctr">
                <a:lnSpc>
                  <a:spcPct val="90000"/>
                </a:lnSpc>
                <a:spcAft>
                  <a:spcPts val="0"/>
                </a:spcAft>
              </a:pPr>
              <a:r>
                <a:rPr lang="en-GB" sz="700">
                  <a:latin typeface="Ubuntu" panose="020B0504030602030204" pitchFamily="34" charset="0"/>
                </a:rPr>
                <a:t>112</a:t>
              </a:r>
            </a:p>
            <a:p>
              <a:pPr algn="ctr">
                <a:lnSpc>
                  <a:spcPct val="90000"/>
                </a:lnSpc>
                <a:spcAft>
                  <a:spcPts val="0"/>
                </a:spcAft>
              </a:pPr>
              <a:r>
                <a:rPr lang="en-GB" sz="700">
                  <a:latin typeface="Ubuntu" panose="020B0504030602030204" pitchFamily="34" charset="0"/>
                </a:rPr>
                <a:t>173</a:t>
              </a:r>
            </a:p>
          </p:txBody>
        </p:sp>
        <p:sp>
          <p:nvSpPr>
            <p:cNvPr id="12" name="Rectangle 11">
              <a:extLst>
                <a:ext uri="{FF2B5EF4-FFF2-40B4-BE49-F238E27FC236}">
                  <a16:creationId xmlns:a16="http://schemas.microsoft.com/office/drawing/2014/main" id="{22B40C78-6F20-4C95-AB26-B29FEC0FF747}"/>
                </a:ext>
              </a:extLst>
            </p:cNvPr>
            <p:cNvSpPr/>
            <p:nvPr/>
          </p:nvSpPr>
          <p:spPr>
            <a:xfrm>
              <a:off x="12498114" y="533371"/>
              <a:ext cx="360000" cy="4068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solidFill>
                    <a:schemeClr val="tx1"/>
                  </a:solidFill>
                  <a:latin typeface="Ubuntu" panose="020B0504030602030204" pitchFamily="34" charset="0"/>
                </a:rPr>
                <a:t>18</a:t>
              </a:r>
            </a:p>
            <a:p>
              <a:pPr algn="ctr">
                <a:lnSpc>
                  <a:spcPct val="90000"/>
                </a:lnSpc>
                <a:spcAft>
                  <a:spcPts val="0"/>
                </a:spcAft>
              </a:pPr>
              <a:r>
                <a:rPr lang="en-GB" sz="700">
                  <a:solidFill>
                    <a:schemeClr val="tx1"/>
                  </a:solidFill>
                  <a:latin typeface="Ubuntu" panose="020B0504030602030204" pitchFamily="34" charset="0"/>
                </a:rPr>
                <a:t>171</a:t>
              </a:r>
            </a:p>
            <a:p>
              <a:pPr algn="ctr">
                <a:lnSpc>
                  <a:spcPct val="90000"/>
                </a:lnSpc>
                <a:spcAft>
                  <a:spcPts val="0"/>
                </a:spcAft>
              </a:pPr>
              <a:r>
                <a:rPr lang="en-GB" sz="700">
                  <a:solidFill>
                    <a:schemeClr val="tx1"/>
                  </a:solidFill>
                  <a:latin typeface="Ubuntu" panose="020B0504030602030204" pitchFamily="34" charset="0"/>
                </a:rPr>
                <a:t>219</a:t>
              </a:r>
            </a:p>
          </p:txBody>
        </p:sp>
        <p:sp>
          <p:nvSpPr>
            <p:cNvPr id="13" name="Rectangle 12">
              <a:extLst>
                <a:ext uri="{FF2B5EF4-FFF2-40B4-BE49-F238E27FC236}">
                  <a16:creationId xmlns:a16="http://schemas.microsoft.com/office/drawing/2014/main" id="{1AED4E7D-39CE-49AE-9D4C-16EA940CBE5F}"/>
                </a:ext>
              </a:extLst>
            </p:cNvPr>
            <p:cNvSpPr/>
            <p:nvPr/>
          </p:nvSpPr>
          <p:spPr>
            <a:xfrm>
              <a:off x="12498114" y="950783"/>
              <a:ext cx="360000" cy="406800"/>
            </a:xfrm>
            <a:prstGeom prst="rect">
              <a:avLst/>
            </a:prstGeom>
            <a:solidFill>
              <a:srgbClr val="2B0A3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43</a:t>
              </a:r>
            </a:p>
            <a:p>
              <a:pPr algn="ctr">
                <a:lnSpc>
                  <a:spcPct val="90000"/>
                </a:lnSpc>
                <a:spcAft>
                  <a:spcPts val="0"/>
                </a:spcAft>
              </a:pPr>
              <a:r>
                <a:rPr lang="en-GB" sz="700">
                  <a:latin typeface="Ubuntu" panose="020B0504030602030204" pitchFamily="34" charset="0"/>
                </a:rPr>
                <a:t>10</a:t>
              </a:r>
            </a:p>
            <a:p>
              <a:pPr algn="ctr">
                <a:lnSpc>
                  <a:spcPct val="90000"/>
                </a:lnSpc>
                <a:spcAft>
                  <a:spcPts val="0"/>
                </a:spcAft>
              </a:pPr>
              <a:r>
                <a:rPr lang="en-GB" sz="700">
                  <a:latin typeface="Ubuntu" panose="020B0504030602030204" pitchFamily="34" charset="0"/>
                </a:rPr>
                <a:t>61</a:t>
              </a:r>
            </a:p>
          </p:txBody>
        </p:sp>
        <p:sp>
          <p:nvSpPr>
            <p:cNvPr id="14" name="Rectangle 13">
              <a:extLst>
                <a:ext uri="{FF2B5EF4-FFF2-40B4-BE49-F238E27FC236}">
                  <a16:creationId xmlns:a16="http://schemas.microsoft.com/office/drawing/2014/main" id="{392DC803-B0F7-4D0E-81CA-9DDCB14FA42C}"/>
                </a:ext>
              </a:extLst>
            </p:cNvPr>
            <p:cNvSpPr/>
            <p:nvPr/>
          </p:nvSpPr>
          <p:spPr>
            <a:xfrm>
              <a:off x="12498114" y="1364202"/>
              <a:ext cx="360000" cy="4068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39</a:t>
              </a:r>
            </a:p>
            <a:p>
              <a:pPr algn="ctr">
                <a:lnSpc>
                  <a:spcPct val="90000"/>
                </a:lnSpc>
                <a:spcAft>
                  <a:spcPts val="0"/>
                </a:spcAft>
              </a:pPr>
              <a:r>
                <a:rPr lang="en-GB" sz="700">
                  <a:latin typeface="Ubuntu" panose="020B0504030602030204" pitchFamily="34" charset="0"/>
                </a:rPr>
                <a:t>41</a:t>
              </a:r>
            </a:p>
            <a:p>
              <a:pPr algn="ctr">
                <a:lnSpc>
                  <a:spcPct val="90000"/>
                </a:lnSpc>
                <a:spcAft>
                  <a:spcPts val="0"/>
                </a:spcAft>
              </a:pPr>
              <a:r>
                <a:rPr lang="en-GB" sz="700">
                  <a:latin typeface="Ubuntu" panose="020B0504030602030204" pitchFamily="34" charset="0"/>
                </a:rPr>
                <a:t>54</a:t>
              </a:r>
            </a:p>
          </p:txBody>
        </p:sp>
        <p:sp>
          <p:nvSpPr>
            <p:cNvPr id="63" name="Rectangle 62">
              <a:extLst>
                <a:ext uri="{FF2B5EF4-FFF2-40B4-BE49-F238E27FC236}">
                  <a16:creationId xmlns:a16="http://schemas.microsoft.com/office/drawing/2014/main" id="{B60470E2-9B98-4C49-AC1B-A56CD2EB54B9}"/>
                </a:ext>
              </a:extLst>
            </p:cNvPr>
            <p:cNvSpPr/>
            <p:nvPr/>
          </p:nvSpPr>
          <p:spPr>
            <a:xfrm>
              <a:off x="12498114" y="1778325"/>
              <a:ext cx="360000" cy="406800"/>
            </a:xfrm>
            <a:prstGeom prst="rect">
              <a:avLst/>
            </a:prstGeom>
            <a:solidFill>
              <a:schemeClr val="bg2"/>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solidFill>
                    <a:schemeClr val="tx1"/>
                  </a:solidFill>
                  <a:latin typeface="Ubuntu" panose="020B0504030602030204" pitchFamily="34" charset="0"/>
                </a:rPr>
                <a:t>236</a:t>
              </a:r>
            </a:p>
            <a:p>
              <a:pPr algn="ctr">
                <a:lnSpc>
                  <a:spcPct val="90000"/>
                </a:lnSpc>
                <a:spcAft>
                  <a:spcPts val="0"/>
                </a:spcAft>
              </a:pPr>
              <a:r>
                <a:rPr lang="en-GB" sz="700">
                  <a:solidFill>
                    <a:schemeClr val="tx1"/>
                  </a:solidFill>
                  <a:latin typeface="Ubuntu" panose="020B0504030602030204" pitchFamily="34" charset="0"/>
                </a:rPr>
                <a:t>236</a:t>
              </a:r>
            </a:p>
            <a:p>
              <a:pPr algn="ctr">
                <a:lnSpc>
                  <a:spcPct val="90000"/>
                </a:lnSpc>
                <a:spcAft>
                  <a:spcPts val="0"/>
                </a:spcAft>
              </a:pPr>
              <a:r>
                <a:rPr lang="en-GB" sz="700">
                  <a:solidFill>
                    <a:schemeClr val="tx1"/>
                  </a:solidFill>
                  <a:latin typeface="Ubuntu" panose="020B0504030602030204" pitchFamily="34" charset="0"/>
                </a:rPr>
                <a:t>236</a:t>
              </a:r>
            </a:p>
          </p:txBody>
        </p:sp>
      </p:grpSp>
      <p:grpSp>
        <p:nvGrpSpPr>
          <p:cNvPr id="4096" name="Groupe 4095">
            <a:extLst>
              <a:ext uri="{FF2B5EF4-FFF2-40B4-BE49-F238E27FC236}">
                <a16:creationId xmlns:a16="http://schemas.microsoft.com/office/drawing/2014/main" id="{4ADC82C4-641D-4930-B946-DC8978F5F98C}"/>
              </a:ext>
            </a:extLst>
          </p:cNvPr>
          <p:cNvGrpSpPr/>
          <p:nvPr/>
        </p:nvGrpSpPr>
        <p:grpSpPr>
          <a:xfrm>
            <a:off x="12295891" y="4289244"/>
            <a:ext cx="1462993" cy="2058800"/>
            <a:chOff x="12432704" y="1992581"/>
            <a:chExt cx="1462993" cy="2058800"/>
          </a:xfrm>
        </p:grpSpPr>
        <p:sp>
          <p:nvSpPr>
            <p:cNvPr id="41" name="Forme libre : forme 40">
              <a:extLst>
                <a:ext uri="{FF2B5EF4-FFF2-40B4-BE49-F238E27FC236}">
                  <a16:creationId xmlns:a16="http://schemas.microsoft.com/office/drawing/2014/main" id="{EC826880-5A3C-4E1C-81B2-A1CB9E331DC3}"/>
                </a:ext>
              </a:extLst>
            </p:cNvPr>
            <p:cNvSpPr/>
            <p:nvPr/>
          </p:nvSpPr>
          <p:spPr>
            <a:xfrm>
              <a:off x="12800391"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8E12"/>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142</a:t>
              </a:r>
            </a:p>
            <a:p>
              <a:pPr algn="ctr">
                <a:lnSpc>
                  <a:spcPct val="90000"/>
                </a:lnSpc>
                <a:spcAft>
                  <a:spcPts val="0"/>
                </a:spcAft>
              </a:pPr>
              <a:r>
                <a:rPr lang="en-US" sz="700">
                  <a:latin typeface="Ubuntu" panose="020B0504030602030204" pitchFamily="34" charset="0"/>
                </a:rPr>
                <a:t>18</a:t>
              </a:r>
            </a:p>
          </p:txBody>
        </p:sp>
        <p:sp>
          <p:nvSpPr>
            <p:cNvPr id="42" name="Forme libre : forme 41">
              <a:extLst>
                <a:ext uri="{FF2B5EF4-FFF2-40B4-BE49-F238E27FC236}">
                  <a16:creationId xmlns:a16="http://schemas.microsoft.com/office/drawing/2014/main" id="{44796AC3-FBF9-498C-9326-20ACFCF63EE6}"/>
                </a:ext>
              </a:extLst>
            </p:cNvPr>
            <p:cNvSpPr/>
            <p:nvPr/>
          </p:nvSpPr>
          <p:spPr>
            <a:xfrm>
              <a:off x="12800391"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9C29"/>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156</a:t>
              </a:r>
            </a:p>
            <a:p>
              <a:pPr algn="ctr">
                <a:lnSpc>
                  <a:spcPct val="90000"/>
                </a:lnSpc>
                <a:spcAft>
                  <a:spcPts val="0"/>
                </a:spcAft>
              </a:pPr>
              <a:r>
                <a:rPr lang="en-US" sz="700">
                  <a:latin typeface="Ubuntu" panose="020B0504030602030204" pitchFamily="34" charset="0"/>
                </a:rPr>
                <a:t>41</a:t>
              </a:r>
            </a:p>
          </p:txBody>
        </p:sp>
        <p:sp>
          <p:nvSpPr>
            <p:cNvPr id="43" name="Forme libre : forme 42">
              <a:extLst>
                <a:ext uri="{FF2B5EF4-FFF2-40B4-BE49-F238E27FC236}">
                  <a16:creationId xmlns:a16="http://schemas.microsoft.com/office/drawing/2014/main" id="{2D1DB5D7-2017-4A8F-80D6-C8641C9CE84C}"/>
                </a:ext>
              </a:extLst>
            </p:cNvPr>
            <p:cNvSpPr/>
            <p:nvPr/>
          </p:nvSpPr>
          <p:spPr>
            <a:xfrm>
              <a:off x="12800391"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FFB24A"/>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178</a:t>
              </a:r>
            </a:p>
            <a:p>
              <a:pPr algn="ctr">
                <a:lnSpc>
                  <a:spcPct val="90000"/>
                </a:lnSpc>
                <a:spcAft>
                  <a:spcPts val="0"/>
                </a:spcAft>
              </a:pPr>
              <a:r>
                <a:rPr lang="en-US" sz="700">
                  <a:latin typeface="Ubuntu" panose="020B0504030602030204" pitchFamily="34" charset="0"/>
                </a:rPr>
                <a:t>74</a:t>
              </a:r>
            </a:p>
          </p:txBody>
        </p:sp>
        <p:sp>
          <p:nvSpPr>
            <p:cNvPr id="44" name="Forme libre : forme 43">
              <a:extLst>
                <a:ext uri="{FF2B5EF4-FFF2-40B4-BE49-F238E27FC236}">
                  <a16:creationId xmlns:a16="http://schemas.microsoft.com/office/drawing/2014/main" id="{92191BDF-6BAB-45F9-9FA1-89C34179FD61}"/>
                </a:ext>
              </a:extLst>
            </p:cNvPr>
            <p:cNvSpPr/>
            <p:nvPr/>
          </p:nvSpPr>
          <p:spPr>
            <a:xfrm>
              <a:off x="12800391"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D068"/>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208</a:t>
              </a:r>
            </a:p>
            <a:p>
              <a:pPr algn="ctr">
                <a:lnSpc>
                  <a:spcPct val="90000"/>
                </a:lnSpc>
                <a:spcAft>
                  <a:spcPts val="0"/>
                </a:spcAft>
              </a:pPr>
              <a:r>
                <a:rPr lang="en-US" sz="700">
                  <a:latin typeface="Ubuntu" panose="020B0504030602030204" pitchFamily="34" charset="0"/>
                </a:rPr>
                <a:t>104</a:t>
              </a:r>
            </a:p>
          </p:txBody>
        </p:sp>
        <p:sp>
          <p:nvSpPr>
            <p:cNvPr id="45" name="Forme libre : forme 44">
              <a:extLst>
                <a:ext uri="{FF2B5EF4-FFF2-40B4-BE49-F238E27FC236}">
                  <a16:creationId xmlns:a16="http://schemas.microsoft.com/office/drawing/2014/main" id="{EF971F25-4035-43BA-BC8C-22E9B837A713}"/>
                </a:ext>
              </a:extLst>
            </p:cNvPr>
            <p:cNvSpPr/>
            <p:nvPr/>
          </p:nvSpPr>
          <p:spPr>
            <a:xfrm>
              <a:off x="12800391"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DA80"/>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218</a:t>
              </a:r>
            </a:p>
            <a:p>
              <a:pPr algn="ctr">
                <a:lnSpc>
                  <a:spcPct val="90000"/>
                </a:lnSpc>
                <a:spcAft>
                  <a:spcPts val="0"/>
                </a:spcAft>
              </a:pPr>
              <a:r>
                <a:rPr lang="en-US" sz="700">
                  <a:latin typeface="Ubuntu" panose="020B0504030602030204" pitchFamily="34" charset="0"/>
                </a:rPr>
                <a:t>128</a:t>
              </a:r>
            </a:p>
          </p:txBody>
        </p:sp>
        <p:sp>
          <p:nvSpPr>
            <p:cNvPr id="46" name="Forme libre : forme 45">
              <a:extLst>
                <a:ext uri="{FF2B5EF4-FFF2-40B4-BE49-F238E27FC236}">
                  <a16:creationId xmlns:a16="http://schemas.microsoft.com/office/drawing/2014/main" id="{F5691FCB-A410-4C6B-963D-15CCFA8EB678}"/>
                </a:ext>
              </a:extLst>
            </p:cNvPr>
            <p:cNvSpPr/>
            <p:nvPr/>
          </p:nvSpPr>
          <p:spPr>
            <a:xfrm>
              <a:off x="13168875"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42142E"/>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66</a:t>
              </a:r>
            </a:p>
            <a:p>
              <a:pPr algn="ctr">
                <a:lnSpc>
                  <a:spcPct val="90000"/>
                </a:lnSpc>
                <a:spcAft>
                  <a:spcPts val="0"/>
                </a:spcAft>
              </a:pPr>
              <a:r>
                <a:rPr lang="en-US" sz="700">
                  <a:solidFill>
                    <a:schemeClr val="bg1"/>
                  </a:solidFill>
                  <a:latin typeface="Ubuntu" panose="020B0504030602030204" pitchFamily="34" charset="0"/>
                </a:rPr>
                <a:t>20</a:t>
              </a:r>
            </a:p>
            <a:p>
              <a:pPr algn="ctr">
                <a:lnSpc>
                  <a:spcPct val="90000"/>
                </a:lnSpc>
                <a:spcAft>
                  <a:spcPts val="0"/>
                </a:spcAft>
              </a:pPr>
              <a:r>
                <a:rPr lang="en-US" sz="700">
                  <a:solidFill>
                    <a:schemeClr val="bg1"/>
                  </a:solidFill>
                  <a:latin typeface="Ubuntu" panose="020B0504030602030204" pitchFamily="34" charset="0"/>
                </a:rPr>
                <a:t>46</a:t>
              </a:r>
            </a:p>
          </p:txBody>
        </p:sp>
        <p:sp>
          <p:nvSpPr>
            <p:cNvPr id="47" name="Forme libre : forme 46">
              <a:extLst>
                <a:ext uri="{FF2B5EF4-FFF2-40B4-BE49-F238E27FC236}">
                  <a16:creationId xmlns:a16="http://schemas.microsoft.com/office/drawing/2014/main" id="{D0F79893-1FFE-4F7F-B020-867CE988C67E}"/>
                </a:ext>
              </a:extLst>
            </p:cNvPr>
            <p:cNvSpPr/>
            <p:nvPr/>
          </p:nvSpPr>
          <p:spPr>
            <a:xfrm>
              <a:off x="13168875"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590A42"/>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89</a:t>
              </a:r>
            </a:p>
            <a:p>
              <a:pPr algn="ctr">
                <a:lnSpc>
                  <a:spcPct val="90000"/>
                </a:lnSpc>
                <a:spcAft>
                  <a:spcPts val="0"/>
                </a:spcAft>
              </a:pPr>
              <a:r>
                <a:rPr lang="en-US" sz="700">
                  <a:solidFill>
                    <a:schemeClr val="bg1"/>
                  </a:solidFill>
                  <a:latin typeface="Ubuntu" panose="020B0504030602030204" pitchFamily="34" charset="0"/>
                </a:rPr>
                <a:t>10</a:t>
              </a:r>
            </a:p>
            <a:p>
              <a:pPr algn="ctr">
                <a:lnSpc>
                  <a:spcPct val="90000"/>
                </a:lnSpc>
                <a:spcAft>
                  <a:spcPts val="0"/>
                </a:spcAft>
              </a:pPr>
              <a:r>
                <a:rPr lang="en-US" sz="700">
                  <a:solidFill>
                    <a:schemeClr val="bg1"/>
                  </a:solidFill>
                  <a:latin typeface="Ubuntu" panose="020B0504030602030204" pitchFamily="34" charset="0"/>
                </a:rPr>
                <a:t>66</a:t>
              </a:r>
            </a:p>
          </p:txBody>
        </p:sp>
        <p:sp>
          <p:nvSpPr>
            <p:cNvPr id="48" name="Forme libre : forme 47">
              <a:extLst>
                <a:ext uri="{FF2B5EF4-FFF2-40B4-BE49-F238E27FC236}">
                  <a16:creationId xmlns:a16="http://schemas.microsoft.com/office/drawing/2014/main" id="{4BC28B06-4332-436B-9E8F-27299D73CB0F}"/>
                </a:ext>
              </a:extLst>
            </p:cNvPr>
            <p:cNvSpPr/>
            <p:nvPr/>
          </p:nvSpPr>
          <p:spPr>
            <a:xfrm>
              <a:off x="13168875"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750D5C"/>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117</a:t>
              </a:r>
            </a:p>
            <a:p>
              <a:pPr algn="ctr">
                <a:lnSpc>
                  <a:spcPct val="90000"/>
                </a:lnSpc>
                <a:spcAft>
                  <a:spcPts val="0"/>
                </a:spcAft>
              </a:pPr>
              <a:r>
                <a:rPr lang="en-US" sz="700">
                  <a:solidFill>
                    <a:schemeClr val="bg1"/>
                  </a:solidFill>
                  <a:latin typeface="Ubuntu" panose="020B0504030602030204" pitchFamily="34" charset="0"/>
                </a:rPr>
                <a:t>13</a:t>
              </a:r>
            </a:p>
            <a:p>
              <a:pPr algn="ctr">
                <a:lnSpc>
                  <a:spcPct val="90000"/>
                </a:lnSpc>
                <a:spcAft>
                  <a:spcPts val="0"/>
                </a:spcAft>
              </a:pPr>
              <a:r>
                <a:rPr lang="en-US" sz="700">
                  <a:solidFill>
                    <a:schemeClr val="bg1"/>
                  </a:solidFill>
                  <a:latin typeface="Ubuntu" panose="020B0504030602030204" pitchFamily="34" charset="0"/>
                </a:rPr>
                <a:t>92</a:t>
              </a:r>
            </a:p>
          </p:txBody>
        </p:sp>
        <p:sp>
          <p:nvSpPr>
            <p:cNvPr id="49" name="Forme libre : forme 48">
              <a:extLst>
                <a:ext uri="{FF2B5EF4-FFF2-40B4-BE49-F238E27FC236}">
                  <a16:creationId xmlns:a16="http://schemas.microsoft.com/office/drawing/2014/main" id="{90419B70-8C46-4DE8-9DD4-F2A6106ED6F5}"/>
                </a:ext>
              </a:extLst>
            </p:cNvPr>
            <p:cNvSpPr/>
            <p:nvPr/>
          </p:nvSpPr>
          <p:spPr>
            <a:xfrm>
              <a:off x="13168875"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802B73"/>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128</a:t>
              </a:r>
            </a:p>
            <a:p>
              <a:pPr algn="ctr">
                <a:lnSpc>
                  <a:spcPct val="90000"/>
                </a:lnSpc>
                <a:spcAft>
                  <a:spcPts val="0"/>
                </a:spcAft>
              </a:pPr>
              <a:r>
                <a:rPr lang="en-US" sz="700">
                  <a:solidFill>
                    <a:schemeClr val="bg1"/>
                  </a:solidFill>
                  <a:latin typeface="Ubuntu" panose="020B0504030602030204" pitchFamily="34" charset="0"/>
                </a:rPr>
                <a:t>43</a:t>
              </a:r>
            </a:p>
            <a:p>
              <a:pPr algn="ctr">
                <a:lnSpc>
                  <a:spcPct val="90000"/>
                </a:lnSpc>
                <a:spcAft>
                  <a:spcPts val="0"/>
                </a:spcAft>
              </a:pPr>
              <a:r>
                <a:rPr lang="en-US" sz="700">
                  <a:solidFill>
                    <a:schemeClr val="bg1"/>
                  </a:solidFill>
                  <a:latin typeface="Ubuntu" panose="020B0504030602030204" pitchFamily="34" charset="0"/>
                </a:rPr>
                <a:t>115</a:t>
              </a:r>
            </a:p>
          </p:txBody>
        </p:sp>
        <p:sp>
          <p:nvSpPr>
            <p:cNvPr id="50" name="Forme libre : forme 49">
              <a:extLst>
                <a:ext uri="{FF2B5EF4-FFF2-40B4-BE49-F238E27FC236}">
                  <a16:creationId xmlns:a16="http://schemas.microsoft.com/office/drawing/2014/main" id="{0A0CFFBA-E8FE-434D-9D74-BB9F352B4723}"/>
                </a:ext>
              </a:extLst>
            </p:cNvPr>
            <p:cNvSpPr/>
            <p:nvPr/>
          </p:nvSpPr>
          <p:spPr>
            <a:xfrm>
              <a:off x="13168875"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9E47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158</a:t>
              </a:r>
            </a:p>
            <a:p>
              <a:pPr algn="ctr">
                <a:lnSpc>
                  <a:spcPct val="90000"/>
                </a:lnSpc>
                <a:spcAft>
                  <a:spcPts val="0"/>
                </a:spcAft>
              </a:pPr>
              <a:r>
                <a:rPr lang="en-US" sz="700">
                  <a:solidFill>
                    <a:schemeClr val="bg1"/>
                  </a:solidFill>
                  <a:latin typeface="Ubuntu" panose="020B0504030602030204" pitchFamily="34" charset="0"/>
                </a:rPr>
                <a:t>71</a:t>
              </a:r>
            </a:p>
            <a:p>
              <a:pPr algn="ctr">
                <a:lnSpc>
                  <a:spcPct val="90000"/>
                </a:lnSpc>
                <a:spcAft>
                  <a:spcPts val="0"/>
                </a:spcAft>
              </a:pPr>
              <a:r>
                <a:rPr lang="en-US" sz="700">
                  <a:solidFill>
                    <a:schemeClr val="bg1"/>
                  </a:solidFill>
                  <a:latin typeface="Ubuntu" panose="020B0504030602030204" pitchFamily="34" charset="0"/>
                </a:rPr>
                <a:t>128</a:t>
              </a:r>
            </a:p>
          </p:txBody>
        </p:sp>
        <p:sp>
          <p:nvSpPr>
            <p:cNvPr id="51" name="Forme libre : forme 50">
              <a:extLst>
                <a:ext uri="{FF2B5EF4-FFF2-40B4-BE49-F238E27FC236}">
                  <a16:creationId xmlns:a16="http://schemas.microsoft.com/office/drawing/2014/main" id="{D041A42A-2FF1-4516-85CE-87051937629F}"/>
                </a:ext>
              </a:extLst>
            </p:cNvPr>
            <p:cNvSpPr/>
            <p:nvPr/>
          </p:nvSpPr>
          <p:spPr>
            <a:xfrm>
              <a:off x="13535697"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A6001A"/>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166</a:t>
              </a:r>
            </a:p>
            <a:p>
              <a:pPr algn="ctr">
                <a:lnSpc>
                  <a:spcPct val="90000"/>
                </a:lnSpc>
                <a:spcAft>
                  <a:spcPts val="0"/>
                </a:spcAft>
              </a:pPr>
              <a:r>
                <a:rPr lang="en-US" sz="700">
                  <a:solidFill>
                    <a:schemeClr val="bg1"/>
                  </a:solidFill>
                  <a:latin typeface="Ubuntu" panose="020B0504030602030204" pitchFamily="34" charset="0"/>
                </a:rPr>
                <a:t>0</a:t>
              </a:r>
            </a:p>
            <a:p>
              <a:pPr algn="ctr">
                <a:lnSpc>
                  <a:spcPct val="90000"/>
                </a:lnSpc>
                <a:spcAft>
                  <a:spcPts val="0"/>
                </a:spcAft>
              </a:pPr>
              <a:r>
                <a:rPr lang="en-US" sz="700">
                  <a:solidFill>
                    <a:schemeClr val="bg1"/>
                  </a:solidFill>
                  <a:latin typeface="Ubuntu" panose="020B0504030602030204" pitchFamily="34" charset="0"/>
                </a:rPr>
                <a:t>26</a:t>
              </a:r>
            </a:p>
          </p:txBody>
        </p:sp>
        <p:sp>
          <p:nvSpPr>
            <p:cNvPr id="52" name="Forme libre : forme 51">
              <a:extLst>
                <a:ext uri="{FF2B5EF4-FFF2-40B4-BE49-F238E27FC236}">
                  <a16:creationId xmlns:a16="http://schemas.microsoft.com/office/drawing/2014/main" id="{02084D3E-01E3-4506-9076-881D83455262}"/>
                </a:ext>
              </a:extLst>
            </p:cNvPr>
            <p:cNvSpPr/>
            <p:nvPr/>
          </p:nvSpPr>
          <p:spPr>
            <a:xfrm>
              <a:off x="13535697"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E30021"/>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227</a:t>
              </a:r>
            </a:p>
            <a:p>
              <a:pPr algn="ctr">
                <a:lnSpc>
                  <a:spcPct val="90000"/>
                </a:lnSpc>
                <a:spcAft>
                  <a:spcPts val="0"/>
                </a:spcAft>
              </a:pPr>
              <a:r>
                <a:rPr lang="en-US" sz="700">
                  <a:solidFill>
                    <a:schemeClr val="bg1"/>
                  </a:solidFill>
                  <a:latin typeface="Ubuntu" panose="020B0504030602030204" pitchFamily="34" charset="0"/>
                </a:rPr>
                <a:t>03</a:t>
              </a:r>
            </a:p>
            <a:p>
              <a:pPr algn="ctr">
                <a:lnSpc>
                  <a:spcPct val="90000"/>
                </a:lnSpc>
                <a:spcAft>
                  <a:spcPts val="0"/>
                </a:spcAft>
              </a:pPr>
              <a:r>
                <a:rPr lang="en-US" sz="700">
                  <a:solidFill>
                    <a:schemeClr val="bg1"/>
                  </a:solidFill>
                  <a:latin typeface="Ubuntu" panose="020B0504030602030204" pitchFamily="34" charset="0"/>
                </a:rPr>
                <a:t>33</a:t>
              </a:r>
            </a:p>
          </p:txBody>
        </p:sp>
        <p:sp>
          <p:nvSpPr>
            <p:cNvPr id="53" name="Forme libre : forme 52">
              <a:extLst>
                <a:ext uri="{FF2B5EF4-FFF2-40B4-BE49-F238E27FC236}">
                  <a16:creationId xmlns:a16="http://schemas.microsoft.com/office/drawing/2014/main" id="{96939CDC-56D5-42B9-843A-231E1C541E5D}"/>
                </a:ext>
              </a:extLst>
            </p:cNvPr>
            <p:cNvSpPr/>
            <p:nvPr/>
          </p:nvSpPr>
          <p:spPr>
            <a:xfrm>
              <a:off x="13535697"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FF304D"/>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48</a:t>
              </a:r>
            </a:p>
            <a:p>
              <a:pPr algn="ctr">
                <a:lnSpc>
                  <a:spcPct val="90000"/>
                </a:lnSpc>
                <a:spcAft>
                  <a:spcPts val="0"/>
                </a:spcAft>
              </a:pPr>
              <a:r>
                <a:rPr lang="en-US" sz="700">
                  <a:latin typeface="Ubuntu" panose="020B0504030602030204" pitchFamily="34" charset="0"/>
                </a:rPr>
                <a:t>77</a:t>
              </a:r>
            </a:p>
          </p:txBody>
        </p:sp>
        <p:sp>
          <p:nvSpPr>
            <p:cNvPr id="54" name="Forme libre : forme 53">
              <a:extLst>
                <a:ext uri="{FF2B5EF4-FFF2-40B4-BE49-F238E27FC236}">
                  <a16:creationId xmlns:a16="http://schemas.microsoft.com/office/drawing/2014/main" id="{66B49780-B844-4D04-8283-E12AAC6933AF}"/>
                </a:ext>
              </a:extLst>
            </p:cNvPr>
            <p:cNvSpPr/>
            <p:nvPr/>
          </p:nvSpPr>
          <p:spPr>
            <a:xfrm>
              <a:off x="13535697"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455E"/>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69</a:t>
              </a:r>
            </a:p>
            <a:p>
              <a:pPr algn="ctr">
                <a:lnSpc>
                  <a:spcPct val="90000"/>
                </a:lnSpc>
                <a:spcAft>
                  <a:spcPts val="0"/>
                </a:spcAft>
              </a:pPr>
              <a:r>
                <a:rPr lang="en-US" sz="700">
                  <a:latin typeface="Ubuntu" panose="020B0504030602030204" pitchFamily="34" charset="0"/>
                </a:rPr>
                <a:t>94</a:t>
              </a:r>
            </a:p>
          </p:txBody>
        </p:sp>
        <p:sp>
          <p:nvSpPr>
            <p:cNvPr id="55" name="Forme libre : forme 54">
              <a:extLst>
                <a:ext uri="{FF2B5EF4-FFF2-40B4-BE49-F238E27FC236}">
                  <a16:creationId xmlns:a16="http://schemas.microsoft.com/office/drawing/2014/main" id="{FF82BEF1-5FD1-4558-9313-1606ABF3D69C}"/>
                </a:ext>
              </a:extLst>
            </p:cNvPr>
            <p:cNvSpPr/>
            <p:nvPr/>
          </p:nvSpPr>
          <p:spPr>
            <a:xfrm>
              <a:off x="13535697"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5770"/>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87</a:t>
              </a:r>
            </a:p>
            <a:p>
              <a:pPr algn="ctr">
                <a:lnSpc>
                  <a:spcPct val="90000"/>
                </a:lnSpc>
                <a:spcAft>
                  <a:spcPts val="0"/>
                </a:spcAft>
              </a:pPr>
              <a:r>
                <a:rPr lang="en-US" sz="700">
                  <a:latin typeface="Ubuntu" panose="020B0504030602030204" pitchFamily="34" charset="0"/>
                </a:rPr>
                <a:t>112</a:t>
              </a:r>
            </a:p>
          </p:txBody>
        </p:sp>
        <p:sp>
          <p:nvSpPr>
            <p:cNvPr id="56" name="Forme libre : forme 55">
              <a:extLst>
                <a:ext uri="{FF2B5EF4-FFF2-40B4-BE49-F238E27FC236}">
                  <a16:creationId xmlns:a16="http://schemas.microsoft.com/office/drawing/2014/main" id="{86AAEC8D-AC95-4215-80AB-61B5B47B8691}"/>
                </a:ext>
              </a:extLst>
            </p:cNvPr>
            <p:cNvSpPr/>
            <p:nvPr/>
          </p:nvSpPr>
          <p:spPr>
            <a:xfrm>
              <a:off x="12432704"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811B6F"/>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129</a:t>
              </a:r>
            </a:p>
            <a:p>
              <a:pPr algn="ctr">
                <a:lnSpc>
                  <a:spcPct val="90000"/>
                </a:lnSpc>
                <a:spcAft>
                  <a:spcPts val="0"/>
                </a:spcAft>
              </a:pPr>
              <a:r>
                <a:rPr lang="en-US" sz="700">
                  <a:solidFill>
                    <a:schemeClr val="bg1"/>
                  </a:solidFill>
                  <a:latin typeface="Ubuntu" panose="020B0504030602030204" pitchFamily="34" charset="0"/>
                </a:rPr>
                <a:t>27</a:t>
              </a:r>
            </a:p>
            <a:p>
              <a:pPr algn="ctr">
                <a:lnSpc>
                  <a:spcPct val="90000"/>
                </a:lnSpc>
                <a:spcAft>
                  <a:spcPts val="0"/>
                </a:spcAft>
              </a:pPr>
              <a:r>
                <a:rPr lang="en-US" sz="700">
                  <a:solidFill>
                    <a:schemeClr val="bg1"/>
                  </a:solidFill>
                  <a:latin typeface="Ubuntu" panose="020B0504030602030204" pitchFamily="34" charset="0"/>
                </a:rPr>
                <a:t>111</a:t>
              </a:r>
            </a:p>
          </p:txBody>
        </p:sp>
        <p:sp>
          <p:nvSpPr>
            <p:cNvPr id="57" name="Forme libre : forme 56">
              <a:extLst>
                <a:ext uri="{FF2B5EF4-FFF2-40B4-BE49-F238E27FC236}">
                  <a16:creationId xmlns:a16="http://schemas.microsoft.com/office/drawing/2014/main" id="{345AA905-3BBB-4015-9537-2162DD20DA02}"/>
                </a:ext>
              </a:extLst>
            </p:cNvPr>
            <p:cNvSpPr/>
            <p:nvPr/>
          </p:nvSpPr>
          <p:spPr>
            <a:xfrm>
              <a:off x="12432704"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A129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161</a:t>
              </a:r>
            </a:p>
            <a:p>
              <a:pPr algn="ctr">
                <a:lnSpc>
                  <a:spcPct val="90000"/>
                </a:lnSpc>
                <a:spcAft>
                  <a:spcPts val="0"/>
                </a:spcAft>
              </a:pPr>
              <a:r>
                <a:rPr lang="en-US" sz="700">
                  <a:solidFill>
                    <a:schemeClr val="bg1"/>
                  </a:solidFill>
                  <a:latin typeface="Ubuntu" panose="020B0504030602030204" pitchFamily="34" charset="0"/>
                </a:rPr>
                <a:t>41</a:t>
              </a:r>
            </a:p>
            <a:p>
              <a:pPr algn="ctr">
                <a:lnSpc>
                  <a:spcPct val="90000"/>
                </a:lnSpc>
                <a:spcAft>
                  <a:spcPts val="0"/>
                </a:spcAft>
              </a:pPr>
              <a:r>
                <a:rPr lang="en-US" sz="700">
                  <a:solidFill>
                    <a:schemeClr val="bg1"/>
                  </a:solidFill>
                  <a:latin typeface="Ubuntu" panose="020B0504030602030204" pitchFamily="34" charset="0"/>
                </a:rPr>
                <a:t>128</a:t>
              </a:r>
            </a:p>
          </p:txBody>
        </p:sp>
        <p:sp>
          <p:nvSpPr>
            <p:cNvPr id="58" name="Forme libre : forme 57">
              <a:extLst>
                <a:ext uri="{FF2B5EF4-FFF2-40B4-BE49-F238E27FC236}">
                  <a16:creationId xmlns:a16="http://schemas.microsoft.com/office/drawing/2014/main" id="{8E50898F-084D-45EC-9EDA-C64E62F50B6F}"/>
                </a:ext>
              </a:extLst>
            </p:cNvPr>
            <p:cNvSpPr/>
            <p:nvPr/>
          </p:nvSpPr>
          <p:spPr>
            <a:xfrm>
              <a:off x="12432704"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BA29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186</a:t>
              </a:r>
            </a:p>
            <a:p>
              <a:pPr algn="ctr">
                <a:lnSpc>
                  <a:spcPct val="90000"/>
                </a:lnSpc>
                <a:spcAft>
                  <a:spcPts val="0"/>
                </a:spcAft>
              </a:pPr>
              <a:r>
                <a:rPr lang="en-US" sz="700">
                  <a:solidFill>
                    <a:schemeClr val="bg1"/>
                  </a:solidFill>
                  <a:latin typeface="Ubuntu" panose="020B0504030602030204" pitchFamily="34" charset="0"/>
                </a:rPr>
                <a:t>41</a:t>
              </a:r>
            </a:p>
            <a:p>
              <a:pPr algn="ctr">
                <a:lnSpc>
                  <a:spcPct val="90000"/>
                </a:lnSpc>
                <a:spcAft>
                  <a:spcPts val="0"/>
                </a:spcAft>
              </a:pPr>
              <a:r>
                <a:rPr lang="en-US" sz="700">
                  <a:solidFill>
                    <a:schemeClr val="bg1"/>
                  </a:solidFill>
                  <a:latin typeface="Ubuntu" panose="020B0504030602030204" pitchFamily="34" charset="0"/>
                </a:rPr>
                <a:t>128</a:t>
              </a:r>
            </a:p>
          </p:txBody>
        </p:sp>
        <p:sp>
          <p:nvSpPr>
            <p:cNvPr id="59" name="Forme libre : forme 58">
              <a:extLst>
                <a:ext uri="{FF2B5EF4-FFF2-40B4-BE49-F238E27FC236}">
                  <a16:creationId xmlns:a16="http://schemas.microsoft.com/office/drawing/2014/main" id="{850EF37B-321C-4CAE-A8B1-66C0053A83E3}"/>
                </a:ext>
              </a:extLst>
            </p:cNvPr>
            <p:cNvSpPr/>
            <p:nvPr/>
          </p:nvSpPr>
          <p:spPr>
            <a:xfrm>
              <a:off x="12432704"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D13A8C"/>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209</a:t>
              </a:r>
            </a:p>
            <a:p>
              <a:pPr algn="ctr">
                <a:lnSpc>
                  <a:spcPct val="90000"/>
                </a:lnSpc>
                <a:spcAft>
                  <a:spcPts val="0"/>
                </a:spcAft>
              </a:pPr>
              <a:r>
                <a:rPr lang="en-US" sz="700">
                  <a:latin typeface="Ubuntu" panose="020B0504030602030204" pitchFamily="34" charset="0"/>
                </a:rPr>
                <a:t>58</a:t>
              </a:r>
            </a:p>
            <a:p>
              <a:pPr algn="ctr">
                <a:lnSpc>
                  <a:spcPct val="90000"/>
                </a:lnSpc>
                <a:spcAft>
                  <a:spcPts val="0"/>
                </a:spcAft>
              </a:pPr>
              <a:r>
                <a:rPr lang="en-US" sz="700">
                  <a:latin typeface="Ubuntu" panose="020B0504030602030204" pitchFamily="34" charset="0"/>
                </a:rPr>
                <a:t>140</a:t>
              </a:r>
            </a:p>
          </p:txBody>
        </p:sp>
        <p:sp>
          <p:nvSpPr>
            <p:cNvPr id="60" name="Forme libre : forme 59">
              <a:extLst>
                <a:ext uri="{FF2B5EF4-FFF2-40B4-BE49-F238E27FC236}">
                  <a16:creationId xmlns:a16="http://schemas.microsoft.com/office/drawing/2014/main" id="{49EEAAAC-C871-41A3-9B9B-6381B2FD4E28}"/>
                </a:ext>
              </a:extLst>
            </p:cNvPr>
            <p:cNvSpPr/>
            <p:nvPr/>
          </p:nvSpPr>
          <p:spPr>
            <a:xfrm>
              <a:off x="12432704" y="1993636"/>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E557AD"/>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229</a:t>
              </a:r>
            </a:p>
            <a:p>
              <a:pPr algn="ctr">
                <a:lnSpc>
                  <a:spcPct val="90000"/>
                </a:lnSpc>
                <a:spcAft>
                  <a:spcPts val="0"/>
                </a:spcAft>
              </a:pPr>
              <a:r>
                <a:rPr lang="en-US" sz="700">
                  <a:latin typeface="Ubuntu" panose="020B0504030602030204" pitchFamily="34" charset="0"/>
                </a:rPr>
                <a:t>87</a:t>
              </a:r>
            </a:p>
            <a:p>
              <a:pPr algn="ctr">
                <a:lnSpc>
                  <a:spcPct val="90000"/>
                </a:lnSpc>
                <a:spcAft>
                  <a:spcPts val="0"/>
                </a:spcAft>
              </a:pPr>
              <a:r>
                <a:rPr lang="en-US" sz="700">
                  <a:latin typeface="Ubuntu" panose="020B0504030602030204" pitchFamily="34" charset="0"/>
                </a:rPr>
                <a:t>173</a:t>
              </a:r>
            </a:p>
          </p:txBody>
        </p:sp>
      </p:grpSp>
      <p:sp>
        <p:nvSpPr>
          <p:cNvPr id="61" name="Rectangle 60">
            <a:extLst>
              <a:ext uri="{FF2B5EF4-FFF2-40B4-BE49-F238E27FC236}">
                <a16:creationId xmlns:a16="http://schemas.microsoft.com/office/drawing/2014/main" id="{9D36E5FD-F409-4495-819A-440FA57D9E19}"/>
              </a:ext>
            </a:extLst>
          </p:cNvPr>
          <p:cNvSpPr/>
          <p:nvPr/>
        </p:nvSpPr>
        <p:spPr>
          <a:xfrm>
            <a:off x="12295891" y="6412526"/>
            <a:ext cx="2545089" cy="615553"/>
          </a:xfrm>
          <a:prstGeom prst="rect">
            <a:avLst/>
          </a:prstGeom>
        </p:spPr>
        <p:txBody>
          <a:bodyPr wrap="square" lIns="0" tIns="0" rIns="0" bIns="0">
            <a:spAutoFit/>
          </a:bodyPr>
          <a:lstStyle/>
          <a:p>
            <a:r>
              <a:rPr lang="en-GB" sz="800">
                <a:latin typeface="Ubuntu" panose="020B0504030602030204" pitchFamily="34" charset="0"/>
              </a:rPr>
              <a:t>Security Classification:</a:t>
            </a:r>
          </a:p>
          <a:p>
            <a:r>
              <a:rPr lang="en-GB" sz="800">
                <a:latin typeface="Ubuntu" panose="020B0504030602030204" pitchFamily="34" charset="0"/>
              </a:rPr>
              <a:t>SEC0: Public</a:t>
            </a:r>
          </a:p>
          <a:p>
            <a:r>
              <a:rPr lang="en-GB" sz="800">
                <a:latin typeface="Ubuntu" panose="020B0504030602030204" pitchFamily="34" charset="0"/>
              </a:rPr>
              <a:t>SEC1: Company Confidential</a:t>
            </a:r>
          </a:p>
          <a:p>
            <a:r>
              <a:rPr lang="en-GB" sz="800">
                <a:latin typeface="Ubuntu" panose="020B0504030602030204" pitchFamily="34" charset="0"/>
              </a:rPr>
              <a:t>SEC2: Company Restricted / Customer restricted</a:t>
            </a:r>
          </a:p>
          <a:p>
            <a:r>
              <a:rPr lang="en-GB" sz="800">
                <a:latin typeface="Ubuntu" panose="020B0504030602030204" pitchFamily="34" charset="0"/>
              </a:rPr>
              <a:t>SEC3: Company Sensitive</a:t>
            </a:r>
          </a:p>
        </p:txBody>
      </p:sp>
      <p:grpSp>
        <p:nvGrpSpPr>
          <p:cNvPr id="4097" name="Groupe 4096">
            <a:extLst>
              <a:ext uri="{FF2B5EF4-FFF2-40B4-BE49-F238E27FC236}">
                <a16:creationId xmlns:a16="http://schemas.microsoft.com/office/drawing/2014/main" id="{14207897-E387-4B97-A694-8751D86BCF12}"/>
              </a:ext>
            </a:extLst>
          </p:cNvPr>
          <p:cNvGrpSpPr/>
          <p:nvPr/>
        </p:nvGrpSpPr>
        <p:grpSpPr>
          <a:xfrm>
            <a:off x="12295891" y="2164677"/>
            <a:ext cx="1465123" cy="2058800"/>
            <a:chOff x="14041053" y="1992581"/>
            <a:chExt cx="1465123" cy="2058800"/>
          </a:xfrm>
        </p:grpSpPr>
        <p:sp>
          <p:nvSpPr>
            <p:cNvPr id="66" name="Forme libre : forme 65">
              <a:extLst>
                <a:ext uri="{FF2B5EF4-FFF2-40B4-BE49-F238E27FC236}">
                  <a16:creationId xmlns:a16="http://schemas.microsoft.com/office/drawing/2014/main" id="{94847038-3CB7-4111-AB03-FA1A594002AA}"/>
                </a:ext>
              </a:extLst>
            </p:cNvPr>
            <p:cNvSpPr/>
            <p:nvPr/>
          </p:nvSpPr>
          <p:spPr>
            <a:xfrm>
              <a:off x="14777224"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F434A"/>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67</a:t>
              </a:r>
            </a:p>
            <a:p>
              <a:pPr algn="ctr">
                <a:lnSpc>
                  <a:spcPct val="90000"/>
                </a:lnSpc>
                <a:spcAft>
                  <a:spcPts val="0"/>
                </a:spcAft>
              </a:pPr>
              <a:r>
                <a:rPr lang="en-US" sz="700" b="0">
                  <a:solidFill>
                    <a:schemeClr val="bg1"/>
                  </a:solidFill>
                  <a:latin typeface="Ubuntu" panose="020B0504030602030204" pitchFamily="34" charset="0"/>
                </a:rPr>
                <a:t>74</a:t>
              </a:r>
            </a:p>
          </p:txBody>
        </p:sp>
        <p:sp>
          <p:nvSpPr>
            <p:cNvPr id="67" name="Forme libre : forme 66">
              <a:extLst>
                <a:ext uri="{FF2B5EF4-FFF2-40B4-BE49-F238E27FC236}">
                  <a16:creationId xmlns:a16="http://schemas.microsoft.com/office/drawing/2014/main" id="{1B50522B-BA67-4790-8697-3AC343D4ACB8}"/>
                </a:ext>
              </a:extLst>
            </p:cNvPr>
            <p:cNvSpPr/>
            <p:nvPr/>
          </p:nvSpPr>
          <p:spPr>
            <a:xfrm>
              <a:off x="14777224"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F6A73"/>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106</a:t>
              </a:r>
            </a:p>
            <a:p>
              <a:pPr algn="ctr">
                <a:lnSpc>
                  <a:spcPct val="90000"/>
                </a:lnSpc>
                <a:spcAft>
                  <a:spcPts val="0"/>
                </a:spcAft>
              </a:pPr>
              <a:r>
                <a:rPr lang="en-US" sz="700" b="0">
                  <a:solidFill>
                    <a:schemeClr val="bg1"/>
                  </a:solidFill>
                  <a:latin typeface="Ubuntu" panose="020B0504030602030204" pitchFamily="34" charset="0"/>
                </a:rPr>
                <a:t>115</a:t>
              </a:r>
            </a:p>
          </p:txBody>
        </p:sp>
        <p:sp>
          <p:nvSpPr>
            <p:cNvPr id="68" name="Forme libre : forme 67">
              <a:extLst>
                <a:ext uri="{FF2B5EF4-FFF2-40B4-BE49-F238E27FC236}">
                  <a16:creationId xmlns:a16="http://schemas.microsoft.com/office/drawing/2014/main" id="{B90AA6F9-B8A6-4490-A465-CBEFAEA6DFCA}"/>
                </a:ext>
              </a:extLst>
            </p:cNvPr>
            <p:cNvSpPr/>
            <p:nvPr/>
          </p:nvSpPr>
          <p:spPr>
            <a:xfrm>
              <a:off x="14777224"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0F878A"/>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135</a:t>
              </a:r>
            </a:p>
            <a:p>
              <a:pPr algn="ctr">
                <a:lnSpc>
                  <a:spcPct val="90000"/>
                </a:lnSpc>
                <a:spcAft>
                  <a:spcPts val="0"/>
                </a:spcAft>
              </a:pPr>
              <a:r>
                <a:rPr lang="en-US" sz="700" b="0">
                  <a:solidFill>
                    <a:schemeClr val="bg1"/>
                  </a:solidFill>
                  <a:latin typeface="Ubuntu" panose="020B0504030602030204" pitchFamily="34" charset="0"/>
                </a:rPr>
                <a:t>138</a:t>
              </a:r>
            </a:p>
          </p:txBody>
        </p:sp>
        <p:sp>
          <p:nvSpPr>
            <p:cNvPr id="69" name="Forme libre : forme 68">
              <a:extLst>
                <a:ext uri="{FF2B5EF4-FFF2-40B4-BE49-F238E27FC236}">
                  <a16:creationId xmlns:a16="http://schemas.microsoft.com/office/drawing/2014/main" id="{AEDB31E0-288F-492F-BC3E-94F3C3363294}"/>
                </a:ext>
              </a:extLst>
            </p:cNvPr>
            <p:cNvSpPr/>
            <p:nvPr/>
          </p:nvSpPr>
          <p:spPr>
            <a:xfrm>
              <a:off x="14777224"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B2A2"/>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178</a:t>
              </a:r>
            </a:p>
            <a:p>
              <a:pPr algn="ctr">
                <a:lnSpc>
                  <a:spcPct val="90000"/>
                </a:lnSpc>
                <a:spcAft>
                  <a:spcPts val="0"/>
                </a:spcAft>
              </a:pPr>
              <a:r>
                <a:rPr lang="en-US" sz="700" b="0">
                  <a:latin typeface="Ubuntu" panose="020B0504030602030204" pitchFamily="34" charset="0"/>
                </a:rPr>
                <a:t>162</a:t>
              </a:r>
            </a:p>
          </p:txBody>
        </p:sp>
        <p:sp>
          <p:nvSpPr>
            <p:cNvPr id="70" name="Forme libre : forme 69">
              <a:extLst>
                <a:ext uri="{FF2B5EF4-FFF2-40B4-BE49-F238E27FC236}">
                  <a16:creationId xmlns:a16="http://schemas.microsoft.com/office/drawing/2014/main" id="{8F775A35-2F34-403A-95F8-4058F1A09A02}"/>
                </a:ext>
              </a:extLst>
            </p:cNvPr>
            <p:cNvSpPr/>
            <p:nvPr/>
          </p:nvSpPr>
          <p:spPr>
            <a:xfrm>
              <a:off x="14777224"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E0CB"/>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244</a:t>
              </a:r>
            </a:p>
            <a:p>
              <a:pPr algn="ctr">
                <a:lnSpc>
                  <a:spcPct val="90000"/>
                </a:lnSpc>
                <a:spcAft>
                  <a:spcPts val="0"/>
                </a:spcAft>
              </a:pPr>
              <a:r>
                <a:rPr lang="en-US" sz="700" b="0">
                  <a:latin typeface="Ubuntu" panose="020B0504030602030204" pitchFamily="34" charset="0"/>
                </a:rPr>
                <a:t>203</a:t>
              </a:r>
            </a:p>
          </p:txBody>
        </p:sp>
        <p:sp>
          <p:nvSpPr>
            <p:cNvPr id="71" name="Forme libre : forme 70">
              <a:extLst>
                <a:ext uri="{FF2B5EF4-FFF2-40B4-BE49-F238E27FC236}">
                  <a16:creationId xmlns:a16="http://schemas.microsoft.com/office/drawing/2014/main" id="{59DA3B5B-D788-45A0-A698-ABE05A9025B0}"/>
                </a:ext>
              </a:extLst>
            </p:cNvPr>
            <p:cNvSpPr/>
            <p:nvPr/>
          </p:nvSpPr>
          <p:spPr>
            <a:xfrm>
              <a:off x="14041053"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8036"/>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128</a:t>
              </a:r>
            </a:p>
            <a:p>
              <a:pPr algn="ctr">
                <a:lnSpc>
                  <a:spcPct val="90000"/>
                </a:lnSpc>
                <a:spcAft>
                  <a:spcPts val="0"/>
                </a:spcAft>
              </a:pPr>
              <a:r>
                <a:rPr lang="en-US" sz="700" b="0">
                  <a:solidFill>
                    <a:schemeClr val="bg1"/>
                  </a:solidFill>
                  <a:latin typeface="Ubuntu" panose="020B0504030602030204" pitchFamily="34" charset="0"/>
                </a:rPr>
                <a:t>54</a:t>
              </a:r>
            </a:p>
          </p:txBody>
        </p:sp>
        <p:sp>
          <p:nvSpPr>
            <p:cNvPr id="72" name="Forme libre : forme 71">
              <a:extLst>
                <a:ext uri="{FF2B5EF4-FFF2-40B4-BE49-F238E27FC236}">
                  <a16:creationId xmlns:a16="http://schemas.microsoft.com/office/drawing/2014/main" id="{B988192C-3701-4200-ADA5-936C0610D953}"/>
                </a:ext>
              </a:extLst>
            </p:cNvPr>
            <p:cNvSpPr/>
            <p:nvPr/>
          </p:nvSpPr>
          <p:spPr>
            <a:xfrm>
              <a:off x="14041053"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8C3D"/>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140</a:t>
              </a:r>
            </a:p>
            <a:p>
              <a:pPr algn="ctr">
                <a:lnSpc>
                  <a:spcPct val="90000"/>
                </a:lnSpc>
                <a:spcAft>
                  <a:spcPts val="0"/>
                </a:spcAft>
              </a:pPr>
              <a:r>
                <a:rPr lang="en-US" sz="700" b="0">
                  <a:solidFill>
                    <a:schemeClr val="bg1"/>
                  </a:solidFill>
                  <a:latin typeface="Ubuntu" panose="020B0504030602030204" pitchFamily="34" charset="0"/>
                </a:rPr>
                <a:t>61</a:t>
              </a:r>
            </a:p>
          </p:txBody>
        </p:sp>
        <p:sp>
          <p:nvSpPr>
            <p:cNvPr id="73" name="Forme libre : forme 72">
              <a:extLst>
                <a:ext uri="{FF2B5EF4-FFF2-40B4-BE49-F238E27FC236}">
                  <a16:creationId xmlns:a16="http://schemas.microsoft.com/office/drawing/2014/main" id="{FDFAC846-10F6-421E-8B39-673C784E01DE}"/>
                </a:ext>
              </a:extLst>
            </p:cNvPr>
            <p:cNvSpPr/>
            <p:nvPr/>
          </p:nvSpPr>
          <p:spPr>
            <a:xfrm>
              <a:off x="14041053"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2EA657"/>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46</a:t>
              </a:r>
            </a:p>
            <a:p>
              <a:pPr algn="ctr">
                <a:lnSpc>
                  <a:spcPct val="90000"/>
                </a:lnSpc>
                <a:spcAft>
                  <a:spcPts val="0"/>
                </a:spcAft>
              </a:pPr>
              <a:r>
                <a:rPr lang="en-US" sz="700" b="0">
                  <a:latin typeface="Ubuntu" panose="020B0504030602030204" pitchFamily="34" charset="0"/>
                </a:rPr>
                <a:t>166</a:t>
              </a:r>
            </a:p>
            <a:p>
              <a:pPr algn="ctr">
                <a:lnSpc>
                  <a:spcPct val="90000"/>
                </a:lnSpc>
                <a:spcAft>
                  <a:spcPts val="0"/>
                </a:spcAft>
              </a:pPr>
              <a:r>
                <a:rPr lang="en-US" sz="700" b="0">
                  <a:latin typeface="Ubuntu" panose="020B0504030602030204" pitchFamily="34" charset="0"/>
                </a:rPr>
                <a:t>87</a:t>
              </a:r>
            </a:p>
          </p:txBody>
        </p:sp>
        <p:sp>
          <p:nvSpPr>
            <p:cNvPr id="74" name="Forme libre : forme 73">
              <a:extLst>
                <a:ext uri="{FF2B5EF4-FFF2-40B4-BE49-F238E27FC236}">
                  <a16:creationId xmlns:a16="http://schemas.microsoft.com/office/drawing/2014/main" id="{353643F0-22F7-4B48-AE39-5FC8C334472F}"/>
                </a:ext>
              </a:extLst>
            </p:cNvPr>
            <p:cNvSpPr/>
            <p:nvPr/>
          </p:nvSpPr>
          <p:spPr>
            <a:xfrm>
              <a:off x="14041053"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B569"/>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51</a:t>
              </a:r>
            </a:p>
            <a:p>
              <a:pPr algn="ctr">
                <a:lnSpc>
                  <a:spcPct val="90000"/>
                </a:lnSpc>
                <a:spcAft>
                  <a:spcPts val="0"/>
                </a:spcAft>
              </a:pPr>
              <a:r>
                <a:rPr lang="en-US" sz="700" b="0">
                  <a:latin typeface="Ubuntu" panose="020B0504030602030204" pitchFamily="34" charset="0"/>
                </a:rPr>
                <a:t>181</a:t>
              </a:r>
            </a:p>
            <a:p>
              <a:pPr algn="ctr">
                <a:lnSpc>
                  <a:spcPct val="90000"/>
                </a:lnSpc>
                <a:spcAft>
                  <a:spcPts val="0"/>
                </a:spcAft>
              </a:pPr>
              <a:r>
                <a:rPr lang="en-US" sz="700" b="0">
                  <a:latin typeface="Ubuntu" panose="020B0504030602030204" pitchFamily="34" charset="0"/>
                </a:rPr>
                <a:t>105</a:t>
              </a:r>
            </a:p>
          </p:txBody>
        </p:sp>
        <p:sp>
          <p:nvSpPr>
            <p:cNvPr id="75" name="Forme libre : forme 74">
              <a:extLst>
                <a:ext uri="{FF2B5EF4-FFF2-40B4-BE49-F238E27FC236}">
                  <a16:creationId xmlns:a16="http://schemas.microsoft.com/office/drawing/2014/main" id="{33F41D49-321E-46F2-BE66-44E85399808F}"/>
                </a:ext>
              </a:extLst>
            </p:cNvPr>
            <p:cNvSpPr/>
            <p:nvPr/>
          </p:nvSpPr>
          <p:spPr>
            <a:xfrm>
              <a:off x="14041053"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57CF80"/>
            </a:solidFill>
            <a:ln w="6695" cap="flat">
              <a:noFill/>
              <a:prstDash val="solid"/>
              <a:miter/>
            </a:ln>
          </p:spPr>
          <p:txBody>
            <a:bodyPr rtlCol="0" anchor="ctr"/>
            <a:lstStyle/>
            <a:p>
              <a:pPr algn="ctr">
                <a:lnSpc>
                  <a:spcPct val="90000"/>
                </a:lnSpc>
                <a:spcAft>
                  <a:spcPts val="0"/>
                </a:spcAft>
              </a:pPr>
              <a:endParaRPr lang="en-US" sz="700" b="0">
                <a:latin typeface="Ubuntu" panose="020B0504030602030204" pitchFamily="34" charset="0"/>
              </a:endParaRPr>
            </a:p>
            <a:p>
              <a:pPr algn="ctr">
                <a:lnSpc>
                  <a:spcPct val="90000"/>
                </a:lnSpc>
                <a:spcAft>
                  <a:spcPts val="0"/>
                </a:spcAft>
              </a:pPr>
              <a:r>
                <a:rPr lang="en-US" sz="700" b="0">
                  <a:latin typeface="Ubuntu" panose="020B0504030602030204" pitchFamily="34" charset="0"/>
                </a:rPr>
                <a:t>87</a:t>
              </a:r>
            </a:p>
            <a:p>
              <a:pPr algn="ctr">
                <a:lnSpc>
                  <a:spcPct val="90000"/>
                </a:lnSpc>
                <a:spcAft>
                  <a:spcPts val="0"/>
                </a:spcAft>
              </a:pPr>
              <a:r>
                <a:rPr lang="en-US" sz="700" b="0">
                  <a:latin typeface="Ubuntu" panose="020B0504030602030204" pitchFamily="34" charset="0"/>
                </a:rPr>
                <a:t>207</a:t>
              </a:r>
            </a:p>
            <a:p>
              <a:pPr algn="ctr">
                <a:lnSpc>
                  <a:spcPct val="90000"/>
                </a:lnSpc>
                <a:spcAft>
                  <a:spcPts val="0"/>
                </a:spcAft>
              </a:pPr>
              <a:r>
                <a:rPr lang="en-US" sz="700" b="0">
                  <a:latin typeface="Ubuntu" panose="020B0504030602030204" pitchFamily="34" charset="0"/>
                </a:rPr>
                <a:t>128</a:t>
              </a:r>
            </a:p>
            <a:p>
              <a:pPr algn="ctr">
                <a:lnSpc>
                  <a:spcPct val="90000"/>
                </a:lnSpc>
                <a:spcAft>
                  <a:spcPts val="0"/>
                </a:spcAft>
              </a:pPr>
              <a:endParaRPr lang="en-US" sz="700" b="0">
                <a:latin typeface="Ubuntu" panose="020B0504030602030204" pitchFamily="34" charset="0"/>
              </a:endParaRPr>
            </a:p>
          </p:txBody>
        </p:sp>
        <p:sp>
          <p:nvSpPr>
            <p:cNvPr id="76" name="Forme libre : forme 75">
              <a:extLst>
                <a:ext uri="{FF2B5EF4-FFF2-40B4-BE49-F238E27FC236}">
                  <a16:creationId xmlns:a16="http://schemas.microsoft.com/office/drawing/2014/main" id="{99A866AE-65FA-4F9E-98D0-E71681C14AC2}"/>
                </a:ext>
              </a:extLst>
            </p:cNvPr>
            <p:cNvSpPr/>
            <p:nvPr/>
          </p:nvSpPr>
          <p:spPr>
            <a:xfrm>
              <a:off x="15145311"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3340"/>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64</a:t>
              </a:r>
            </a:p>
          </p:txBody>
        </p:sp>
        <p:sp>
          <p:nvSpPr>
            <p:cNvPr id="77" name="Forme libre : forme 76">
              <a:extLst>
                <a:ext uri="{FF2B5EF4-FFF2-40B4-BE49-F238E27FC236}">
                  <a16:creationId xmlns:a16="http://schemas.microsoft.com/office/drawing/2014/main" id="{FF63074E-4AF4-4930-9679-FD2D7A0F2A11}"/>
                </a:ext>
              </a:extLst>
            </p:cNvPr>
            <p:cNvSpPr/>
            <p:nvPr/>
          </p:nvSpPr>
          <p:spPr>
            <a:xfrm>
              <a:off x="15145311"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214554"/>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33</a:t>
              </a:r>
            </a:p>
            <a:p>
              <a:pPr algn="ctr">
                <a:lnSpc>
                  <a:spcPct val="90000"/>
                </a:lnSpc>
                <a:spcAft>
                  <a:spcPts val="0"/>
                </a:spcAft>
              </a:pPr>
              <a:r>
                <a:rPr lang="en-US" sz="700" b="0">
                  <a:solidFill>
                    <a:schemeClr val="bg1"/>
                  </a:solidFill>
                  <a:latin typeface="Ubuntu" panose="020B0504030602030204" pitchFamily="34" charset="0"/>
                </a:rPr>
                <a:t>69</a:t>
              </a:r>
            </a:p>
            <a:p>
              <a:pPr algn="ctr">
                <a:lnSpc>
                  <a:spcPct val="90000"/>
                </a:lnSpc>
                <a:spcAft>
                  <a:spcPts val="0"/>
                </a:spcAft>
              </a:pPr>
              <a:r>
                <a:rPr lang="en-US" sz="700" b="0">
                  <a:solidFill>
                    <a:schemeClr val="bg1"/>
                  </a:solidFill>
                  <a:latin typeface="Ubuntu" panose="020B0504030602030204" pitchFamily="34" charset="0"/>
                </a:rPr>
                <a:t>84</a:t>
              </a:r>
            </a:p>
          </p:txBody>
        </p:sp>
        <p:sp>
          <p:nvSpPr>
            <p:cNvPr id="78" name="Forme libre : forme 77">
              <a:extLst>
                <a:ext uri="{FF2B5EF4-FFF2-40B4-BE49-F238E27FC236}">
                  <a16:creationId xmlns:a16="http://schemas.microsoft.com/office/drawing/2014/main" id="{56DB4C49-7593-476E-9314-2444B469873A}"/>
                </a:ext>
              </a:extLst>
            </p:cNvPr>
            <p:cNvSpPr/>
            <p:nvPr/>
          </p:nvSpPr>
          <p:spPr>
            <a:xfrm>
              <a:off x="15145311"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14596B"/>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20</a:t>
              </a:r>
            </a:p>
            <a:p>
              <a:pPr algn="ctr">
                <a:lnSpc>
                  <a:spcPct val="90000"/>
                </a:lnSpc>
                <a:spcAft>
                  <a:spcPts val="0"/>
                </a:spcAft>
              </a:pPr>
              <a:r>
                <a:rPr lang="en-US" sz="700" b="0">
                  <a:solidFill>
                    <a:schemeClr val="bg1"/>
                  </a:solidFill>
                  <a:latin typeface="Ubuntu" panose="020B0504030602030204" pitchFamily="34" charset="0"/>
                </a:rPr>
                <a:t>89</a:t>
              </a:r>
            </a:p>
            <a:p>
              <a:pPr algn="ctr">
                <a:lnSpc>
                  <a:spcPct val="90000"/>
                </a:lnSpc>
                <a:spcAft>
                  <a:spcPts val="0"/>
                </a:spcAft>
              </a:pPr>
              <a:r>
                <a:rPr lang="en-US" sz="700" b="0">
                  <a:solidFill>
                    <a:schemeClr val="bg1"/>
                  </a:solidFill>
                  <a:latin typeface="Ubuntu" panose="020B0504030602030204" pitchFamily="34" charset="0"/>
                </a:rPr>
                <a:t>107</a:t>
              </a:r>
            </a:p>
          </p:txBody>
        </p:sp>
        <p:sp>
          <p:nvSpPr>
            <p:cNvPr id="79" name="Forme libre : forme 78">
              <a:extLst>
                <a:ext uri="{FF2B5EF4-FFF2-40B4-BE49-F238E27FC236}">
                  <a16:creationId xmlns:a16="http://schemas.microsoft.com/office/drawing/2014/main" id="{82B57E86-9AA1-49BE-93E7-6C1DB4AFDDF9}"/>
                </a:ext>
              </a:extLst>
            </p:cNvPr>
            <p:cNvSpPr/>
            <p:nvPr/>
          </p:nvSpPr>
          <p:spPr>
            <a:xfrm>
              <a:off x="15145311"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6B7D"/>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107</a:t>
              </a:r>
            </a:p>
            <a:p>
              <a:pPr algn="ctr">
                <a:lnSpc>
                  <a:spcPct val="90000"/>
                </a:lnSpc>
                <a:spcAft>
                  <a:spcPts val="0"/>
                </a:spcAft>
              </a:pPr>
              <a:r>
                <a:rPr lang="en-US" sz="700" b="0">
                  <a:solidFill>
                    <a:schemeClr val="bg1"/>
                  </a:solidFill>
                  <a:latin typeface="Ubuntu" panose="020B0504030602030204" pitchFamily="34" charset="0"/>
                </a:rPr>
                <a:t>25</a:t>
              </a:r>
            </a:p>
          </p:txBody>
        </p:sp>
        <p:sp>
          <p:nvSpPr>
            <p:cNvPr id="80" name="Forme libre : forme 79">
              <a:extLst>
                <a:ext uri="{FF2B5EF4-FFF2-40B4-BE49-F238E27FC236}">
                  <a16:creationId xmlns:a16="http://schemas.microsoft.com/office/drawing/2014/main" id="{F58D84FF-3235-47A7-A015-65B66A7E9528}"/>
                </a:ext>
              </a:extLst>
            </p:cNvPr>
            <p:cNvSpPr/>
            <p:nvPr/>
          </p:nvSpPr>
          <p:spPr>
            <a:xfrm>
              <a:off x="15145311"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8091"/>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128</a:t>
              </a:r>
            </a:p>
            <a:p>
              <a:pPr algn="ctr">
                <a:lnSpc>
                  <a:spcPct val="90000"/>
                </a:lnSpc>
                <a:spcAft>
                  <a:spcPts val="0"/>
                </a:spcAft>
              </a:pPr>
              <a:r>
                <a:rPr lang="en-US" sz="700" b="0">
                  <a:solidFill>
                    <a:schemeClr val="bg1"/>
                  </a:solidFill>
                  <a:latin typeface="Ubuntu" panose="020B0504030602030204" pitchFamily="34" charset="0"/>
                </a:rPr>
                <a:t>145</a:t>
              </a:r>
            </a:p>
          </p:txBody>
        </p:sp>
        <p:sp>
          <p:nvSpPr>
            <p:cNvPr id="81" name="Forme libre : forme 80">
              <a:extLst>
                <a:ext uri="{FF2B5EF4-FFF2-40B4-BE49-F238E27FC236}">
                  <a16:creationId xmlns:a16="http://schemas.microsoft.com/office/drawing/2014/main" id="{0C2FDFFD-39D1-4054-899F-2527AF6109D7}"/>
                </a:ext>
              </a:extLst>
            </p:cNvPr>
            <p:cNvSpPr/>
            <p:nvPr/>
          </p:nvSpPr>
          <p:spPr>
            <a:xfrm>
              <a:off x="14408740"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7D74"/>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0</a:t>
              </a:r>
            </a:p>
            <a:p>
              <a:pPr algn="ctr">
                <a:lnSpc>
                  <a:spcPct val="90000"/>
                </a:lnSpc>
                <a:spcAft>
                  <a:spcPts val="0"/>
                </a:spcAft>
              </a:pPr>
              <a:r>
                <a:rPr lang="en-US" sz="700" b="0">
                  <a:solidFill>
                    <a:schemeClr val="bg1"/>
                  </a:solidFill>
                  <a:latin typeface="Ubuntu" panose="020B0504030602030204" pitchFamily="34" charset="0"/>
                </a:rPr>
                <a:t>125</a:t>
              </a:r>
            </a:p>
            <a:p>
              <a:pPr algn="ctr">
                <a:lnSpc>
                  <a:spcPct val="90000"/>
                </a:lnSpc>
                <a:spcAft>
                  <a:spcPts val="0"/>
                </a:spcAft>
              </a:pPr>
              <a:r>
                <a:rPr lang="en-US" sz="700" b="0">
                  <a:solidFill>
                    <a:schemeClr val="bg1"/>
                  </a:solidFill>
                  <a:latin typeface="Ubuntu" panose="020B0504030602030204" pitchFamily="34" charset="0"/>
                </a:rPr>
                <a:t>116</a:t>
              </a:r>
            </a:p>
          </p:txBody>
        </p:sp>
        <p:sp>
          <p:nvSpPr>
            <p:cNvPr id="82" name="Forme libre : forme 81">
              <a:extLst>
                <a:ext uri="{FF2B5EF4-FFF2-40B4-BE49-F238E27FC236}">
                  <a16:creationId xmlns:a16="http://schemas.microsoft.com/office/drawing/2014/main" id="{3B4493E8-9680-4EA3-9A68-6174B5ADF266}"/>
                </a:ext>
              </a:extLst>
            </p:cNvPr>
            <p:cNvSpPr/>
            <p:nvPr/>
          </p:nvSpPr>
          <p:spPr>
            <a:xfrm>
              <a:off x="14408740"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929B"/>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0</a:t>
              </a:r>
            </a:p>
            <a:p>
              <a:pPr algn="ctr">
                <a:lnSpc>
                  <a:spcPct val="90000"/>
                </a:lnSpc>
                <a:spcAft>
                  <a:spcPts val="0"/>
                </a:spcAft>
              </a:pPr>
              <a:r>
                <a:rPr lang="en-US" sz="700" b="0">
                  <a:solidFill>
                    <a:schemeClr val="bg1"/>
                  </a:solidFill>
                  <a:latin typeface="Ubuntu" panose="020B0504030602030204" pitchFamily="34" charset="0"/>
                </a:rPr>
                <a:t>146</a:t>
              </a:r>
            </a:p>
            <a:p>
              <a:pPr algn="ctr">
                <a:lnSpc>
                  <a:spcPct val="90000"/>
                </a:lnSpc>
                <a:spcAft>
                  <a:spcPts val="0"/>
                </a:spcAft>
              </a:pPr>
              <a:r>
                <a:rPr lang="en-US" sz="700" b="0">
                  <a:solidFill>
                    <a:schemeClr val="bg1"/>
                  </a:solidFill>
                  <a:latin typeface="Ubuntu" panose="020B0504030602030204" pitchFamily="34" charset="0"/>
                </a:rPr>
                <a:t>155</a:t>
              </a:r>
            </a:p>
          </p:txBody>
        </p:sp>
        <p:sp>
          <p:nvSpPr>
            <p:cNvPr id="83" name="Forme libre : forme 82">
              <a:extLst>
                <a:ext uri="{FF2B5EF4-FFF2-40B4-BE49-F238E27FC236}">
                  <a16:creationId xmlns:a16="http://schemas.microsoft.com/office/drawing/2014/main" id="{B4B6B943-D34B-48B2-95E0-76C5F8BA25FA}"/>
                </a:ext>
              </a:extLst>
            </p:cNvPr>
            <p:cNvSpPr/>
            <p:nvPr/>
          </p:nvSpPr>
          <p:spPr>
            <a:xfrm>
              <a:off x="14408740"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00BFBF"/>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191</a:t>
              </a:r>
            </a:p>
            <a:p>
              <a:pPr algn="ctr">
                <a:lnSpc>
                  <a:spcPct val="90000"/>
                </a:lnSpc>
                <a:spcAft>
                  <a:spcPts val="0"/>
                </a:spcAft>
              </a:pPr>
              <a:r>
                <a:rPr lang="en-US" sz="700" b="0">
                  <a:latin typeface="Ubuntu" panose="020B0504030602030204" pitchFamily="34" charset="0"/>
                </a:rPr>
                <a:t>191</a:t>
              </a:r>
            </a:p>
          </p:txBody>
        </p:sp>
        <p:sp>
          <p:nvSpPr>
            <p:cNvPr id="84" name="Forme libre : forme 83">
              <a:extLst>
                <a:ext uri="{FF2B5EF4-FFF2-40B4-BE49-F238E27FC236}">
                  <a16:creationId xmlns:a16="http://schemas.microsoft.com/office/drawing/2014/main" id="{B434FFE6-E50A-4EA9-83D4-F9F4917BBCB8}"/>
                </a:ext>
              </a:extLst>
            </p:cNvPr>
            <p:cNvSpPr/>
            <p:nvPr/>
          </p:nvSpPr>
          <p:spPr>
            <a:xfrm>
              <a:off x="14408740"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D5D0"/>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213</a:t>
              </a:r>
            </a:p>
            <a:p>
              <a:pPr algn="ctr">
                <a:lnSpc>
                  <a:spcPct val="90000"/>
                </a:lnSpc>
                <a:spcAft>
                  <a:spcPts val="0"/>
                </a:spcAft>
              </a:pPr>
              <a:r>
                <a:rPr lang="en-US" sz="700" b="0">
                  <a:latin typeface="Ubuntu" panose="020B0504030602030204" pitchFamily="34" charset="0"/>
                </a:rPr>
                <a:t>208</a:t>
              </a:r>
            </a:p>
          </p:txBody>
        </p:sp>
        <p:sp>
          <p:nvSpPr>
            <p:cNvPr id="85" name="Forme libre : forme 84">
              <a:extLst>
                <a:ext uri="{FF2B5EF4-FFF2-40B4-BE49-F238E27FC236}">
                  <a16:creationId xmlns:a16="http://schemas.microsoft.com/office/drawing/2014/main" id="{E0BE1B97-A7F2-4E15-8D45-CD3F50622B5F}"/>
                </a:ext>
              </a:extLst>
            </p:cNvPr>
            <p:cNvSpPr/>
            <p:nvPr/>
          </p:nvSpPr>
          <p:spPr>
            <a:xfrm>
              <a:off x="14408740"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E6E3"/>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230</a:t>
              </a:r>
            </a:p>
            <a:p>
              <a:pPr algn="ctr">
                <a:lnSpc>
                  <a:spcPct val="90000"/>
                </a:lnSpc>
                <a:spcAft>
                  <a:spcPts val="0"/>
                </a:spcAft>
              </a:pPr>
              <a:r>
                <a:rPr lang="en-US" sz="700" b="0">
                  <a:latin typeface="Ubuntu" panose="020B0504030602030204" pitchFamily="34" charset="0"/>
                </a:rPr>
                <a:t>227</a:t>
              </a:r>
            </a:p>
          </p:txBody>
        </p:sp>
      </p:grpSp>
      <p:grpSp>
        <p:nvGrpSpPr>
          <p:cNvPr id="94" name="Groupe 1">
            <a:extLst>
              <a:ext uri="{FF2B5EF4-FFF2-40B4-BE49-F238E27FC236}">
                <a16:creationId xmlns:a16="http://schemas.microsoft.com/office/drawing/2014/main" id="{11A3E882-4152-49CC-A658-0BA2BD4CCF4E}"/>
              </a:ext>
            </a:extLst>
          </p:cNvPr>
          <p:cNvGrpSpPr>
            <a:grpSpLocks noChangeAspect="1"/>
          </p:cNvGrpSpPr>
          <p:nvPr userDrawn="1"/>
        </p:nvGrpSpPr>
        <p:grpSpPr>
          <a:xfrm>
            <a:off x="11562163" y="205059"/>
            <a:ext cx="419436" cy="388988"/>
            <a:chOff x="11501102" y="171573"/>
            <a:chExt cx="419436" cy="388988"/>
          </a:xfrm>
        </p:grpSpPr>
        <p:sp>
          <p:nvSpPr>
            <p:cNvPr id="95" name="Freeform 13">
              <a:extLst>
                <a:ext uri="{FF2B5EF4-FFF2-40B4-BE49-F238E27FC236}">
                  <a16:creationId xmlns:a16="http://schemas.microsoft.com/office/drawing/2014/main" id="{7962C740-AA7F-4225-AF45-30CEC5D85747}"/>
                </a:ext>
              </a:extLst>
            </p:cNvPr>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96" name="Freeform 14">
              <a:extLst>
                <a:ext uri="{FF2B5EF4-FFF2-40B4-BE49-F238E27FC236}">
                  <a16:creationId xmlns:a16="http://schemas.microsoft.com/office/drawing/2014/main" id="{8B6BE8F3-0248-42CC-8053-5B10FA1A6457}"/>
                </a:ext>
              </a:extLst>
            </p:cNvPr>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
        <p:nvSpPr>
          <p:cNvPr id="2" name="Retângulo 43">
            <a:extLst>
              <a:ext uri="{FF2B5EF4-FFF2-40B4-BE49-F238E27FC236}">
                <a16:creationId xmlns:a16="http://schemas.microsoft.com/office/drawing/2014/main" id="{190F901A-F4CB-0B0D-4B80-B9F0164ED894}"/>
              </a:ext>
            </a:extLst>
          </p:cNvPr>
          <p:cNvSpPr/>
          <p:nvPr userDrawn="1"/>
        </p:nvSpPr>
        <p:spPr>
          <a:xfrm>
            <a:off x="11744128" y="6517658"/>
            <a:ext cx="229263" cy="215444"/>
          </a:xfrm>
          <a:prstGeom prst="rect">
            <a:avLst/>
          </a:prstGeom>
        </p:spPr>
        <p:txBody>
          <a:bodyPr wrap="square" lIns="0" rIns="0">
            <a:spAutoFit/>
          </a:bodyPr>
          <a:lstStyle/>
          <a:p>
            <a:pPr algn="r"/>
            <a:fld id="{0502E5A9-B53C-401E-A0E0-4A359BB0A9E5}" type="slidenum">
              <a:rPr lang="en-US" sz="800" smtClean="0">
                <a:solidFill>
                  <a:srgbClr val="A6A6A6"/>
                </a:solidFill>
                <a:latin typeface="Ubuntu" panose="020B0504030602030204" pitchFamily="34" charset="0"/>
                <a:cs typeface="Arial" panose="020B0604020202020204" pitchFamily="34" charset="0"/>
              </a:rPr>
              <a:pPr algn="r"/>
              <a:t>‹#›</a:t>
            </a:fld>
            <a:endParaRPr lang="en-US" sz="800">
              <a:solidFill>
                <a:srgbClr val="A6A6A6"/>
              </a:solidFill>
              <a:latin typeface="Ubuntu" panose="020B0504030602030204" pitchFamily="34" charset="0"/>
              <a:cs typeface="Arial" panose="020B0604020202020204" pitchFamily="34" charset="0"/>
            </a:endParaRPr>
          </a:p>
        </p:txBody>
      </p:sp>
      <p:sp>
        <p:nvSpPr>
          <p:cNvPr id="5" name="Rectangle 27">
            <a:extLst>
              <a:ext uri="{FF2B5EF4-FFF2-40B4-BE49-F238E27FC236}">
                <a16:creationId xmlns:a16="http://schemas.microsoft.com/office/drawing/2014/main" id="{C2CBF210-EE92-7EE0-2445-199D51A79303}"/>
              </a:ext>
            </a:extLst>
          </p:cNvPr>
          <p:cNvSpPr/>
          <p:nvPr userDrawn="1"/>
        </p:nvSpPr>
        <p:spPr>
          <a:xfrm>
            <a:off x="7227070" y="6517871"/>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a:solidFill>
                  <a:srgbClr val="A6A6A6"/>
                </a:solidFill>
                <a:latin typeface="Ubuntu" panose="020B0504030602030204" pitchFamily="34" charset="0"/>
                <a:cs typeface="Arial" panose="020B0604020202020204" pitchFamily="34" charset="0"/>
              </a:rPr>
              <a:t>Company</a:t>
            </a:r>
            <a:r>
              <a:rPr lang="en-GB" sz="700" baseline="0">
                <a:solidFill>
                  <a:srgbClr val="A6A6A6"/>
                </a:solidFill>
                <a:latin typeface="Ubuntu" panose="020B0504030602030204" pitchFamily="34" charset="0"/>
                <a:cs typeface="Arial" panose="020B0604020202020204" pitchFamily="34" charset="0"/>
              </a:rPr>
              <a:t> </a:t>
            </a:r>
            <a:r>
              <a:rPr lang="en-GB" sz="700">
                <a:solidFill>
                  <a:srgbClr val="A6A6A6"/>
                </a:solidFill>
                <a:latin typeface="Ubuntu" panose="020B0504030602030204" pitchFamily="34" charset="0"/>
                <a:cs typeface="Arial" panose="020B0604020202020204" pitchFamily="34" charset="0"/>
              </a:rPr>
              <a:t>Confidential © Capgemini 2024. All rights reserved  |</a:t>
            </a:r>
          </a:p>
        </p:txBody>
      </p:sp>
      <p:sp>
        <p:nvSpPr>
          <p:cNvPr id="6" name="Espace réservé du pied de page 1">
            <a:extLst>
              <a:ext uri="{FF2B5EF4-FFF2-40B4-BE49-F238E27FC236}">
                <a16:creationId xmlns:a16="http://schemas.microsoft.com/office/drawing/2014/main" id="{D489DFA7-50B5-B863-9FF7-D3B0DC0E2DDD}"/>
              </a:ext>
            </a:extLst>
          </p:cNvPr>
          <p:cNvSpPr txBox="1">
            <a:spLocks/>
          </p:cNvSpPr>
          <p:nvPr userDrawn="1"/>
        </p:nvSpPr>
        <p:spPr>
          <a:xfrm>
            <a:off x="407368" y="6442817"/>
            <a:ext cx="4736816" cy="365125"/>
          </a:xfrm>
          <a:prstGeom prst="rect">
            <a:avLst/>
          </a:prstGeom>
        </p:spPr>
        <p:txBody>
          <a:bodyPr wrap="square" lIns="0" tIns="0" rIns="0" bIns="0" anchor="ctr" anchorCtr="0">
            <a:noAutofit/>
          </a:bodyPr>
          <a:lstStyle>
            <a:defPPr>
              <a:defRPr lang="pt-PT"/>
            </a:defPPr>
            <a:lvl1pPr marL="0" algn="l" defTabSz="914400" rtl="0" eaLnBrk="1" latinLnBrk="0" hangingPunct="1">
              <a:defRPr lang="fr-FR" sz="700" kern="0" dirty="0">
                <a:solidFill>
                  <a:srgbClr val="A6A6A6"/>
                </a:solidFill>
                <a:latin typeface="Ubuntu" panose="020B050403060203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700" b="0" i="0" u="none" strike="noStrike" kern="0" cap="none" spc="0" normalizeH="0" baseline="0" noProof="0">
                <a:ln>
                  <a:noFill/>
                </a:ln>
                <a:solidFill>
                  <a:srgbClr val="A6A6A6"/>
                </a:solidFill>
                <a:effectLst/>
                <a:uLnTx/>
                <a:uFillTx/>
                <a:latin typeface="Ubuntu" panose="020B0504030602030204" pitchFamily="34" charset="0"/>
                <a:ea typeface="+mn-ea"/>
                <a:cs typeface="Arial" panose="020B0604020202020204" pitchFamily="34" charset="0"/>
              </a:rPr>
              <a:t>Transition to 5G for Rail  | September 2024</a:t>
            </a:r>
          </a:p>
        </p:txBody>
      </p:sp>
    </p:spTree>
    <p:extLst>
      <p:ext uri="{BB962C8B-B14F-4D97-AF65-F5344CB8AC3E}">
        <p14:creationId xmlns:p14="http://schemas.microsoft.com/office/powerpoint/2010/main" val="1168400280"/>
      </p:ext>
    </p:extLst>
  </p:cSld>
  <p:clrMap bg1="lt1" tx1="dk1" bg2="lt2" tx2="dk2" accent1="accent1" accent2="accent2" accent3="accent3" accent4="accent4" accent5="accent5" accent6="accent6" hlink="hlink" folHlink="folHlink"/>
  <p:sldLayoutIdLst>
    <p:sldLayoutId id="2147484354" r:id="rId1"/>
    <p:sldLayoutId id="2147484355" r:id="rId2"/>
    <p:sldLayoutId id="2147484356" r:id="rId3"/>
    <p:sldLayoutId id="2147484357" r:id="rId4"/>
    <p:sldLayoutId id="2147484358" r:id="rId5"/>
    <p:sldLayoutId id="2147484359" r:id="rId6"/>
    <p:sldLayoutId id="2147484360" r:id="rId7"/>
    <p:sldLayoutId id="2147484361" r:id="rId8"/>
    <p:sldLayoutId id="2147484362" r:id="rId9"/>
    <p:sldLayoutId id="2147484363" r:id="rId10"/>
    <p:sldLayoutId id="2147484364" r:id="rId11"/>
    <p:sldLayoutId id="2147484365" r:id="rId12"/>
    <p:sldLayoutId id="2147484370" r:id="rId13"/>
    <p:sldLayoutId id="2147484373" r:id="rId14"/>
  </p:sldLayoutIdLst>
  <p:hf hdr="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dirty="0">
          <a:ln>
            <a:noFill/>
          </a:ln>
          <a:solidFill>
            <a:schemeClr val="accent4"/>
          </a:solidFill>
          <a:effectLst/>
          <a:uLnTx/>
          <a:uFillTx/>
          <a:latin typeface="+mj-lt"/>
          <a:ea typeface="+mj-ea"/>
          <a:cs typeface="+mj-cs"/>
        </a:defRPr>
      </a:lvl1pPr>
    </p:titleStyle>
    <p:bodyStyle>
      <a:lvl1pPr marL="0" indent="0" algn="l" defTabSz="914400" rtl="0" eaLnBrk="1" latinLnBrk="0" hangingPunct="1">
        <a:lnSpc>
          <a:spcPct val="100000"/>
        </a:lnSpc>
        <a:spcBef>
          <a:spcPts val="0"/>
        </a:spcBef>
        <a:spcAft>
          <a:spcPts val="600"/>
        </a:spcAft>
        <a:buFont typeface="Arial" panose="020B0604020202020204" pitchFamily="34" charset="0"/>
        <a:buNone/>
        <a:defRPr sz="2000" kern="1200" baseline="0">
          <a:solidFill>
            <a:schemeClr val="tx1"/>
          </a:solidFill>
          <a:latin typeface="Ubuntu" panose="020B0504030602030204" pitchFamily="34" charset="0"/>
          <a:ea typeface="+mn-ea"/>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800" kern="1200" baseline="0">
          <a:solidFill>
            <a:schemeClr val="tx1"/>
          </a:solidFill>
          <a:latin typeface="Ubuntu" panose="020B0504030602030204" pitchFamily="34" charset="0"/>
          <a:ea typeface="+mn-ea"/>
          <a:cs typeface="+mn-cs"/>
        </a:defRPr>
      </a:lvl2pPr>
      <a:lvl3pPr marL="361950" indent="-184150" algn="l" defTabSz="914400" rtl="0" eaLnBrk="1" latinLnBrk="0" hangingPunct="1">
        <a:lnSpc>
          <a:spcPct val="100000"/>
        </a:lnSpc>
        <a:spcBef>
          <a:spcPts val="0"/>
        </a:spcBef>
        <a:spcAft>
          <a:spcPts val="600"/>
        </a:spcAft>
        <a:buClr>
          <a:schemeClr val="accent2"/>
        </a:buClr>
        <a:buFont typeface="Arial" panose="020B0604020202020204" pitchFamily="34" charset="0"/>
        <a:buChar char="•"/>
        <a:defRPr sz="1600" kern="1200" baseline="0">
          <a:solidFill>
            <a:schemeClr val="tx1"/>
          </a:solidFill>
          <a:latin typeface="Ubuntu" panose="020B0504030602030204" pitchFamily="34" charset="0"/>
          <a:ea typeface="+mn-ea"/>
          <a:cs typeface="+mn-cs"/>
        </a:defRPr>
      </a:lvl3pPr>
      <a:lvl4pPr marL="539750" indent="-177800" algn="l" defTabSz="914400" rtl="0" eaLnBrk="1" latinLnBrk="0" hangingPunct="1">
        <a:lnSpc>
          <a:spcPct val="100000"/>
        </a:lnSpc>
        <a:spcBef>
          <a:spcPts val="0"/>
        </a:spcBef>
        <a:spcAft>
          <a:spcPts val="600"/>
        </a:spcAft>
        <a:buClr>
          <a:schemeClr val="tx1"/>
        </a:buClr>
        <a:buFont typeface="Ubuntu" panose="020B0504030602030204" pitchFamily="34" charset="0"/>
        <a:buChar char="–"/>
        <a:defRPr sz="1400" kern="1200" baseline="0">
          <a:solidFill>
            <a:schemeClr val="tx1"/>
          </a:solidFill>
          <a:latin typeface="Ubuntu" panose="020B0504030602030204" pitchFamily="34" charset="0"/>
          <a:ea typeface="+mn-ea"/>
          <a:cs typeface="+mn-cs"/>
        </a:defRPr>
      </a:lvl4pPr>
      <a:lvl5pPr marL="717550" indent="-1778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400" kern="1200" baseline="0">
          <a:solidFill>
            <a:schemeClr val="tx1"/>
          </a:solidFill>
          <a:latin typeface="Ubuntu" panose="020B0504030602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709">
          <p15:clr>
            <a:srgbClr val="F26B43"/>
          </p15:clr>
        </p15:guide>
        <p15:guide id="2" pos="7423">
          <p15:clr>
            <a:srgbClr val="F26B43"/>
          </p15:clr>
        </p15:guide>
        <p15:guide id="3" orient="horz" pos="4071">
          <p15:clr>
            <a:srgbClr val="F26B43"/>
          </p15:clr>
        </p15:guide>
        <p15:guide id="4" pos="255">
          <p15:clr>
            <a:srgbClr val="F26B43"/>
          </p15:clr>
        </p15:guide>
        <p15:guide id="5" orient="horz" pos="836">
          <p15:clr>
            <a:srgbClr val="F26B43"/>
          </p15:clr>
        </p15:guide>
        <p15:guide id="6" orient="horz" pos="245">
          <p15:clr>
            <a:srgbClr val="F26B43"/>
          </p15:clr>
        </p15:guide>
        <p15:guide id="7" pos="3840">
          <p15:clr>
            <a:srgbClr val="F26B43"/>
          </p15:clr>
        </p15:guide>
        <p15:guide id="8" pos="3899">
          <p15:clr>
            <a:srgbClr val="F26B43"/>
          </p15:clr>
        </p15:guide>
        <p15:guide id="9" pos="3783">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accent4"/>
        </a:solidFill>
        <a:effectLst/>
      </p:bgPr>
    </p:bg>
    <p:spTree>
      <p:nvGrpSpPr>
        <p:cNvPr id="1" name=""/>
        <p:cNvGrpSpPr/>
        <p:nvPr/>
      </p:nvGrpSpPr>
      <p:grpSpPr>
        <a:xfrm>
          <a:off x="0" y="0"/>
          <a:ext cx="0" cy="0"/>
          <a:chOff x="0" y="0"/>
          <a:chExt cx="0" cy="0"/>
        </a:xfrm>
      </p:grpSpPr>
      <p:pic>
        <p:nvPicPr>
          <p:cNvPr id="2" name="GRID" hidden="1">
            <a:extLst>
              <a:ext uri="{FF2B5EF4-FFF2-40B4-BE49-F238E27FC236}">
                <a16:creationId xmlns:a16="http://schemas.microsoft.com/office/drawing/2014/main" id="{A27D0679-8D96-1186-A961-BDC17B525A6F}"/>
              </a:ext>
            </a:extLst>
          </p:cNvPr>
          <p:cNvPicPr>
            <a:picLocks noGrp="1" noRot="1" noChangeAspect="1" noMove="1" noResize="1" noEditPoints="1" noAdjustHandles="1" noChangeArrowheads="1" noChangeShapeType="1" noCrop="1"/>
          </p:cNvPicPr>
          <p:nvPr userDrawn="1"/>
        </p:nvPicPr>
        <p:blipFill>
          <a:blip r:embed="rId9" cstate="screen">
            <a:extLst>
              <a:ext uri="{28A0092B-C50C-407E-A947-70E740481C1C}">
                <a14:useLocalDpi xmlns:a14="http://schemas.microsoft.com/office/drawing/2010/main"/>
              </a:ext>
            </a:extLst>
          </a:blip>
          <a:stretch>
            <a:fillRect/>
          </a:stretch>
        </p:blipFill>
        <p:spPr>
          <a:xfrm>
            <a:off x="414971" y="388939"/>
            <a:ext cx="11369040" cy="6067248"/>
          </a:xfrm>
          <a:prstGeom prst="rect">
            <a:avLst/>
          </a:prstGeom>
        </p:spPr>
      </p:pic>
      <p:sp>
        <p:nvSpPr>
          <p:cNvPr id="4" name="Text Placeholder 1"/>
          <p:cNvSpPr>
            <a:spLocks noGrp="1"/>
          </p:cNvSpPr>
          <p:nvPr>
            <p:ph type="body" idx="1"/>
          </p:nvPr>
        </p:nvSpPr>
        <p:spPr>
          <a:xfrm>
            <a:off x="407988" y="1628800"/>
            <a:ext cx="11369040" cy="4829080"/>
          </a:xfrm>
          <a:prstGeom prst="rect">
            <a:avLst/>
          </a:prstGeom>
        </p:spPr>
        <p:txBody>
          <a:bodyPr vert="horz" lIns="0" tIns="0" rIns="0" bIns="0" rtlCol="0">
            <a:noAutofit/>
          </a:bodyPr>
          <a:lstStyle/>
          <a:p>
            <a:pPr lvl="0"/>
            <a:r>
              <a:rPr lang="fr-FR"/>
              <a:t>Enter </a:t>
            </a:r>
            <a:r>
              <a:rPr lang="fr-FR" err="1"/>
              <a:t>your</a:t>
            </a:r>
            <a:r>
              <a:rPr lang="fr-FR"/>
              <a:t> contents</a:t>
            </a:r>
          </a:p>
          <a:p>
            <a:pPr lvl="1"/>
            <a:r>
              <a:rPr lang="fr-FR"/>
              <a:t>Second </a:t>
            </a:r>
            <a:r>
              <a:rPr lang="fr-FR" err="1"/>
              <a:t>level</a:t>
            </a:r>
            <a:endParaRPr lang="fr-FR"/>
          </a:p>
          <a:p>
            <a:pPr lvl="2"/>
            <a:r>
              <a:rPr lang="fr-FR" err="1"/>
              <a:t>Third</a:t>
            </a:r>
            <a:r>
              <a:rPr lang="fr-FR"/>
              <a:t> </a:t>
            </a:r>
            <a:r>
              <a:rPr lang="fr-FR" err="1"/>
              <a:t>level</a:t>
            </a:r>
            <a:endParaRPr lang="fr-FR"/>
          </a:p>
          <a:p>
            <a:pPr lvl="3"/>
            <a:r>
              <a:rPr lang="fr-FR" err="1"/>
              <a:t>Fourth</a:t>
            </a:r>
            <a:r>
              <a:rPr lang="fr-FR"/>
              <a:t> </a:t>
            </a:r>
            <a:r>
              <a:rPr lang="fr-FR" err="1"/>
              <a:t>level</a:t>
            </a:r>
            <a:endParaRPr lang="fr-FR"/>
          </a:p>
          <a:p>
            <a:pPr lvl="4"/>
            <a:r>
              <a:rPr lang="fr-FR" err="1"/>
              <a:t>Fifth</a:t>
            </a:r>
            <a:r>
              <a:rPr lang="fr-FR"/>
              <a:t> </a:t>
            </a:r>
            <a:r>
              <a:rPr lang="fr-FR" err="1"/>
              <a:t>level</a:t>
            </a:r>
            <a:endParaRPr lang="en-US"/>
          </a:p>
        </p:txBody>
      </p:sp>
      <p:grpSp>
        <p:nvGrpSpPr>
          <p:cNvPr id="31" name="Groupe 1">
            <a:extLst>
              <a:ext uri="{FF2B5EF4-FFF2-40B4-BE49-F238E27FC236}">
                <a16:creationId xmlns:a16="http://schemas.microsoft.com/office/drawing/2014/main" id="{F31688C0-3AAB-457C-86FA-4177A059CF79}"/>
              </a:ext>
            </a:extLst>
          </p:cNvPr>
          <p:cNvGrpSpPr/>
          <p:nvPr userDrawn="1"/>
        </p:nvGrpSpPr>
        <p:grpSpPr>
          <a:xfrm>
            <a:off x="11501103" y="171574"/>
            <a:ext cx="419436" cy="388988"/>
            <a:chOff x="11501102" y="171573"/>
            <a:chExt cx="419436" cy="388988"/>
          </a:xfrm>
        </p:grpSpPr>
        <p:sp>
          <p:nvSpPr>
            <p:cNvPr id="33" name="Freeform 13">
              <a:extLst>
                <a:ext uri="{FF2B5EF4-FFF2-40B4-BE49-F238E27FC236}">
                  <a16:creationId xmlns:a16="http://schemas.microsoft.com/office/drawing/2014/main" id="{0DF4B7FE-AA65-4E55-B964-75A3DEE12DA3}"/>
                </a:ext>
              </a:extLst>
            </p:cNvPr>
            <p:cNvSpPr>
              <a:spLocks/>
            </p:cNvSpPr>
            <p:nvPr/>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sz="1800"/>
            </a:p>
          </p:txBody>
        </p:sp>
        <p:sp>
          <p:nvSpPr>
            <p:cNvPr id="34" name="Freeform 14">
              <a:extLst>
                <a:ext uri="{FF2B5EF4-FFF2-40B4-BE49-F238E27FC236}">
                  <a16:creationId xmlns:a16="http://schemas.microsoft.com/office/drawing/2014/main" id="{08DB13D7-F3B3-4CCC-9572-7C835EA669A8}"/>
                </a:ext>
              </a:extLst>
            </p:cNvPr>
            <p:cNvSpPr>
              <a:spLocks/>
            </p:cNvSpPr>
            <p:nvPr/>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sz="1800"/>
            </a:p>
          </p:txBody>
        </p:sp>
      </p:grpSp>
      <p:sp>
        <p:nvSpPr>
          <p:cNvPr id="5" name="Title Placeholder 4">
            <a:extLst>
              <a:ext uri="{FF2B5EF4-FFF2-40B4-BE49-F238E27FC236}">
                <a16:creationId xmlns:a16="http://schemas.microsoft.com/office/drawing/2014/main" id="{D28F27D4-FFE2-4FAB-BA1B-9D013846C4B7}"/>
              </a:ext>
            </a:extLst>
          </p:cNvPr>
          <p:cNvSpPr>
            <a:spLocks noGrp="1"/>
          </p:cNvSpPr>
          <p:nvPr>
            <p:ph type="title"/>
          </p:nvPr>
        </p:nvSpPr>
        <p:spPr>
          <a:xfrm>
            <a:off x="414972" y="260351"/>
            <a:ext cx="11008413" cy="792163"/>
          </a:xfrm>
          <a:prstGeom prst="rect">
            <a:avLst/>
          </a:prstGeom>
        </p:spPr>
        <p:txBody>
          <a:bodyPr vert="horz" lIns="0" tIns="0" rIns="0" bIns="0" rtlCol="0" anchor="b" anchorCtr="0">
            <a:noAutofit/>
          </a:bodyPr>
          <a:lstStyle/>
          <a:p>
            <a:r>
              <a:rPr lang="fr-FR"/>
              <a:t>Modifiez le style du titre</a:t>
            </a:r>
            <a:endParaRPr lang="de-DE"/>
          </a:p>
        </p:txBody>
      </p:sp>
      <p:sp>
        <p:nvSpPr>
          <p:cNvPr id="20" name="Stickerbox" hidden="1">
            <a:extLst>
              <a:ext uri="{FF2B5EF4-FFF2-40B4-BE49-F238E27FC236}">
                <a16:creationId xmlns:a16="http://schemas.microsoft.com/office/drawing/2014/main" id="{D03A9799-ACDC-4925-8EE1-5C65CCCBD0FA}"/>
              </a:ext>
            </a:extLst>
          </p:cNvPr>
          <p:cNvSpPr>
            <a:spLocks noChangeArrowheads="1"/>
          </p:cNvSpPr>
          <p:nvPr userDrawn="1"/>
        </p:nvSpPr>
        <p:spPr bwMode="gray">
          <a:xfrm>
            <a:off x="10979205" y="1068491"/>
            <a:ext cx="804808" cy="402775"/>
          </a:xfrm>
          <a:prstGeom prst="rect">
            <a:avLst/>
          </a:prstGeom>
          <a:solidFill>
            <a:schemeClr val="accent2"/>
          </a:solidFill>
          <a:ln w="10795">
            <a:noFill/>
            <a:round/>
            <a:headEnd/>
            <a:tailEnd/>
          </a:ln>
          <a:effectLst/>
        </p:spPr>
        <p:txBody>
          <a:bodyPr vert="horz" wrap="none" lIns="108000" tIns="108000" rIns="108000" bIns="108000" anchor="ctr" anchorCtr="0">
            <a:spAutoFit/>
          </a:bodyPr>
          <a:lstStyle/>
          <a:p>
            <a:pPr marL="0" marR="0" lvl="0" indent="0" algn="r" defTabSz="914377" rtl="0" eaLnBrk="1" fontAlgn="auto" latinLnBrk="0" hangingPunct="1">
              <a:lnSpc>
                <a:spcPct val="100000"/>
              </a:lnSpc>
              <a:spcBef>
                <a:spcPts val="0"/>
              </a:spcBef>
              <a:spcAft>
                <a:spcPts val="0"/>
              </a:spcAft>
              <a:buClrTx/>
              <a:buSzTx/>
              <a:buFontTx/>
              <a:buNone/>
              <a:tabLst/>
              <a:defRPr/>
            </a:pPr>
            <a:r>
              <a:rPr kumimoji="0" lang="en-US" sz="1200" b="0" i="0" u="none" strike="noStrike" kern="1200" cap="all" spc="0" normalizeH="0" baseline="0" noProof="0">
                <a:ln>
                  <a:noFill/>
                </a:ln>
                <a:solidFill>
                  <a:srgbClr val="FFFFFF">
                    <a:lumMod val="100000"/>
                  </a:srgbClr>
                </a:solidFill>
                <a:effectLst/>
                <a:uLnTx/>
                <a:uFillTx/>
                <a:latin typeface="Ubuntu"/>
                <a:ea typeface="+mn-ea"/>
                <a:cs typeface="+mn-cs"/>
              </a:rPr>
              <a:t>Sticker</a:t>
            </a:r>
          </a:p>
        </p:txBody>
      </p:sp>
      <p:sp>
        <p:nvSpPr>
          <p:cNvPr id="22" name="CapgeminiBox" hidden="1">
            <a:extLst>
              <a:ext uri="{FF2B5EF4-FFF2-40B4-BE49-F238E27FC236}">
                <a16:creationId xmlns:a16="http://schemas.microsoft.com/office/drawing/2014/main" id="{7C293A1E-B461-4AFE-976D-6EE38B2AFEB4}"/>
              </a:ext>
            </a:extLst>
          </p:cNvPr>
          <p:cNvSpPr txBox="1">
            <a:spLocks/>
          </p:cNvSpPr>
          <p:nvPr userDrawn="1"/>
        </p:nvSpPr>
        <p:spPr>
          <a:xfrm>
            <a:off x="9592" y="0"/>
            <a:ext cx="1837661" cy="260351"/>
          </a:xfrm>
          <a:prstGeom prst="rect">
            <a:avLst/>
          </a:prstGeom>
        </p:spPr>
        <p:txBody>
          <a:bodyPr vert="horz" lIns="0" tIns="0" rIns="18000" bIns="0" rtlCol="0">
            <a:normAutofit/>
          </a:bodyPr>
          <a:lstStyle>
            <a:lvl1pPr marL="0" indent="0" algn="l" defTabSz="914400" rtl="0" eaLnBrk="1" latinLnBrk="0" hangingPunct="1">
              <a:lnSpc>
                <a:spcPct val="100000"/>
              </a:lnSpc>
              <a:spcBef>
                <a:spcPts val="600"/>
              </a:spcBef>
              <a:buFont typeface="Arial" panose="020B0604020202020204" pitchFamily="34" charset="0"/>
              <a:buNone/>
              <a:defRPr sz="1400" kern="1200">
                <a:solidFill>
                  <a:schemeClr val="tx1"/>
                </a:solidFill>
                <a:latin typeface="+mn-lt"/>
                <a:ea typeface="+mn-ea"/>
                <a:cs typeface="+mn-cs"/>
              </a:defRPr>
            </a:lvl1pPr>
            <a:lvl2pPr marL="180975" indent="-180975" algn="l" defTabSz="914400" rtl="0" eaLnBrk="1" latinLnBrk="0" hangingPunct="1">
              <a:lnSpc>
                <a:spcPct val="100000"/>
              </a:lnSpc>
              <a:spcBef>
                <a:spcPts val="600"/>
              </a:spcBef>
              <a:buClr>
                <a:schemeClr val="tx1"/>
              </a:buClr>
              <a:buFont typeface="Wingdings" panose="05000000000000000000" pitchFamily="2" charset="2"/>
              <a:buChar char="§"/>
              <a:defRPr sz="1400" kern="1200">
                <a:solidFill>
                  <a:schemeClr val="tx1"/>
                </a:solidFill>
                <a:latin typeface="+mn-lt"/>
                <a:ea typeface="+mn-ea"/>
                <a:cs typeface="+mn-cs"/>
              </a:defRPr>
            </a:lvl2pPr>
            <a:lvl3pPr marL="360000" indent="-180000" algn="l" defTabSz="914400" rtl="0" eaLnBrk="1" latinLnBrk="0" hangingPunct="1">
              <a:lnSpc>
                <a:spcPct val="100000"/>
              </a:lnSpc>
              <a:spcBef>
                <a:spcPts val="600"/>
              </a:spcBef>
              <a:buClr>
                <a:schemeClr val="tx1"/>
              </a:buClr>
              <a:buFont typeface="Arial" panose="020B0604020202020204" pitchFamily="34" charset="0"/>
              <a:buChar char="•"/>
              <a:defRPr sz="1400" kern="1200">
                <a:solidFill>
                  <a:schemeClr val="tx1"/>
                </a:solidFill>
                <a:latin typeface="+mn-lt"/>
                <a:ea typeface="+mn-ea"/>
                <a:cs typeface="+mn-cs"/>
              </a:defRPr>
            </a:lvl3pPr>
            <a:lvl4pPr marL="539750" indent="-180000" algn="l" defTabSz="914400" rtl="0" eaLnBrk="1" latinLnBrk="0" hangingPunct="1">
              <a:lnSpc>
                <a:spcPct val="100000"/>
              </a:lnSpc>
              <a:spcBef>
                <a:spcPts val="600"/>
              </a:spcBef>
              <a:buClr>
                <a:schemeClr val="tx1"/>
              </a:buClr>
              <a:buFont typeface="Verdana" panose="020B0604030504040204" pitchFamily="34" charset="0"/>
              <a:buChar char="‒"/>
              <a:tabLst/>
              <a:defRPr sz="1200" kern="1200">
                <a:solidFill>
                  <a:schemeClr val="tx1"/>
                </a:solidFill>
                <a:latin typeface="+mn-lt"/>
                <a:ea typeface="+mn-ea"/>
                <a:cs typeface="+mn-cs"/>
              </a:defRPr>
            </a:lvl4pPr>
            <a:lvl5pPr marL="719138" indent="-180975" algn="l" defTabSz="914400" rtl="0" eaLnBrk="1" latinLnBrk="0" hangingPunct="1">
              <a:lnSpc>
                <a:spcPct val="100000"/>
              </a:lnSpc>
              <a:spcBef>
                <a:spcPts val="600"/>
              </a:spcBef>
              <a:buClr>
                <a:schemeClr val="tx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sz="1400"/>
              <a:t>Capgemini v10.0</a:t>
            </a:r>
          </a:p>
        </p:txBody>
      </p:sp>
      <p:sp>
        <p:nvSpPr>
          <p:cNvPr id="29" name="FootnoteAndSource" hidden="1">
            <a:extLst>
              <a:ext uri="{FF2B5EF4-FFF2-40B4-BE49-F238E27FC236}">
                <a16:creationId xmlns:a16="http://schemas.microsoft.com/office/drawing/2014/main" id="{96E9BC24-418C-4CE4-8E81-3AF9AB04DEAA}"/>
              </a:ext>
            </a:extLst>
          </p:cNvPr>
          <p:cNvSpPr txBox="1"/>
          <p:nvPr userDrawn="1"/>
        </p:nvSpPr>
        <p:spPr>
          <a:xfrm>
            <a:off x="398739" y="6304131"/>
            <a:ext cx="11340000" cy="162096"/>
          </a:xfrm>
          <a:prstGeom prst="rect">
            <a:avLst/>
          </a:prstGeom>
          <a:noFill/>
        </p:spPr>
        <p:txBody>
          <a:bodyPr vert="horz" wrap="square" lIns="0" tIns="25400" rIns="0" bIns="25400" rtlCol="0" anchor="b" anchorCtr="0">
            <a:spAutoFit/>
          </a:bodyPr>
          <a:lstStyle>
            <a:defPPr>
              <a:defRPr lang="pt-PT"/>
            </a:defPPr>
            <a:lvl1pPr marL="429768" indent="-429768">
              <a:lnSpc>
                <a:spcPct val="90000"/>
              </a:lnSpc>
              <a:tabLst>
                <a:tab pos="347472" algn="r"/>
              </a:tabLst>
              <a:defRPr sz="800"/>
            </a:lvl1pPr>
          </a:lstStyle>
          <a:p>
            <a:pPr marL="429757" indent="-429757" defTabSz="914377">
              <a:lnSpc>
                <a:spcPct val="90000"/>
              </a:lnSpc>
              <a:tabLst>
                <a:tab pos="347463" algn="r"/>
              </a:tabLst>
            </a:pPr>
            <a:r>
              <a:rPr lang="de-DE" sz="800"/>
              <a:t>	Source:	Source Text</a:t>
            </a:r>
          </a:p>
        </p:txBody>
      </p:sp>
      <p:sp>
        <p:nvSpPr>
          <p:cNvPr id="3" name="Rectangle 27">
            <a:extLst>
              <a:ext uri="{FF2B5EF4-FFF2-40B4-BE49-F238E27FC236}">
                <a16:creationId xmlns:a16="http://schemas.microsoft.com/office/drawing/2014/main" id="{62086BA9-1591-C6CD-E573-A5F8961683B1}"/>
              </a:ext>
            </a:extLst>
          </p:cNvPr>
          <p:cNvSpPr/>
          <p:nvPr userDrawn="1"/>
        </p:nvSpPr>
        <p:spPr>
          <a:xfrm>
            <a:off x="406834" y="6517871"/>
            <a:ext cx="3410847" cy="219456"/>
          </a:xfrm>
          <a:prstGeom prst="rect">
            <a:avLst/>
          </a:prstGeom>
        </p:spPr>
        <p:txBody>
          <a:bodyPr wrap="square" lIns="0" tIns="0" rIns="0" bIns="0" anchor="ctr" anchorCtr="0">
            <a:noAutofit/>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700" kern="0">
                <a:solidFill>
                  <a:schemeClr val="bg1">
                    <a:lumMod val="65000"/>
                  </a:schemeClr>
                </a:solidFill>
                <a:latin typeface="+mn-lt"/>
                <a:cs typeface="Arial" panose="020B0604020202020204" pitchFamily="34" charset="0"/>
              </a:rPr>
              <a:t>Presentation Title  |  Author  |  Date</a:t>
            </a:r>
          </a:p>
        </p:txBody>
      </p:sp>
      <p:sp>
        <p:nvSpPr>
          <p:cNvPr id="6" name="Rectangle 27">
            <a:extLst>
              <a:ext uri="{FF2B5EF4-FFF2-40B4-BE49-F238E27FC236}">
                <a16:creationId xmlns:a16="http://schemas.microsoft.com/office/drawing/2014/main" id="{C7A3A5DA-5BBD-64D1-6DE2-E0F6859C58F2}"/>
              </a:ext>
            </a:extLst>
          </p:cNvPr>
          <p:cNvSpPr/>
          <p:nvPr userDrawn="1"/>
        </p:nvSpPr>
        <p:spPr>
          <a:xfrm>
            <a:off x="7131820" y="6517871"/>
            <a:ext cx="4532163" cy="219456"/>
          </a:xfrm>
          <a:prstGeom prst="rect">
            <a:avLst/>
          </a:prstGeom>
        </p:spPr>
        <p:txBody>
          <a:bodyPr wrap="square" lIns="0" tIns="0" rIns="0" bIns="0" anchor="ctr" anchorCtr="0">
            <a:noAutofit/>
          </a:bodyPr>
          <a:lstStyle/>
          <a:p>
            <a:pPr marL="0" marR="0" lvl="0" indent="0" algn="r" defTabSz="914377" rtl="0" eaLnBrk="1" fontAlgn="auto" latinLnBrk="0" hangingPunct="1">
              <a:lnSpc>
                <a:spcPct val="100000"/>
              </a:lnSpc>
              <a:spcBef>
                <a:spcPts val="0"/>
              </a:spcBef>
              <a:spcAft>
                <a:spcPts val="0"/>
              </a:spcAft>
              <a:buClrTx/>
              <a:buSzTx/>
              <a:buFontTx/>
              <a:buNone/>
              <a:tabLst/>
              <a:defRPr/>
            </a:pPr>
            <a:r>
              <a:rPr lang="en-GB" sz="700">
                <a:solidFill>
                  <a:schemeClr val="bg1">
                    <a:lumMod val="65000"/>
                  </a:schemeClr>
                </a:solidFill>
                <a:latin typeface="+mn-lt"/>
                <a:cs typeface="Arial" panose="020B0604020202020204" pitchFamily="34" charset="0"/>
              </a:rPr>
              <a:t>Company Confidential © Capgemini 2024. All rights reserved  |</a:t>
            </a:r>
          </a:p>
        </p:txBody>
      </p:sp>
      <p:sp>
        <p:nvSpPr>
          <p:cNvPr id="7" name="Rectangle 43">
            <a:extLst>
              <a:ext uri="{FF2B5EF4-FFF2-40B4-BE49-F238E27FC236}">
                <a16:creationId xmlns:a16="http://schemas.microsoft.com/office/drawing/2014/main" id="{5A64C6D2-B9B0-18AF-749A-15AAED7E4993}"/>
              </a:ext>
            </a:extLst>
          </p:cNvPr>
          <p:cNvSpPr/>
          <p:nvPr userDrawn="1"/>
        </p:nvSpPr>
        <p:spPr>
          <a:xfrm>
            <a:off x="11648879" y="6517657"/>
            <a:ext cx="229263" cy="215444"/>
          </a:xfrm>
          <a:prstGeom prst="rect">
            <a:avLst/>
          </a:prstGeom>
        </p:spPr>
        <p:txBody>
          <a:bodyPr wrap="square" lIns="0" rIns="0">
            <a:spAutoFit/>
          </a:bodyPr>
          <a:lstStyle/>
          <a:p>
            <a:pPr algn="r"/>
            <a:fld id="{0502E5A9-B53C-401E-A0E0-4A359BB0A9E5}" type="slidenum">
              <a:rPr lang="en-US" sz="800" smtClean="0">
                <a:solidFill>
                  <a:schemeClr val="bg1">
                    <a:lumMod val="65000"/>
                  </a:schemeClr>
                </a:solidFill>
                <a:latin typeface="+mn-lt"/>
                <a:cs typeface="Arial" panose="020B0604020202020204" pitchFamily="34" charset="0"/>
              </a:rPr>
              <a:pPr algn="r"/>
              <a:t>‹#›</a:t>
            </a:fld>
            <a:endParaRPr lang="en-US" sz="800">
              <a:solidFill>
                <a:schemeClr val="bg1">
                  <a:lumMod val="65000"/>
                </a:schemeClr>
              </a:solidFill>
              <a:latin typeface="+mn-lt"/>
              <a:cs typeface="Arial" panose="020B0604020202020204" pitchFamily="34" charset="0"/>
            </a:endParaRPr>
          </a:p>
        </p:txBody>
      </p:sp>
    </p:spTree>
    <p:extLst>
      <p:ext uri="{BB962C8B-B14F-4D97-AF65-F5344CB8AC3E}">
        <p14:creationId xmlns:p14="http://schemas.microsoft.com/office/powerpoint/2010/main" val="1412545889"/>
      </p:ext>
    </p:extLst>
  </p:cSld>
  <p:clrMap bg1="lt1" tx1="dk1" bg2="lt2" tx2="dk2" accent1="accent1" accent2="accent2" accent3="accent3" accent4="accent4" accent5="accent5" accent6="accent6" hlink="hlink" folHlink="folHlink"/>
  <p:sldLayoutIdLst>
    <p:sldLayoutId id="2147484455" r:id="rId1"/>
    <p:sldLayoutId id="2147484456" r:id="rId2"/>
    <p:sldLayoutId id="2147484457" r:id="rId3"/>
    <p:sldLayoutId id="2147484461" r:id="rId4"/>
    <p:sldLayoutId id="2147484464" r:id="rId5"/>
    <p:sldLayoutId id="2147484465" r:id="rId6"/>
    <p:sldLayoutId id="2147484466" r:id="rId7"/>
  </p:sldLayoutIdLst>
  <p:hf sldNum="0" hdr="0" ftr="0" dt="0"/>
  <p:txStyles>
    <p:titleStyle>
      <a:lvl1pPr marL="0" marR="0" indent="0" algn="l" defTabSz="914377" rtl="0" eaLnBrk="1" fontAlgn="auto" latinLnBrk="0" hangingPunct="1">
        <a:lnSpc>
          <a:spcPct val="90000"/>
        </a:lnSpc>
        <a:spcBef>
          <a:spcPct val="0"/>
        </a:spcBef>
        <a:spcAft>
          <a:spcPts val="0"/>
        </a:spcAft>
        <a:buClrTx/>
        <a:buSzTx/>
        <a:buFontTx/>
        <a:buNone/>
        <a:tabLst/>
        <a:defRPr kumimoji="0" lang="en-US" sz="2800" b="0" i="0" u="none" strike="noStrike" kern="1200" cap="none" spc="0" normalizeH="0" baseline="0" noProof="0" dirty="0">
          <a:ln>
            <a:noFill/>
          </a:ln>
          <a:solidFill>
            <a:schemeClr val="tx1"/>
          </a:solidFill>
          <a:effectLst/>
          <a:uLnTx/>
          <a:uFillTx/>
          <a:latin typeface="+mj-lt"/>
          <a:ea typeface="+mj-ea"/>
          <a:cs typeface="+mj-cs"/>
        </a:defRPr>
      </a:lvl1pPr>
    </p:titleStyle>
    <p:bodyStyle>
      <a:lvl1pPr marL="0" indent="0" algn="l" defTabSz="914377" rtl="0" eaLnBrk="1" latinLnBrk="0" hangingPunct="1">
        <a:lnSpc>
          <a:spcPct val="100000"/>
        </a:lnSpc>
        <a:spcBef>
          <a:spcPts val="600"/>
        </a:spcBef>
        <a:buFont typeface="Arial" panose="020B0604020202020204" pitchFamily="34" charset="0"/>
        <a:buNone/>
        <a:defRPr sz="1400" kern="1200">
          <a:solidFill>
            <a:schemeClr val="tx1"/>
          </a:solidFill>
          <a:latin typeface="+mn-lt"/>
          <a:ea typeface="+mn-ea"/>
          <a:cs typeface="+mn-cs"/>
        </a:defRPr>
      </a:lvl1pPr>
      <a:lvl2pPr marL="180970" indent="-180970" algn="l" defTabSz="914377" rtl="0" eaLnBrk="1" latinLnBrk="0" hangingPunct="1">
        <a:lnSpc>
          <a:spcPct val="100000"/>
        </a:lnSpc>
        <a:spcBef>
          <a:spcPts val="600"/>
        </a:spcBef>
        <a:buClr>
          <a:schemeClr val="accent1"/>
        </a:buClr>
        <a:buFont typeface="Wingdings" panose="05000000000000000000" pitchFamily="2" charset="2"/>
        <a:buChar char="§"/>
        <a:defRPr sz="1400" kern="1200">
          <a:solidFill>
            <a:schemeClr val="tx1"/>
          </a:solidFill>
          <a:latin typeface="+mn-lt"/>
          <a:ea typeface="+mn-ea"/>
          <a:cs typeface="+mn-cs"/>
        </a:defRPr>
      </a:lvl2pPr>
      <a:lvl3pPr marL="359991" indent="-179996" algn="l" defTabSz="914377" rtl="0" eaLnBrk="1" latinLnBrk="0" hangingPunct="1">
        <a:lnSpc>
          <a:spcPct val="100000"/>
        </a:lnSpc>
        <a:spcBef>
          <a:spcPts val="600"/>
        </a:spcBef>
        <a:buClrTx/>
        <a:buFont typeface="Arial" panose="020B0604020202020204" pitchFamily="34" charset="0"/>
        <a:buChar char="•"/>
        <a:defRPr sz="1400" kern="1200">
          <a:solidFill>
            <a:schemeClr val="tx1"/>
          </a:solidFill>
          <a:latin typeface="+mn-lt"/>
          <a:ea typeface="+mn-ea"/>
          <a:cs typeface="+mn-cs"/>
        </a:defRPr>
      </a:lvl3pPr>
      <a:lvl4pPr marL="539737" indent="-179996" algn="l" defTabSz="914377" rtl="0" eaLnBrk="1" latinLnBrk="0" hangingPunct="1">
        <a:lnSpc>
          <a:spcPct val="100000"/>
        </a:lnSpc>
        <a:spcBef>
          <a:spcPts val="600"/>
        </a:spcBef>
        <a:buClrTx/>
        <a:buFont typeface="Verdana" panose="020B0604030504040204" pitchFamily="34" charset="0"/>
        <a:buChar char="‒"/>
        <a:tabLst/>
        <a:defRPr sz="1200" kern="1200">
          <a:solidFill>
            <a:schemeClr val="tx1"/>
          </a:solidFill>
          <a:latin typeface="+mn-lt"/>
          <a:ea typeface="+mn-ea"/>
          <a:cs typeface="+mn-cs"/>
        </a:defRPr>
      </a:lvl4pPr>
      <a:lvl5pPr marL="719121" indent="-180970" algn="l" defTabSz="914377" rtl="0" eaLnBrk="1" latinLnBrk="0" hangingPunct="1">
        <a:lnSpc>
          <a:spcPct val="100000"/>
        </a:lnSpc>
        <a:spcBef>
          <a:spcPts val="600"/>
        </a:spcBef>
        <a:buClrTx/>
        <a:buFont typeface="Arial" panose="020B0604020202020204" pitchFamily="34" charset="0"/>
        <a:buChar char="•"/>
        <a:defRPr sz="12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8" orient="horz" pos="663">
          <p15:clr>
            <a:srgbClr val="F26B43"/>
          </p15:clr>
        </p15:guide>
        <p15:guide id="19" orient="horz" pos="4320">
          <p15:clr>
            <a:srgbClr val="F26B43"/>
          </p15:clr>
        </p15:guide>
        <p15:guide id="20" pos="257">
          <p15:clr>
            <a:srgbClr val="F26B43"/>
          </p15:clr>
        </p15:guide>
        <p15:guide id="21" pos="3840">
          <p15:clr>
            <a:srgbClr val="F26B43"/>
          </p15:clr>
        </p15:guide>
        <p15:guide id="22" pos="7423">
          <p15:clr>
            <a:srgbClr val="F26B43"/>
          </p15:clr>
        </p15:guide>
        <p15:guide id="23" orient="horz" pos="255">
          <p15:clr>
            <a:srgbClr val="F26B43"/>
          </p15:clr>
        </p15:guide>
        <p15:guide id="24" orient="horz" pos="1026">
          <p15:clr>
            <a:srgbClr val="F26B43"/>
          </p15:clr>
        </p15:guide>
        <p15:guide id="26" orient="horz" pos="4065">
          <p15:clr>
            <a:srgbClr val="F26B43"/>
          </p15:clr>
        </p15:guide>
        <p15:guide id="27" orient="horz" pos="890">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accent4"/>
        </a:solidFill>
        <a:effectLst/>
      </p:bgPr>
    </p:bg>
    <p:spTree>
      <p:nvGrpSpPr>
        <p:cNvPr id="1" name=""/>
        <p:cNvGrpSpPr/>
        <p:nvPr/>
      </p:nvGrpSpPr>
      <p:grpSpPr>
        <a:xfrm>
          <a:off x="0" y="0"/>
          <a:ext cx="0" cy="0"/>
          <a:chOff x="0" y="0"/>
          <a:chExt cx="0" cy="0"/>
        </a:xfrm>
      </p:grpSpPr>
      <p:graphicFrame>
        <p:nvGraphicFramePr>
          <p:cNvPr id="21" name="Object 20" hidden="1"/>
          <p:cNvGraphicFramePr>
            <a:graphicFrameLocks noChangeAspect="1"/>
          </p:cNvGraphicFramePr>
          <p:nvPr>
            <p:custDataLst>
              <p:tags r:id="rId10"/>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11" imgW="270" imgH="270" progId="TCLayout.ActiveDocument.1">
                  <p:embed/>
                </p:oleObj>
              </mc:Choice>
              <mc:Fallback>
                <p:oleObj name="think-cell Slide" r:id="rId11" imgW="270" imgH="270" progId="TCLayout.ActiveDocument.1">
                  <p:embed/>
                  <p:pic>
                    <p:nvPicPr>
                      <p:cNvPr id="21" name="Object 20" hidden="1"/>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p:spPr>
                  </p:pic>
                </p:oleObj>
              </mc:Fallback>
            </mc:AlternateContent>
          </a:graphicData>
        </a:graphic>
      </p:graphicFrame>
      <p:sp>
        <p:nvSpPr>
          <p:cNvPr id="4" name="Text Placeholder 1"/>
          <p:cNvSpPr>
            <a:spLocks noGrp="1"/>
          </p:cNvSpPr>
          <p:nvPr>
            <p:ph type="body" idx="1"/>
          </p:nvPr>
        </p:nvSpPr>
        <p:spPr>
          <a:xfrm>
            <a:off x="404813" y="1327150"/>
            <a:ext cx="11376880" cy="5135563"/>
          </a:xfrm>
          <a:prstGeom prst="rect">
            <a:avLst/>
          </a:prstGeom>
        </p:spPr>
        <p:txBody>
          <a:bodyPr vert="horz" lIns="0" tIns="0" rIns="0" bIns="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9" name="Title Placeholder 1"/>
          <p:cNvSpPr>
            <a:spLocks noGrp="1"/>
          </p:cNvSpPr>
          <p:nvPr>
            <p:ph type="title"/>
          </p:nvPr>
        </p:nvSpPr>
        <p:spPr>
          <a:xfrm>
            <a:off x="404813" y="388188"/>
            <a:ext cx="10947772" cy="716711"/>
          </a:xfrm>
          <a:prstGeom prst="rect">
            <a:avLst/>
          </a:prstGeom>
        </p:spPr>
        <p:txBody>
          <a:bodyPr vert="horz" lIns="0" tIns="0" rIns="0" bIns="0" rtlCol="0" anchor="b">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a:t>CLICK TO INSERT TITLE</a:t>
            </a:r>
            <a:endParaRPr lang="en-US"/>
          </a:p>
        </p:txBody>
      </p:sp>
      <p:grpSp>
        <p:nvGrpSpPr>
          <p:cNvPr id="3" name="Group 2">
            <a:extLst>
              <a:ext uri="{FF2B5EF4-FFF2-40B4-BE49-F238E27FC236}">
                <a16:creationId xmlns:a16="http://schemas.microsoft.com/office/drawing/2014/main" id="{7D254FA0-1CD0-4186-9223-F354145FAE6C}"/>
              </a:ext>
            </a:extLst>
          </p:cNvPr>
          <p:cNvGrpSpPr/>
          <p:nvPr userDrawn="1"/>
        </p:nvGrpSpPr>
        <p:grpSpPr>
          <a:xfrm>
            <a:off x="12295891" y="1659"/>
            <a:ext cx="360000" cy="2069166"/>
            <a:chOff x="12498114" y="115959"/>
            <a:chExt cx="360000" cy="2069166"/>
          </a:xfrm>
        </p:grpSpPr>
        <p:sp>
          <p:nvSpPr>
            <p:cNvPr id="11" name="Rectangle 10">
              <a:extLst>
                <a:ext uri="{FF2B5EF4-FFF2-40B4-BE49-F238E27FC236}">
                  <a16:creationId xmlns:a16="http://schemas.microsoft.com/office/drawing/2014/main" id="{EF1244FD-1856-4971-9A73-AD6DF3F42A90}"/>
                </a:ext>
              </a:extLst>
            </p:cNvPr>
            <p:cNvSpPr/>
            <p:nvPr/>
          </p:nvSpPr>
          <p:spPr>
            <a:xfrm>
              <a:off x="12498114" y="115959"/>
              <a:ext cx="360000" cy="406800"/>
            </a:xfrm>
            <a:prstGeom prst="rect">
              <a:avLst/>
            </a:prstGeom>
            <a:solidFill>
              <a:srgbClr val="0070A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pPr>
              <a:r>
                <a:rPr lang="en-GB" sz="700">
                  <a:solidFill>
                    <a:srgbClr val="FFFFFF"/>
                  </a:solidFill>
                </a:rPr>
                <a:t>1</a:t>
              </a:r>
            </a:p>
            <a:p>
              <a:pPr algn="ctr">
                <a:lnSpc>
                  <a:spcPct val="90000"/>
                </a:lnSpc>
              </a:pPr>
              <a:r>
                <a:rPr lang="en-GB" sz="700">
                  <a:solidFill>
                    <a:srgbClr val="FFFFFF"/>
                  </a:solidFill>
                </a:rPr>
                <a:t>112</a:t>
              </a:r>
            </a:p>
            <a:p>
              <a:pPr algn="ctr">
                <a:lnSpc>
                  <a:spcPct val="90000"/>
                </a:lnSpc>
              </a:pPr>
              <a:r>
                <a:rPr lang="en-GB" sz="700">
                  <a:solidFill>
                    <a:srgbClr val="FFFFFF"/>
                  </a:solidFill>
                </a:rPr>
                <a:t>173</a:t>
              </a:r>
            </a:p>
          </p:txBody>
        </p:sp>
        <p:sp>
          <p:nvSpPr>
            <p:cNvPr id="12" name="Rectangle 11">
              <a:extLst>
                <a:ext uri="{FF2B5EF4-FFF2-40B4-BE49-F238E27FC236}">
                  <a16:creationId xmlns:a16="http://schemas.microsoft.com/office/drawing/2014/main" id="{22B40C78-6F20-4C95-AB26-B29FEC0FF747}"/>
                </a:ext>
              </a:extLst>
            </p:cNvPr>
            <p:cNvSpPr/>
            <p:nvPr/>
          </p:nvSpPr>
          <p:spPr>
            <a:xfrm>
              <a:off x="12498114" y="533371"/>
              <a:ext cx="360000" cy="4068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pPr>
              <a:r>
                <a:rPr lang="en-GB" sz="700">
                  <a:solidFill>
                    <a:prstClr val="black"/>
                  </a:solidFill>
                </a:rPr>
                <a:t>18</a:t>
              </a:r>
            </a:p>
            <a:p>
              <a:pPr algn="ctr">
                <a:lnSpc>
                  <a:spcPct val="90000"/>
                </a:lnSpc>
              </a:pPr>
              <a:r>
                <a:rPr lang="en-GB" sz="700">
                  <a:solidFill>
                    <a:prstClr val="black"/>
                  </a:solidFill>
                </a:rPr>
                <a:t>171</a:t>
              </a:r>
            </a:p>
            <a:p>
              <a:pPr algn="ctr">
                <a:lnSpc>
                  <a:spcPct val="90000"/>
                </a:lnSpc>
              </a:pPr>
              <a:r>
                <a:rPr lang="en-GB" sz="700">
                  <a:solidFill>
                    <a:prstClr val="black"/>
                  </a:solidFill>
                </a:rPr>
                <a:t>219</a:t>
              </a:r>
            </a:p>
          </p:txBody>
        </p:sp>
        <p:sp>
          <p:nvSpPr>
            <p:cNvPr id="13" name="Rectangle 12">
              <a:extLst>
                <a:ext uri="{FF2B5EF4-FFF2-40B4-BE49-F238E27FC236}">
                  <a16:creationId xmlns:a16="http://schemas.microsoft.com/office/drawing/2014/main" id="{1AED4E7D-39CE-49AE-9D4C-16EA940CBE5F}"/>
                </a:ext>
              </a:extLst>
            </p:cNvPr>
            <p:cNvSpPr/>
            <p:nvPr/>
          </p:nvSpPr>
          <p:spPr>
            <a:xfrm>
              <a:off x="12498114" y="950783"/>
              <a:ext cx="360000" cy="406800"/>
            </a:xfrm>
            <a:prstGeom prst="rect">
              <a:avLst/>
            </a:prstGeom>
            <a:solidFill>
              <a:srgbClr val="2B0A3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pPr>
              <a:r>
                <a:rPr lang="en-GB" sz="700">
                  <a:solidFill>
                    <a:srgbClr val="FFFFFF"/>
                  </a:solidFill>
                </a:rPr>
                <a:t>43</a:t>
              </a:r>
            </a:p>
            <a:p>
              <a:pPr algn="ctr">
                <a:lnSpc>
                  <a:spcPct val="90000"/>
                </a:lnSpc>
              </a:pPr>
              <a:r>
                <a:rPr lang="en-GB" sz="700">
                  <a:solidFill>
                    <a:srgbClr val="FFFFFF"/>
                  </a:solidFill>
                </a:rPr>
                <a:t>10</a:t>
              </a:r>
            </a:p>
            <a:p>
              <a:pPr algn="ctr">
                <a:lnSpc>
                  <a:spcPct val="90000"/>
                </a:lnSpc>
              </a:pPr>
              <a:r>
                <a:rPr lang="en-GB" sz="700">
                  <a:solidFill>
                    <a:srgbClr val="FFFFFF"/>
                  </a:solidFill>
                </a:rPr>
                <a:t>61</a:t>
              </a:r>
            </a:p>
          </p:txBody>
        </p:sp>
        <p:sp>
          <p:nvSpPr>
            <p:cNvPr id="14" name="Rectangle 13">
              <a:extLst>
                <a:ext uri="{FF2B5EF4-FFF2-40B4-BE49-F238E27FC236}">
                  <a16:creationId xmlns:a16="http://schemas.microsoft.com/office/drawing/2014/main" id="{392DC803-B0F7-4D0E-81CA-9DDCB14FA42C}"/>
                </a:ext>
              </a:extLst>
            </p:cNvPr>
            <p:cNvSpPr/>
            <p:nvPr/>
          </p:nvSpPr>
          <p:spPr>
            <a:xfrm>
              <a:off x="12498114" y="1364202"/>
              <a:ext cx="360000" cy="4068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pPr>
              <a:r>
                <a:rPr lang="en-GB" sz="700">
                  <a:solidFill>
                    <a:srgbClr val="FFFFFF"/>
                  </a:solidFill>
                </a:rPr>
                <a:t>39</a:t>
              </a:r>
            </a:p>
            <a:p>
              <a:pPr algn="ctr">
                <a:lnSpc>
                  <a:spcPct val="90000"/>
                </a:lnSpc>
              </a:pPr>
              <a:r>
                <a:rPr lang="en-GB" sz="700">
                  <a:solidFill>
                    <a:srgbClr val="FFFFFF"/>
                  </a:solidFill>
                </a:rPr>
                <a:t>41</a:t>
              </a:r>
            </a:p>
            <a:p>
              <a:pPr algn="ctr">
                <a:lnSpc>
                  <a:spcPct val="90000"/>
                </a:lnSpc>
              </a:pPr>
              <a:r>
                <a:rPr lang="en-GB" sz="700">
                  <a:solidFill>
                    <a:srgbClr val="FFFFFF"/>
                  </a:solidFill>
                </a:rPr>
                <a:t>54</a:t>
              </a:r>
            </a:p>
          </p:txBody>
        </p:sp>
        <p:sp>
          <p:nvSpPr>
            <p:cNvPr id="63" name="Rectangle 62">
              <a:extLst>
                <a:ext uri="{FF2B5EF4-FFF2-40B4-BE49-F238E27FC236}">
                  <a16:creationId xmlns:a16="http://schemas.microsoft.com/office/drawing/2014/main" id="{B60470E2-9B98-4C49-AC1B-A56CD2EB54B9}"/>
                </a:ext>
              </a:extLst>
            </p:cNvPr>
            <p:cNvSpPr/>
            <p:nvPr/>
          </p:nvSpPr>
          <p:spPr>
            <a:xfrm>
              <a:off x="12498114" y="1778325"/>
              <a:ext cx="360000" cy="406800"/>
            </a:xfrm>
            <a:prstGeom prst="rect">
              <a:avLst/>
            </a:prstGeom>
            <a:solidFill>
              <a:schemeClr val="bg2"/>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pPr>
              <a:r>
                <a:rPr lang="en-GB" sz="700">
                  <a:solidFill>
                    <a:prstClr val="black"/>
                  </a:solidFill>
                </a:rPr>
                <a:t>236</a:t>
              </a:r>
            </a:p>
            <a:p>
              <a:pPr algn="ctr">
                <a:lnSpc>
                  <a:spcPct val="90000"/>
                </a:lnSpc>
              </a:pPr>
              <a:r>
                <a:rPr lang="en-GB" sz="700">
                  <a:solidFill>
                    <a:prstClr val="black"/>
                  </a:solidFill>
                </a:rPr>
                <a:t>236</a:t>
              </a:r>
            </a:p>
            <a:p>
              <a:pPr algn="ctr">
                <a:lnSpc>
                  <a:spcPct val="90000"/>
                </a:lnSpc>
              </a:pPr>
              <a:r>
                <a:rPr lang="en-GB" sz="700">
                  <a:solidFill>
                    <a:prstClr val="black"/>
                  </a:solidFill>
                </a:rPr>
                <a:t>236</a:t>
              </a:r>
            </a:p>
          </p:txBody>
        </p:sp>
      </p:grpSp>
      <p:grpSp>
        <p:nvGrpSpPr>
          <p:cNvPr id="4096" name="Groupe 4095">
            <a:extLst>
              <a:ext uri="{FF2B5EF4-FFF2-40B4-BE49-F238E27FC236}">
                <a16:creationId xmlns:a16="http://schemas.microsoft.com/office/drawing/2014/main" id="{4ADC82C4-641D-4930-B946-DC8978F5F98C}"/>
              </a:ext>
            </a:extLst>
          </p:cNvPr>
          <p:cNvGrpSpPr/>
          <p:nvPr/>
        </p:nvGrpSpPr>
        <p:grpSpPr>
          <a:xfrm>
            <a:off x="12295891" y="4289244"/>
            <a:ext cx="1462993" cy="2058800"/>
            <a:chOff x="12432704" y="1992581"/>
            <a:chExt cx="1462993" cy="2058800"/>
          </a:xfrm>
        </p:grpSpPr>
        <p:sp>
          <p:nvSpPr>
            <p:cNvPr id="41" name="Forme libre : forme 40">
              <a:extLst>
                <a:ext uri="{FF2B5EF4-FFF2-40B4-BE49-F238E27FC236}">
                  <a16:creationId xmlns:a16="http://schemas.microsoft.com/office/drawing/2014/main" id="{EC826880-5A3C-4E1C-81B2-A1CB9E331DC3}"/>
                </a:ext>
              </a:extLst>
            </p:cNvPr>
            <p:cNvSpPr/>
            <p:nvPr/>
          </p:nvSpPr>
          <p:spPr>
            <a:xfrm>
              <a:off x="12800391"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8E12"/>
            </a:solidFill>
            <a:ln w="6695" cap="flat">
              <a:noFill/>
              <a:prstDash val="solid"/>
              <a:miter/>
            </a:ln>
          </p:spPr>
          <p:txBody>
            <a:bodyPr rtlCol="0" anchor="ctr"/>
            <a:lstStyle/>
            <a:p>
              <a:pPr algn="ctr">
                <a:lnSpc>
                  <a:spcPct val="90000"/>
                </a:lnSpc>
              </a:pPr>
              <a:r>
                <a:rPr lang="en-US" sz="700">
                  <a:solidFill>
                    <a:prstClr val="black"/>
                  </a:solidFill>
                </a:rPr>
                <a:t>255</a:t>
              </a:r>
            </a:p>
            <a:p>
              <a:pPr algn="ctr">
                <a:lnSpc>
                  <a:spcPct val="90000"/>
                </a:lnSpc>
              </a:pPr>
              <a:r>
                <a:rPr lang="en-US" sz="700">
                  <a:solidFill>
                    <a:prstClr val="black"/>
                  </a:solidFill>
                </a:rPr>
                <a:t>142</a:t>
              </a:r>
            </a:p>
            <a:p>
              <a:pPr algn="ctr">
                <a:lnSpc>
                  <a:spcPct val="90000"/>
                </a:lnSpc>
              </a:pPr>
              <a:r>
                <a:rPr lang="en-US" sz="700">
                  <a:solidFill>
                    <a:prstClr val="black"/>
                  </a:solidFill>
                </a:rPr>
                <a:t>18</a:t>
              </a:r>
            </a:p>
          </p:txBody>
        </p:sp>
        <p:sp>
          <p:nvSpPr>
            <p:cNvPr id="42" name="Forme libre : forme 41">
              <a:extLst>
                <a:ext uri="{FF2B5EF4-FFF2-40B4-BE49-F238E27FC236}">
                  <a16:creationId xmlns:a16="http://schemas.microsoft.com/office/drawing/2014/main" id="{44796AC3-FBF9-498C-9326-20ACFCF63EE6}"/>
                </a:ext>
              </a:extLst>
            </p:cNvPr>
            <p:cNvSpPr/>
            <p:nvPr/>
          </p:nvSpPr>
          <p:spPr>
            <a:xfrm>
              <a:off x="12800391"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9C29"/>
            </a:solidFill>
            <a:ln w="6695" cap="flat">
              <a:noFill/>
              <a:prstDash val="solid"/>
              <a:miter/>
            </a:ln>
          </p:spPr>
          <p:txBody>
            <a:bodyPr rtlCol="0" anchor="ctr"/>
            <a:lstStyle/>
            <a:p>
              <a:pPr algn="ctr">
                <a:lnSpc>
                  <a:spcPct val="90000"/>
                </a:lnSpc>
              </a:pPr>
              <a:r>
                <a:rPr lang="en-US" sz="700">
                  <a:solidFill>
                    <a:prstClr val="black"/>
                  </a:solidFill>
                </a:rPr>
                <a:t>255</a:t>
              </a:r>
            </a:p>
            <a:p>
              <a:pPr algn="ctr">
                <a:lnSpc>
                  <a:spcPct val="90000"/>
                </a:lnSpc>
              </a:pPr>
              <a:r>
                <a:rPr lang="en-US" sz="700">
                  <a:solidFill>
                    <a:prstClr val="black"/>
                  </a:solidFill>
                </a:rPr>
                <a:t>156</a:t>
              </a:r>
            </a:p>
            <a:p>
              <a:pPr algn="ctr">
                <a:lnSpc>
                  <a:spcPct val="90000"/>
                </a:lnSpc>
              </a:pPr>
              <a:r>
                <a:rPr lang="en-US" sz="700">
                  <a:solidFill>
                    <a:prstClr val="black"/>
                  </a:solidFill>
                </a:rPr>
                <a:t>41</a:t>
              </a:r>
            </a:p>
          </p:txBody>
        </p:sp>
        <p:sp>
          <p:nvSpPr>
            <p:cNvPr id="43" name="Forme libre : forme 42">
              <a:extLst>
                <a:ext uri="{FF2B5EF4-FFF2-40B4-BE49-F238E27FC236}">
                  <a16:creationId xmlns:a16="http://schemas.microsoft.com/office/drawing/2014/main" id="{2D1DB5D7-2017-4A8F-80D6-C8641C9CE84C}"/>
                </a:ext>
              </a:extLst>
            </p:cNvPr>
            <p:cNvSpPr/>
            <p:nvPr/>
          </p:nvSpPr>
          <p:spPr>
            <a:xfrm>
              <a:off x="12800391"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FFB24A"/>
            </a:solidFill>
            <a:ln w="6695" cap="flat">
              <a:noFill/>
              <a:prstDash val="solid"/>
              <a:miter/>
            </a:ln>
          </p:spPr>
          <p:txBody>
            <a:bodyPr rtlCol="0" anchor="ctr"/>
            <a:lstStyle/>
            <a:p>
              <a:pPr algn="ctr">
                <a:lnSpc>
                  <a:spcPct val="90000"/>
                </a:lnSpc>
              </a:pPr>
              <a:r>
                <a:rPr lang="en-US" sz="700">
                  <a:solidFill>
                    <a:prstClr val="black"/>
                  </a:solidFill>
                </a:rPr>
                <a:t>255</a:t>
              </a:r>
            </a:p>
            <a:p>
              <a:pPr algn="ctr">
                <a:lnSpc>
                  <a:spcPct val="90000"/>
                </a:lnSpc>
              </a:pPr>
              <a:r>
                <a:rPr lang="en-US" sz="700">
                  <a:solidFill>
                    <a:prstClr val="black"/>
                  </a:solidFill>
                </a:rPr>
                <a:t>178</a:t>
              </a:r>
            </a:p>
            <a:p>
              <a:pPr algn="ctr">
                <a:lnSpc>
                  <a:spcPct val="90000"/>
                </a:lnSpc>
              </a:pPr>
              <a:r>
                <a:rPr lang="en-US" sz="700">
                  <a:solidFill>
                    <a:prstClr val="black"/>
                  </a:solidFill>
                </a:rPr>
                <a:t>74</a:t>
              </a:r>
            </a:p>
          </p:txBody>
        </p:sp>
        <p:sp>
          <p:nvSpPr>
            <p:cNvPr id="44" name="Forme libre : forme 43">
              <a:extLst>
                <a:ext uri="{FF2B5EF4-FFF2-40B4-BE49-F238E27FC236}">
                  <a16:creationId xmlns:a16="http://schemas.microsoft.com/office/drawing/2014/main" id="{92191BDF-6BAB-45F9-9FA1-89C34179FD61}"/>
                </a:ext>
              </a:extLst>
            </p:cNvPr>
            <p:cNvSpPr/>
            <p:nvPr/>
          </p:nvSpPr>
          <p:spPr>
            <a:xfrm>
              <a:off x="12800391"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D068"/>
            </a:solidFill>
            <a:ln w="6695" cap="flat">
              <a:noFill/>
              <a:prstDash val="solid"/>
              <a:miter/>
            </a:ln>
          </p:spPr>
          <p:txBody>
            <a:bodyPr rtlCol="0" anchor="ctr"/>
            <a:lstStyle/>
            <a:p>
              <a:pPr algn="ctr">
                <a:lnSpc>
                  <a:spcPct val="90000"/>
                </a:lnSpc>
              </a:pPr>
              <a:r>
                <a:rPr lang="en-US" sz="700">
                  <a:solidFill>
                    <a:prstClr val="black"/>
                  </a:solidFill>
                </a:rPr>
                <a:t>255</a:t>
              </a:r>
            </a:p>
            <a:p>
              <a:pPr algn="ctr">
                <a:lnSpc>
                  <a:spcPct val="90000"/>
                </a:lnSpc>
              </a:pPr>
              <a:r>
                <a:rPr lang="en-US" sz="700">
                  <a:solidFill>
                    <a:prstClr val="black"/>
                  </a:solidFill>
                </a:rPr>
                <a:t>208</a:t>
              </a:r>
            </a:p>
            <a:p>
              <a:pPr algn="ctr">
                <a:lnSpc>
                  <a:spcPct val="90000"/>
                </a:lnSpc>
              </a:pPr>
              <a:r>
                <a:rPr lang="en-US" sz="700">
                  <a:solidFill>
                    <a:prstClr val="black"/>
                  </a:solidFill>
                </a:rPr>
                <a:t>104</a:t>
              </a:r>
            </a:p>
          </p:txBody>
        </p:sp>
        <p:sp>
          <p:nvSpPr>
            <p:cNvPr id="45" name="Forme libre : forme 44">
              <a:extLst>
                <a:ext uri="{FF2B5EF4-FFF2-40B4-BE49-F238E27FC236}">
                  <a16:creationId xmlns:a16="http://schemas.microsoft.com/office/drawing/2014/main" id="{EF971F25-4035-43BA-BC8C-22E9B837A713}"/>
                </a:ext>
              </a:extLst>
            </p:cNvPr>
            <p:cNvSpPr/>
            <p:nvPr/>
          </p:nvSpPr>
          <p:spPr>
            <a:xfrm>
              <a:off x="12800391"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DA80"/>
            </a:solidFill>
            <a:ln w="6695" cap="flat">
              <a:noFill/>
              <a:prstDash val="solid"/>
              <a:miter/>
            </a:ln>
          </p:spPr>
          <p:txBody>
            <a:bodyPr rtlCol="0" anchor="ctr"/>
            <a:lstStyle/>
            <a:p>
              <a:pPr algn="ctr">
                <a:lnSpc>
                  <a:spcPct val="90000"/>
                </a:lnSpc>
              </a:pPr>
              <a:r>
                <a:rPr lang="en-US" sz="700">
                  <a:solidFill>
                    <a:prstClr val="black"/>
                  </a:solidFill>
                </a:rPr>
                <a:t>255</a:t>
              </a:r>
            </a:p>
            <a:p>
              <a:pPr algn="ctr">
                <a:lnSpc>
                  <a:spcPct val="90000"/>
                </a:lnSpc>
              </a:pPr>
              <a:r>
                <a:rPr lang="en-US" sz="700">
                  <a:solidFill>
                    <a:prstClr val="black"/>
                  </a:solidFill>
                </a:rPr>
                <a:t>218</a:t>
              </a:r>
            </a:p>
            <a:p>
              <a:pPr algn="ctr">
                <a:lnSpc>
                  <a:spcPct val="90000"/>
                </a:lnSpc>
              </a:pPr>
              <a:r>
                <a:rPr lang="en-US" sz="700">
                  <a:solidFill>
                    <a:prstClr val="black"/>
                  </a:solidFill>
                </a:rPr>
                <a:t>128</a:t>
              </a:r>
            </a:p>
          </p:txBody>
        </p:sp>
        <p:sp>
          <p:nvSpPr>
            <p:cNvPr id="46" name="Forme libre : forme 45">
              <a:extLst>
                <a:ext uri="{FF2B5EF4-FFF2-40B4-BE49-F238E27FC236}">
                  <a16:creationId xmlns:a16="http://schemas.microsoft.com/office/drawing/2014/main" id="{F5691FCB-A410-4C6B-963D-15CCFA8EB678}"/>
                </a:ext>
              </a:extLst>
            </p:cNvPr>
            <p:cNvSpPr/>
            <p:nvPr/>
          </p:nvSpPr>
          <p:spPr>
            <a:xfrm>
              <a:off x="13168875"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42142E"/>
            </a:solidFill>
            <a:ln w="6695" cap="flat">
              <a:noFill/>
              <a:prstDash val="solid"/>
              <a:miter/>
            </a:ln>
          </p:spPr>
          <p:txBody>
            <a:bodyPr rtlCol="0" anchor="ctr"/>
            <a:lstStyle/>
            <a:p>
              <a:pPr algn="ctr">
                <a:lnSpc>
                  <a:spcPct val="90000"/>
                </a:lnSpc>
              </a:pPr>
              <a:r>
                <a:rPr lang="en-US" sz="700">
                  <a:solidFill>
                    <a:srgbClr val="FFFFFF"/>
                  </a:solidFill>
                </a:rPr>
                <a:t>66</a:t>
              </a:r>
            </a:p>
            <a:p>
              <a:pPr algn="ctr">
                <a:lnSpc>
                  <a:spcPct val="90000"/>
                </a:lnSpc>
              </a:pPr>
              <a:r>
                <a:rPr lang="en-US" sz="700">
                  <a:solidFill>
                    <a:srgbClr val="FFFFFF"/>
                  </a:solidFill>
                </a:rPr>
                <a:t>20</a:t>
              </a:r>
            </a:p>
            <a:p>
              <a:pPr algn="ctr">
                <a:lnSpc>
                  <a:spcPct val="90000"/>
                </a:lnSpc>
              </a:pPr>
              <a:r>
                <a:rPr lang="en-US" sz="700">
                  <a:solidFill>
                    <a:srgbClr val="FFFFFF"/>
                  </a:solidFill>
                </a:rPr>
                <a:t>46</a:t>
              </a:r>
            </a:p>
          </p:txBody>
        </p:sp>
        <p:sp>
          <p:nvSpPr>
            <p:cNvPr id="47" name="Forme libre : forme 46">
              <a:extLst>
                <a:ext uri="{FF2B5EF4-FFF2-40B4-BE49-F238E27FC236}">
                  <a16:creationId xmlns:a16="http://schemas.microsoft.com/office/drawing/2014/main" id="{D0F79893-1FFE-4F7F-B020-867CE988C67E}"/>
                </a:ext>
              </a:extLst>
            </p:cNvPr>
            <p:cNvSpPr/>
            <p:nvPr/>
          </p:nvSpPr>
          <p:spPr>
            <a:xfrm>
              <a:off x="13168875"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590A42"/>
            </a:solidFill>
            <a:ln w="6695" cap="flat">
              <a:noFill/>
              <a:prstDash val="solid"/>
              <a:miter/>
            </a:ln>
          </p:spPr>
          <p:txBody>
            <a:bodyPr rtlCol="0" anchor="ctr"/>
            <a:lstStyle/>
            <a:p>
              <a:pPr algn="ctr">
                <a:lnSpc>
                  <a:spcPct val="90000"/>
                </a:lnSpc>
              </a:pPr>
              <a:r>
                <a:rPr lang="en-US" sz="700">
                  <a:solidFill>
                    <a:srgbClr val="FFFFFF"/>
                  </a:solidFill>
                </a:rPr>
                <a:t>89</a:t>
              </a:r>
            </a:p>
            <a:p>
              <a:pPr algn="ctr">
                <a:lnSpc>
                  <a:spcPct val="90000"/>
                </a:lnSpc>
              </a:pPr>
              <a:r>
                <a:rPr lang="en-US" sz="700">
                  <a:solidFill>
                    <a:srgbClr val="FFFFFF"/>
                  </a:solidFill>
                </a:rPr>
                <a:t>10</a:t>
              </a:r>
            </a:p>
            <a:p>
              <a:pPr algn="ctr">
                <a:lnSpc>
                  <a:spcPct val="90000"/>
                </a:lnSpc>
              </a:pPr>
              <a:r>
                <a:rPr lang="en-US" sz="700">
                  <a:solidFill>
                    <a:srgbClr val="FFFFFF"/>
                  </a:solidFill>
                </a:rPr>
                <a:t>66</a:t>
              </a:r>
            </a:p>
          </p:txBody>
        </p:sp>
        <p:sp>
          <p:nvSpPr>
            <p:cNvPr id="48" name="Forme libre : forme 47">
              <a:extLst>
                <a:ext uri="{FF2B5EF4-FFF2-40B4-BE49-F238E27FC236}">
                  <a16:creationId xmlns:a16="http://schemas.microsoft.com/office/drawing/2014/main" id="{4BC28B06-4332-436B-9E8F-27299D73CB0F}"/>
                </a:ext>
              </a:extLst>
            </p:cNvPr>
            <p:cNvSpPr/>
            <p:nvPr/>
          </p:nvSpPr>
          <p:spPr>
            <a:xfrm>
              <a:off x="13168875"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750D5C"/>
            </a:solidFill>
            <a:ln w="6695" cap="flat">
              <a:noFill/>
              <a:prstDash val="solid"/>
              <a:miter/>
            </a:ln>
          </p:spPr>
          <p:txBody>
            <a:bodyPr rtlCol="0" anchor="ctr"/>
            <a:lstStyle/>
            <a:p>
              <a:pPr algn="ctr">
                <a:lnSpc>
                  <a:spcPct val="90000"/>
                </a:lnSpc>
              </a:pPr>
              <a:r>
                <a:rPr lang="en-US" sz="700">
                  <a:solidFill>
                    <a:srgbClr val="FFFFFF"/>
                  </a:solidFill>
                </a:rPr>
                <a:t>117</a:t>
              </a:r>
            </a:p>
            <a:p>
              <a:pPr algn="ctr">
                <a:lnSpc>
                  <a:spcPct val="90000"/>
                </a:lnSpc>
              </a:pPr>
              <a:r>
                <a:rPr lang="en-US" sz="700">
                  <a:solidFill>
                    <a:srgbClr val="FFFFFF"/>
                  </a:solidFill>
                </a:rPr>
                <a:t>13</a:t>
              </a:r>
            </a:p>
            <a:p>
              <a:pPr algn="ctr">
                <a:lnSpc>
                  <a:spcPct val="90000"/>
                </a:lnSpc>
              </a:pPr>
              <a:r>
                <a:rPr lang="en-US" sz="700">
                  <a:solidFill>
                    <a:srgbClr val="FFFFFF"/>
                  </a:solidFill>
                </a:rPr>
                <a:t>92</a:t>
              </a:r>
            </a:p>
          </p:txBody>
        </p:sp>
        <p:sp>
          <p:nvSpPr>
            <p:cNvPr id="49" name="Forme libre : forme 48">
              <a:extLst>
                <a:ext uri="{FF2B5EF4-FFF2-40B4-BE49-F238E27FC236}">
                  <a16:creationId xmlns:a16="http://schemas.microsoft.com/office/drawing/2014/main" id="{90419B70-8C46-4DE8-9DD4-F2A6106ED6F5}"/>
                </a:ext>
              </a:extLst>
            </p:cNvPr>
            <p:cNvSpPr/>
            <p:nvPr/>
          </p:nvSpPr>
          <p:spPr>
            <a:xfrm>
              <a:off x="13168875"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802B73"/>
            </a:solidFill>
            <a:ln w="6695" cap="flat">
              <a:noFill/>
              <a:prstDash val="solid"/>
              <a:miter/>
            </a:ln>
          </p:spPr>
          <p:txBody>
            <a:bodyPr rtlCol="0" anchor="ctr"/>
            <a:lstStyle/>
            <a:p>
              <a:pPr algn="ctr">
                <a:lnSpc>
                  <a:spcPct val="90000"/>
                </a:lnSpc>
              </a:pPr>
              <a:r>
                <a:rPr lang="en-US" sz="700">
                  <a:solidFill>
                    <a:srgbClr val="FFFFFF"/>
                  </a:solidFill>
                </a:rPr>
                <a:t>128</a:t>
              </a:r>
            </a:p>
            <a:p>
              <a:pPr algn="ctr">
                <a:lnSpc>
                  <a:spcPct val="90000"/>
                </a:lnSpc>
              </a:pPr>
              <a:r>
                <a:rPr lang="en-US" sz="700">
                  <a:solidFill>
                    <a:srgbClr val="FFFFFF"/>
                  </a:solidFill>
                </a:rPr>
                <a:t>43</a:t>
              </a:r>
            </a:p>
            <a:p>
              <a:pPr algn="ctr">
                <a:lnSpc>
                  <a:spcPct val="90000"/>
                </a:lnSpc>
              </a:pPr>
              <a:r>
                <a:rPr lang="en-US" sz="700">
                  <a:solidFill>
                    <a:srgbClr val="FFFFFF"/>
                  </a:solidFill>
                </a:rPr>
                <a:t>115</a:t>
              </a:r>
            </a:p>
          </p:txBody>
        </p:sp>
        <p:sp>
          <p:nvSpPr>
            <p:cNvPr id="50" name="Forme libre : forme 49">
              <a:extLst>
                <a:ext uri="{FF2B5EF4-FFF2-40B4-BE49-F238E27FC236}">
                  <a16:creationId xmlns:a16="http://schemas.microsoft.com/office/drawing/2014/main" id="{0A0CFFBA-E8FE-434D-9D74-BB9F352B4723}"/>
                </a:ext>
              </a:extLst>
            </p:cNvPr>
            <p:cNvSpPr/>
            <p:nvPr/>
          </p:nvSpPr>
          <p:spPr>
            <a:xfrm>
              <a:off x="13168875"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9E4780"/>
            </a:solidFill>
            <a:ln w="6695" cap="flat">
              <a:noFill/>
              <a:prstDash val="solid"/>
              <a:miter/>
            </a:ln>
          </p:spPr>
          <p:txBody>
            <a:bodyPr rtlCol="0" anchor="ctr"/>
            <a:lstStyle/>
            <a:p>
              <a:pPr algn="ctr">
                <a:lnSpc>
                  <a:spcPct val="90000"/>
                </a:lnSpc>
              </a:pPr>
              <a:r>
                <a:rPr lang="en-US" sz="700">
                  <a:solidFill>
                    <a:srgbClr val="FFFFFF"/>
                  </a:solidFill>
                </a:rPr>
                <a:t>158</a:t>
              </a:r>
            </a:p>
            <a:p>
              <a:pPr algn="ctr">
                <a:lnSpc>
                  <a:spcPct val="90000"/>
                </a:lnSpc>
              </a:pPr>
              <a:r>
                <a:rPr lang="en-US" sz="700">
                  <a:solidFill>
                    <a:srgbClr val="FFFFFF"/>
                  </a:solidFill>
                </a:rPr>
                <a:t>71</a:t>
              </a:r>
            </a:p>
            <a:p>
              <a:pPr algn="ctr">
                <a:lnSpc>
                  <a:spcPct val="90000"/>
                </a:lnSpc>
              </a:pPr>
              <a:r>
                <a:rPr lang="en-US" sz="700">
                  <a:solidFill>
                    <a:srgbClr val="FFFFFF"/>
                  </a:solidFill>
                </a:rPr>
                <a:t>128</a:t>
              </a:r>
            </a:p>
          </p:txBody>
        </p:sp>
        <p:sp>
          <p:nvSpPr>
            <p:cNvPr id="51" name="Forme libre : forme 50">
              <a:extLst>
                <a:ext uri="{FF2B5EF4-FFF2-40B4-BE49-F238E27FC236}">
                  <a16:creationId xmlns:a16="http://schemas.microsoft.com/office/drawing/2014/main" id="{D041A42A-2FF1-4516-85CE-87051937629F}"/>
                </a:ext>
              </a:extLst>
            </p:cNvPr>
            <p:cNvSpPr/>
            <p:nvPr/>
          </p:nvSpPr>
          <p:spPr>
            <a:xfrm>
              <a:off x="13535697"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A6001A"/>
            </a:solidFill>
            <a:ln w="6695" cap="flat">
              <a:noFill/>
              <a:prstDash val="solid"/>
              <a:miter/>
            </a:ln>
          </p:spPr>
          <p:txBody>
            <a:bodyPr rtlCol="0" anchor="ctr"/>
            <a:lstStyle/>
            <a:p>
              <a:pPr algn="ctr">
                <a:lnSpc>
                  <a:spcPct val="90000"/>
                </a:lnSpc>
              </a:pPr>
              <a:r>
                <a:rPr lang="en-US" sz="700">
                  <a:solidFill>
                    <a:srgbClr val="FFFFFF"/>
                  </a:solidFill>
                </a:rPr>
                <a:t>166</a:t>
              </a:r>
            </a:p>
            <a:p>
              <a:pPr algn="ctr">
                <a:lnSpc>
                  <a:spcPct val="90000"/>
                </a:lnSpc>
              </a:pPr>
              <a:r>
                <a:rPr lang="en-US" sz="700">
                  <a:solidFill>
                    <a:srgbClr val="FFFFFF"/>
                  </a:solidFill>
                </a:rPr>
                <a:t>0</a:t>
              </a:r>
            </a:p>
            <a:p>
              <a:pPr algn="ctr">
                <a:lnSpc>
                  <a:spcPct val="90000"/>
                </a:lnSpc>
              </a:pPr>
              <a:r>
                <a:rPr lang="en-US" sz="700">
                  <a:solidFill>
                    <a:srgbClr val="FFFFFF"/>
                  </a:solidFill>
                </a:rPr>
                <a:t>26</a:t>
              </a:r>
            </a:p>
          </p:txBody>
        </p:sp>
        <p:sp>
          <p:nvSpPr>
            <p:cNvPr id="52" name="Forme libre : forme 51">
              <a:extLst>
                <a:ext uri="{FF2B5EF4-FFF2-40B4-BE49-F238E27FC236}">
                  <a16:creationId xmlns:a16="http://schemas.microsoft.com/office/drawing/2014/main" id="{02084D3E-01E3-4506-9076-881D83455262}"/>
                </a:ext>
              </a:extLst>
            </p:cNvPr>
            <p:cNvSpPr/>
            <p:nvPr/>
          </p:nvSpPr>
          <p:spPr>
            <a:xfrm>
              <a:off x="13535697"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E30021"/>
            </a:solidFill>
            <a:ln w="6695" cap="flat">
              <a:noFill/>
              <a:prstDash val="solid"/>
              <a:miter/>
            </a:ln>
          </p:spPr>
          <p:txBody>
            <a:bodyPr rtlCol="0" anchor="ctr"/>
            <a:lstStyle/>
            <a:p>
              <a:pPr algn="ctr">
                <a:lnSpc>
                  <a:spcPct val="90000"/>
                </a:lnSpc>
              </a:pPr>
              <a:r>
                <a:rPr lang="en-US" sz="700">
                  <a:solidFill>
                    <a:srgbClr val="FFFFFF"/>
                  </a:solidFill>
                </a:rPr>
                <a:t>227</a:t>
              </a:r>
            </a:p>
            <a:p>
              <a:pPr algn="ctr">
                <a:lnSpc>
                  <a:spcPct val="90000"/>
                </a:lnSpc>
              </a:pPr>
              <a:r>
                <a:rPr lang="en-US" sz="700">
                  <a:solidFill>
                    <a:srgbClr val="FFFFFF"/>
                  </a:solidFill>
                </a:rPr>
                <a:t>03</a:t>
              </a:r>
            </a:p>
            <a:p>
              <a:pPr algn="ctr">
                <a:lnSpc>
                  <a:spcPct val="90000"/>
                </a:lnSpc>
              </a:pPr>
              <a:r>
                <a:rPr lang="en-US" sz="700">
                  <a:solidFill>
                    <a:srgbClr val="FFFFFF"/>
                  </a:solidFill>
                </a:rPr>
                <a:t>33</a:t>
              </a:r>
            </a:p>
          </p:txBody>
        </p:sp>
        <p:sp>
          <p:nvSpPr>
            <p:cNvPr id="53" name="Forme libre : forme 52">
              <a:extLst>
                <a:ext uri="{FF2B5EF4-FFF2-40B4-BE49-F238E27FC236}">
                  <a16:creationId xmlns:a16="http://schemas.microsoft.com/office/drawing/2014/main" id="{96939CDC-56D5-42B9-843A-231E1C541E5D}"/>
                </a:ext>
              </a:extLst>
            </p:cNvPr>
            <p:cNvSpPr/>
            <p:nvPr/>
          </p:nvSpPr>
          <p:spPr>
            <a:xfrm>
              <a:off x="13535697"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FF304D"/>
            </a:solidFill>
            <a:ln w="6695" cap="flat">
              <a:noFill/>
              <a:prstDash val="solid"/>
              <a:miter/>
            </a:ln>
          </p:spPr>
          <p:txBody>
            <a:bodyPr rtlCol="0" anchor="ctr"/>
            <a:lstStyle/>
            <a:p>
              <a:pPr algn="ctr">
                <a:lnSpc>
                  <a:spcPct val="90000"/>
                </a:lnSpc>
              </a:pPr>
              <a:r>
                <a:rPr lang="en-US" sz="700">
                  <a:solidFill>
                    <a:prstClr val="black"/>
                  </a:solidFill>
                </a:rPr>
                <a:t>255</a:t>
              </a:r>
            </a:p>
            <a:p>
              <a:pPr algn="ctr">
                <a:lnSpc>
                  <a:spcPct val="90000"/>
                </a:lnSpc>
              </a:pPr>
              <a:r>
                <a:rPr lang="en-US" sz="700">
                  <a:solidFill>
                    <a:prstClr val="black"/>
                  </a:solidFill>
                </a:rPr>
                <a:t>48</a:t>
              </a:r>
            </a:p>
            <a:p>
              <a:pPr algn="ctr">
                <a:lnSpc>
                  <a:spcPct val="90000"/>
                </a:lnSpc>
              </a:pPr>
              <a:r>
                <a:rPr lang="en-US" sz="700">
                  <a:solidFill>
                    <a:prstClr val="black"/>
                  </a:solidFill>
                </a:rPr>
                <a:t>77</a:t>
              </a:r>
            </a:p>
          </p:txBody>
        </p:sp>
        <p:sp>
          <p:nvSpPr>
            <p:cNvPr id="54" name="Forme libre : forme 53">
              <a:extLst>
                <a:ext uri="{FF2B5EF4-FFF2-40B4-BE49-F238E27FC236}">
                  <a16:creationId xmlns:a16="http://schemas.microsoft.com/office/drawing/2014/main" id="{66B49780-B844-4D04-8283-E12AAC6933AF}"/>
                </a:ext>
              </a:extLst>
            </p:cNvPr>
            <p:cNvSpPr/>
            <p:nvPr/>
          </p:nvSpPr>
          <p:spPr>
            <a:xfrm>
              <a:off x="13535697"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455E"/>
            </a:solidFill>
            <a:ln w="6695" cap="flat">
              <a:noFill/>
              <a:prstDash val="solid"/>
              <a:miter/>
            </a:ln>
          </p:spPr>
          <p:txBody>
            <a:bodyPr rtlCol="0" anchor="ctr"/>
            <a:lstStyle/>
            <a:p>
              <a:pPr algn="ctr">
                <a:lnSpc>
                  <a:spcPct val="90000"/>
                </a:lnSpc>
              </a:pPr>
              <a:r>
                <a:rPr lang="en-US" sz="700">
                  <a:solidFill>
                    <a:prstClr val="black"/>
                  </a:solidFill>
                </a:rPr>
                <a:t>255</a:t>
              </a:r>
            </a:p>
            <a:p>
              <a:pPr algn="ctr">
                <a:lnSpc>
                  <a:spcPct val="90000"/>
                </a:lnSpc>
              </a:pPr>
              <a:r>
                <a:rPr lang="en-US" sz="700">
                  <a:solidFill>
                    <a:prstClr val="black"/>
                  </a:solidFill>
                </a:rPr>
                <a:t>69</a:t>
              </a:r>
            </a:p>
            <a:p>
              <a:pPr algn="ctr">
                <a:lnSpc>
                  <a:spcPct val="90000"/>
                </a:lnSpc>
              </a:pPr>
              <a:r>
                <a:rPr lang="en-US" sz="700">
                  <a:solidFill>
                    <a:prstClr val="black"/>
                  </a:solidFill>
                </a:rPr>
                <a:t>94</a:t>
              </a:r>
            </a:p>
          </p:txBody>
        </p:sp>
        <p:sp>
          <p:nvSpPr>
            <p:cNvPr id="55" name="Forme libre : forme 54">
              <a:extLst>
                <a:ext uri="{FF2B5EF4-FFF2-40B4-BE49-F238E27FC236}">
                  <a16:creationId xmlns:a16="http://schemas.microsoft.com/office/drawing/2014/main" id="{FF82BEF1-5FD1-4558-9313-1606ABF3D69C}"/>
                </a:ext>
              </a:extLst>
            </p:cNvPr>
            <p:cNvSpPr/>
            <p:nvPr/>
          </p:nvSpPr>
          <p:spPr>
            <a:xfrm>
              <a:off x="13535697"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5770"/>
            </a:solidFill>
            <a:ln w="6695" cap="flat">
              <a:noFill/>
              <a:prstDash val="solid"/>
              <a:miter/>
            </a:ln>
          </p:spPr>
          <p:txBody>
            <a:bodyPr rtlCol="0" anchor="ctr"/>
            <a:lstStyle/>
            <a:p>
              <a:pPr algn="ctr">
                <a:lnSpc>
                  <a:spcPct val="90000"/>
                </a:lnSpc>
              </a:pPr>
              <a:r>
                <a:rPr lang="en-US" sz="700">
                  <a:solidFill>
                    <a:prstClr val="black"/>
                  </a:solidFill>
                </a:rPr>
                <a:t>255</a:t>
              </a:r>
            </a:p>
            <a:p>
              <a:pPr algn="ctr">
                <a:lnSpc>
                  <a:spcPct val="90000"/>
                </a:lnSpc>
              </a:pPr>
              <a:r>
                <a:rPr lang="en-US" sz="700">
                  <a:solidFill>
                    <a:prstClr val="black"/>
                  </a:solidFill>
                </a:rPr>
                <a:t>87</a:t>
              </a:r>
            </a:p>
            <a:p>
              <a:pPr algn="ctr">
                <a:lnSpc>
                  <a:spcPct val="90000"/>
                </a:lnSpc>
              </a:pPr>
              <a:r>
                <a:rPr lang="en-US" sz="700">
                  <a:solidFill>
                    <a:prstClr val="black"/>
                  </a:solidFill>
                </a:rPr>
                <a:t>112</a:t>
              </a:r>
            </a:p>
          </p:txBody>
        </p:sp>
        <p:sp>
          <p:nvSpPr>
            <p:cNvPr id="56" name="Forme libre : forme 55">
              <a:extLst>
                <a:ext uri="{FF2B5EF4-FFF2-40B4-BE49-F238E27FC236}">
                  <a16:creationId xmlns:a16="http://schemas.microsoft.com/office/drawing/2014/main" id="{86AAEC8D-AC95-4215-80AB-61B5B47B8691}"/>
                </a:ext>
              </a:extLst>
            </p:cNvPr>
            <p:cNvSpPr/>
            <p:nvPr/>
          </p:nvSpPr>
          <p:spPr>
            <a:xfrm>
              <a:off x="12432704"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811B6F"/>
            </a:solidFill>
            <a:ln w="6695" cap="flat">
              <a:noFill/>
              <a:prstDash val="solid"/>
              <a:miter/>
            </a:ln>
          </p:spPr>
          <p:txBody>
            <a:bodyPr rtlCol="0" anchor="ctr"/>
            <a:lstStyle/>
            <a:p>
              <a:pPr algn="ctr">
                <a:lnSpc>
                  <a:spcPct val="90000"/>
                </a:lnSpc>
              </a:pPr>
              <a:r>
                <a:rPr lang="en-US" sz="700">
                  <a:solidFill>
                    <a:srgbClr val="FFFFFF"/>
                  </a:solidFill>
                </a:rPr>
                <a:t>129</a:t>
              </a:r>
            </a:p>
            <a:p>
              <a:pPr algn="ctr">
                <a:lnSpc>
                  <a:spcPct val="90000"/>
                </a:lnSpc>
              </a:pPr>
              <a:r>
                <a:rPr lang="en-US" sz="700">
                  <a:solidFill>
                    <a:srgbClr val="FFFFFF"/>
                  </a:solidFill>
                </a:rPr>
                <a:t>27</a:t>
              </a:r>
            </a:p>
            <a:p>
              <a:pPr algn="ctr">
                <a:lnSpc>
                  <a:spcPct val="90000"/>
                </a:lnSpc>
              </a:pPr>
              <a:r>
                <a:rPr lang="en-US" sz="700">
                  <a:solidFill>
                    <a:srgbClr val="FFFFFF"/>
                  </a:solidFill>
                </a:rPr>
                <a:t>111</a:t>
              </a:r>
            </a:p>
          </p:txBody>
        </p:sp>
        <p:sp>
          <p:nvSpPr>
            <p:cNvPr id="57" name="Forme libre : forme 56">
              <a:extLst>
                <a:ext uri="{FF2B5EF4-FFF2-40B4-BE49-F238E27FC236}">
                  <a16:creationId xmlns:a16="http://schemas.microsoft.com/office/drawing/2014/main" id="{345AA905-3BBB-4015-9537-2162DD20DA02}"/>
                </a:ext>
              </a:extLst>
            </p:cNvPr>
            <p:cNvSpPr/>
            <p:nvPr/>
          </p:nvSpPr>
          <p:spPr>
            <a:xfrm>
              <a:off x="12432704"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A12980"/>
            </a:solidFill>
            <a:ln w="6695" cap="flat">
              <a:noFill/>
              <a:prstDash val="solid"/>
              <a:miter/>
            </a:ln>
          </p:spPr>
          <p:txBody>
            <a:bodyPr rtlCol="0" anchor="ctr"/>
            <a:lstStyle/>
            <a:p>
              <a:pPr algn="ctr">
                <a:lnSpc>
                  <a:spcPct val="90000"/>
                </a:lnSpc>
              </a:pPr>
              <a:r>
                <a:rPr lang="en-US" sz="700">
                  <a:solidFill>
                    <a:srgbClr val="FFFFFF"/>
                  </a:solidFill>
                </a:rPr>
                <a:t>161</a:t>
              </a:r>
            </a:p>
            <a:p>
              <a:pPr algn="ctr">
                <a:lnSpc>
                  <a:spcPct val="90000"/>
                </a:lnSpc>
              </a:pPr>
              <a:r>
                <a:rPr lang="en-US" sz="700">
                  <a:solidFill>
                    <a:srgbClr val="FFFFFF"/>
                  </a:solidFill>
                </a:rPr>
                <a:t>41</a:t>
              </a:r>
            </a:p>
            <a:p>
              <a:pPr algn="ctr">
                <a:lnSpc>
                  <a:spcPct val="90000"/>
                </a:lnSpc>
              </a:pPr>
              <a:r>
                <a:rPr lang="en-US" sz="700">
                  <a:solidFill>
                    <a:srgbClr val="FFFFFF"/>
                  </a:solidFill>
                </a:rPr>
                <a:t>128</a:t>
              </a:r>
            </a:p>
          </p:txBody>
        </p:sp>
        <p:sp>
          <p:nvSpPr>
            <p:cNvPr id="58" name="Forme libre : forme 57">
              <a:extLst>
                <a:ext uri="{FF2B5EF4-FFF2-40B4-BE49-F238E27FC236}">
                  <a16:creationId xmlns:a16="http://schemas.microsoft.com/office/drawing/2014/main" id="{8E50898F-084D-45EC-9EDA-C64E62F50B6F}"/>
                </a:ext>
              </a:extLst>
            </p:cNvPr>
            <p:cNvSpPr/>
            <p:nvPr/>
          </p:nvSpPr>
          <p:spPr>
            <a:xfrm>
              <a:off x="12432704"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BA2980"/>
            </a:solidFill>
            <a:ln w="6695" cap="flat">
              <a:noFill/>
              <a:prstDash val="solid"/>
              <a:miter/>
            </a:ln>
          </p:spPr>
          <p:txBody>
            <a:bodyPr rtlCol="0" anchor="ctr"/>
            <a:lstStyle/>
            <a:p>
              <a:pPr algn="ctr">
                <a:lnSpc>
                  <a:spcPct val="90000"/>
                </a:lnSpc>
              </a:pPr>
              <a:r>
                <a:rPr lang="en-US" sz="700">
                  <a:solidFill>
                    <a:srgbClr val="FFFFFF"/>
                  </a:solidFill>
                </a:rPr>
                <a:t>186</a:t>
              </a:r>
            </a:p>
            <a:p>
              <a:pPr algn="ctr">
                <a:lnSpc>
                  <a:spcPct val="90000"/>
                </a:lnSpc>
              </a:pPr>
              <a:r>
                <a:rPr lang="en-US" sz="700">
                  <a:solidFill>
                    <a:srgbClr val="FFFFFF"/>
                  </a:solidFill>
                </a:rPr>
                <a:t>41</a:t>
              </a:r>
            </a:p>
            <a:p>
              <a:pPr algn="ctr">
                <a:lnSpc>
                  <a:spcPct val="90000"/>
                </a:lnSpc>
              </a:pPr>
              <a:r>
                <a:rPr lang="en-US" sz="700">
                  <a:solidFill>
                    <a:srgbClr val="FFFFFF"/>
                  </a:solidFill>
                </a:rPr>
                <a:t>128</a:t>
              </a:r>
            </a:p>
          </p:txBody>
        </p:sp>
        <p:sp>
          <p:nvSpPr>
            <p:cNvPr id="59" name="Forme libre : forme 58">
              <a:extLst>
                <a:ext uri="{FF2B5EF4-FFF2-40B4-BE49-F238E27FC236}">
                  <a16:creationId xmlns:a16="http://schemas.microsoft.com/office/drawing/2014/main" id="{850EF37B-321C-4CAE-A8B1-66C0053A83E3}"/>
                </a:ext>
              </a:extLst>
            </p:cNvPr>
            <p:cNvSpPr/>
            <p:nvPr/>
          </p:nvSpPr>
          <p:spPr>
            <a:xfrm>
              <a:off x="12432704"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D13A8C"/>
            </a:solidFill>
            <a:ln w="6695" cap="flat">
              <a:noFill/>
              <a:prstDash val="solid"/>
              <a:miter/>
            </a:ln>
          </p:spPr>
          <p:txBody>
            <a:bodyPr rtlCol="0" anchor="ctr"/>
            <a:lstStyle/>
            <a:p>
              <a:pPr algn="ctr">
                <a:lnSpc>
                  <a:spcPct val="90000"/>
                </a:lnSpc>
              </a:pPr>
              <a:r>
                <a:rPr lang="en-US" sz="700">
                  <a:solidFill>
                    <a:prstClr val="black"/>
                  </a:solidFill>
                </a:rPr>
                <a:t>209</a:t>
              </a:r>
            </a:p>
            <a:p>
              <a:pPr algn="ctr">
                <a:lnSpc>
                  <a:spcPct val="90000"/>
                </a:lnSpc>
              </a:pPr>
              <a:r>
                <a:rPr lang="en-US" sz="700">
                  <a:solidFill>
                    <a:prstClr val="black"/>
                  </a:solidFill>
                </a:rPr>
                <a:t>58</a:t>
              </a:r>
            </a:p>
            <a:p>
              <a:pPr algn="ctr">
                <a:lnSpc>
                  <a:spcPct val="90000"/>
                </a:lnSpc>
              </a:pPr>
              <a:r>
                <a:rPr lang="en-US" sz="700">
                  <a:solidFill>
                    <a:prstClr val="black"/>
                  </a:solidFill>
                </a:rPr>
                <a:t>140</a:t>
              </a:r>
            </a:p>
          </p:txBody>
        </p:sp>
        <p:sp>
          <p:nvSpPr>
            <p:cNvPr id="60" name="Forme libre : forme 59">
              <a:extLst>
                <a:ext uri="{FF2B5EF4-FFF2-40B4-BE49-F238E27FC236}">
                  <a16:creationId xmlns:a16="http://schemas.microsoft.com/office/drawing/2014/main" id="{49EEAAAC-C871-41A3-9B9B-6381B2FD4E28}"/>
                </a:ext>
              </a:extLst>
            </p:cNvPr>
            <p:cNvSpPr/>
            <p:nvPr/>
          </p:nvSpPr>
          <p:spPr>
            <a:xfrm>
              <a:off x="12432704" y="1993636"/>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E557AD"/>
            </a:solidFill>
            <a:ln w="6695" cap="flat">
              <a:noFill/>
              <a:prstDash val="solid"/>
              <a:miter/>
            </a:ln>
          </p:spPr>
          <p:txBody>
            <a:bodyPr rtlCol="0" anchor="ctr"/>
            <a:lstStyle/>
            <a:p>
              <a:pPr algn="ctr">
                <a:lnSpc>
                  <a:spcPct val="90000"/>
                </a:lnSpc>
              </a:pPr>
              <a:r>
                <a:rPr lang="en-US" sz="700">
                  <a:solidFill>
                    <a:prstClr val="black"/>
                  </a:solidFill>
                </a:rPr>
                <a:t>229</a:t>
              </a:r>
            </a:p>
            <a:p>
              <a:pPr algn="ctr">
                <a:lnSpc>
                  <a:spcPct val="90000"/>
                </a:lnSpc>
              </a:pPr>
              <a:r>
                <a:rPr lang="en-US" sz="700">
                  <a:solidFill>
                    <a:prstClr val="black"/>
                  </a:solidFill>
                </a:rPr>
                <a:t>87</a:t>
              </a:r>
            </a:p>
            <a:p>
              <a:pPr algn="ctr">
                <a:lnSpc>
                  <a:spcPct val="90000"/>
                </a:lnSpc>
              </a:pPr>
              <a:r>
                <a:rPr lang="en-US" sz="700">
                  <a:solidFill>
                    <a:prstClr val="black"/>
                  </a:solidFill>
                </a:rPr>
                <a:t>173</a:t>
              </a:r>
            </a:p>
          </p:txBody>
        </p:sp>
      </p:grpSp>
      <p:sp>
        <p:nvSpPr>
          <p:cNvPr id="61" name="Rectangle 60">
            <a:extLst>
              <a:ext uri="{FF2B5EF4-FFF2-40B4-BE49-F238E27FC236}">
                <a16:creationId xmlns:a16="http://schemas.microsoft.com/office/drawing/2014/main" id="{9D36E5FD-F409-4495-819A-440FA57D9E19}"/>
              </a:ext>
            </a:extLst>
          </p:cNvPr>
          <p:cNvSpPr/>
          <p:nvPr/>
        </p:nvSpPr>
        <p:spPr>
          <a:xfrm>
            <a:off x="12295891" y="6412526"/>
            <a:ext cx="2545089" cy="615553"/>
          </a:xfrm>
          <a:prstGeom prst="rect">
            <a:avLst/>
          </a:prstGeom>
        </p:spPr>
        <p:txBody>
          <a:bodyPr wrap="square" lIns="0" tIns="0" rIns="0" bIns="0">
            <a:spAutoFit/>
          </a:bodyPr>
          <a:lstStyle/>
          <a:p>
            <a:r>
              <a:rPr lang="en-GB" sz="800">
                <a:solidFill>
                  <a:prstClr val="black"/>
                </a:solidFill>
              </a:rPr>
              <a:t>Security Classification:</a:t>
            </a:r>
          </a:p>
          <a:p>
            <a:r>
              <a:rPr lang="en-GB" sz="800">
                <a:solidFill>
                  <a:prstClr val="black"/>
                </a:solidFill>
              </a:rPr>
              <a:t>SEC0: Public</a:t>
            </a:r>
          </a:p>
          <a:p>
            <a:r>
              <a:rPr lang="en-GB" sz="800">
                <a:solidFill>
                  <a:prstClr val="black"/>
                </a:solidFill>
              </a:rPr>
              <a:t>SEC1: Company Confidential</a:t>
            </a:r>
          </a:p>
          <a:p>
            <a:r>
              <a:rPr lang="en-GB" sz="800">
                <a:solidFill>
                  <a:prstClr val="black"/>
                </a:solidFill>
              </a:rPr>
              <a:t>SEC2: Company Restricted / Customer restricted</a:t>
            </a:r>
          </a:p>
          <a:p>
            <a:r>
              <a:rPr lang="en-GB" sz="800">
                <a:solidFill>
                  <a:prstClr val="black"/>
                </a:solidFill>
              </a:rPr>
              <a:t>SEC3: Company Sensitive</a:t>
            </a:r>
          </a:p>
        </p:txBody>
      </p:sp>
      <p:grpSp>
        <p:nvGrpSpPr>
          <p:cNvPr id="4097" name="Groupe 4096">
            <a:extLst>
              <a:ext uri="{FF2B5EF4-FFF2-40B4-BE49-F238E27FC236}">
                <a16:creationId xmlns:a16="http://schemas.microsoft.com/office/drawing/2014/main" id="{14207897-E387-4B97-A694-8751D86BCF12}"/>
              </a:ext>
            </a:extLst>
          </p:cNvPr>
          <p:cNvGrpSpPr/>
          <p:nvPr/>
        </p:nvGrpSpPr>
        <p:grpSpPr>
          <a:xfrm>
            <a:off x="12295891" y="2164677"/>
            <a:ext cx="1465123" cy="2058800"/>
            <a:chOff x="14041053" y="1992581"/>
            <a:chExt cx="1465123" cy="2058800"/>
          </a:xfrm>
        </p:grpSpPr>
        <p:sp>
          <p:nvSpPr>
            <p:cNvPr id="66" name="Forme libre : forme 65">
              <a:extLst>
                <a:ext uri="{FF2B5EF4-FFF2-40B4-BE49-F238E27FC236}">
                  <a16:creationId xmlns:a16="http://schemas.microsoft.com/office/drawing/2014/main" id="{94847038-3CB7-4111-AB03-FA1A594002AA}"/>
                </a:ext>
              </a:extLst>
            </p:cNvPr>
            <p:cNvSpPr/>
            <p:nvPr/>
          </p:nvSpPr>
          <p:spPr>
            <a:xfrm>
              <a:off x="14777224"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F434A"/>
            </a:solidFill>
            <a:ln w="6695" cap="flat">
              <a:noFill/>
              <a:prstDash val="solid"/>
              <a:miter/>
            </a:ln>
          </p:spPr>
          <p:txBody>
            <a:bodyPr rtlCol="0" anchor="ctr"/>
            <a:lstStyle/>
            <a:p>
              <a:pPr algn="ctr">
                <a:lnSpc>
                  <a:spcPct val="90000"/>
                </a:lnSpc>
              </a:pPr>
              <a:r>
                <a:rPr lang="en-US" sz="700">
                  <a:solidFill>
                    <a:srgbClr val="FFFFFF"/>
                  </a:solidFill>
                </a:rPr>
                <a:t>15</a:t>
              </a:r>
            </a:p>
            <a:p>
              <a:pPr algn="ctr">
                <a:lnSpc>
                  <a:spcPct val="90000"/>
                </a:lnSpc>
              </a:pPr>
              <a:r>
                <a:rPr lang="en-US" sz="700">
                  <a:solidFill>
                    <a:srgbClr val="FFFFFF"/>
                  </a:solidFill>
                </a:rPr>
                <a:t>67</a:t>
              </a:r>
            </a:p>
            <a:p>
              <a:pPr algn="ctr">
                <a:lnSpc>
                  <a:spcPct val="90000"/>
                </a:lnSpc>
              </a:pPr>
              <a:r>
                <a:rPr lang="en-US" sz="700">
                  <a:solidFill>
                    <a:srgbClr val="FFFFFF"/>
                  </a:solidFill>
                </a:rPr>
                <a:t>74</a:t>
              </a:r>
            </a:p>
          </p:txBody>
        </p:sp>
        <p:sp>
          <p:nvSpPr>
            <p:cNvPr id="67" name="Forme libre : forme 66">
              <a:extLst>
                <a:ext uri="{FF2B5EF4-FFF2-40B4-BE49-F238E27FC236}">
                  <a16:creationId xmlns:a16="http://schemas.microsoft.com/office/drawing/2014/main" id="{1B50522B-BA67-4790-8697-3AC343D4ACB8}"/>
                </a:ext>
              </a:extLst>
            </p:cNvPr>
            <p:cNvSpPr/>
            <p:nvPr/>
          </p:nvSpPr>
          <p:spPr>
            <a:xfrm>
              <a:off x="14777224"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F6A73"/>
            </a:solidFill>
            <a:ln w="6695" cap="flat">
              <a:noFill/>
              <a:prstDash val="solid"/>
              <a:miter/>
            </a:ln>
          </p:spPr>
          <p:txBody>
            <a:bodyPr rtlCol="0" anchor="ctr"/>
            <a:lstStyle/>
            <a:p>
              <a:pPr algn="ctr">
                <a:lnSpc>
                  <a:spcPct val="90000"/>
                </a:lnSpc>
              </a:pPr>
              <a:r>
                <a:rPr lang="en-US" sz="700">
                  <a:solidFill>
                    <a:srgbClr val="FFFFFF"/>
                  </a:solidFill>
                </a:rPr>
                <a:t>15</a:t>
              </a:r>
            </a:p>
            <a:p>
              <a:pPr algn="ctr">
                <a:lnSpc>
                  <a:spcPct val="90000"/>
                </a:lnSpc>
              </a:pPr>
              <a:r>
                <a:rPr lang="en-US" sz="700">
                  <a:solidFill>
                    <a:srgbClr val="FFFFFF"/>
                  </a:solidFill>
                </a:rPr>
                <a:t>106</a:t>
              </a:r>
            </a:p>
            <a:p>
              <a:pPr algn="ctr">
                <a:lnSpc>
                  <a:spcPct val="90000"/>
                </a:lnSpc>
              </a:pPr>
              <a:r>
                <a:rPr lang="en-US" sz="700">
                  <a:solidFill>
                    <a:srgbClr val="FFFFFF"/>
                  </a:solidFill>
                </a:rPr>
                <a:t>115</a:t>
              </a:r>
            </a:p>
          </p:txBody>
        </p:sp>
        <p:sp>
          <p:nvSpPr>
            <p:cNvPr id="68" name="Forme libre : forme 67">
              <a:extLst>
                <a:ext uri="{FF2B5EF4-FFF2-40B4-BE49-F238E27FC236}">
                  <a16:creationId xmlns:a16="http://schemas.microsoft.com/office/drawing/2014/main" id="{B90AA6F9-B8A6-4490-A465-CBEFAEA6DFCA}"/>
                </a:ext>
              </a:extLst>
            </p:cNvPr>
            <p:cNvSpPr/>
            <p:nvPr/>
          </p:nvSpPr>
          <p:spPr>
            <a:xfrm>
              <a:off x="14777224"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0F878A"/>
            </a:solidFill>
            <a:ln w="6695" cap="flat">
              <a:noFill/>
              <a:prstDash val="solid"/>
              <a:miter/>
            </a:ln>
          </p:spPr>
          <p:txBody>
            <a:bodyPr rtlCol="0" anchor="ctr"/>
            <a:lstStyle/>
            <a:p>
              <a:pPr algn="ctr">
                <a:lnSpc>
                  <a:spcPct val="90000"/>
                </a:lnSpc>
              </a:pPr>
              <a:r>
                <a:rPr lang="en-US" sz="700">
                  <a:solidFill>
                    <a:srgbClr val="FFFFFF"/>
                  </a:solidFill>
                </a:rPr>
                <a:t>15</a:t>
              </a:r>
            </a:p>
            <a:p>
              <a:pPr algn="ctr">
                <a:lnSpc>
                  <a:spcPct val="90000"/>
                </a:lnSpc>
              </a:pPr>
              <a:r>
                <a:rPr lang="en-US" sz="700">
                  <a:solidFill>
                    <a:srgbClr val="FFFFFF"/>
                  </a:solidFill>
                </a:rPr>
                <a:t>135</a:t>
              </a:r>
            </a:p>
            <a:p>
              <a:pPr algn="ctr">
                <a:lnSpc>
                  <a:spcPct val="90000"/>
                </a:lnSpc>
              </a:pPr>
              <a:r>
                <a:rPr lang="en-US" sz="700">
                  <a:solidFill>
                    <a:srgbClr val="FFFFFF"/>
                  </a:solidFill>
                </a:rPr>
                <a:t>138</a:t>
              </a:r>
            </a:p>
          </p:txBody>
        </p:sp>
        <p:sp>
          <p:nvSpPr>
            <p:cNvPr id="69" name="Forme libre : forme 68">
              <a:extLst>
                <a:ext uri="{FF2B5EF4-FFF2-40B4-BE49-F238E27FC236}">
                  <a16:creationId xmlns:a16="http://schemas.microsoft.com/office/drawing/2014/main" id="{AEDB31E0-288F-492F-BC3E-94F3C3363294}"/>
                </a:ext>
              </a:extLst>
            </p:cNvPr>
            <p:cNvSpPr/>
            <p:nvPr/>
          </p:nvSpPr>
          <p:spPr>
            <a:xfrm>
              <a:off x="14777224"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B2A2"/>
            </a:solidFill>
            <a:ln w="6695" cap="flat">
              <a:noFill/>
              <a:prstDash val="solid"/>
              <a:miter/>
            </a:ln>
          </p:spPr>
          <p:txBody>
            <a:bodyPr rtlCol="0" anchor="ctr"/>
            <a:lstStyle/>
            <a:p>
              <a:pPr algn="ctr">
                <a:lnSpc>
                  <a:spcPct val="90000"/>
                </a:lnSpc>
              </a:pPr>
              <a:r>
                <a:rPr lang="en-US" sz="700">
                  <a:solidFill>
                    <a:prstClr val="black"/>
                  </a:solidFill>
                </a:rPr>
                <a:t>0</a:t>
              </a:r>
            </a:p>
            <a:p>
              <a:pPr algn="ctr">
                <a:lnSpc>
                  <a:spcPct val="90000"/>
                </a:lnSpc>
              </a:pPr>
              <a:r>
                <a:rPr lang="en-US" sz="700">
                  <a:solidFill>
                    <a:prstClr val="black"/>
                  </a:solidFill>
                </a:rPr>
                <a:t>178</a:t>
              </a:r>
            </a:p>
            <a:p>
              <a:pPr algn="ctr">
                <a:lnSpc>
                  <a:spcPct val="90000"/>
                </a:lnSpc>
              </a:pPr>
              <a:r>
                <a:rPr lang="en-US" sz="700">
                  <a:solidFill>
                    <a:prstClr val="black"/>
                  </a:solidFill>
                </a:rPr>
                <a:t>162</a:t>
              </a:r>
            </a:p>
          </p:txBody>
        </p:sp>
        <p:sp>
          <p:nvSpPr>
            <p:cNvPr id="70" name="Forme libre : forme 69">
              <a:extLst>
                <a:ext uri="{FF2B5EF4-FFF2-40B4-BE49-F238E27FC236}">
                  <a16:creationId xmlns:a16="http://schemas.microsoft.com/office/drawing/2014/main" id="{8F775A35-2F34-403A-95F8-4058F1A09A02}"/>
                </a:ext>
              </a:extLst>
            </p:cNvPr>
            <p:cNvSpPr/>
            <p:nvPr/>
          </p:nvSpPr>
          <p:spPr>
            <a:xfrm>
              <a:off x="14777224"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E0CB"/>
            </a:solidFill>
            <a:ln w="6695" cap="flat">
              <a:noFill/>
              <a:prstDash val="solid"/>
              <a:miter/>
            </a:ln>
          </p:spPr>
          <p:txBody>
            <a:bodyPr rtlCol="0" anchor="ctr"/>
            <a:lstStyle/>
            <a:p>
              <a:pPr algn="ctr">
                <a:lnSpc>
                  <a:spcPct val="90000"/>
                </a:lnSpc>
              </a:pPr>
              <a:r>
                <a:rPr lang="en-US" sz="700">
                  <a:solidFill>
                    <a:prstClr val="black"/>
                  </a:solidFill>
                </a:rPr>
                <a:t>0</a:t>
              </a:r>
            </a:p>
            <a:p>
              <a:pPr algn="ctr">
                <a:lnSpc>
                  <a:spcPct val="90000"/>
                </a:lnSpc>
              </a:pPr>
              <a:r>
                <a:rPr lang="en-US" sz="700">
                  <a:solidFill>
                    <a:prstClr val="black"/>
                  </a:solidFill>
                </a:rPr>
                <a:t>244</a:t>
              </a:r>
            </a:p>
            <a:p>
              <a:pPr algn="ctr">
                <a:lnSpc>
                  <a:spcPct val="90000"/>
                </a:lnSpc>
              </a:pPr>
              <a:r>
                <a:rPr lang="en-US" sz="700">
                  <a:solidFill>
                    <a:prstClr val="black"/>
                  </a:solidFill>
                </a:rPr>
                <a:t>203</a:t>
              </a:r>
            </a:p>
          </p:txBody>
        </p:sp>
        <p:sp>
          <p:nvSpPr>
            <p:cNvPr id="71" name="Forme libre : forme 70">
              <a:extLst>
                <a:ext uri="{FF2B5EF4-FFF2-40B4-BE49-F238E27FC236}">
                  <a16:creationId xmlns:a16="http://schemas.microsoft.com/office/drawing/2014/main" id="{59DA3B5B-D788-45A0-A698-ABE05A9025B0}"/>
                </a:ext>
              </a:extLst>
            </p:cNvPr>
            <p:cNvSpPr/>
            <p:nvPr/>
          </p:nvSpPr>
          <p:spPr>
            <a:xfrm>
              <a:off x="14041053"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8036"/>
            </a:solidFill>
            <a:ln w="6695" cap="flat">
              <a:noFill/>
              <a:prstDash val="solid"/>
              <a:miter/>
            </a:ln>
          </p:spPr>
          <p:txBody>
            <a:bodyPr rtlCol="0" anchor="ctr"/>
            <a:lstStyle/>
            <a:p>
              <a:pPr algn="ctr">
                <a:lnSpc>
                  <a:spcPct val="90000"/>
                </a:lnSpc>
              </a:pPr>
              <a:r>
                <a:rPr lang="en-US" sz="700">
                  <a:solidFill>
                    <a:srgbClr val="FFFFFF"/>
                  </a:solidFill>
                </a:rPr>
                <a:t>23</a:t>
              </a:r>
            </a:p>
            <a:p>
              <a:pPr algn="ctr">
                <a:lnSpc>
                  <a:spcPct val="90000"/>
                </a:lnSpc>
              </a:pPr>
              <a:r>
                <a:rPr lang="en-US" sz="700">
                  <a:solidFill>
                    <a:srgbClr val="FFFFFF"/>
                  </a:solidFill>
                </a:rPr>
                <a:t>128</a:t>
              </a:r>
            </a:p>
            <a:p>
              <a:pPr algn="ctr">
                <a:lnSpc>
                  <a:spcPct val="90000"/>
                </a:lnSpc>
              </a:pPr>
              <a:r>
                <a:rPr lang="en-US" sz="700">
                  <a:solidFill>
                    <a:srgbClr val="FFFFFF"/>
                  </a:solidFill>
                </a:rPr>
                <a:t>54</a:t>
              </a:r>
            </a:p>
          </p:txBody>
        </p:sp>
        <p:sp>
          <p:nvSpPr>
            <p:cNvPr id="72" name="Forme libre : forme 71">
              <a:extLst>
                <a:ext uri="{FF2B5EF4-FFF2-40B4-BE49-F238E27FC236}">
                  <a16:creationId xmlns:a16="http://schemas.microsoft.com/office/drawing/2014/main" id="{B988192C-3701-4200-ADA5-936C0610D953}"/>
                </a:ext>
              </a:extLst>
            </p:cNvPr>
            <p:cNvSpPr/>
            <p:nvPr/>
          </p:nvSpPr>
          <p:spPr>
            <a:xfrm>
              <a:off x="14041053"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8C3D"/>
            </a:solidFill>
            <a:ln w="6695" cap="flat">
              <a:noFill/>
              <a:prstDash val="solid"/>
              <a:miter/>
            </a:ln>
          </p:spPr>
          <p:txBody>
            <a:bodyPr rtlCol="0" anchor="ctr"/>
            <a:lstStyle/>
            <a:p>
              <a:pPr algn="ctr">
                <a:lnSpc>
                  <a:spcPct val="90000"/>
                </a:lnSpc>
              </a:pPr>
              <a:r>
                <a:rPr lang="en-US" sz="700">
                  <a:solidFill>
                    <a:srgbClr val="FFFFFF"/>
                  </a:solidFill>
                </a:rPr>
                <a:t>23</a:t>
              </a:r>
            </a:p>
            <a:p>
              <a:pPr algn="ctr">
                <a:lnSpc>
                  <a:spcPct val="90000"/>
                </a:lnSpc>
              </a:pPr>
              <a:r>
                <a:rPr lang="en-US" sz="700">
                  <a:solidFill>
                    <a:srgbClr val="FFFFFF"/>
                  </a:solidFill>
                </a:rPr>
                <a:t>140</a:t>
              </a:r>
            </a:p>
            <a:p>
              <a:pPr algn="ctr">
                <a:lnSpc>
                  <a:spcPct val="90000"/>
                </a:lnSpc>
              </a:pPr>
              <a:r>
                <a:rPr lang="en-US" sz="700">
                  <a:solidFill>
                    <a:srgbClr val="FFFFFF"/>
                  </a:solidFill>
                </a:rPr>
                <a:t>61</a:t>
              </a:r>
            </a:p>
          </p:txBody>
        </p:sp>
        <p:sp>
          <p:nvSpPr>
            <p:cNvPr id="73" name="Forme libre : forme 72">
              <a:extLst>
                <a:ext uri="{FF2B5EF4-FFF2-40B4-BE49-F238E27FC236}">
                  <a16:creationId xmlns:a16="http://schemas.microsoft.com/office/drawing/2014/main" id="{FDFAC846-10F6-421E-8B39-673C784E01DE}"/>
                </a:ext>
              </a:extLst>
            </p:cNvPr>
            <p:cNvSpPr/>
            <p:nvPr/>
          </p:nvSpPr>
          <p:spPr>
            <a:xfrm>
              <a:off x="14041053"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2EA657"/>
            </a:solidFill>
            <a:ln w="6695" cap="flat">
              <a:noFill/>
              <a:prstDash val="solid"/>
              <a:miter/>
            </a:ln>
          </p:spPr>
          <p:txBody>
            <a:bodyPr rtlCol="0" anchor="ctr"/>
            <a:lstStyle/>
            <a:p>
              <a:pPr algn="ctr">
                <a:lnSpc>
                  <a:spcPct val="90000"/>
                </a:lnSpc>
              </a:pPr>
              <a:r>
                <a:rPr lang="en-US" sz="700">
                  <a:solidFill>
                    <a:prstClr val="black"/>
                  </a:solidFill>
                </a:rPr>
                <a:t>46</a:t>
              </a:r>
            </a:p>
            <a:p>
              <a:pPr algn="ctr">
                <a:lnSpc>
                  <a:spcPct val="90000"/>
                </a:lnSpc>
              </a:pPr>
              <a:r>
                <a:rPr lang="en-US" sz="700">
                  <a:solidFill>
                    <a:prstClr val="black"/>
                  </a:solidFill>
                </a:rPr>
                <a:t>166</a:t>
              </a:r>
            </a:p>
            <a:p>
              <a:pPr algn="ctr">
                <a:lnSpc>
                  <a:spcPct val="90000"/>
                </a:lnSpc>
              </a:pPr>
              <a:r>
                <a:rPr lang="en-US" sz="700">
                  <a:solidFill>
                    <a:prstClr val="black"/>
                  </a:solidFill>
                </a:rPr>
                <a:t>87</a:t>
              </a:r>
            </a:p>
          </p:txBody>
        </p:sp>
        <p:sp>
          <p:nvSpPr>
            <p:cNvPr id="74" name="Forme libre : forme 73">
              <a:extLst>
                <a:ext uri="{FF2B5EF4-FFF2-40B4-BE49-F238E27FC236}">
                  <a16:creationId xmlns:a16="http://schemas.microsoft.com/office/drawing/2014/main" id="{353643F0-22F7-4B48-AE39-5FC8C334472F}"/>
                </a:ext>
              </a:extLst>
            </p:cNvPr>
            <p:cNvSpPr/>
            <p:nvPr/>
          </p:nvSpPr>
          <p:spPr>
            <a:xfrm>
              <a:off x="14041053"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B569"/>
            </a:solidFill>
            <a:ln w="6695" cap="flat">
              <a:noFill/>
              <a:prstDash val="solid"/>
              <a:miter/>
            </a:ln>
          </p:spPr>
          <p:txBody>
            <a:bodyPr rtlCol="0" anchor="ctr"/>
            <a:lstStyle/>
            <a:p>
              <a:pPr algn="ctr">
                <a:lnSpc>
                  <a:spcPct val="90000"/>
                </a:lnSpc>
              </a:pPr>
              <a:r>
                <a:rPr lang="en-US" sz="700">
                  <a:solidFill>
                    <a:prstClr val="black"/>
                  </a:solidFill>
                </a:rPr>
                <a:t>51</a:t>
              </a:r>
            </a:p>
            <a:p>
              <a:pPr algn="ctr">
                <a:lnSpc>
                  <a:spcPct val="90000"/>
                </a:lnSpc>
              </a:pPr>
              <a:r>
                <a:rPr lang="en-US" sz="700">
                  <a:solidFill>
                    <a:prstClr val="black"/>
                  </a:solidFill>
                </a:rPr>
                <a:t>181</a:t>
              </a:r>
            </a:p>
            <a:p>
              <a:pPr algn="ctr">
                <a:lnSpc>
                  <a:spcPct val="90000"/>
                </a:lnSpc>
              </a:pPr>
              <a:r>
                <a:rPr lang="en-US" sz="700">
                  <a:solidFill>
                    <a:prstClr val="black"/>
                  </a:solidFill>
                </a:rPr>
                <a:t>105</a:t>
              </a:r>
            </a:p>
          </p:txBody>
        </p:sp>
        <p:sp>
          <p:nvSpPr>
            <p:cNvPr id="75" name="Forme libre : forme 74">
              <a:extLst>
                <a:ext uri="{FF2B5EF4-FFF2-40B4-BE49-F238E27FC236}">
                  <a16:creationId xmlns:a16="http://schemas.microsoft.com/office/drawing/2014/main" id="{33F41D49-321E-46F2-BE66-44E85399808F}"/>
                </a:ext>
              </a:extLst>
            </p:cNvPr>
            <p:cNvSpPr/>
            <p:nvPr/>
          </p:nvSpPr>
          <p:spPr>
            <a:xfrm>
              <a:off x="14041053"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57CF80"/>
            </a:solidFill>
            <a:ln w="6695" cap="flat">
              <a:noFill/>
              <a:prstDash val="solid"/>
              <a:miter/>
            </a:ln>
          </p:spPr>
          <p:txBody>
            <a:bodyPr rtlCol="0" anchor="ctr"/>
            <a:lstStyle/>
            <a:p>
              <a:pPr algn="ctr">
                <a:lnSpc>
                  <a:spcPct val="90000"/>
                </a:lnSpc>
              </a:pPr>
              <a:endParaRPr lang="en-US" sz="700">
                <a:solidFill>
                  <a:prstClr val="black"/>
                </a:solidFill>
              </a:endParaRPr>
            </a:p>
            <a:p>
              <a:pPr algn="ctr">
                <a:lnSpc>
                  <a:spcPct val="90000"/>
                </a:lnSpc>
              </a:pPr>
              <a:r>
                <a:rPr lang="en-US" sz="700">
                  <a:solidFill>
                    <a:prstClr val="black"/>
                  </a:solidFill>
                </a:rPr>
                <a:t>87</a:t>
              </a:r>
            </a:p>
            <a:p>
              <a:pPr algn="ctr">
                <a:lnSpc>
                  <a:spcPct val="90000"/>
                </a:lnSpc>
              </a:pPr>
              <a:r>
                <a:rPr lang="en-US" sz="700">
                  <a:solidFill>
                    <a:prstClr val="black"/>
                  </a:solidFill>
                </a:rPr>
                <a:t>207</a:t>
              </a:r>
            </a:p>
            <a:p>
              <a:pPr algn="ctr">
                <a:lnSpc>
                  <a:spcPct val="90000"/>
                </a:lnSpc>
              </a:pPr>
              <a:r>
                <a:rPr lang="en-US" sz="700">
                  <a:solidFill>
                    <a:prstClr val="black"/>
                  </a:solidFill>
                </a:rPr>
                <a:t>128</a:t>
              </a:r>
            </a:p>
            <a:p>
              <a:pPr algn="ctr">
                <a:lnSpc>
                  <a:spcPct val="90000"/>
                </a:lnSpc>
              </a:pPr>
              <a:endParaRPr lang="en-US" sz="700">
                <a:solidFill>
                  <a:prstClr val="black"/>
                </a:solidFill>
              </a:endParaRPr>
            </a:p>
          </p:txBody>
        </p:sp>
        <p:sp>
          <p:nvSpPr>
            <p:cNvPr id="76" name="Forme libre : forme 75">
              <a:extLst>
                <a:ext uri="{FF2B5EF4-FFF2-40B4-BE49-F238E27FC236}">
                  <a16:creationId xmlns:a16="http://schemas.microsoft.com/office/drawing/2014/main" id="{99A866AE-65FA-4F9E-98D0-E71681C14AC2}"/>
                </a:ext>
              </a:extLst>
            </p:cNvPr>
            <p:cNvSpPr/>
            <p:nvPr/>
          </p:nvSpPr>
          <p:spPr>
            <a:xfrm>
              <a:off x="15145311"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3340"/>
            </a:solidFill>
            <a:ln w="6695" cap="flat">
              <a:noFill/>
              <a:prstDash val="solid"/>
              <a:miter/>
            </a:ln>
          </p:spPr>
          <p:txBody>
            <a:bodyPr rtlCol="0" anchor="ctr"/>
            <a:lstStyle/>
            <a:p>
              <a:pPr algn="ctr">
                <a:lnSpc>
                  <a:spcPct val="90000"/>
                </a:lnSpc>
              </a:pPr>
              <a:r>
                <a:rPr lang="en-US" sz="700">
                  <a:solidFill>
                    <a:srgbClr val="FFFFFF"/>
                  </a:solidFill>
                </a:rPr>
                <a:t>23</a:t>
              </a:r>
            </a:p>
            <a:p>
              <a:pPr algn="ctr">
                <a:lnSpc>
                  <a:spcPct val="90000"/>
                </a:lnSpc>
              </a:pPr>
              <a:r>
                <a:rPr lang="en-US" sz="700">
                  <a:solidFill>
                    <a:srgbClr val="FFFFFF"/>
                  </a:solidFill>
                </a:rPr>
                <a:t>51</a:t>
              </a:r>
            </a:p>
            <a:p>
              <a:pPr algn="ctr">
                <a:lnSpc>
                  <a:spcPct val="90000"/>
                </a:lnSpc>
              </a:pPr>
              <a:r>
                <a:rPr lang="en-US" sz="700">
                  <a:solidFill>
                    <a:srgbClr val="FFFFFF"/>
                  </a:solidFill>
                </a:rPr>
                <a:t>64</a:t>
              </a:r>
            </a:p>
          </p:txBody>
        </p:sp>
        <p:sp>
          <p:nvSpPr>
            <p:cNvPr id="77" name="Forme libre : forme 76">
              <a:extLst>
                <a:ext uri="{FF2B5EF4-FFF2-40B4-BE49-F238E27FC236}">
                  <a16:creationId xmlns:a16="http://schemas.microsoft.com/office/drawing/2014/main" id="{FF63074E-4AF4-4930-9679-FD2D7A0F2A11}"/>
                </a:ext>
              </a:extLst>
            </p:cNvPr>
            <p:cNvSpPr/>
            <p:nvPr/>
          </p:nvSpPr>
          <p:spPr>
            <a:xfrm>
              <a:off x="15145311"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214554"/>
            </a:solidFill>
            <a:ln w="6695" cap="flat">
              <a:noFill/>
              <a:prstDash val="solid"/>
              <a:miter/>
            </a:ln>
          </p:spPr>
          <p:txBody>
            <a:bodyPr rtlCol="0" anchor="ctr"/>
            <a:lstStyle/>
            <a:p>
              <a:pPr algn="ctr">
                <a:lnSpc>
                  <a:spcPct val="90000"/>
                </a:lnSpc>
              </a:pPr>
              <a:r>
                <a:rPr lang="en-US" sz="700">
                  <a:solidFill>
                    <a:srgbClr val="FFFFFF"/>
                  </a:solidFill>
                </a:rPr>
                <a:t>33</a:t>
              </a:r>
            </a:p>
            <a:p>
              <a:pPr algn="ctr">
                <a:lnSpc>
                  <a:spcPct val="90000"/>
                </a:lnSpc>
              </a:pPr>
              <a:r>
                <a:rPr lang="en-US" sz="700">
                  <a:solidFill>
                    <a:srgbClr val="FFFFFF"/>
                  </a:solidFill>
                </a:rPr>
                <a:t>69</a:t>
              </a:r>
            </a:p>
            <a:p>
              <a:pPr algn="ctr">
                <a:lnSpc>
                  <a:spcPct val="90000"/>
                </a:lnSpc>
              </a:pPr>
              <a:r>
                <a:rPr lang="en-US" sz="700">
                  <a:solidFill>
                    <a:srgbClr val="FFFFFF"/>
                  </a:solidFill>
                </a:rPr>
                <a:t>84</a:t>
              </a:r>
            </a:p>
          </p:txBody>
        </p:sp>
        <p:sp>
          <p:nvSpPr>
            <p:cNvPr id="78" name="Forme libre : forme 77">
              <a:extLst>
                <a:ext uri="{FF2B5EF4-FFF2-40B4-BE49-F238E27FC236}">
                  <a16:creationId xmlns:a16="http://schemas.microsoft.com/office/drawing/2014/main" id="{56DB4C49-7593-476E-9314-2444B469873A}"/>
                </a:ext>
              </a:extLst>
            </p:cNvPr>
            <p:cNvSpPr/>
            <p:nvPr/>
          </p:nvSpPr>
          <p:spPr>
            <a:xfrm>
              <a:off x="15145311"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14596B"/>
            </a:solidFill>
            <a:ln w="6695" cap="flat">
              <a:noFill/>
              <a:prstDash val="solid"/>
              <a:miter/>
            </a:ln>
          </p:spPr>
          <p:txBody>
            <a:bodyPr rtlCol="0" anchor="ctr"/>
            <a:lstStyle/>
            <a:p>
              <a:pPr algn="ctr">
                <a:lnSpc>
                  <a:spcPct val="90000"/>
                </a:lnSpc>
              </a:pPr>
              <a:r>
                <a:rPr lang="en-US" sz="700">
                  <a:solidFill>
                    <a:srgbClr val="FFFFFF"/>
                  </a:solidFill>
                </a:rPr>
                <a:t>20</a:t>
              </a:r>
            </a:p>
            <a:p>
              <a:pPr algn="ctr">
                <a:lnSpc>
                  <a:spcPct val="90000"/>
                </a:lnSpc>
              </a:pPr>
              <a:r>
                <a:rPr lang="en-US" sz="700">
                  <a:solidFill>
                    <a:srgbClr val="FFFFFF"/>
                  </a:solidFill>
                </a:rPr>
                <a:t>89</a:t>
              </a:r>
            </a:p>
            <a:p>
              <a:pPr algn="ctr">
                <a:lnSpc>
                  <a:spcPct val="90000"/>
                </a:lnSpc>
              </a:pPr>
              <a:r>
                <a:rPr lang="en-US" sz="700">
                  <a:solidFill>
                    <a:srgbClr val="FFFFFF"/>
                  </a:solidFill>
                </a:rPr>
                <a:t>107</a:t>
              </a:r>
            </a:p>
          </p:txBody>
        </p:sp>
        <p:sp>
          <p:nvSpPr>
            <p:cNvPr id="79" name="Forme libre : forme 78">
              <a:extLst>
                <a:ext uri="{FF2B5EF4-FFF2-40B4-BE49-F238E27FC236}">
                  <a16:creationId xmlns:a16="http://schemas.microsoft.com/office/drawing/2014/main" id="{82B57E86-9AA1-49BE-93E7-6C1DB4AFDDF9}"/>
                </a:ext>
              </a:extLst>
            </p:cNvPr>
            <p:cNvSpPr/>
            <p:nvPr/>
          </p:nvSpPr>
          <p:spPr>
            <a:xfrm>
              <a:off x="15145311"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6B7D"/>
            </a:solidFill>
            <a:ln w="6695" cap="flat">
              <a:noFill/>
              <a:prstDash val="solid"/>
              <a:miter/>
            </a:ln>
          </p:spPr>
          <p:txBody>
            <a:bodyPr rtlCol="0" anchor="ctr"/>
            <a:lstStyle/>
            <a:p>
              <a:pPr algn="ctr">
                <a:lnSpc>
                  <a:spcPct val="90000"/>
                </a:lnSpc>
              </a:pPr>
              <a:r>
                <a:rPr lang="en-US" sz="700">
                  <a:solidFill>
                    <a:srgbClr val="FFFFFF"/>
                  </a:solidFill>
                </a:rPr>
                <a:t>51</a:t>
              </a:r>
            </a:p>
            <a:p>
              <a:pPr algn="ctr">
                <a:lnSpc>
                  <a:spcPct val="90000"/>
                </a:lnSpc>
              </a:pPr>
              <a:r>
                <a:rPr lang="en-US" sz="700">
                  <a:solidFill>
                    <a:srgbClr val="FFFFFF"/>
                  </a:solidFill>
                </a:rPr>
                <a:t>107</a:t>
              </a:r>
            </a:p>
            <a:p>
              <a:pPr algn="ctr">
                <a:lnSpc>
                  <a:spcPct val="90000"/>
                </a:lnSpc>
              </a:pPr>
              <a:r>
                <a:rPr lang="en-US" sz="700">
                  <a:solidFill>
                    <a:srgbClr val="FFFFFF"/>
                  </a:solidFill>
                </a:rPr>
                <a:t>25</a:t>
              </a:r>
            </a:p>
          </p:txBody>
        </p:sp>
        <p:sp>
          <p:nvSpPr>
            <p:cNvPr id="80" name="Forme libre : forme 79">
              <a:extLst>
                <a:ext uri="{FF2B5EF4-FFF2-40B4-BE49-F238E27FC236}">
                  <a16:creationId xmlns:a16="http://schemas.microsoft.com/office/drawing/2014/main" id="{F58D84FF-3235-47A7-A015-65B66A7E9528}"/>
                </a:ext>
              </a:extLst>
            </p:cNvPr>
            <p:cNvSpPr/>
            <p:nvPr/>
          </p:nvSpPr>
          <p:spPr>
            <a:xfrm>
              <a:off x="15145311"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8091"/>
            </a:solidFill>
            <a:ln w="6695" cap="flat">
              <a:noFill/>
              <a:prstDash val="solid"/>
              <a:miter/>
            </a:ln>
          </p:spPr>
          <p:txBody>
            <a:bodyPr rtlCol="0" anchor="ctr"/>
            <a:lstStyle/>
            <a:p>
              <a:pPr algn="ctr">
                <a:lnSpc>
                  <a:spcPct val="90000"/>
                </a:lnSpc>
              </a:pPr>
              <a:r>
                <a:rPr lang="en-US" sz="700">
                  <a:solidFill>
                    <a:srgbClr val="FFFFFF"/>
                  </a:solidFill>
                </a:rPr>
                <a:t>51</a:t>
              </a:r>
            </a:p>
            <a:p>
              <a:pPr algn="ctr">
                <a:lnSpc>
                  <a:spcPct val="90000"/>
                </a:lnSpc>
              </a:pPr>
              <a:r>
                <a:rPr lang="en-US" sz="700">
                  <a:solidFill>
                    <a:srgbClr val="FFFFFF"/>
                  </a:solidFill>
                </a:rPr>
                <a:t>128</a:t>
              </a:r>
            </a:p>
            <a:p>
              <a:pPr algn="ctr">
                <a:lnSpc>
                  <a:spcPct val="90000"/>
                </a:lnSpc>
              </a:pPr>
              <a:r>
                <a:rPr lang="en-US" sz="700">
                  <a:solidFill>
                    <a:srgbClr val="FFFFFF"/>
                  </a:solidFill>
                </a:rPr>
                <a:t>145</a:t>
              </a:r>
            </a:p>
          </p:txBody>
        </p:sp>
        <p:sp>
          <p:nvSpPr>
            <p:cNvPr id="81" name="Forme libre : forme 80">
              <a:extLst>
                <a:ext uri="{FF2B5EF4-FFF2-40B4-BE49-F238E27FC236}">
                  <a16:creationId xmlns:a16="http://schemas.microsoft.com/office/drawing/2014/main" id="{0C2FDFFD-39D1-4054-899F-2527AF6109D7}"/>
                </a:ext>
              </a:extLst>
            </p:cNvPr>
            <p:cNvSpPr/>
            <p:nvPr/>
          </p:nvSpPr>
          <p:spPr>
            <a:xfrm>
              <a:off x="14408740"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7D74"/>
            </a:solidFill>
            <a:ln w="6695" cap="flat">
              <a:noFill/>
              <a:prstDash val="solid"/>
              <a:miter/>
            </a:ln>
          </p:spPr>
          <p:txBody>
            <a:bodyPr rtlCol="0" anchor="ctr"/>
            <a:lstStyle/>
            <a:p>
              <a:pPr algn="ctr">
                <a:lnSpc>
                  <a:spcPct val="90000"/>
                </a:lnSpc>
              </a:pPr>
              <a:r>
                <a:rPr lang="en-US" sz="700">
                  <a:solidFill>
                    <a:srgbClr val="FFFFFF"/>
                  </a:solidFill>
                </a:rPr>
                <a:t>0</a:t>
              </a:r>
            </a:p>
            <a:p>
              <a:pPr algn="ctr">
                <a:lnSpc>
                  <a:spcPct val="90000"/>
                </a:lnSpc>
              </a:pPr>
              <a:r>
                <a:rPr lang="en-US" sz="700">
                  <a:solidFill>
                    <a:srgbClr val="FFFFFF"/>
                  </a:solidFill>
                </a:rPr>
                <a:t>125</a:t>
              </a:r>
            </a:p>
            <a:p>
              <a:pPr algn="ctr">
                <a:lnSpc>
                  <a:spcPct val="90000"/>
                </a:lnSpc>
              </a:pPr>
              <a:r>
                <a:rPr lang="en-US" sz="700">
                  <a:solidFill>
                    <a:srgbClr val="FFFFFF"/>
                  </a:solidFill>
                </a:rPr>
                <a:t>116</a:t>
              </a:r>
            </a:p>
          </p:txBody>
        </p:sp>
        <p:sp>
          <p:nvSpPr>
            <p:cNvPr id="82" name="Forme libre : forme 81">
              <a:extLst>
                <a:ext uri="{FF2B5EF4-FFF2-40B4-BE49-F238E27FC236}">
                  <a16:creationId xmlns:a16="http://schemas.microsoft.com/office/drawing/2014/main" id="{3B4493E8-9680-4EA3-9A68-6174B5ADF266}"/>
                </a:ext>
              </a:extLst>
            </p:cNvPr>
            <p:cNvSpPr/>
            <p:nvPr/>
          </p:nvSpPr>
          <p:spPr>
            <a:xfrm>
              <a:off x="14408740"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929B"/>
            </a:solidFill>
            <a:ln w="6695" cap="flat">
              <a:noFill/>
              <a:prstDash val="solid"/>
              <a:miter/>
            </a:ln>
          </p:spPr>
          <p:txBody>
            <a:bodyPr rtlCol="0" anchor="ctr"/>
            <a:lstStyle/>
            <a:p>
              <a:pPr algn="ctr">
                <a:lnSpc>
                  <a:spcPct val="90000"/>
                </a:lnSpc>
              </a:pPr>
              <a:r>
                <a:rPr lang="en-US" sz="700">
                  <a:solidFill>
                    <a:srgbClr val="FFFFFF"/>
                  </a:solidFill>
                </a:rPr>
                <a:t>0</a:t>
              </a:r>
            </a:p>
            <a:p>
              <a:pPr algn="ctr">
                <a:lnSpc>
                  <a:spcPct val="90000"/>
                </a:lnSpc>
              </a:pPr>
              <a:r>
                <a:rPr lang="en-US" sz="700">
                  <a:solidFill>
                    <a:srgbClr val="FFFFFF"/>
                  </a:solidFill>
                </a:rPr>
                <a:t>146</a:t>
              </a:r>
            </a:p>
            <a:p>
              <a:pPr algn="ctr">
                <a:lnSpc>
                  <a:spcPct val="90000"/>
                </a:lnSpc>
              </a:pPr>
              <a:r>
                <a:rPr lang="en-US" sz="700">
                  <a:solidFill>
                    <a:srgbClr val="FFFFFF"/>
                  </a:solidFill>
                </a:rPr>
                <a:t>155</a:t>
              </a:r>
            </a:p>
          </p:txBody>
        </p:sp>
        <p:sp>
          <p:nvSpPr>
            <p:cNvPr id="83" name="Forme libre : forme 82">
              <a:extLst>
                <a:ext uri="{FF2B5EF4-FFF2-40B4-BE49-F238E27FC236}">
                  <a16:creationId xmlns:a16="http://schemas.microsoft.com/office/drawing/2014/main" id="{B4B6B943-D34B-48B2-95E0-76C5F8BA25FA}"/>
                </a:ext>
              </a:extLst>
            </p:cNvPr>
            <p:cNvSpPr/>
            <p:nvPr/>
          </p:nvSpPr>
          <p:spPr>
            <a:xfrm>
              <a:off x="14408740"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00BFBF"/>
            </a:solidFill>
            <a:ln w="6695" cap="flat">
              <a:noFill/>
              <a:prstDash val="solid"/>
              <a:miter/>
            </a:ln>
          </p:spPr>
          <p:txBody>
            <a:bodyPr rtlCol="0" anchor="ctr"/>
            <a:lstStyle/>
            <a:p>
              <a:pPr algn="ctr">
                <a:lnSpc>
                  <a:spcPct val="90000"/>
                </a:lnSpc>
              </a:pPr>
              <a:r>
                <a:rPr lang="en-US" sz="700">
                  <a:solidFill>
                    <a:prstClr val="black"/>
                  </a:solidFill>
                </a:rPr>
                <a:t>0</a:t>
              </a:r>
            </a:p>
            <a:p>
              <a:pPr algn="ctr">
                <a:lnSpc>
                  <a:spcPct val="90000"/>
                </a:lnSpc>
              </a:pPr>
              <a:r>
                <a:rPr lang="en-US" sz="700">
                  <a:solidFill>
                    <a:prstClr val="black"/>
                  </a:solidFill>
                </a:rPr>
                <a:t>191</a:t>
              </a:r>
            </a:p>
            <a:p>
              <a:pPr algn="ctr">
                <a:lnSpc>
                  <a:spcPct val="90000"/>
                </a:lnSpc>
              </a:pPr>
              <a:r>
                <a:rPr lang="en-US" sz="700">
                  <a:solidFill>
                    <a:prstClr val="black"/>
                  </a:solidFill>
                </a:rPr>
                <a:t>191</a:t>
              </a:r>
            </a:p>
          </p:txBody>
        </p:sp>
        <p:sp>
          <p:nvSpPr>
            <p:cNvPr id="84" name="Forme libre : forme 83">
              <a:extLst>
                <a:ext uri="{FF2B5EF4-FFF2-40B4-BE49-F238E27FC236}">
                  <a16:creationId xmlns:a16="http://schemas.microsoft.com/office/drawing/2014/main" id="{B434FFE6-E50A-4EA9-83D4-F9F4917BBCB8}"/>
                </a:ext>
              </a:extLst>
            </p:cNvPr>
            <p:cNvSpPr/>
            <p:nvPr/>
          </p:nvSpPr>
          <p:spPr>
            <a:xfrm>
              <a:off x="14408740"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D5D0"/>
            </a:solidFill>
            <a:ln w="6695" cap="flat">
              <a:noFill/>
              <a:prstDash val="solid"/>
              <a:miter/>
            </a:ln>
          </p:spPr>
          <p:txBody>
            <a:bodyPr rtlCol="0" anchor="ctr"/>
            <a:lstStyle/>
            <a:p>
              <a:pPr algn="ctr">
                <a:lnSpc>
                  <a:spcPct val="90000"/>
                </a:lnSpc>
              </a:pPr>
              <a:r>
                <a:rPr lang="en-US" sz="700">
                  <a:solidFill>
                    <a:prstClr val="black"/>
                  </a:solidFill>
                </a:rPr>
                <a:t>0</a:t>
              </a:r>
            </a:p>
            <a:p>
              <a:pPr algn="ctr">
                <a:lnSpc>
                  <a:spcPct val="90000"/>
                </a:lnSpc>
              </a:pPr>
              <a:r>
                <a:rPr lang="en-US" sz="700">
                  <a:solidFill>
                    <a:prstClr val="black"/>
                  </a:solidFill>
                </a:rPr>
                <a:t>213</a:t>
              </a:r>
            </a:p>
            <a:p>
              <a:pPr algn="ctr">
                <a:lnSpc>
                  <a:spcPct val="90000"/>
                </a:lnSpc>
              </a:pPr>
              <a:r>
                <a:rPr lang="en-US" sz="700">
                  <a:solidFill>
                    <a:prstClr val="black"/>
                  </a:solidFill>
                </a:rPr>
                <a:t>208</a:t>
              </a:r>
            </a:p>
          </p:txBody>
        </p:sp>
        <p:sp>
          <p:nvSpPr>
            <p:cNvPr id="85" name="Forme libre : forme 84">
              <a:extLst>
                <a:ext uri="{FF2B5EF4-FFF2-40B4-BE49-F238E27FC236}">
                  <a16:creationId xmlns:a16="http://schemas.microsoft.com/office/drawing/2014/main" id="{E0BE1B97-A7F2-4E15-8D45-CD3F50622B5F}"/>
                </a:ext>
              </a:extLst>
            </p:cNvPr>
            <p:cNvSpPr/>
            <p:nvPr/>
          </p:nvSpPr>
          <p:spPr>
            <a:xfrm>
              <a:off x="14408740"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E6E3"/>
            </a:solidFill>
            <a:ln w="6695" cap="flat">
              <a:noFill/>
              <a:prstDash val="solid"/>
              <a:miter/>
            </a:ln>
          </p:spPr>
          <p:txBody>
            <a:bodyPr rtlCol="0" anchor="ctr"/>
            <a:lstStyle/>
            <a:p>
              <a:pPr algn="ctr">
                <a:lnSpc>
                  <a:spcPct val="90000"/>
                </a:lnSpc>
              </a:pPr>
              <a:r>
                <a:rPr lang="en-US" sz="700">
                  <a:solidFill>
                    <a:prstClr val="black"/>
                  </a:solidFill>
                </a:rPr>
                <a:t>0</a:t>
              </a:r>
            </a:p>
            <a:p>
              <a:pPr algn="ctr">
                <a:lnSpc>
                  <a:spcPct val="90000"/>
                </a:lnSpc>
              </a:pPr>
              <a:r>
                <a:rPr lang="en-US" sz="700">
                  <a:solidFill>
                    <a:prstClr val="black"/>
                  </a:solidFill>
                </a:rPr>
                <a:t>230</a:t>
              </a:r>
            </a:p>
            <a:p>
              <a:pPr algn="ctr">
                <a:lnSpc>
                  <a:spcPct val="90000"/>
                </a:lnSpc>
              </a:pPr>
              <a:r>
                <a:rPr lang="en-US" sz="700">
                  <a:solidFill>
                    <a:prstClr val="black"/>
                  </a:solidFill>
                </a:rPr>
                <a:t>227</a:t>
              </a:r>
            </a:p>
          </p:txBody>
        </p:sp>
      </p:grpSp>
      <p:grpSp>
        <p:nvGrpSpPr>
          <p:cNvPr id="94" name="Groupe 1">
            <a:extLst>
              <a:ext uri="{FF2B5EF4-FFF2-40B4-BE49-F238E27FC236}">
                <a16:creationId xmlns:a16="http://schemas.microsoft.com/office/drawing/2014/main" id="{11A3E882-4152-49CC-A658-0BA2BD4CCF4E}"/>
              </a:ext>
            </a:extLst>
          </p:cNvPr>
          <p:cNvGrpSpPr>
            <a:grpSpLocks noChangeAspect="1"/>
          </p:cNvGrpSpPr>
          <p:nvPr userDrawn="1"/>
        </p:nvGrpSpPr>
        <p:grpSpPr>
          <a:xfrm>
            <a:off x="11562163" y="205059"/>
            <a:ext cx="419436" cy="388988"/>
            <a:chOff x="11501102" y="171573"/>
            <a:chExt cx="419436" cy="388988"/>
          </a:xfrm>
        </p:grpSpPr>
        <p:sp>
          <p:nvSpPr>
            <p:cNvPr id="95" name="Freeform 13">
              <a:extLst>
                <a:ext uri="{FF2B5EF4-FFF2-40B4-BE49-F238E27FC236}">
                  <a16:creationId xmlns:a16="http://schemas.microsoft.com/office/drawing/2014/main" id="{7962C740-AA7F-4225-AF45-30CEC5D85747}"/>
                </a:ext>
              </a:extLst>
            </p:cNvPr>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solidFill>
                  <a:prstClr val="black"/>
                </a:solidFill>
              </a:endParaRPr>
            </a:p>
          </p:txBody>
        </p:sp>
        <p:sp>
          <p:nvSpPr>
            <p:cNvPr id="96" name="Freeform 14">
              <a:extLst>
                <a:ext uri="{FF2B5EF4-FFF2-40B4-BE49-F238E27FC236}">
                  <a16:creationId xmlns:a16="http://schemas.microsoft.com/office/drawing/2014/main" id="{8B6BE8F3-0248-42CC-8053-5B10FA1A6457}"/>
                </a:ext>
              </a:extLst>
            </p:cNvPr>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solidFill>
                  <a:prstClr val="black"/>
                </a:solidFill>
              </a:endParaRPr>
            </a:p>
          </p:txBody>
        </p:sp>
      </p:grpSp>
      <p:sp>
        <p:nvSpPr>
          <p:cNvPr id="65" name="Rectangle 27">
            <a:extLst>
              <a:ext uri="{FF2B5EF4-FFF2-40B4-BE49-F238E27FC236}">
                <a16:creationId xmlns:a16="http://schemas.microsoft.com/office/drawing/2014/main" id="{5B538C81-213B-41EC-BB81-FEF313C9D880}"/>
              </a:ext>
            </a:extLst>
          </p:cNvPr>
          <p:cNvSpPr/>
          <p:nvPr userDrawn="1"/>
        </p:nvSpPr>
        <p:spPr>
          <a:xfrm>
            <a:off x="404813" y="6517871"/>
            <a:ext cx="3410847" cy="219456"/>
          </a:xfrm>
          <a:prstGeom prst="rect">
            <a:avLst/>
          </a:prstGeom>
        </p:spPr>
        <p:txBody>
          <a:bodyPr wrap="square" lIns="0" tIns="0" rIns="0" bIns="0" anchor="ctr" anchorCtr="0">
            <a:noAutofit/>
          </a:bodyPr>
          <a:lstStyle/>
          <a:p>
            <a:pPr>
              <a:defRPr/>
            </a:pPr>
            <a:r>
              <a:rPr lang="en-US" sz="700" kern="0" err="1">
                <a:solidFill>
                  <a:srgbClr val="A6A6A6"/>
                </a:solidFill>
                <a:cs typeface="Arial" panose="020B0604020202020204" pitchFamily="34" charset="0"/>
              </a:rPr>
              <a:t>GenAI</a:t>
            </a:r>
            <a:r>
              <a:rPr lang="en-US" sz="700" kern="0">
                <a:solidFill>
                  <a:srgbClr val="A6A6A6"/>
                </a:solidFill>
                <a:cs typeface="Arial" panose="020B0604020202020204" pitchFamily="34" charset="0"/>
              </a:rPr>
              <a:t> for telco Networks | 2024</a:t>
            </a:r>
          </a:p>
        </p:txBody>
      </p:sp>
      <p:sp>
        <p:nvSpPr>
          <p:cNvPr id="86" name="Retângulo 43">
            <a:extLst>
              <a:ext uri="{FF2B5EF4-FFF2-40B4-BE49-F238E27FC236}">
                <a16:creationId xmlns:a16="http://schemas.microsoft.com/office/drawing/2014/main" id="{5539996C-DD2A-49D6-AFB0-763FCB2EE440}"/>
              </a:ext>
            </a:extLst>
          </p:cNvPr>
          <p:cNvSpPr/>
          <p:nvPr userDrawn="1"/>
        </p:nvSpPr>
        <p:spPr>
          <a:xfrm>
            <a:off x="11744128" y="6517658"/>
            <a:ext cx="229263" cy="215444"/>
          </a:xfrm>
          <a:prstGeom prst="rect">
            <a:avLst/>
          </a:prstGeom>
        </p:spPr>
        <p:txBody>
          <a:bodyPr wrap="square" lIns="0" rIns="0">
            <a:spAutoFit/>
          </a:bodyPr>
          <a:lstStyle/>
          <a:p>
            <a:pPr algn="r"/>
            <a:fld id="{0502E5A9-B53C-401E-A0E0-4A359BB0A9E5}" type="slidenum">
              <a:rPr lang="en-US" sz="800" smtClean="0">
                <a:solidFill>
                  <a:srgbClr val="A6A6A6"/>
                </a:solidFill>
                <a:cs typeface="Arial" panose="020B0604020202020204" pitchFamily="34" charset="0"/>
              </a:rPr>
              <a:pPr algn="r"/>
              <a:t>‹#›</a:t>
            </a:fld>
            <a:endParaRPr lang="en-US" sz="800">
              <a:solidFill>
                <a:srgbClr val="A6A6A6"/>
              </a:solidFill>
              <a:cs typeface="Arial" panose="020B0604020202020204" pitchFamily="34" charset="0"/>
            </a:endParaRPr>
          </a:p>
        </p:txBody>
      </p:sp>
      <p:sp>
        <p:nvSpPr>
          <p:cNvPr id="89" name="Rectangle 27">
            <a:extLst>
              <a:ext uri="{FF2B5EF4-FFF2-40B4-BE49-F238E27FC236}">
                <a16:creationId xmlns:a16="http://schemas.microsoft.com/office/drawing/2014/main" id="{01D50803-B26A-4936-A06C-6E086A6DD719}"/>
              </a:ext>
            </a:extLst>
          </p:cNvPr>
          <p:cNvSpPr/>
          <p:nvPr userDrawn="1"/>
        </p:nvSpPr>
        <p:spPr>
          <a:xfrm>
            <a:off x="7227070" y="6517871"/>
            <a:ext cx="4532162" cy="219456"/>
          </a:xfrm>
          <a:prstGeom prst="rect">
            <a:avLst/>
          </a:prstGeom>
        </p:spPr>
        <p:txBody>
          <a:bodyPr wrap="square" lIns="0" tIns="0" rIns="0" bIns="0" anchor="ctr" anchorCtr="0">
            <a:noAutofit/>
          </a:bodyPr>
          <a:lstStyle/>
          <a:p>
            <a:pPr algn="r">
              <a:defRPr/>
            </a:pPr>
            <a:r>
              <a:rPr lang="en-GB" sz="700">
                <a:solidFill>
                  <a:srgbClr val="A6A6A6"/>
                </a:solidFill>
                <a:cs typeface="Arial" panose="020B0604020202020204" pitchFamily="34" charset="0"/>
              </a:rPr>
              <a:t>Company Confidential © Capgemini 2024. All rights reserved |</a:t>
            </a:r>
          </a:p>
        </p:txBody>
      </p:sp>
    </p:spTree>
    <p:extLst>
      <p:ext uri="{BB962C8B-B14F-4D97-AF65-F5344CB8AC3E}">
        <p14:creationId xmlns:p14="http://schemas.microsoft.com/office/powerpoint/2010/main" val="4221768240"/>
      </p:ext>
    </p:extLst>
  </p:cSld>
  <p:clrMap bg1="lt1" tx1="dk1" bg2="lt2" tx2="dk2" accent1="accent1" accent2="accent2" accent3="accent3" accent4="accent4" accent5="accent5" accent6="accent6" hlink="hlink" folHlink="folHlink"/>
  <p:sldLayoutIdLst>
    <p:sldLayoutId id="2147484476" r:id="rId1"/>
    <p:sldLayoutId id="2147484477" r:id="rId2"/>
    <p:sldLayoutId id="2147484478" r:id="rId3"/>
    <p:sldLayoutId id="2147484479" r:id="rId4"/>
    <p:sldLayoutId id="2147484484" r:id="rId5"/>
    <p:sldLayoutId id="2147484488" r:id="rId6"/>
    <p:sldLayoutId id="2147484489" r:id="rId7"/>
    <p:sldLayoutId id="2147484490" r:id="rId8"/>
  </p:sldLayoutIdLst>
  <p:hf hdr="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dirty="0">
          <a:ln>
            <a:noFill/>
          </a:ln>
          <a:solidFill>
            <a:schemeClr val="bg1"/>
          </a:solidFill>
          <a:effectLst/>
          <a:uLnTx/>
          <a:uFillTx/>
          <a:latin typeface="+mj-lt"/>
          <a:ea typeface="+mj-ea"/>
          <a:cs typeface="+mj-cs"/>
        </a:defRPr>
      </a:lvl1pPr>
    </p:titleStyle>
    <p:bodyStyle>
      <a:lvl1pPr marL="0" indent="0" algn="l" defTabSz="914400" rtl="0" eaLnBrk="1" latinLnBrk="0" hangingPunct="1">
        <a:lnSpc>
          <a:spcPct val="100000"/>
        </a:lnSpc>
        <a:spcBef>
          <a:spcPts val="0"/>
        </a:spcBef>
        <a:spcAft>
          <a:spcPts val="600"/>
        </a:spcAft>
        <a:buFont typeface="Arial" panose="020B0604020202020204" pitchFamily="34" charset="0"/>
        <a:buNone/>
        <a:defRPr sz="2000" kern="1200" baseline="0">
          <a:solidFill>
            <a:schemeClr val="bg1"/>
          </a:solidFill>
          <a:latin typeface="Ubuntu" panose="020B0504030602030204" pitchFamily="34" charset="0"/>
          <a:ea typeface="+mn-ea"/>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800" kern="1200" baseline="0">
          <a:solidFill>
            <a:schemeClr val="bg1"/>
          </a:solidFill>
          <a:latin typeface="Ubuntu" panose="020B0504030602030204" pitchFamily="34" charset="0"/>
          <a:ea typeface="+mn-ea"/>
          <a:cs typeface="+mn-cs"/>
        </a:defRPr>
      </a:lvl2pPr>
      <a:lvl3pPr marL="361950" indent="-184150" algn="l" defTabSz="914400" rtl="0" eaLnBrk="1" latinLnBrk="0" hangingPunct="1">
        <a:lnSpc>
          <a:spcPct val="100000"/>
        </a:lnSpc>
        <a:spcBef>
          <a:spcPts val="0"/>
        </a:spcBef>
        <a:spcAft>
          <a:spcPts val="600"/>
        </a:spcAft>
        <a:buClr>
          <a:schemeClr val="accent2"/>
        </a:buClr>
        <a:buFont typeface="Arial" panose="020B0604020202020204" pitchFamily="34" charset="0"/>
        <a:buChar char="•"/>
        <a:defRPr sz="1600" kern="1200" baseline="0">
          <a:solidFill>
            <a:schemeClr val="bg1"/>
          </a:solidFill>
          <a:latin typeface="Ubuntu" panose="020B0504030602030204" pitchFamily="34" charset="0"/>
          <a:ea typeface="+mn-ea"/>
          <a:cs typeface="+mn-cs"/>
        </a:defRPr>
      </a:lvl3pPr>
      <a:lvl4pPr marL="539750" indent="-177800" algn="l" defTabSz="914400" rtl="0" eaLnBrk="1" latinLnBrk="0" hangingPunct="1">
        <a:lnSpc>
          <a:spcPct val="100000"/>
        </a:lnSpc>
        <a:spcBef>
          <a:spcPts val="0"/>
        </a:spcBef>
        <a:spcAft>
          <a:spcPts val="600"/>
        </a:spcAft>
        <a:buClr>
          <a:schemeClr val="tx1"/>
        </a:buClr>
        <a:buFont typeface="Ubuntu" panose="020B0504030602030204" pitchFamily="34" charset="0"/>
        <a:buChar char="–"/>
        <a:defRPr sz="1400" kern="1200" baseline="0">
          <a:solidFill>
            <a:schemeClr val="bg1"/>
          </a:solidFill>
          <a:latin typeface="Ubuntu" panose="020B0504030602030204" pitchFamily="34" charset="0"/>
          <a:ea typeface="+mn-ea"/>
          <a:cs typeface="+mn-cs"/>
        </a:defRPr>
      </a:lvl4pPr>
      <a:lvl5pPr marL="717550" indent="-1778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400" kern="1200" baseline="0">
          <a:solidFill>
            <a:schemeClr val="bg1"/>
          </a:solidFill>
          <a:latin typeface="Ubuntu" panose="020B0504030602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709">
          <p15:clr>
            <a:srgbClr val="F26B43"/>
          </p15:clr>
        </p15:guide>
        <p15:guide id="2" pos="7423">
          <p15:clr>
            <a:srgbClr val="F26B43"/>
          </p15:clr>
        </p15:guide>
        <p15:guide id="3" orient="horz" pos="4071">
          <p15:clr>
            <a:srgbClr val="F26B43"/>
          </p15:clr>
        </p15:guide>
        <p15:guide id="4" pos="255">
          <p15:clr>
            <a:srgbClr val="F26B43"/>
          </p15:clr>
        </p15:guide>
        <p15:guide id="5" orient="horz" pos="836">
          <p15:clr>
            <a:srgbClr val="F26B43"/>
          </p15:clr>
        </p15:guide>
        <p15:guide id="6" orient="horz" pos="245">
          <p15:clr>
            <a:srgbClr val="F26B43"/>
          </p15:clr>
        </p15:guide>
        <p15:guide id="7" pos="3840">
          <p15:clr>
            <a:srgbClr val="F26B43"/>
          </p15:clr>
        </p15:guide>
        <p15:guide id="8" pos="3899">
          <p15:clr>
            <a:srgbClr val="F26B43"/>
          </p15:clr>
        </p15:guide>
        <p15:guide id="9" pos="3783">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graphicFrame>
        <p:nvGraphicFramePr>
          <p:cNvPr id="38" name="think-cell data - do not delete" hidden="1">
            <a:extLst>
              <a:ext uri="{FF2B5EF4-FFF2-40B4-BE49-F238E27FC236}">
                <a16:creationId xmlns:a16="http://schemas.microsoft.com/office/drawing/2014/main" id="{B478C9E8-E4F8-AD50-1B1F-D223F9D2C02C}"/>
              </a:ext>
            </a:extLst>
          </p:cNvPr>
          <p:cNvGraphicFramePr>
            <a:graphicFrameLocks noChangeAspect="1"/>
          </p:cNvGraphicFramePr>
          <p:nvPr userDrawn="1">
            <p:custDataLst>
              <p:tags r:id="rId9"/>
            </p:custDataLst>
            <p:extLst>
              <p:ext uri="{D42A27DB-BD31-4B8C-83A1-F6EECF244321}">
                <p14:modId xmlns:p14="http://schemas.microsoft.com/office/powerpoint/2010/main" val="96413508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0" imgW="408" imgH="408" progId="TCLayout.ActiveDocument.1">
                  <p:embed/>
                </p:oleObj>
              </mc:Choice>
              <mc:Fallback>
                <p:oleObj name="think-cell Slide" r:id="rId10" imgW="408" imgH="408" progId="TCLayout.ActiveDocument.1">
                  <p:embed/>
                  <p:pic>
                    <p:nvPicPr>
                      <p:cNvPr id="38" name="think-cell data - do not delete" hidden="1">
                        <a:extLst>
                          <a:ext uri="{FF2B5EF4-FFF2-40B4-BE49-F238E27FC236}">
                            <a16:creationId xmlns:a16="http://schemas.microsoft.com/office/drawing/2014/main" id="{B478C9E8-E4F8-AD50-1B1F-D223F9D2C02C}"/>
                          </a:ext>
                        </a:extLst>
                      </p:cNvPr>
                      <p:cNvPicPr/>
                      <p:nvPr/>
                    </p:nvPicPr>
                    <p:blipFill>
                      <a:blip r:embed="rId11"/>
                      <a:stretch>
                        <a:fillRect/>
                      </a:stretch>
                    </p:blipFill>
                    <p:spPr>
                      <a:xfrm>
                        <a:off x="1588" y="1588"/>
                        <a:ext cx="1588" cy="1588"/>
                      </a:xfrm>
                      <a:prstGeom prst="rect">
                        <a:avLst/>
                      </a:prstGeom>
                    </p:spPr>
                  </p:pic>
                </p:oleObj>
              </mc:Fallback>
            </mc:AlternateContent>
          </a:graphicData>
        </a:graphic>
      </p:graphicFrame>
      <p:pic>
        <p:nvPicPr>
          <p:cNvPr id="2" name="GRID" hidden="1">
            <a:extLst>
              <a:ext uri="{FF2B5EF4-FFF2-40B4-BE49-F238E27FC236}">
                <a16:creationId xmlns:a16="http://schemas.microsoft.com/office/drawing/2014/main" id="{A27D0679-8D96-1186-A961-BDC17B525A6F}"/>
              </a:ext>
            </a:extLst>
          </p:cNvPr>
          <p:cNvPicPr>
            <a:picLocks noChangeAspect="1"/>
          </p:cNvPicPr>
          <p:nvPr userDrawn="1"/>
        </p:nvPicPr>
        <p:blipFill>
          <a:blip r:embed="rId12" cstate="email">
            <a:extLst>
              <a:ext uri="{28A0092B-C50C-407E-A947-70E740481C1C}">
                <a14:useLocalDpi xmlns:a14="http://schemas.microsoft.com/office/drawing/2010/main"/>
              </a:ext>
            </a:extLst>
          </a:blip>
          <a:stretch>
            <a:fillRect/>
          </a:stretch>
        </p:blipFill>
        <p:spPr>
          <a:xfrm>
            <a:off x="550863" y="560562"/>
            <a:ext cx="11089753" cy="5748164"/>
          </a:xfrm>
          <a:prstGeom prst="rect">
            <a:avLst/>
          </a:prstGeom>
        </p:spPr>
      </p:pic>
      <p:sp>
        <p:nvSpPr>
          <p:cNvPr id="20" name="Stickerbox" hidden="1">
            <a:extLst>
              <a:ext uri="{FF2B5EF4-FFF2-40B4-BE49-F238E27FC236}">
                <a16:creationId xmlns:a16="http://schemas.microsoft.com/office/drawing/2014/main" id="{D03A9799-ACDC-4925-8EE1-5C65CCCBD0FA}"/>
              </a:ext>
            </a:extLst>
          </p:cNvPr>
          <p:cNvSpPr>
            <a:spLocks noChangeArrowheads="1"/>
          </p:cNvSpPr>
          <p:nvPr userDrawn="1"/>
        </p:nvSpPr>
        <p:spPr bwMode="gray">
          <a:xfrm>
            <a:off x="11114363" y="1124744"/>
            <a:ext cx="804808" cy="402775"/>
          </a:xfrm>
          <a:prstGeom prst="rect">
            <a:avLst/>
          </a:prstGeom>
          <a:solidFill>
            <a:schemeClr val="accent2"/>
          </a:solidFill>
          <a:ln w="10795">
            <a:noFill/>
            <a:round/>
            <a:headEnd/>
            <a:tailEnd/>
          </a:ln>
          <a:effectLst/>
        </p:spPr>
        <p:txBody>
          <a:bodyPr vert="horz" wrap="none" lIns="108000" tIns="108000" rIns="108000" bIns="108000" anchor="ctr" anchorCtr="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all" spc="0" normalizeH="0" baseline="0" noProof="0">
                <a:ln>
                  <a:noFill/>
                </a:ln>
                <a:solidFill>
                  <a:srgbClr val="FFFFFF">
                    <a:lumMod val="100000"/>
                  </a:srgbClr>
                </a:solidFill>
                <a:effectLst/>
                <a:uLnTx/>
                <a:uFillTx/>
                <a:latin typeface="Ubuntu"/>
                <a:ea typeface="+mn-ea"/>
                <a:cs typeface="+mn-cs"/>
              </a:rPr>
              <a:t>Sticker</a:t>
            </a:r>
          </a:p>
        </p:txBody>
      </p:sp>
      <p:sp>
        <p:nvSpPr>
          <p:cNvPr id="22" name="CapgeminiBox" hidden="1">
            <a:extLst>
              <a:ext uri="{FF2B5EF4-FFF2-40B4-BE49-F238E27FC236}">
                <a16:creationId xmlns:a16="http://schemas.microsoft.com/office/drawing/2014/main" id="{7C293A1E-B461-4AFE-976D-6EE38B2AFEB4}"/>
              </a:ext>
            </a:extLst>
          </p:cNvPr>
          <p:cNvSpPr txBox="1">
            <a:spLocks/>
          </p:cNvSpPr>
          <p:nvPr userDrawn="1"/>
        </p:nvSpPr>
        <p:spPr>
          <a:xfrm>
            <a:off x="9592" y="0"/>
            <a:ext cx="1837661" cy="260350"/>
          </a:xfrm>
          <a:prstGeom prst="rect">
            <a:avLst/>
          </a:prstGeom>
        </p:spPr>
        <p:txBody>
          <a:bodyPr vert="horz" lIns="0" tIns="0" rIns="18000" bIns="0" rtlCol="0">
            <a:normAutofit fontScale="92500"/>
          </a:bodyPr>
          <a:lstStyle>
            <a:lvl1pPr marL="0" indent="0" algn="l" defTabSz="914400" rtl="0" eaLnBrk="1" latinLnBrk="0" hangingPunct="1">
              <a:lnSpc>
                <a:spcPct val="100000"/>
              </a:lnSpc>
              <a:spcBef>
                <a:spcPts val="600"/>
              </a:spcBef>
              <a:buFont typeface="Arial" panose="020B0604020202020204" pitchFamily="34" charset="0"/>
              <a:buNone/>
              <a:defRPr sz="1400" kern="1200">
                <a:solidFill>
                  <a:schemeClr val="tx1"/>
                </a:solidFill>
                <a:latin typeface="+mn-lt"/>
                <a:ea typeface="+mn-ea"/>
                <a:cs typeface="+mn-cs"/>
              </a:defRPr>
            </a:lvl1pPr>
            <a:lvl2pPr marL="180975" indent="-180975" algn="l" defTabSz="914400" rtl="0" eaLnBrk="1" latinLnBrk="0" hangingPunct="1">
              <a:lnSpc>
                <a:spcPct val="100000"/>
              </a:lnSpc>
              <a:spcBef>
                <a:spcPts val="600"/>
              </a:spcBef>
              <a:buClr>
                <a:schemeClr val="tx1"/>
              </a:buClr>
              <a:buFont typeface="Wingdings" panose="05000000000000000000" pitchFamily="2" charset="2"/>
              <a:buChar char="§"/>
              <a:defRPr sz="1400" kern="1200">
                <a:solidFill>
                  <a:schemeClr val="tx1"/>
                </a:solidFill>
                <a:latin typeface="+mn-lt"/>
                <a:ea typeface="+mn-ea"/>
                <a:cs typeface="+mn-cs"/>
              </a:defRPr>
            </a:lvl2pPr>
            <a:lvl3pPr marL="360000" indent="-180000" algn="l" defTabSz="914400" rtl="0" eaLnBrk="1" latinLnBrk="0" hangingPunct="1">
              <a:lnSpc>
                <a:spcPct val="100000"/>
              </a:lnSpc>
              <a:spcBef>
                <a:spcPts val="600"/>
              </a:spcBef>
              <a:buClr>
                <a:schemeClr val="tx1"/>
              </a:buClr>
              <a:buFont typeface="Arial" panose="020B0604020202020204" pitchFamily="34" charset="0"/>
              <a:buChar char="•"/>
              <a:defRPr sz="1400" kern="1200">
                <a:solidFill>
                  <a:schemeClr val="tx1"/>
                </a:solidFill>
                <a:latin typeface="+mn-lt"/>
                <a:ea typeface="+mn-ea"/>
                <a:cs typeface="+mn-cs"/>
              </a:defRPr>
            </a:lvl3pPr>
            <a:lvl4pPr marL="539750" indent="-180000" algn="l" defTabSz="914400" rtl="0" eaLnBrk="1" latinLnBrk="0" hangingPunct="1">
              <a:lnSpc>
                <a:spcPct val="100000"/>
              </a:lnSpc>
              <a:spcBef>
                <a:spcPts val="600"/>
              </a:spcBef>
              <a:buClr>
                <a:schemeClr val="tx1"/>
              </a:buClr>
              <a:buFont typeface="Verdana" panose="020B0604030504040204" pitchFamily="34" charset="0"/>
              <a:buChar char="‒"/>
              <a:tabLst/>
              <a:defRPr sz="1200" kern="1200">
                <a:solidFill>
                  <a:schemeClr val="tx1"/>
                </a:solidFill>
                <a:latin typeface="+mn-lt"/>
                <a:ea typeface="+mn-ea"/>
                <a:cs typeface="+mn-cs"/>
              </a:defRPr>
            </a:lvl4pPr>
            <a:lvl5pPr marL="719138" indent="-180975" algn="l" defTabSz="914400" rtl="0" eaLnBrk="1" latinLnBrk="0" hangingPunct="1">
              <a:lnSpc>
                <a:spcPct val="100000"/>
              </a:lnSpc>
              <a:spcBef>
                <a:spcPts val="600"/>
              </a:spcBef>
              <a:buClr>
                <a:schemeClr val="tx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a:t>Capgemini </a:t>
            </a:r>
            <a:r>
              <a:rPr lang="fr-FR" err="1"/>
              <a:t>Invent</a:t>
            </a:r>
            <a:r>
              <a:rPr lang="fr-FR"/>
              <a:t> v10.0</a:t>
            </a:r>
          </a:p>
        </p:txBody>
      </p:sp>
      <p:sp>
        <p:nvSpPr>
          <p:cNvPr id="29" name="FootnoteAndSource" hidden="1">
            <a:extLst>
              <a:ext uri="{FF2B5EF4-FFF2-40B4-BE49-F238E27FC236}">
                <a16:creationId xmlns:a16="http://schemas.microsoft.com/office/drawing/2014/main" id="{96E9BC24-418C-4CE4-8E81-3AF9AB04DEAA}"/>
              </a:ext>
            </a:extLst>
          </p:cNvPr>
          <p:cNvSpPr txBox="1"/>
          <p:nvPr userDrawn="1"/>
        </p:nvSpPr>
        <p:spPr>
          <a:xfrm>
            <a:off x="545323" y="6304130"/>
            <a:ext cx="11340000" cy="162096"/>
          </a:xfrm>
          <a:prstGeom prst="rect">
            <a:avLst/>
          </a:prstGeom>
          <a:noFill/>
        </p:spPr>
        <p:txBody>
          <a:bodyPr vert="horz" wrap="square" lIns="0" tIns="25400" rIns="0" bIns="25400" rtlCol="0" anchor="b" anchorCtr="0">
            <a:spAutoFit/>
          </a:bodyPr>
          <a:lstStyle>
            <a:defPPr>
              <a:defRPr lang="pt-PT"/>
            </a:defPPr>
            <a:lvl1pPr marL="429768" indent="-429768">
              <a:lnSpc>
                <a:spcPct val="90000"/>
              </a:lnSpc>
              <a:tabLst>
                <a:tab pos="347472" algn="r"/>
              </a:tabLst>
              <a:defRPr sz="800"/>
            </a:lvl1pPr>
          </a:lstStyle>
          <a:p>
            <a:pPr marL="429768" indent="-429768" defTabSz="914400">
              <a:lnSpc>
                <a:spcPct val="90000"/>
              </a:lnSpc>
              <a:tabLst>
                <a:tab pos="347472" algn="r"/>
              </a:tabLst>
            </a:pPr>
            <a:r>
              <a:rPr lang="de-DE" sz="800"/>
              <a:t>	Source:	Source Text</a:t>
            </a:r>
          </a:p>
        </p:txBody>
      </p:sp>
      <p:grpSp>
        <p:nvGrpSpPr>
          <p:cNvPr id="8" name="Grid" hidden="1">
            <a:extLst>
              <a:ext uri="{FF2B5EF4-FFF2-40B4-BE49-F238E27FC236}">
                <a16:creationId xmlns:a16="http://schemas.microsoft.com/office/drawing/2014/main" id="{024FD6E4-FB58-8F2C-4970-BA22F72B1E3B}"/>
              </a:ext>
            </a:extLst>
          </p:cNvPr>
          <p:cNvGrpSpPr/>
          <p:nvPr userDrawn="1"/>
        </p:nvGrpSpPr>
        <p:grpSpPr>
          <a:xfrm>
            <a:off x="549678" y="549274"/>
            <a:ext cx="11089753" cy="5770739"/>
            <a:chOff x="550863" y="-3545094"/>
            <a:chExt cx="9958051" cy="6550747"/>
          </a:xfrm>
        </p:grpSpPr>
        <p:sp>
          <p:nvSpPr>
            <p:cNvPr id="9" name="Rectangle 8">
              <a:extLst>
                <a:ext uri="{FF2B5EF4-FFF2-40B4-BE49-F238E27FC236}">
                  <a16:creationId xmlns:a16="http://schemas.microsoft.com/office/drawing/2014/main" id="{550FDF70-DD32-1C30-8509-4B8416759995}"/>
                </a:ext>
              </a:extLst>
            </p:cNvPr>
            <p:cNvSpPr/>
            <p:nvPr userDrawn="1"/>
          </p:nvSpPr>
          <p:spPr>
            <a:xfrm>
              <a:off x="550863" y="-3545094"/>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0" name="Rectangle 9">
              <a:extLst>
                <a:ext uri="{FF2B5EF4-FFF2-40B4-BE49-F238E27FC236}">
                  <a16:creationId xmlns:a16="http://schemas.microsoft.com/office/drawing/2014/main" id="{95E3EC76-4D2A-6B22-2FC8-DEB33535899F}"/>
                </a:ext>
              </a:extLst>
            </p:cNvPr>
            <p:cNvSpPr/>
            <p:nvPr userDrawn="1"/>
          </p:nvSpPr>
          <p:spPr>
            <a:xfrm>
              <a:off x="1380744" y="-3545094"/>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1" name="Rectangle 10">
              <a:extLst>
                <a:ext uri="{FF2B5EF4-FFF2-40B4-BE49-F238E27FC236}">
                  <a16:creationId xmlns:a16="http://schemas.microsoft.com/office/drawing/2014/main" id="{D665C4FE-B8D2-47D7-732A-D32E72C4DC2F}"/>
                </a:ext>
              </a:extLst>
            </p:cNvPr>
            <p:cNvSpPr/>
            <p:nvPr userDrawn="1"/>
          </p:nvSpPr>
          <p:spPr>
            <a:xfrm>
              <a:off x="2210625" y="-3545094"/>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2" name="Rectangle 11">
              <a:extLst>
                <a:ext uri="{FF2B5EF4-FFF2-40B4-BE49-F238E27FC236}">
                  <a16:creationId xmlns:a16="http://schemas.microsoft.com/office/drawing/2014/main" id="{23ABFB77-D240-784B-E7C1-A94667A72F0F}"/>
                </a:ext>
              </a:extLst>
            </p:cNvPr>
            <p:cNvSpPr/>
            <p:nvPr userDrawn="1"/>
          </p:nvSpPr>
          <p:spPr>
            <a:xfrm>
              <a:off x="3040506" y="-3545094"/>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3" name="Rectangle 12">
              <a:extLst>
                <a:ext uri="{FF2B5EF4-FFF2-40B4-BE49-F238E27FC236}">
                  <a16:creationId xmlns:a16="http://schemas.microsoft.com/office/drawing/2014/main" id="{E12522DF-E08F-957C-8F43-714292E4AA64}"/>
                </a:ext>
              </a:extLst>
            </p:cNvPr>
            <p:cNvSpPr/>
            <p:nvPr userDrawn="1"/>
          </p:nvSpPr>
          <p:spPr>
            <a:xfrm>
              <a:off x="3870387" y="-3545094"/>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4" name="Rectangle 13">
              <a:extLst>
                <a:ext uri="{FF2B5EF4-FFF2-40B4-BE49-F238E27FC236}">
                  <a16:creationId xmlns:a16="http://schemas.microsoft.com/office/drawing/2014/main" id="{EA36BEEA-62B5-2C02-0517-050E15551A8C}"/>
                </a:ext>
              </a:extLst>
            </p:cNvPr>
            <p:cNvSpPr/>
            <p:nvPr userDrawn="1"/>
          </p:nvSpPr>
          <p:spPr>
            <a:xfrm>
              <a:off x="4700268" y="-3545094"/>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5" name="Rectangle 14">
              <a:extLst>
                <a:ext uri="{FF2B5EF4-FFF2-40B4-BE49-F238E27FC236}">
                  <a16:creationId xmlns:a16="http://schemas.microsoft.com/office/drawing/2014/main" id="{89F3BE4E-D290-6C1C-1631-98FE6534E64E}"/>
                </a:ext>
              </a:extLst>
            </p:cNvPr>
            <p:cNvSpPr/>
            <p:nvPr userDrawn="1"/>
          </p:nvSpPr>
          <p:spPr>
            <a:xfrm>
              <a:off x="5530149" y="-3545094"/>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6" name="Rectangle 15">
              <a:extLst>
                <a:ext uri="{FF2B5EF4-FFF2-40B4-BE49-F238E27FC236}">
                  <a16:creationId xmlns:a16="http://schemas.microsoft.com/office/drawing/2014/main" id="{D57A5E90-7B26-0A9D-A9BE-F328C802CBB4}"/>
                </a:ext>
              </a:extLst>
            </p:cNvPr>
            <p:cNvSpPr/>
            <p:nvPr userDrawn="1"/>
          </p:nvSpPr>
          <p:spPr>
            <a:xfrm>
              <a:off x="6360030" y="-3545094"/>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7" name="Rectangle 16">
              <a:extLst>
                <a:ext uri="{FF2B5EF4-FFF2-40B4-BE49-F238E27FC236}">
                  <a16:creationId xmlns:a16="http://schemas.microsoft.com/office/drawing/2014/main" id="{CFD194ED-3658-1487-7539-543325C92D81}"/>
                </a:ext>
              </a:extLst>
            </p:cNvPr>
            <p:cNvSpPr/>
            <p:nvPr userDrawn="1"/>
          </p:nvSpPr>
          <p:spPr>
            <a:xfrm>
              <a:off x="7189390" y="-3545094"/>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8" name="Rectangle 17">
              <a:extLst>
                <a:ext uri="{FF2B5EF4-FFF2-40B4-BE49-F238E27FC236}">
                  <a16:creationId xmlns:a16="http://schemas.microsoft.com/office/drawing/2014/main" id="{60606FFE-CCC5-05EB-436F-A169395EA8BE}"/>
                </a:ext>
              </a:extLst>
            </p:cNvPr>
            <p:cNvSpPr/>
            <p:nvPr userDrawn="1"/>
          </p:nvSpPr>
          <p:spPr>
            <a:xfrm>
              <a:off x="8019271" y="-3545094"/>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21" name="Rectangle 20">
              <a:extLst>
                <a:ext uri="{FF2B5EF4-FFF2-40B4-BE49-F238E27FC236}">
                  <a16:creationId xmlns:a16="http://schemas.microsoft.com/office/drawing/2014/main" id="{EC7881AE-ED36-4599-DA12-BF620AAD028E}"/>
                </a:ext>
              </a:extLst>
            </p:cNvPr>
            <p:cNvSpPr/>
            <p:nvPr userDrawn="1"/>
          </p:nvSpPr>
          <p:spPr>
            <a:xfrm>
              <a:off x="8849152" y="-3545094"/>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23" name="Rectangle 22">
              <a:extLst>
                <a:ext uri="{FF2B5EF4-FFF2-40B4-BE49-F238E27FC236}">
                  <a16:creationId xmlns:a16="http://schemas.microsoft.com/office/drawing/2014/main" id="{72318C2D-D635-B205-B126-ECA9FA2FD297}"/>
                </a:ext>
              </a:extLst>
            </p:cNvPr>
            <p:cNvSpPr/>
            <p:nvPr userDrawn="1"/>
          </p:nvSpPr>
          <p:spPr>
            <a:xfrm>
              <a:off x="9679033" y="-3545094"/>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24" name="Rectangle 23">
              <a:extLst>
                <a:ext uri="{FF2B5EF4-FFF2-40B4-BE49-F238E27FC236}">
                  <a16:creationId xmlns:a16="http://schemas.microsoft.com/office/drawing/2014/main" id="{41F17CEE-5E02-A567-2574-160DEAAB4A9D}"/>
                </a:ext>
              </a:extLst>
            </p:cNvPr>
            <p:cNvSpPr/>
            <p:nvPr userDrawn="1"/>
          </p:nvSpPr>
          <p:spPr>
            <a:xfrm>
              <a:off x="550863" y="-2999232"/>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25" name="Rectangle 24">
              <a:extLst>
                <a:ext uri="{FF2B5EF4-FFF2-40B4-BE49-F238E27FC236}">
                  <a16:creationId xmlns:a16="http://schemas.microsoft.com/office/drawing/2014/main" id="{561965AB-8922-F724-CCF2-1D9199CEC171}"/>
                </a:ext>
              </a:extLst>
            </p:cNvPr>
            <p:cNvSpPr/>
            <p:nvPr userDrawn="1"/>
          </p:nvSpPr>
          <p:spPr>
            <a:xfrm>
              <a:off x="1380744" y="-2999232"/>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26" name="Rectangle 25">
              <a:extLst>
                <a:ext uri="{FF2B5EF4-FFF2-40B4-BE49-F238E27FC236}">
                  <a16:creationId xmlns:a16="http://schemas.microsoft.com/office/drawing/2014/main" id="{B1E0028D-5314-38A6-B7F3-5C74FEBAF807}"/>
                </a:ext>
              </a:extLst>
            </p:cNvPr>
            <p:cNvSpPr/>
            <p:nvPr userDrawn="1"/>
          </p:nvSpPr>
          <p:spPr>
            <a:xfrm>
              <a:off x="2210625" y="-2999232"/>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27" name="Rectangle 26">
              <a:extLst>
                <a:ext uri="{FF2B5EF4-FFF2-40B4-BE49-F238E27FC236}">
                  <a16:creationId xmlns:a16="http://schemas.microsoft.com/office/drawing/2014/main" id="{45D3C2B3-227F-3ED7-6E5C-AC6723C203A7}"/>
                </a:ext>
              </a:extLst>
            </p:cNvPr>
            <p:cNvSpPr/>
            <p:nvPr userDrawn="1"/>
          </p:nvSpPr>
          <p:spPr>
            <a:xfrm>
              <a:off x="3040506" y="-2999232"/>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28" name="Rectangle 27">
              <a:extLst>
                <a:ext uri="{FF2B5EF4-FFF2-40B4-BE49-F238E27FC236}">
                  <a16:creationId xmlns:a16="http://schemas.microsoft.com/office/drawing/2014/main" id="{5DC24B5D-44E8-B14B-2C37-34F86BF626FF}"/>
                </a:ext>
              </a:extLst>
            </p:cNvPr>
            <p:cNvSpPr/>
            <p:nvPr userDrawn="1"/>
          </p:nvSpPr>
          <p:spPr>
            <a:xfrm>
              <a:off x="3870387" y="-2999232"/>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30" name="Rectangle 29">
              <a:extLst>
                <a:ext uri="{FF2B5EF4-FFF2-40B4-BE49-F238E27FC236}">
                  <a16:creationId xmlns:a16="http://schemas.microsoft.com/office/drawing/2014/main" id="{48F07DCC-1CBF-D9CF-9530-592D3D86CAAB}"/>
                </a:ext>
              </a:extLst>
            </p:cNvPr>
            <p:cNvSpPr/>
            <p:nvPr userDrawn="1"/>
          </p:nvSpPr>
          <p:spPr>
            <a:xfrm>
              <a:off x="4700268" y="-2999232"/>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31" name="Rectangle 30">
              <a:extLst>
                <a:ext uri="{FF2B5EF4-FFF2-40B4-BE49-F238E27FC236}">
                  <a16:creationId xmlns:a16="http://schemas.microsoft.com/office/drawing/2014/main" id="{D4714D3A-FA9D-5DFC-6786-D17EE37F3DF8}"/>
                </a:ext>
              </a:extLst>
            </p:cNvPr>
            <p:cNvSpPr/>
            <p:nvPr userDrawn="1"/>
          </p:nvSpPr>
          <p:spPr>
            <a:xfrm>
              <a:off x="5530149" y="-2999232"/>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32" name="Rectangle 31">
              <a:extLst>
                <a:ext uri="{FF2B5EF4-FFF2-40B4-BE49-F238E27FC236}">
                  <a16:creationId xmlns:a16="http://schemas.microsoft.com/office/drawing/2014/main" id="{F86FCB8E-B958-7334-45DA-59837F83ECEA}"/>
                </a:ext>
              </a:extLst>
            </p:cNvPr>
            <p:cNvSpPr/>
            <p:nvPr userDrawn="1"/>
          </p:nvSpPr>
          <p:spPr>
            <a:xfrm>
              <a:off x="6360030" y="-2999232"/>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33" name="Rectangle 32">
              <a:extLst>
                <a:ext uri="{FF2B5EF4-FFF2-40B4-BE49-F238E27FC236}">
                  <a16:creationId xmlns:a16="http://schemas.microsoft.com/office/drawing/2014/main" id="{79A401A3-6A37-BB6D-34E5-18A3DBB55680}"/>
                </a:ext>
              </a:extLst>
            </p:cNvPr>
            <p:cNvSpPr/>
            <p:nvPr userDrawn="1"/>
          </p:nvSpPr>
          <p:spPr>
            <a:xfrm>
              <a:off x="7189390" y="-2999232"/>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34" name="Rectangle 33">
              <a:extLst>
                <a:ext uri="{FF2B5EF4-FFF2-40B4-BE49-F238E27FC236}">
                  <a16:creationId xmlns:a16="http://schemas.microsoft.com/office/drawing/2014/main" id="{4142E4B1-7CB0-57FD-AFFD-18880A13C128}"/>
                </a:ext>
              </a:extLst>
            </p:cNvPr>
            <p:cNvSpPr/>
            <p:nvPr userDrawn="1"/>
          </p:nvSpPr>
          <p:spPr>
            <a:xfrm>
              <a:off x="8019271" y="-2999232"/>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36" name="Rectangle 35">
              <a:extLst>
                <a:ext uri="{FF2B5EF4-FFF2-40B4-BE49-F238E27FC236}">
                  <a16:creationId xmlns:a16="http://schemas.microsoft.com/office/drawing/2014/main" id="{305B723B-3852-A882-30C8-D3FA5FC13728}"/>
                </a:ext>
              </a:extLst>
            </p:cNvPr>
            <p:cNvSpPr/>
            <p:nvPr userDrawn="1"/>
          </p:nvSpPr>
          <p:spPr>
            <a:xfrm>
              <a:off x="8849152" y="-2999232"/>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37" name="Rectangle 36">
              <a:extLst>
                <a:ext uri="{FF2B5EF4-FFF2-40B4-BE49-F238E27FC236}">
                  <a16:creationId xmlns:a16="http://schemas.microsoft.com/office/drawing/2014/main" id="{8A1864D4-4E4B-4DF1-E954-7B4BE053ED44}"/>
                </a:ext>
              </a:extLst>
            </p:cNvPr>
            <p:cNvSpPr/>
            <p:nvPr userDrawn="1"/>
          </p:nvSpPr>
          <p:spPr>
            <a:xfrm>
              <a:off x="9679033" y="-2999232"/>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39" name="Rectangle 38">
              <a:extLst>
                <a:ext uri="{FF2B5EF4-FFF2-40B4-BE49-F238E27FC236}">
                  <a16:creationId xmlns:a16="http://schemas.microsoft.com/office/drawing/2014/main" id="{35C1F88B-3DD3-A380-5D31-BF29753DE607}"/>
                </a:ext>
              </a:extLst>
            </p:cNvPr>
            <p:cNvSpPr/>
            <p:nvPr userDrawn="1"/>
          </p:nvSpPr>
          <p:spPr>
            <a:xfrm>
              <a:off x="550863" y="-2453370"/>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40" name="Rectangle 39">
              <a:extLst>
                <a:ext uri="{FF2B5EF4-FFF2-40B4-BE49-F238E27FC236}">
                  <a16:creationId xmlns:a16="http://schemas.microsoft.com/office/drawing/2014/main" id="{D8B35E34-4124-B73E-4852-EEBA52A61591}"/>
                </a:ext>
              </a:extLst>
            </p:cNvPr>
            <p:cNvSpPr/>
            <p:nvPr userDrawn="1"/>
          </p:nvSpPr>
          <p:spPr>
            <a:xfrm>
              <a:off x="1380744" y="-2453370"/>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41" name="Rectangle 40">
              <a:extLst>
                <a:ext uri="{FF2B5EF4-FFF2-40B4-BE49-F238E27FC236}">
                  <a16:creationId xmlns:a16="http://schemas.microsoft.com/office/drawing/2014/main" id="{9AA64E5C-9C2F-BD49-CCC5-94F4EAAD0569}"/>
                </a:ext>
              </a:extLst>
            </p:cNvPr>
            <p:cNvSpPr/>
            <p:nvPr userDrawn="1"/>
          </p:nvSpPr>
          <p:spPr>
            <a:xfrm>
              <a:off x="2210625" y="-2453370"/>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42" name="Rectangle 41">
              <a:extLst>
                <a:ext uri="{FF2B5EF4-FFF2-40B4-BE49-F238E27FC236}">
                  <a16:creationId xmlns:a16="http://schemas.microsoft.com/office/drawing/2014/main" id="{5971C0DE-464E-7790-941A-618384325814}"/>
                </a:ext>
              </a:extLst>
            </p:cNvPr>
            <p:cNvSpPr/>
            <p:nvPr userDrawn="1"/>
          </p:nvSpPr>
          <p:spPr>
            <a:xfrm>
              <a:off x="3040506" y="-2453370"/>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43" name="Rectangle 42">
              <a:extLst>
                <a:ext uri="{FF2B5EF4-FFF2-40B4-BE49-F238E27FC236}">
                  <a16:creationId xmlns:a16="http://schemas.microsoft.com/office/drawing/2014/main" id="{EA0B2EF0-47BF-2B3E-09A6-4E4DD93E4E41}"/>
                </a:ext>
              </a:extLst>
            </p:cNvPr>
            <p:cNvSpPr/>
            <p:nvPr userDrawn="1"/>
          </p:nvSpPr>
          <p:spPr>
            <a:xfrm>
              <a:off x="3870387" y="-2453370"/>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44" name="Rectangle 43">
              <a:extLst>
                <a:ext uri="{FF2B5EF4-FFF2-40B4-BE49-F238E27FC236}">
                  <a16:creationId xmlns:a16="http://schemas.microsoft.com/office/drawing/2014/main" id="{60A69866-4C0E-06B3-8C40-581FEBF5AC4F}"/>
                </a:ext>
              </a:extLst>
            </p:cNvPr>
            <p:cNvSpPr/>
            <p:nvPr userDrawn="1"/>
          </p:nvSpPr>
          <p:spPr>
            <a:xfrm>
              <a:off x="4700268" y="-2453370"/>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45" name="Rectangle 44">
              <a:extLst>
                <a:ext uri="{FF2B5EF4-FFF2-40B4-BE49-F238E27FC236}">
                  <a16:creationId xmlns:a16="http://schemas.microsoft.com/office/drawing/2014/main" id="{A0C3F9A6-B205-A790-0852-055A5AD2E318}"/>
                </a:ext>
              </a:extLst>
            </p:cNvPr>
            <p:cNvSpPr/>
            <p:nvPr userDrawn="1"/>
          </p:nvSpPr>
          <p:spPr>
            <a:xfrm>
              <a:off x="5530149" y="-2453370"/>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46" name="Rectangle 45">
              <a:extLst>
                <a:ext uri="{FF2B5EF4-FFF2-40B4-BE49-F238E27FC236}">
                  <a16:creationId xmlns:a16="http://schemas.microsoft.com/office/drawing/2014/main" id="{C4872B39-84DF-1E34-27CB-26396231A330}"/>
                </a:ext>
              </a:extLst>
            </p:cNvPr>
            <p:cNvSpPr/>
            <p:nvPr userDrawn="1"/>
          </p:nvSpPr>
          <p:spPr>
            <a:xfrm>
              <a:off x="6360030" y="-2453370"/>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47" name="Rectangle 46">
              <a:extLst>
                <a:ext uri="{FF2B5EF4-FFF2-40B4-BE49-F238E27FC236}">
                  <a16:creationId xmlns:a16="http://schemas.microsoft.com/office/drawing/2014/main" id="{B874C177-5208-34F6-95D7-B9401D640324}"/>
                </a:ext>
              </a:extLst>
            </p:cNvPr>
            <p:cNvSpPr/>
            <p:nvPr userDrawn="1"/>
          </p:nvSpPr>
          <p:spPr>
            <a:xfrm>
              <a:off x="7189390" y="-2453370"/>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48" name="Rectangle 47">
              <a:extLst>
                <a:ext uri="{FF2B5EF4-FFF2-40B4-BE49-F238E27FC236}">
                  <a16:creationId xmlns:a16="http://schemas.microsoft.com/office/drawing/2014/main" id="{10D6009D-FDF5-0250-FF79-A5F6A74BEC1C}"/>
                </a:ext>
              </a:extLst>
            </p:cNvPr>
            <p:cNvSpPr/>
            <p:nvPr userDrawn="1"/>
          </p:nvSpPr>
          <p:spPr>
            <a:xfrm>
              <a:off x="8019271" y="-2453370"/>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49" name="Rectangle 48">
              <a:extLst>
                <a:ext uri="{FF2B5EF4-FFF2-40B4-BE49-F238E27FC236}">
                  <a16:creationId xmlns:a16="http://schemas.microsoft.com/office/drawing/2014/main" id="{75DA65E6-FCCA-E5A7-67B7-943AF9E614A3}"/>
                </a:ext>
              </a:extLst>
            </p:cNvPr>
            <p:cNvSpPr/>
            <p:nvPr userDrawn="1"/>
          </p:nvSpPr>
          <p:spPr>
            <a:xfrm>
              <a:off x="8849152" y="-2453370"/>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50" name="Rectangle 49">
              <a:extLst>
                <a:ext uri="{FF2B5EF4-FFF2-40B4-BE49-F238E27FC236}">
                  <a16:creationId xmlns:a16="http://schemas.microsoft.com/office/drawing/2014/main" id="{4C52CDEC-D9AD-3191-ED71-17B6197AC802}"/>
                </a:ext>
              </a:extLst>
            </p:cNvPr>
            <p:cNvSpPr/>
            <p:nvPr userDrawn="1"/>
          </p:nvSpPr>
          <p:spPr>
            <a:xfrm>
              <a:off x="9679033" y="-2453370"/>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51" name="Rectangle 50">
              <a:extLst>
                <a:ext uri="{FF2B5EF4-FFF2-40B4-BE49-F238E27FC236}">
                  <a16:creationId xmlns:a16="http://schemas.microsoft.com/office/drawing/2014/main" id="{79B31F84-7B1D-1B38-3826-5273A6888B8A}"/>
                </a:ext>
              </a:extLst>
            </p:cNvPr>
            <p:cNvSpPr/>
            <p:nvPr userDrawn="1"/>
          </p:nvSpPr>
          <p:spPr>
            <a:xfrm>
              <a:off x="550863" y="-1907508"/>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52" name="Rectangle 51">
              <a:extLst>
                <a:ext uri="{FF2B5EF4-FFF2-40B4-BE49-F238E27FC236}">
                  <a16:creationId xmlns:a16="http://schemas.microsoft.com/office/drawing/2014/main" id="{3914E35A-30F5-BA65-B0C3-8FC6DF59E368}"/>
                </a:ext>
              </a:extLst>
            </p:cNvPr>
            <p:cNvSpPr/>
            <p:nvPr userDrawn="1"/>
          </p:nvSpPr>
          <p:spPr>
            <a:xfrm>
              <a:off x="1380744" y="-1907508"/>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53" name="Rectangle 52">
              <a:extLst>
                <a:ext uri="{FF2B5EF4-FFF2-40B4-BE49-F238E27FC236}">
                  <a16:creationId xmlns:a16="http://schemas.microsoft.com/office/drawing/2014/main" id="{9BBE4EE0-9D8F-E6A3-312D-7029DEBAF8D2}"/>
                </a:ext>
              </a:extLst>
            </p:cNvPr>
            <p:cNvSpPr/>
            <p:nvPr userDrawn="1"/>
          </p:nvSpPr>
          <p:spPr>
            <a:xfrm>
              <a:off x="2210625" y="-1907508"/>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54" name="Rectangle 53">
              <a:extLst>
                <a:ext uri="{FF2B5EF4-FFF2-40B4-BE49-F238E27FC236}">
                  <a16:creationId xmlns:a16="http://schemas.microsoft.com/office/drawing/2014/main" id="{FA85BB7F-2D0D-2553-D681-668EF747B673}"/>
                </a:ext>
              </a:extLst>
            </p:cNvPr>
            <p:cNvSpPr/>
            <p:nvPr userDrawn="1"/>
          </p:nvSpPr>
          <p:spPr>
            <a:xfrm>
              <a:off x="3040506" y="-1907508"/>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55" name="Rectangle 54">
              <a:extLst>
                <a:ext uri="{FF2B5EF4-FFF2-40B4-BE49-F238E27FC236}">
                  <a16:creationId xmlns:a16="http://schemas.microsoft.com/office/drawing/2014/main" id="{5AC7D236-8860-BF5A-E3BE-E93965CBADCA}"/>
                </a:ext>
              </a:extLst>
            </p:cNvPr>
            <p:cNvSpPr/>
            <p:nvPr userDrawn="1"/>
          </p:nvSpPr>
          <p:spPr>
            <a:xfrm>
              <a:off x="3870387" y="-1907508"/>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56" name="Rectangle 55">
              <a:extLst>
                <a:ext uri="{FF2B5EF4-FFF2-40B4-BE49-F238E27FC236}">
                  <a16:creationId xmlns:a16="http://schemas.microsoft.com/office/drawing/2014/main" id="{F6FEDBA3-F3BE-4CBC-F956-31BE59E1B4E1}"/>
                </a:ext>
              </a:extLst>
            </p:cNvPr>
            <p:cNvSpPr/>
            <p:nvPr userDrawn="1"/>
          </p:nvSpPr>
          <p:spPr>
            <a:xfrm>
              <a:off x="4700268" y="-1907508"/>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57" name="Rectangle 56">
              <a:extLst>
                <a:ext uri="{FF2B5EF4-FFF2-40B4-BE49-F238E27FC236}">
                  <a16:creationId xmlns:a16="http://schemas.microsoft.com/office/drawing/2014/main" id="{363930BE-564B-67EB-1A5E-3B29529EDA21}"/>
                </a:ext>
              </a:extLst>
            </p:cNvPr>
            <p:cNvSpPr/>
            <p:nvPr userDrawn="1"/>
          </p:nvSpPr>
          <p:spPr>
            <a:xfrm>
              <a:off x="5530149" y="-1907508"/>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58" name="Rectangle 57">
              <a:extLst>
                <a:ext uri="{FF2B5EF4-FFF2-40B4-BE49-F238E27FC236}">
                  <a16:creationId xmlns:a16="http://schemas.microsoft.com/office/drawing/2014/main" id="{9BC98667-548C-C79D-A830-FB332BF732A4}"/>
                </a:ext>
              </a:extLst>
            </p:cNvPr>
            <p:cNvSpPr/>
            <p:nvPr userDrawn="1"/>
          </p:nvSpPr>
          <p:spPr>
            <a:xfrm>
              <a:off x="6360030" y="-1907508"/>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59" name="Rectangle 58">
              <a:extLst>
                <a:ext uri="{FF2B5EF4-FFF2-40B4-BE49-F238E27FC236}">
                  <a16:creationId xmlns:a16="http://schemas.microsoft.com/office/drawing/2014/main" id="{9040335B-568F-A40A-5EC9-41DCBC2EAB73}"/>
                </a:ext>
              </a:extLst>
            </p:cNvPr>
            <p:cNvSpPr/>
            <p:nvPr userDrawn="1"/>
          </p:nvSpPr>
          <p:spPr>
            <a:xfrm>
              <a:off x="7189390" y="-1907508"/>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60" name="Rectangle 59">
              <a:extLst>
                <a:ext uri="{FF2B5EF4-FFF2-40B4-BE49-F238E27FC236}">
                  <a16:creationId xmlns:a16="http://schemas.microsoft.com/office/drawing/2014/main" id="{70D0376A-2F17-FCF7-1B1A-8E81D43838BF}"/>
                </a:ext>
              </a:extLst>
            </p:cNvPr>
            <p:cNvSpPr/>
            <p:nvPr userDrawn="1"/>
          </p:nvSpPr>
          <p:spPr>
            <a:xfrm>
              <a:off x="8019271" y="-1907508"/>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61" name="Rectangle 60">
              <a:extLst>
                <a:ext uri="{FF2B5EF4-FFF2-40B4-BE49-F238E27FC236}">
                  <a16:creationId xmlns:a16="http://schemas.microsoft.com/office/drawing/2014/main" id="{ECD1A92E-FDB6-51B9-B276-B561ADFB7B01}"/>
                </a:ext>
              </a:extLst>
            </p:cNvPr>
            <p:cNvSpPr/>
            <p:nvPr userDrawn="1"/>
          </p:nvSpPr>
          <p:spPr>
            <a:xfrm>
              <a:off x="8849152" y="-1907508"/>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62" name="Rectangle 61">
              <a:extLst>
                <a:ext uri="{FF2B5EF4-FFF2-40B4-BE49-F238E27FC236}">
                  <a16:creationId xmlns:a16="http://schemas.microsoft.com/office/drawing/2014/main" id="{66EC5AEC-46DD-E480-93E7-AE5D4777CA5D}"/>
                </a:ext>
              </a:extLst>
            </p:cNvPr>
            <p:cNvSpPr/>
            <p:nvPr userDrawn="1"/>
          </p:nvSpPr>
          <p:spPr>
            <a:xfrm>
              <a:off x="9679033" y="-1907508"/>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63" name="Rectangle 62">
              <a:extLst>
                <a:ext uri="{FF2B5EF4-FFF2-40B4-BE49-F238E27FC236}">
                  <a16:creationId xmlns:a16="http://schemas.microsoft.com/office/drawing/2014/main" id="{9685EB1F-230A-2414-A915-1C5EA19A5F75}"/>
                </a:ext>
              </a:extLst>
            </p:cNvPr>
            <p:cNvSpPr/>
            <p:nvPr userDrawn="1"/>
          </p:nvSpPr>
          <p:spPr>
            <a:xfrm>
              <a:off x="550863" y="-1361646"/>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64" name="Rectangle 63">
              <a:extLst>
                <a:ext uri="{FF2B5EF4-FFF2-40B4-BE49-F238E27FC236}">
                  <a16:creationId xmlns:a16="http://schemas.microsoft.com/office/drawing/2014/main" id="{BD4EF0B5-F6B6-0992-79AD-02F3D5D6FAA5}"/>
                </a:ext>
              </a:extLst>
            </p:cNvPr>
            <p:cNvSpPr/>
            <p:nvPr userDrawn="1"/>
          </p:nvSpPr>
          <p:spPr>
            <a:xfrm>
              <a:off x="1380744" y="-1361646"/>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65" name="Rectangle 64">
              <a:extLst>
                <a:ext uri="{FF2B5EF4-FFF2-40B4-BE49-F238E27FC236}">
                  <a16:creationId xmlns:a16="http://schemas.microsoft.com/office/drawing/2014/main" id="{0A881D11-34EF-C3D4-1389-BADBA81D23C2}"/>
                </a:ext>
              </a:extLst>
            </p:cNvPr>
            <p:cNvSpPr/>
            <p:nvPr userDrawn="1"/>
          </p:nvSpPr>
          <p:spPr>
            <a:xfrm>
              <a:off x="2210625" y="-1361646"/>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66" name="Rectangle 65">
              <a:extLst>
                <a:ext uri="{FF2B5EF4-FFF2-40B4-BE49-F238E27FC236}">
                  <a16:creationId xmlns:a16="http://schemas.microsoft.com/office/drawing/2014/main" id="{4AE42EB4-11B1-BD69-93E9-CD0FBFC7DB31}"/>
                </a:ext>
              </a:extLst>
            </p:cNvPr>
            <p:cNvSpPr/>
            <p:nvPr userDrawn="1"/>
          </p:nvSpPr>
          <p:spPr>
            <a:xfrm>
              <a:off x="3040506" y="-1361646"/>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67" name="Rectangle 66">
              <a:extLst>
                <a:ext uri="{FF2B5EF4-FFF2-40B4-BE49-F238E27FC236}">
                  <a16:creationId xmlns:a16="http://schemas.microsoft.com/office/drawing/2014/main" id="{F8460494-2109-1730-97F3-E66D0BCA6C02}"/>
                </a:ext>
              </a:extLst>
            </p:cNvPr>
            <p:cNvSpPr/>
            <p:nvPr userDrawn="1"/>
          </p:nvSpPr>
          <p:spPr>
            <a:xfrm>
              <a:off x="3870387" y="-1361646"/>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68" name="Rectangle 67">
              <a:extLst>
                <a:ext uri="{FF2B5EF4-FFF2-40B4-BE49-F238E27FC236}">
                  <a16:creationId xmlns:a16="http://schemas.microsoft.com/office/drawing/2014/main" id="{D29E103D-9633-7849-52C1-ED462B84C6CB}"/>
                </a:ext>
              </a:extLst>
            </p:cNvPr>
            <p:cNvSpPr/>
            <p:nvPr userDrawn="1"/>
          </p:nvSpPr>
          <p:spPr>
            <a:xfrm>
              <a:off x="4700268" y="-1361646"/>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69" name="Rectangle 68">
              <a:extLst>
                <a:ext uri="{FF2B5EF4-FFF2-40B4-BE49-F238E27FC236}">
                  <a16:creationId xmlns:a16="http://schemas.microsoft.com/office/drawing/2014/main" id="{C4DF1ADD-F113-757B-D4C8-DE6F552913C2}"/>
                </a:ext>
              </a:extLst>
            </p:cNvPr>
            <p:cNvSpPr/>
            <p:nvPr userDrawn="1"/>
          </p:nvSpPr>
          <p:spPr>
            <a:xfrm>
              <a:off x="5530149" y="-1361646"/>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70" name="Rectangle 69">
              <a:extLst>
                <a:ext uri="{FF2B5EF4-FFF2-40B4-BE49-F238E27FC236}">
                  <a16:creationId xmlns:a16="http://schemas.microsoft.com/office/drawing/2014/main" id="{C02B09A4-6412-DEAE-95CF-0F1F00F9191C}"/>
                </a:ext>
              </a:extLst>
            </p:cNvPr>
            <p:cNvSpPr/>
            <p:nvPr userDrawn="1"/>
          </p:nvSpPr>
          <p:spPr>
            <a:xfrm>
              <a:off x="6360030" y="-1361646"/>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71" name="Rectangle 70">
              <a:extLst>
                <a:ext uri="{FF2B5EF4-FFF2-40B4-BE49-F238E27FC236}">
                  <a16:creationId xmlns:a16="http://schemas.microsoft.com/office/drawing/2014/main" id="{F8F2C86A-4D47-E9DF-B891-F81B07032AAF}"/>
                </a:ext>
              </a:extLst>
            </p:cNvPr>
            <p:cNvSpPr/>
            <p:nvPr userDrawn="1"/>
          </p:nvSpPr>
          <p:spPr>
            <a:xfrm>
              <a:off x="7189390" y="-1361646"/>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72" name="Rectangle 71">
              <a:extLst>
                <a:ext uri="{FF2B5EF4-FFF2-40B4-BE49-F238E27FC236}">
                  <a16:creationId xmlns:a16="http://schemas.microsoft.com/office/drawing/2014/main" id="{31E3B042-602F-649F-28FE-CC4549DCAB2B}"/>
                </a:ext>
              </a:extLst>
            </p:cNvPr>
            <p:cNvSpPr/>
            <p:nvPr userDrawn="1"/>
          </p:nvSpPr>
          <p:spPr>
            <a:xfrm>
              <a:off x="8019271" y="-1361646"/>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73" name="Rectangle 72">
              <a:extLst>
                <a:ext uri="{FF2B5EF4-FFF2-40B4-BE49-F238E27FC236}">
                  <a16:creationId xmlns:a16="http://schemas.microsoft.com/office/drawing/2014/main" id="{F03B8344-FBE8-C515-96E7-17BD0BA878E5}"/>
                </a:ext>
              </a:extLst>
            </p:cNvPr>
            <p:cNvSpPr/>
            <p:nvPr userDrawn="1"/>
          </p:nvSpPr>
          <p:spPr>
            <a:xfrm>
              <a:off x="8849152" y="-1361646"/>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74" name="Rectangle 73">
              <a:extLst>
                <a:ext uri="{FF2B5EF4-FFF2-40B4-BE49-F238E27FC236}">
                  <a16:creationId xmlns:a16="http://schemas.microsoft.com/office/drawing/2014/main" id="{F5DD76EA-A309-43B0-4583-323113F5D47E}"/>
                </a:ext>
              </a:extLst>
            </p:cNvPr>
            <p:cNvSpPr/>
            <p:nvPr userDrawn="1"/>
          </p:nvSpPr>
          <p:spPr>
            <a:xfrm>
              <a:off x="9679033" y="-1361646"/>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75" name="Rectangle 74">
              <a:extLst>
                <a:ext uri="{FF2B5EF4-FFF2-40B4-BE49-F238E27FC236}">
                  <a16:creationId xmlns:a16="http://schemas.microsoft.com/office/drawing/2014/main" id="{F937B8FA-0BE9-4393-8775-5ADF8A8C6A67}"/>
                </a:ext>
              </a:extLst>
            </p:cNvPr>
            <p:cNvSpPr/>
            <p:nvPr userDrawn="1"/>
          </p:nvSpPr>
          <p:spPr>
            <a:xfrm>
              <a:off x="550863" y="-815784"/>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76" name="Rectangle 75">
              <a:extLst>
                <a:ext uri="{FF2B5EF4-FFF2-40B4-BE49-F238E27FC236}">
                  <a16:creationId xmlns:a16="http://schemas.microsoft.com/office/drawing/2014/main" id="{D43974A4-4A7E-0F9A-FFC3-C647B6216A4F}"/>
                </a:ext>
              </a:extLst>
            </p:cNvPr>
            <p:cNvSpPr/>
            <p:nvPr userDrawn="1"/>
          </p:nvSpPr>
          <p:spPr>
            <a:xfrm>
              <a:off x="1380744" y="-815784"/>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77" name="Rectangle 76">
              <a:extLst>
                <a:ext uri="{FF2B5EF4-FFF2-40B4-BE49-F238E27FC236}">
                  <a16:creationId xmlns:a16="http://schemas.microsoft.com/office/drawing/2014/main" id="{C24137E1-BCBB-B634-C04B-30D2DB6340AC}"/>
                </a:ext>
              </a:extLst>
            </p:cNvPr>
            <p:cNvSpPr/>
            <p:nvPr userDrawn="1"/>
          </p:nvSpPr>
          <p:spPr>
            <a:xfrm>
              <a:off x="2210625" y="-815784"/>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78" name="Rectangle 77">
              <a:extLst>
                <a:ext uri="{FF2B5EF4-FFF2-40B4-BE49-F238E27FC236}">
                  <a16:creationId xmlns:a16="http://schemas.microsoft.com/office/drawing/2014/main" id="{040D179E-DCFB-2B04-1816-A0DA58979AB7}"/>
                </a:ext>
              </a:extLst>
            </p:cNvPr>
            <p:cNvSpPr/>
            <p:nvPr userDrawn="1"/>
          </p:nvSpPr>
          <p:spPr>
            <a:xfrm>
              <a:off x="3040506" y="-815784"/>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79" name="Rectangle 78">
              <a:extLst>
                <a:ext uri="{FF2B5EF4-FFF2-40B4-BE49-F238E27FC236}">
                  <a16:creationId xmlns:a16="http://schemas.microsoft.com/office/drawing/2014/main" id="{F25A50D3-9254-6B06-E6E5-548D822F9E9D}"/>
                </a:ext>
              </a:extLst>
            </p:cNvPr>
            <p:cNvSpPr/>
            <p:nvPr userDrawn="1"/>
          </p:nvSpPr>
          <p:spPr>
            <a:xfrm>
              <a:off x="3870387" y="-815784"/>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80" name="Rectangle 79">
              <a:extLst>
                <a:ext uri="{FF2B5EF4-FFF2-40B4-BE49-F238E27FC236}">
                  <a16:creationId xmlns:a16="http://schemas.microsoft.com/office/drawing/2014/main" id="{4C05021C-D713-B633-F62D-333D95CF0061}"/>
                </a:ext>
              </a:extLst>
            </p:cNvPr>
            <p:cNvSpPr/>
            <p:nvPr userDrawn="1"/>
          </p:nvSpPr>
          <p:spPr>
            <a:xfrm>
              <a:off x="4700268" y="-815784"/>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81" name="Rectangle 80">
              <a:extLst>
                <a:ext uri="{FF2B5EF4-FFF2-40B4-BE49-F238E27FC236}">
                  <a16:creationId xmlns:a16="http://schemas.microsoft.com/office/drawing/2014/main" id="{538AE4D1-CAA6-347C-23A7-A8D687674A19}"/>
                </a:ext>
              </a:extLst>
            </p:cNvPr>
            <p:cNvSpPr/>
            <p:nvPr userDrawn="1"/>
          </p:nvSpPr>
          <p:spPr>
            <a:xfrm>
              <a:off x="5530149" y="-815784"/>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82" name="Rectangle 81">
              <a:extLst>
                <a:ext uri="{FF2B5EF4-FFF2-40B4-BE49-F238E27FC236}">
                  <a16:creationId xmlns:a16="http://schemas.microsoft.com/office/drawing/2014/main" id="{65BC94F4-E69E-5C2B-DB4B-BDE4B09DBABF}"/>
                </a:ext>
              </a:extLst>
            </p:cNvPr>
            <p:cNvSpPr/>
            <p:nvPr userDrawn="1"/>
          </p:nvSpPr>
          <p:spPr>
            <a:xfrm>
              <a:off x="6360030" y="-815784"/>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83" name="Rectangle 82">
              <a:extLst>
                <a:ext uri="{FF2B5EF4-FFF2-40B4-BE49-F238E27FC236}">
                  <a16:creationId xmlns:a16="http://schemas.microsoft.com/office/drawing/2014/main" id="{13C64B6D-D664-1C5E-CF4B-785885995AB7}"/>
                </a:ext>
              </a:extLst>
            </p:cNvPr>
            <p:cNvSpPr/>
            <p:nvPr userDrawn="1"/>
          </p:nvSpPr>
          <p:spPr>
            <a:xfrm>
              <a:off x="7189390" y="-815784"/>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84" name="Rectangle 83">
              <a:extLst>
                <a:ext uri="{FF2B5EF4-FFF2-40B4-BE49-F238E27FC236}">
                  <a16:creationId xmlns:a16="http://schemas.microsoft.com/office/drawing/2014/main" id="{2BA4D5DE-C552-59DC-4F49-A9920F46E592}"/>
                </a:ext>
              </a:extLst>
            </p:cNvPr>
            <p:cNvSpPr/>
            <p:nvPr userDrawn="1"/>
          </p:nvSpPr>
          <p:spPr>
            <a:xfrm>
              <a:off x="8019271" y="-815784"/>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85" name="Rectangle 84">
              <a:extLst>
                <a:ext uri="{FF2B5EF4-FFF2-40B4-BE49-F238E27FC236}">
                  <a16:creationId xmlns:a16="http://schemas.microsoft.com/office/drawing/2014/main" id="{34D3B8B2-3385-2BB7-2228-2FBD28F04E40}"/>
                </a:ext>
              </a:extLst>
            </p:cNvPr>
            <p:cNvSpPr/>
            <p:nvPr userDrawn="1"/>
          </p:nvSpPr>
          <p:spPr>
            <a:xfrm>
              <a:off x="8849152" y="-815784"/>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86" name="Rectangle 85">
              <a:extLst>
                <a:ext uri="{FF2B5EF4-FFF2-40B4-BE49-F238E27FC236}">
                  <a16:creationId xmlns:a16="http://schemas.microsoft.com/office/drawing/2014/main" id="{55823E0B-EA1F-A558-CB38-65AF8CF872C4}"/>
                </a:ext>
              </a:extLst>
            </p:cNvPr>
            <p:cNvSpPr/>
            <p:nvPr userDrawn="1"/>
          </p:nvSpPr>
          <p:spPr>
            <a:xfrm>
              <a:off x="9679033" y="-815784"/>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87" name="Rectangle 86">
              <a:extLst>
                <a:ext uri="{FF2B5EF4-FFF2-40B4-BE49-F238E27FC236}">
                  <a16:creationId xmlns:a16="http://schemas.microsoft.com/office/drawing/2014/main" id="{30803956-5660-0992-4D14-BE6FE9828F47}"/>
                </a:ext>
              </a:extLst>
            </p:cNvPr>
            <p:cNvSpPr/>
            <p:nvPr userDrawn="1"/>
          </p:nvSpPr>
          <p:spPr>
            <a:xfrm>
              <a:off x="550863" y="-269922"/>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88" name="Rectangle 87">
              <a:extLst>
                <a:ext uri="{FF2B5EF4-FFF2-40B4-BE49-F238E27FC236}">
                  <a16:creationId xmlns:a16="http://schemas.microsoft.com/office/drawing/2014/main" id="{4116F6EF-71AC-D394-CCE2-C84341C7B6AA}"/>
                </a:ext>
              </a:extLst>
            </p:cNvPr>
            <p:cNvSpPr/>
            <p:nvPr userDrawn="1"/>
          </p:nvSpPr>
          <p:spPr>
            <a:xfrm>
              <a:off x="1380744" y="-269922"/>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89" name="Rectangle 88">
              <a:extLst>
                <a:ext uri="{FF2B5EF4-FFF2-40B4-BE49-F238E27FC236}">
                  <a16:creationId xmlns:a16="http://schemas.microsoft.com/office/drawing/2014/main" id="{CDAD2361-B7DA-C5FB-AC7E-F8C9035B460C}"/>
                </a:ext>
              </a:extLst>
            </p:cNvPr>
            <p:cNvSpPr/>
            <p:nvPr userDrawn="1"/>
          </p:nvSpPr>
          <p:spPr>
            <a:xfrm>
              <a:off x="2210625" y="-269922"/>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90" name="Rectangle 89">
              <a:extLst>
                <a:ext uri="{FF2B5EF4-FFF2-40B4-BE49-F238E27FC236}">
                  <a16:creationId xmlns:a16="http://schemas.microsoft.com/office/drawing/2014/main" id="{D509E2B2-0C14-D4D7-8C75-848F52276A94}"/>
                </a:ext>
              </a:extLst>
            </p:cNvPr>
            <p:cNvSpPr/>
            <p:nvPr userDrawn="1"/>
          </p:nvSpPr>
          <p:spPr>
            <a:xfrm>
              <a:off x="3040506" y="-269922"/>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91" name="Rectangle 90">
              <a:extLst>
                <a:ext uri="{FF2B5EF4-FFF2-40B4-BE49-F238E27FC236}">
                  <a16:creationId xmlns:a16="http://schemas.microsoft.com/office/drawing/2014/main" id="{AF117176-97E0-3DE1-6B8D-53ED6570D628}"/>
                </a:ext>
              </a:extLst>
            </p:cNvPr>
            <p:cNvSpPr/>
            <p:nvPr userDrawn="1"/>
          </p:nvSpPr>
          <p:spPr>
            <a:xfrm>
              <a:off x="3870387" y="-269922"/>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92" name="Rectangle 91">
              <a:extLst>
                <a:ext uri="{FF2B5EF4-FFF2-40B4-BE49-F238E27FC236}">
                  <a16:creationId xmlns:a16="http://schemas.microsoft.com/office/drawing/2014/main" id="{E1C6EC84-A36B-0F0D-9314-57EFE6373608}"/>
                </a:ext>
              </a:extLst>
            </p:cNvPr>
            <p:cNvSpPr/>
            <p:nvPr userDrawn="1"/>
          </p:nvSpPr>
          <p:spPr>
            <a:xfrm>
              <a:off x="4700268" y="-269922"/>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93" name="Rectangle 92">
              <a:extLst>
                <a:ext uri="{FF2B5EF4-FFF2-40B4-BE49-F238E27FC236}">
                  <a16:creationId xmlns:a16="http://schemas.microsoft.com/office/drawing/2014/main" id="{4DB48AF2-4ACC-EF77-B3B6-9AC433B88C0F}"/>
                </a:ext>
              </a:extLst>
            </p:cNvPr>
            <p:cNvSpPr/>
            <p:nvPr userDrawn="1"/>
          </p:nvSpPr>
          <p:spPr>
            <a:xfrm>
              <a:off x="5530149" y="-269922"/>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94" name="Rectangle 93">
              <a:extLst>
                <a:ext uri="{FF2B5EF4-FFF2-40B4-BE49-F238E27FC236}">
                  <a16:creationId xmlns:a16="http://schemas.microsoft.com/office/drawing/2014/main" id="{107BBF5D-517C-2047-999B-7BCF6C4BF579}"/>
                </a:ext>
              </a:extLst>
            </p:cNvPr>
            <p:cNvSpPr/>
            <p:nvPr userDrawn="1"/>
          </p:nvSpPr>
          <p:spPr>
            <a:xfrm>
              <a:off x="6360030" y="-269922"/>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95" name="Rectangle 94">
              <a:extLst>
                <a:ext uri="{FF2B5EF4-FFF2-40B4-BE49-F238E27FC236}">
                  <a16:creationId xmlns:a16="http://schemas.microsoft.com/office/drawing/2014/main" id="{5ECB1738-AE0B-4A8C-EF62-312E912C4148}"/>
                </a:ext>
              </a:extLst>
            </p:cNvPr>
            <p:cNvSpPr/>
            <p:nvPr userDrawn="1"/>
          </p:nvSpPr>
          <p:spPr>
            <a:xfrm>
              <a:off x="7189390" y="-269922"/>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96" name="Rectangle 95">
              <a:extLst>
                <a:ext uri="{FF2B5EF4-FFF2-40B4-BE49-F238E27FC236}">
                  <a16:creationId xmlns:a16="http://schemas.microsoft.com/office/drawing/2014/main" id="{F7A7E216-0B18-C0A4-CF7A-95D9984272E3}"/>
                </a:ext>
              </a:extLst>
            </p:cNvPr>
            <p:cNvSpPr/>
            <p:nvPr userDrawn="1"/>
          </p:nvSpPr>
          <p:spPr>
            <a:xfrm>
              <a:off x="8019271" y="-269922"/>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97" name="Rectangle 96">
              <a:extLst>
                <a:ext uri="{FF2B5EF4-FFF2-40B4-BE49-F238E27FC236}">
                  <a16:creationId xmlns:a16="http://schemas.microsoft.com/office/drawing/2014/main" id="{C8DFCF12-EDB3-52CC-AFC4-B4E6E09913FA}"/>
                </a:ext>
              </a:extLst>
            </p:cNvPr>
            <p:cNvSpPr/>
            <p:nvPr userDrawn="1"/>
          </p:nvSpPr>
          <p:spPr>
            <a:xfrm>
              <a:off x="8849152" y="-269922"/>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98" name="Rectangle 97">
              <a:extLst>
                <a:ext uri="{FF2B5EF4-FFF2-40B4-BE49-F238E27FC236}">
                  <a16:creationId xmlns:a16="http://schemas.microsoft.com/office/drawing/2014/main" id="{3CF3B04D-837D-F9F4-61A2-BEB075F74A30}"/>
                </a:ext>
              </a:extLst>
            </p:cNvPr>
            <p:cNvSpPr/>
            <p:nvPr userDrawn="1"/>
          </p:nvSpPr>
          <p:spPr>
            <a:xfrm>
              <a:off x="9679033" y="-269922"/>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99" name="Rectangle 98">
              <a:extLst>
                <a:ext uri="{FF2B5EF4-FFF2-40B4-BE49-F238E27FC236}">
                  <a16:creationId xmlns:a16="http://schemas.microsoft.com/office/drawing/2014/main" id="{7C1A5E9C-A13B-B7DA-FD80-DBAB2096ABBD}"/>
                </a:ext>
              </a:extLst>
            </p:cNvPr>
            <p:cNvSpPr/>
            <p:nvPr userDrawn="1"/>
          </p:nvSpPr>
          <p:spPr>
            <a:xfrm>
              <a:off x="550863" y="275940"/>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00" name="Rectangle 99">
              <a:extLst>
                <a:ext uri="{FF2B5EF4-FFF2-40B4-BE49-F238E27FC236}">
                  <a16:creationId xmlns:a16="http://schemas.microsoft.com/office/drawing/2014/main" id="{01F6E319-5213-302C-9F95-741AB6ABDC2E}"/>
                </a:ext>
              </a:extLst>
            </p:cNvPr>
            <p:cNvSpPr/>
            <p:nvPr userDrawn="1"/>
          </p:nvSpPr>
          <p:spPr>
            <a:xfrm>
              <a:off x="1380744" y="275940"/>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01" name="Rectangle 100">
              <a:extLst>
                <a:ext uri="{FF2B5EF4-FFF2-40B4-BE49-F238E27FC236}">
                  <a16:creationId xmlns:a16="http://schemas.microsoft.com/office/drawing/2014/main" id="{3D2A336C-BE03-9509-DF11-BAC9902C7089}"/>
                </a:ext>
              </a:extLst>
            </p:cNvPr>
            <p:cNvSpPr/>
            <p:nvPr userDrawn="1"/>
          </p:nvSpPr>
          <p:spPr>
            <a:xfrm>
              <a:off x="2210625" y="275940"/>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02" name="Rectangle 101">
              <a:extLst>
                <a:ext uri="{FF2B5EF4-FFF2-40B4-BE49-F238E27FC236}">
                  <a16:creationId xmlns:a16="http://schemas.microsoft.com/office/drawing/2014/main" id="{0047AC78-183E-FA01-5C36-C0FA9F7110AB}"/>
                </a:ext>
              </a:extLst>
            </p:cNvPr>
            <p:cNvSpPr/>
            <p:nvPr userDrawn="1"/>
          </p:nvSpPr>
          <p:spPr>
            <a:xfrm>
              <a:off x="3040506" y="275940"/>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03" name="Rectangle 102">
              <a:extLst>
                <a:ext uri="{FF2B5EF4-FFF2-40B4-BE49-F238E27FC236}">
                  <a16:creationId xmlns:a16="http://schemas.microsoft.com/office/drawing/2014/main" id="{620D71B8-424C-C9B3-D209-20353B95E251}"/>
                </a:ext>
              </a:extLst>
            </p:cNvPr>
            <p:cNvSpPr/>
            <p:nvPr userDrawn="1"/>
          </p:nvSpPr>
          <p:spPr>
            <a:xfrm>
              <a:off x="3870387" y="275940"/>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04" name="Rectangle 103">
              <a:extLst>
                <a:ext uri="{FF2B5EF4-FFF2-40B4-BE49-F238E27FC236}">
                  <a16:creationId xmlns:a16="http://schemas.microsoft.com/office/drawing/2014/main" id="{C64960E9-701D-9CD4-3E8E-A81F22A8D68B}"/>
                </a:ext>
              </a:extLst>
            </p:cNvPr>
            <p:cNvSpPr/>
            <p:nvPr userDrawn="1"/>
          </p:nvSpPr>
          <p:spPr>
            <a:xfrm>
              <a:off x="4700268" y="275940"/>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05" name="Rectangle 104">
              <a:extLst>
                <a:ext uri="{FF2B5EF4-FFF2-40B4-BE49-F238E27FC236}">
                  <a16:creationId xmlns:a16="http://schemas.microsoft.com/office/drawing/2014/main" id="{71FD9FC2-D26D-35BB-9E1D-295DC5BAB1CD}"/>
                </a:ext>
              </a:extLst>
            </p:cNvPr>
            <p:cNvSpPr/>
            <p:nvPr userDrawn="1"/>
          </p:nvSpPr>
          <p:spPr>
            <a:xfrm>
              <a:off x="5530149" y="275940"/>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06" name="Rectangle 105">
              <a:extLst>
                <a:ext uri="{FF2B5EF4-FFF2-40B4-BE49-F238E27FC236}">
                  <a16:creationId xmlns:a16="http://schemas.microsoft.com/office/drawing/2014/main" id="{2E8F9C9D-234A-1FE1-0550-7637634C31F2}"/>
                </a:ext>
              </a:extLst>
            </p:cNvPr>
            <p:cNvSpPr/>
            <p:nvPr userDrawn="1"/>
          </p:nvSpPr>
          <p:spPr>
            <a:xfrm>
              <a:off x="6360030" y="275940"/>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07" name="Rectangle 106">
              <a:extLst>
                <a:ext uri="{FF2B5EF4-FFF2-40B4-BE49-F238E27FC236}">
                  <a16:creationId xmlns:a16="http://schemas.microsoft.com/office/drawing/2014/main" id="{70B021DA-E537-9B3E-C248-6BE624729222}"/>
                </a:ext>
              </a:extLst>
            </p:cNvPr>
            <p:cNvSpPr/>
            <p:nvPr userDrawn="1"/>
          </p:nvSpPr>
          <p:spPr>
            <a:xfrm>
              <a:off x="7189390" y="275940"/>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08" name="Rectangle 107">
              <a:extLst>
                <a:ext uri="{FF2B5EF4-FFF2-40B4-BE49-F238E27FC236}">
                  <a16:creationId xmlns:a16="http://schemas.microsoft.com/office/drawing/2014/main" id="{310472D5-8CC2-2B37-04B4-38ABDF4DF73D}"/>
                </a:ext>
              </a:extLst>
            </p:cNvPr>
            <p:cNvSpPr/>
            <p:nvPr userDrawn="1"/>
          </p:nvSpPr>
          <p:spPr>
            <a:xfrm>
              <a:off x="8019271" y="275940"/>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09" name="Rectangle 108">
              <a:extLst>
                <a:ext uri="{FF2B5EF4-FFF2-40B4-BE49-F238E27FC236}">
                  <a16:creationId xmlns:a16="http://schemas.microsoft.com/office/drawing/2014/main" id="{56AB6E63-0B57-5E2E-AFFB-72FFAC2FCB26}"/>
                </a:ext>
              </a:extLst>
            </p:cNvPr>
            <p:cNvSpPr/>
            <p:nvPr userDrawn="1"/>
          </p:nvSpPr>
          <p:spPr>
            <a:xfrm>
              <a:off x="8849152" y="275940"/>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10" name="Rectangle 109">
              <a:extLst>
                <a:ext uri="{FF2B5EF4-FFF2-40B4-BE49-F238E27FC236}">
                  <a16:creationId xmlns:a16="http://schemas.microsoft.com/office/drawing/2014/main" id="{142EE9A1-0484-F1F3-B8C0-1B7DB70D6B41}"/>
                </a:ext>
              </a:extLst>
            </p:cNvPr>
            <p:cNvSpPr/>
            <p:nvPr userDrawn="1"/>
          </p:nvSpPr>
          <p:spPr>
            <a:xfrm>
              <a:off x="9679033" y="275940"/>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11" name="Rectangle 110">
              <a:extLst>
                <a:ext uri="{FF2B5EF4-FFF2-40B4-BE49-F238E27FC236}">
                  <a16:creationId xmlns:a16="http://schemas.microsoft.com/office/drawing/2014/main" id="{88F3ED68-BAE0-5B85-11AE-B41278C49760}"/>
                </a:ext>
              </a:extLst>
            </p:cNvPr>
            <p:cNvSpPr/>
            <p:nvPr userDrawn="1"/>
          </p:nvSpPr>
          <p:spPr>
            <a:xfrm>
              <a:off x="550863" y="822205"/>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12" name="Rectangle 111">
              <a:extLst>
                <a:ext uri="{FF2B5EF4-FFF2-40B4-BE49-F238E27FC236}">
                  <a16:creationId xmlns:a16="http://schemas.microsoft.com/office/drawing/2014/main" id="{F144D14E-9595-A602-7CD9-B927F83153ED}"/>
                </a:ext>
              </a:extLst>
            </p:cNvPr>
            <p:cNvSpPr/>
            <p:nvPr userDrawn="1"/>
          </p:nvSpPr>
          <p:spPr>
            <a:xfrm>
              <a:off x="1380744" y="822205"/>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13" name="Rectangle 112">
              <a:extLst>
                <a:ext uri="{FF2B5EF4-FFF2-40B4-BE49-F238E27FC236}">
                  <a16:creationId xmlns:a16="http://schemas.microsoft.com/office/drawing/2014/main" id="{154212D0-B58B-DE17-F04C-2F97E6643B91}"/>
                </a:ext>
              </a:extLst>
            </p:cNvPr>
            <p:cNvSpPr/>
            <p:nvPr userDrawn="1"/>
          </p:nvSpPr>
          <p:spPr>
            <a:xfrm>
              <a:off x="2210625" y="822205"/>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14" name="Rectangle 113">
              <a:extLst>
                <a:ext uri="{FF2B5EF4-FFF2-40B4-BE49-F238E27FC236}">
                  <a16:creationId xmlns:a16="http://schemas.microsoft.com/office/drawing/2014/main" id="{87E2CCF6-27A9-72D1-426B-D8106D1D3AF9}"/>
                </a:ext>
              </a:extLst>
            </p:cNvPr>
            <p:cNvSpPr/>
            <p:nvPr userDrawn="1"/>
          </p:nvSpPr>
          <p:spPr>
            <a:xfrm>
              <a:off x="3040506" y="822205"/>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15" name="Rectangle 114">
              <a:extLst>
                <a:ext uri="{FF2B5EF4-FFF2-40B4-BE49-F238E27FC236}">
                  <a16:creationId xmlns:a16="http://schemas.microsoft.com/office/drawing/2014/main" id="{0E7AD08B-2423-2ED9-B5A6-E4AC6BF6C001}"/>
                </a:ext>
              </a:extLst>
            </p:cNvPr>
            <p:cNvSpPr/>
            <p:nvPr userDrawn="1"/>
          </p:nvSpPr>
          <p:spPr>
            <a:xfrm>
              <a:off x="3870387" y="822205"/>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16" name="Rectangle 115">
              <a:extLst>
                <a:ext uri="{FF2B5EF4-FFF2-40B4-BE49-F238E27FC236}">
                  <a16:creationId xmlns:a16="http://schemas.microsoft.com/office/drawing/2014/main" id="{40E8A0EF-44C8-980F-AFFA-90EECB2CDEDD}"/>
                </a:ext>
              </a:extLst>
            </p:cNvPr>
            <p:cNvSpPr/>
            <p:nvPr userDrawn="1"/>
          </p:nvSpPr>
          <p:spPr>
            <a:xfrm>
              <a:off x="4700268" y="822205"/>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17" name="Rectangle 116">
              <a:extLst>
                <a:ext uri="{FF2B5EF4-FFF2-40B4-BE49-F238E27FC236}">
                  <a16:creationId xmlns:a16="http://schemas.microsoft.com/office/drawing/2014/main" id="{37E19965-AB4F-378B-4F00-1E4D150A4EF1}"/>
                </a:ext>
              </a:extLst>
            </p:cNvPr>
            <p:cNvSpPr/>
            <p:nvPr userDrawn="1"/>
          </p:nvSpPr>
          <p:spPr>
            <a:xfrm>
              <a:off x="5530149" y="822205"/>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18" name="Rectangle 117">
              <a:extLst>
                <a:ext uri="{FF2B5EF4-FFF2-40B4-BE49-F238E27FC236}">
                  <a16:creationId xmlns:a16="http://schemas.microsoft.com/office/drawing/2014/main" id="{6501AA77-791B-7EB8-DB59-85DA8531D2B5}"/>
                </a:ext>
              </a:extLst>
            </p:cNvPr>
            <p:cNvSpPr/>
            <p:nvPr userDrawn="1"/>
          </p:nvSpPr>
          <p:spPr>
            <a:xfrm>
              <a:off x="6360030" y="822205"/>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19" name="Rectangle 118">
              <a:extLst>
                <a:ext uri="{FF2B5EF4-FFF2-40B4-BE49-F238E27FC236}">
                  <a16:creationId xmlns:a16="http://schemas.microsoft.com/office/drawing/2014/main" id="{B918BAC9-790A-51EA-ECDA-4EEDA512AB63}"/>
                </a:ext>
              </a:extLst>
            </p:cNvPr>
            <p:cNvSpPr/>
            <p:nvPr userDrawn="1"/>
          </p:nvSpPr>
          <p:spPr>
            <a:xfrm>
              <a:off x="7189390" y="822205"/>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20" name="Rectangle 119">
              <a:extLst>
                <a:ext uri="{FF2B5EF4-FFF2-40B4-BE49-F238E27FC236}">
                  <a16:creationId xmlns:a16="http://schemas.microsoft.com/office/drawing/2014/main" id="{A5ED0249-E6B1-AABD-B17C-0C00A2F3DA57}"/>
                </a:ext>
              </a:extLst>
            </p:cNvPr>
            <p:cNvSpPr/>
            <p:nvPr userDrawn="1"/>
          </p:nvSpPr>
          <p:spPr>
            <a:xfrm>
              <a:off x="8019271" y="822205"/>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21" name="Rectangle 120">
              <a:extLst>
                <a:ext uri="{FF2B5EF4-FFF2-40B4-BE49-F238E27FC236}">
                  <a16:creationId xmlns:a16="http://schemas.microsoft.com/office/drawing/2014/main" id="{1B1113B6-A649-C9ED-CA11-26988BCA92D2}"/>
                </a:ext>
              </a:extLst>
            </p:cNvPr>
            <p:cNvSpPr/>
            <p:nvPr userDrawn="1"/>
          </p:nvSpPr>
          <p:spPr>
            <a:xfrm>
              <a:off x="8849152" y="822205"/>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22" name="Rectangle 121">
              <a:extLst>
                <a:ext uri="{FF2B5EF4-FFF2-40B4-BE49-F238E27FC236}">
                  <a16:creationId xmlns:a16="http://schemas.microsoft.com/office/drawing/2014/main" id="{3F0FFC97-2C6C-08CE-0047-B90DDE631ED9}"/>
                </a:ext>
              </a:extLst>
            </p:cNvPr>
            <p:cNvSpPr/>
            <p:nvPr userDrawn="1"/>
          </p:nvSpPr>
          <p:spPr>
            <a:xfrm>
              <a:off x="9679033" y="822205"/>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23" name="Rectangle 122">
              <a:extLst>
                <a:ext uri="{FF2B5EF4-FFF2-40B4-BE49-F238E27FC236}">
                  <a16:creationId xmlns:a16="http://schemas.microsoft.com/office/drawing/2014/main" id="{714B7402-6A13-66E4-4C95-4435635350A4}"/>
                </a:ext>
              </a:extLst>
            </p:cNvPr>
            <p:cNvSpPr/>
            <p:nvPr userDrawn="1"/>
          </p:nvSpPr>
          <p:spPr>
            <a:xfrm>
              <a:off x="550863" y="1368067"/>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24" name="Rectangle 123">
              <a:extLst>
                <a:ext uri="{FF2B5EF4-FFF2-40B4-BE49-F238E27FC236}">
                  <a16:creationId xmlns:a16="http://schemas.microsoft.com/office/drawing/2014/main" id="{B4D160FA-D681-875B-0647-1349A68FD52F}"/>
                </a:ext>
              </a:extLst>
            </p:cNvPr>
            <p:cNvSpPr/>
            <p:nvPr userDrawn="1"/>
          </p:nvSpPr>
          <p:spPr>
            <a:xfrm>
              <a:off x="1380744" y="1368067"/>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25" name="Rectangle 124">
              <a:extLst>
                <a:ext uri="{FF2B5EF4-FFF2-40B4-BE49-F238E27FC236}">
                  <a16:creationId xmlns:a16="http://schemas.microsoft.com/office/drawing/2014/main" id="{B0D813A9-2468-3C92-7FE3-B436A4E351DE}"/>
                </a:ext>
              </a:extLst>
            </p:cNvPr>
            <p:cNvSpPr/>
            <p:nvPr userDrawn="1"/>
          </p:nvSpPr>
          <p:spPr>
            <a:xfrm>
              <a:off x="2210625" y="1368067"/>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26" name="Rectangle 125">
              <a:extLst>
                <a:ext uri="{FF2B5EF4-FFF2-40B4-BE49-F238E27FC236}">
                  <a16:creationId xmlns:a16="http://schemas.microsoft.com/office/drawing/2014/main" id="{14350AD2-4C65-FCBB-0AEC-04BC86999E92}"/>
                </a:ext>
              </a:extLst>
            </p:cNvPr>
            <p:cNvSpPr/>
            <p:nvPr userDrawn="1"/>
          </p:nvSpPr>
          <p:spPr>
            <a:xfrm>
              <a:off x="3040506" y="1368067"/>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27" name="Rectangle 126">
              <a:extLst>
                <a:ext uri="{FF2B5EF4-FFF2-40B4-BE49-F238E27FC236}">
                  <a16:creationId xmlns:a16="http://schemas.microsoft.com/office/drawing/2014/main" id="{3D86D544-D125-3A77-A250-2B45A7A4DC7D}"/>
                </a:ext>
              </a:extLst>
            </p:cNvPr>
            <p:cNvSpPr/>
            <p:nvPr userDrawn="1"/>
          </p:nvSpPr>
          <p:spPr>
            <a:xfrm>
              <a:off x="3870387" y="1368067"/>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28" name="Rectangle 127">
              <a:extLst>
                <a:ext uri="{FF2B5EF4-FFF2-40B4-BE49-F238E27FC236}">
                  <a16:creationId xmlns:a16="http://schemas.microsoft.com/office/drawing/2014/main" id="{1E06D5BD-DB7C-3058-327A-B15DE2FB232E}"/>
                </a:ext>
              </a:extLst>
            </p:cNvPr>
            <p:cNvSpPr/>
            <p:nvPr userDrawn="1"/>
          </p:nvSpPr>
          <p:spPr>
            <a:xfrm>
              <a:off x="4700268" y="1368067"/>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29" name="Rectangle 128">
              <a:extLst>
                <a:ext uri="{FF2B5EF4-FFF2-40B4-BE49-F238E27FC236}">
                  <a16:creationId xmlns:a16="http://schemas.microsoft.com/office/drawing/2014/main" id="{0172EEB7-7616-F505-B26E-8994DF0D2270}"/>
                </a:ext>
              </a:extLst>
            </p:cNvPr>
            <p:cNvSpPr/>
            <p:nvPr userDrawn="1"/>
          </p:nvSpPr>
          <p:spPr>
            <a:xfrm>
              <a:off x="5530149" y="1368067"/>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30" name="Rectangle 129">
              <a:extLst>
                <a:ext uri="{FF2B5EF4-FFF2-40B4-BE49-F238E27FC236}">
                  <a16:creationId xmlns:a16="http://schemas.microsoft.com/office/drawing/2014/main" id="{BF6F3D04-B563-09A9-C3D4-5E8EA005EBAC}"/>
                </a:ext>
              </a:extLst>
            </p:cNvPr>
            <p:cNvSpPr/>
            <p:nvPr userDrawn="1"/>
          </p:nvSpPr>
          <p:spPr>
            <a:xfrm>
              <a:off x="6360030" y="1368067"/>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31" name="Rectangle 130">
              <a:extLst>
                <a:ext uri="{FF2B5EF4-FFF2-40B4-BE49-F238E27FC236}">
                  <a16:creationId xmlns:a16="http://schemas.microsoft.com/office/drawing/2014/main" id="{621100FF-7F61-DF04-3496-CB6A1CA5989B}"/>
                </a:ext>
              </a:extLst>
            </p:cNvPr>
            <p:cNvSpPr/>
            <p:nvPr userDrawn="1"/>
          </p:nvSpPr>
          <p:spPr>
            <a:xfrm>
              <a:off x="7189390" y="1368067"/>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32" name="Rectangle 131">
              <a:extLst>
                <a:ext uri="{FF2B5EF4-FFF2-40B4-BE49-F238E27FC236}">
                  <a16:creationId xmlns:a16="http://schemas.microsoft.com/office/drawing/2014/main" id="{A5C4147F-AAC4-9F41-F7C2-7FA81790A15F}"/>
                </a:ext>
              </a:extLst>
            </p:cNvPr>
            <p:cNvSpPr/>
            <p:nvPr userDrawn="1"/>
          </p:nvSpPr>
          <p:spPr>
            <a:xfrm>
              <a:off x="8019271" y="1368067"/>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33" name="Rectangle 132">
              <a:extLst>
                <a:ext uri="{FF2B5EF4-FFF2-40B4-BE49-F238E27FC236}">
                  <a16:creationId xmlns:a16="http://schemas.microsoft.com/office/drawing/2014/main" id="{88EB2FD8-41B6-6C5B-60ED-F722AF98995C}"/>
                </a:ext>
              </a:extLst>
            </p:cNvPr>
            <p:cNvSpPr/>
            <p:nvPr userDrawn="1"/>
          </p:nvSpPr>
          <p:spPr>
            <a:xfrm>
              <a:off x="8849152" y="1368067"/>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34" name="Rectangle 133">
              <a:extLst>
                <a:ext uri="{FF2B5EF4-FFF2-40B4-BE49-F238E27FC236}">
                  <a16:creationId xmlns:a16="http://schemas.microsoft.com/office/drawing/2014/main" id="{3E625364-6A0F-30C1-BF5F-ADABDBFABB64}"/>
                </a:ext>
              </a:extLst>
            </p:cNvPr>
            <p:cNvSpPr/>
            <p:nvPr userDrawn="1"/>
          </p:nvSpPr>
          <p:spPr>
            <a:xfrm>
              <a:off x="9679033" y="1368067"/>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35" name="Rectangle 134">
              <a:extLst>
                <a:ext uri="{FF2B5EF4-FFF2-40B4-BE49-F238E27FC236}">
                  <a16:creationId xmlns:a16="http://schemas.microsoft.com/office/drawing/2014/main" id="{6FADE4F4-55CB-A468-331C-3C5A6430B0BD}"/>
                </a:ext>
              </a:extLst>
            </p:cNvPr>
            <p:cNvSpPr/>
            <p:nvPr userDrawn="1"/>
          </p:nvSpPr>
          <p:spPr>
            <a:xfrm>
              <a:off x="550863" y="1913929"/>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36" name="Rectangle 135">
              <a:extLst>
                <a:ext uri="{FF2B5EF4-FFF2-40B4-BE49-F238E27FC236}">
                  <a16:creationId xmlns:a16="http://schemas.microsoft.com/office/drawing/2014/main" id="{849722F6-B71C-101E-47E3-37D44615B436}"/>
                </a:ext>
              </a:extLst>
            </p:cNvPr>
            <p:cNvSpPr/>
            <p:nvPr userDrawn="1"/>
          </p:nvSpPr>
          <p:spPr>
            <a:xfrm>
              <a:off x="1380744" y="1913929"/>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37" name="Rectangle 136">
              <a:extLst>
                <a:ext uri="{FF2B5EF4-FFF2-40B4-BE49-F238E27FC236}">
                  <a16:creationId xmlns:a16="http://schemas.microsoft.com/office/drawing/2014/main" id="{A42AA786-B7D3-16F5-15C0-4A971A7277FC}"/>
                </a:ext>
              </a:extLst>
            </p:cNvPr>
            <p:cNvSpPr/>
            <p:nvPr userDrawn="1"/>
          </p:nvSpPr>
          <p:spPr>
            <a:xfrm>
              <a:off x="2210625" y="1913929"/>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38" name="Rectangle 137">
              <a:extLst>
                <a:ext uri="{FF2B5EF4-FFF2-40B4-BE49-F238E27FC236}">
                  <a16:creationId xmlns:a16="http://schemas.microsoft.com/office/drawing/2014/main" id="{42A2993A-4872-2EFD-8B0D-0A64F77A7C78}"/>
                </a:ext>
              </a:extLst>
            </p:cNvPr>
            <p:cNvSpPr/>
            <p:nvPr userDrawn="1"/>
          </p:nvSpPr>
          <p:spPr>
            <a:xfrm>
              <a:off x="3040506" y="1913929"/>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39" name="Rectangle 138">
              <a:extLst>
                <a:ext uri="{FF2B5EF4-FFF2-40B4-BE49-F238E27FC236}">
                  <a16:creationId xmlns:a16="http://schemas.microsoft.com/office/drawing/2014/main" id="{7E2999D3-93BA-AF0B-B6D0-9DE13C0E61BE}"/>
                </a:ext>
              </a:extLst>
            </p:cNvPr>
            <p:cNvSpPr/>
            <p:nvPr userDrawn="1"/>
          </p:nvSpPr>
          <p:spPr>
            <a:xfrm>
              <a:off x="3870387" y="1913929"/>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40" name="Rectangle 139">
              <a:extLst>
                <a:ext uri="{FF2B5EF4-FFF2-40B4-BE49-F238E27FC236}">
                  <a16:creationId xmlns:a16="http://schemas.microsoft.com/office/drawing/2014/main" id="{14F33A16-19E1-B521-1CC3-11419D8B15F6}"/>
                </a:ext>
              </a:extLst>
            </p:cNvPr>
            <p:cNvSpPr/>
            <p:nvPr userDrawn="1"/>
          </p:nvSpPr>
          <p:spPr>
            <a:xfrm>
              <a:off x="4700268" y="1913929"/>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41" name="Rectangle 140">
              <a:extLst>
                <a:ext uri="{FF2B5EF4-FFF2-40B4-BE49-F238E27FC236}">
                  <a16:creationId xmlns:a16="http://schemas.microsoft.com/office/drawing/2014/main" id="{A3E8DD1F-AF82-B507-1D69-570D04CD6F1B}"/>
                </a:ext>
              </a:extLst>
            </p:cNvPr>
            <p:cNvSpPr/>
            <p:nvPr userDrawn="1"/>
          </p:nvSpPr>
          <p:spPr>
            <a:xfrm>
              <a:off x="5530149" y="1913929"/>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42" name="Rectangle 141">
              <a:extLst>
                <a:ext uri="{FF2B5EF4-FFF2-40B4-BE49-F238E27FC236}">
                  <a16:creationId xmlns:a16="http://schemas.microsoft.com/office/drawing/2014/main" id="{30D0D3AE-E430-BBB3-E45C-EBBD6EAEDEB9}"/>
                </a:ext>
              </a:extLst>
            </p:cNvPr>
            <p:cNvSpPr/>
            <p:nvPr userDrawn="1"/>
          </p:nvSpPr>
          <p:spPr>
            <a:xfrm>
              <a:off x="6360030" y="1913929"/>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43" name="Rectangle 142">
              <a:extLst>
                <a:ext uri="{FF2B5EF4-FFF2-40B4-BE49-F238E27FC236}">
                  <a16:creationId xmlns:a16="http://schemas.microsoft.com/office/drawing/2014/main" id="{EB3343C8-CE06-3956-535E-EE4B9EBD4921}"/>
                </a:ext>
              </a:extLst>
            </p:cNvPr>
            <p:cNvSpPr/>
            <p:nvPr userDrawn="1"/>
          </p:nvSpPr>
          <p:spPr>
            <a:xfrm>
              <a:off x="7189390" y="1913929"/>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44" name="Rectangle 143">
              <a:extLst>
                <a:ext uri="{FF2B5EF4-FFF2-40B4-BE49-F238E27FC236}">
                  <a16:creationId xmlns:a16="http://schemas.microsoft.com/office/drawing/2014/main" id="{E8787676-1E35-62D5-7AD0-9A047A612A43}"/>
                </a:ext>
              </a:extLst>
            </p:cNvPr>
            <p:cNvSpPr/>
            <p:nvPr userDrawn="1"/>
          </p:nvSpPr>
          <p:spPr>
            <a:xfrm>
              <a:off x="8019271" y="1913929"/>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45" name="Rectangle 144">
              <a:extLst>
                <a:ext uri="{FF2B5EF4-FFF2-40B4-BE49-F238E27FC236}">
                  <a16:creationId xmlns:a16="http://schemas.microsoft.com/office/drawing/2014/main" id="{3DAAC763-62A9-A61A-D657-6D9D7B1835BF}"/>
                </a:ext>
              </a:extLst>
            </p:cNvPr>
            <p:cNvSpPr/>
            <p:nvPr userDrawn="1"/>
          </p:nvSpPr>
          <p:spPr>
            <a:xfrm>
              <a:off x="8849152" y="1913929"/>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46" name="Rectangle 145">
              <a:extLst>
                <a:ext uri="{FF2B5EF4-FFF2-40B4-BE49-F238E27FC236}">
                  <a16:creationId xmlns:a16="http://schemas.microsoft.com/office/drawing/2014/main" id="{017AE7F7-CF41-A69B-BDE5-3B433FC1AFDA}"/>
                </a:ext>
              </a:extLst>
            </p:cNvPr>
            <p:cNvSpPr/>
            <p:nvPr userDrawn="1"/>
          </p:nvSpPr>
          <p:spPr>
            <a:xfrm>
              <a:off x="9679033" y="1913929"/>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47" name="Rectangle 146">
              <a:extLst>
                <a:ext uri="{FF2B5EF4-FFF2-40B4-BE49-F238E27FC236}">
                  <a16:creationId xmlns:a16="http://schemas.microsoft.com/office/drawing/2014/main" id="{477C83AB-F882-E109-3F6C-5575CF3890B7}"/>
                </a:ext>
              </a:extLst>
            </p:cNvPr>
            <p:cNvSpPr/>
            <p:nvPr userDrawn="1"/>
          </p:nvSpPr>
          <p:spPr>
            <a:xfrm>
              <a:off x="550863" y="2459791"/>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48" name="Rectangle 147">
              <a:extLst>
                <a:ext uri="{FF2B5EF4-FFF2-40B4-BE49-F238E27FC236}">
                  <a16:creationId xmlns:a16="http://schemas.microsoft.com/office/drawing/2014/main" id="{3E0EB1E1-B44D-6C24-0109-5586410AEEDB}"/>
                </a:ext>
              </a:extLst>
            </p:cNvPr>
            <p:cNvSpPr/>
            <p:nvPr userDrawn="1"/>
          </p:nvSpPr>
          <p:spPr>
            <a:xfrm>
              <a:off x="1380744" y="2459791"/>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49" name="Rectangle 148">
              <a:extLst>
                <a:ext uri="{FF2B5EF4-FFF2-40B4-BE49-F238E27FC236}">
                  <a16:creationId xmlns:a16="http://schemas.microsoft.com/office/drawing/2014/main" id="{B075F409-05D3-C9F1-B100-FE91107EA0B1}"/>
                </a:ext>
              </a:extLst>
            </p:cNvPr>
            <p:cNvSpPr/>
            <p:nvPr userDrawn="1"/>
          </p:nvSpPr>
          <p:spPr>
            <a:xfrm>
              <a:off x="2210625" y="2459791"/>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50" name="Rectangle 149">
              <a:extLst>
                <a:ext uri="{FF2B5EF4-FFF2-40B4-BE49-F238E27FC236}">
                  <a16:creationId xmlns:a16="http://schemas.microsoft.com/office/drawing/2014/main" id="{B29A0B9D-4286-9793-0C15-584197D77C45}"/>
                </a:ext>
              </a:extLst>
            </p:cNvPr>
            <p:cNvSpPr/>
            <p:nvPr userDrawn="1"/>
          </p:nvSpPr>
          <p:spPr>
            <a:xfrm>
              <a:off x="3040506" y="2459791"/>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51" name="Rectangle 150">
              <a:extLst>
                <a:ext uri="{FF2B5EF4-FFF2-40B4-BE49-F238E27FC236}">
                  <a16:creationId xmlns:a16="http://schemas.microsoft.com/office/drawing/2014/main" id="{2B668398-CBBB-8CFE-627C-1B813FF47462}"/>
                </a:ext>
              </a:extLst>
            </p:cNvPr>
            <p:cNvSpPr/>
            <p:nvPr userDrawn="1"/>
          </p:nvSpPr>
          <p:spPr>
            <a:xfrm>
              <a:off x="3870387" y="2459791"/>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52" name="Rectangle 151">
              <a:extLst>
                <a:ext uri="{FF2B5EF4-FFF2-40B4-BE49-F238E27FC236}">
                  <a16:creationId xmlns:a16="http://schemas.microsoft.com/office/drawing/2014/main" id="{8255EF4C-6510-535E-A6C8-8390A9E6B742}"/>
                </a:ext>
              </a:extLst>
            </p:cNvPr>
            <p:cNvSpPr/>
            <p:nvPr userDrawn="1"/>
          </p:nvSpPr>
          <p:spPr>
            <a:xfrm>
              <a:off x="4700268" y="2459791"/>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53" name="Rectangle 152">
              <a:extLst>
                <a:ext uri="{FF2B5EF4-FFF2-40B4-BE49-F238E27FC236}">
                  <a16:creationId xmlns:a16="http://schemas.microsoft.com/office/drawing/2014/main" id="{B27C065F-1C23-41DB-75F3-C5F0B62577C4}"/>
                </a:ext>
              </a:extLst>
            </p:cNvPr>
            <p:cNvSpPr/>
            <p:nvPr userDrawn="1"/>
          </p:nvSpPr>
          <p:spPr>
            <a:xfrm>
              <a:off x="5530149" y="2459791"/>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54" name="Rectangle 153">
              <a:extLst>
                <a:ext uri="{FF2B5EF4-FFF2-40B4-BE49-F238E27FC236}">
                  <a16:creationId xmlns:a16="http://schemas.microsoft.com/office/drawing/2014/main" id="{298F13F1-5168-56A8-B601-83CBF38251B2}"/>
                </a:ext>
              </a:extLst>
            </p:cNvPr>
            <p:cNvSpPr/>
            <p:nvPr userDrawn="1"/>
          </p:nvSpPr>
          <p:spPr>
            <a:xfrm>
              <a:off x="6360030" y="2459791"/>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55" name="Rectangle 154">
              <a:extLst>
                <a:ext uri="{FF2B5EF4-FFF2-40B4-BE49-F238E27FC236}">
                  <a16:creationId xmlns:a16="http://schemas.microsoft.com/office/drawing/2014/main" id="{674B7525-BB73-DA06-7CBD-E53472B7E5B9}"/>
                </a:ext>
              </a:extLst>
            </p:cNvPr>
            <p:cNvSpPr/>
            <p:nvPr userDrawn="1"/>
          </p:nvSpPr>
          <p:spPr>
            <a:xfrm>
              <a:off x="7189390" y="2459791"/>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56" name="Rectangle 155">
              <a:extLst>
                <a:ext uri="{FF2B5EF4-FFF2-40B4-BE49-F238E27FC236}">
                  <a16:creationId xmlns:a16="http://schemas.microsoft.com/office/drawing/2014/main" id="{F5F4AE79-CED7-74A3-0900-58D671EF2504}"/>
                </a:ext>
              </a:extLst>
            </p:cNvPr>
            <p:cNvSpPr/>
            <p:nvPr userDrawn="1"/>
          </p:nvSpPr>
          <p:spPr>
            <a:xfrm>
              <a:off x="8019271" y="2459791"/>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57" name="Rectangle 156">
              <a:extLst>
                <a:ext uri="{FF2B5EF4-FFF2-40B4-BE49-F238E27FC236}">
                  <a16:creationId xmlns:a16="http://schemas.microsoft.com/office/drawing/2014/main" id="{CE2BE48C-CDDA-D60A-A3B7-51CA66C4E242}"/>
                </a:ext>
              </a:extLst>
            </p:cNvPr>
            <p:cNvSpPr/>
            <p:nvPr userDrawn="1"/>
          </p:nvSpPr>
          <p:spPr>
            <a:xfrm>
              <a:off x="8849152" y="2459791"/>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58" name="Rectangle 157">
              <a:extLst>
                <a:ext uri="{FF2B5EF4-FFF2-40B4-BE49-F238E27FC236}">
                  <a16:creationId xmlns:a16="http://schemas.microsoft.com/office/drawing/2014/main" id="{C56558FF-C14B-DE3F-D21E-8B4596C0B71C}"/>
                </a:ext>
              </a:extLst>
            </p:cNvPr>
            <p:cNvSpPr/>
            <p:nvPr userDrawn="1"/>
          </p:nvSpPr>
          <p:spPr>
            <a:xfrm>
              <a:off x="9679033" y="2459791"/>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sp>
        <p:nvSpPr>
          <p:cNvPr id="162" name="Title Placeholder 4">
            <a:extLst>
              <a:ext uri="{FF2B5EF4-FFF2-40B4-BE49-F238E27FC236}">
                <a16:creationId xmlns:a16="http://schemas.microsoft.com/office/drawing/2014/main" id="{38F91F77-6499-5A9A-B0F7-1CFEE7612153}"/>
              </a:ext>
            </a:extLst>
          </p:cNvPr>
          <p:cNvSpPr>
            <a:spLocks noGrp="1"/>
          </p:cNvSpPr>
          <p:nvPr>
            <p:ph type="title"/>
          </p:nvPr>
        </p:nvSpPr>
        <p:spPr>
          <a:xfrm>
            <a:off x="551384" y="549274"/>
            <a:ext cx="11089754" cy="1079526"/>
          </a:xfrm>
          <a:prstGeom prst="rect">
            <a:avLst/>
          </a:prstGeom>
        </p:spPr>
        <p:txBody>
          <a:bodyPr vert="horz" lIns="0" tIns="0" rIns="0" bIns="180000" rtlCol="0" anchor="t" anchorCtr="0">
            <a:noAutofit/>
          </a:bodyPr>
          <a:lstStyle/>
          <a:p>
            <a:r>
              <a:rPr lang="en-US"/>
              <a:t>Click to edit </a:t>
            </a:r>
            <a:br>
              <a:rPr lang="en-US"/>
            </a:br>
            <a:r>
              <a:rPr lang="en-US"/>
              <a:t>Master title style</a:t>
            </a:r>
            <a:endParaRPr lang="de-DE"/>
          </a:p>
        </p:txBody>
      </p:sp>
      <p:sp>
        <p:nvSpPr>
          <p:cNvPr id="19" name="Text Placeholder 18">
            <a:extLst>
              <a:ext uri="{FF2B5EF4-FFF2-40B4-BE49-F238E27FC236}">
                <a16:creationId xmlns:a16="http://schemas.microsoft.com/office/drawing/2014/main" id="{F173AB37-111F-156B-5C0E-5CD9274D579A}"/>
              </a:ext>
            </a:extLst>
          </p:cNvPr>
          <p:cNvSpPr>
            <a:spLocks noGrp="1"/>
          </p:cNvSpPr>
          <p:nvPr>
            <p:ph type="body" idx="1"/>
          </p:nvPr>
        </p:nvSpPr>
        <p:spPr>
          <a:xfrm>
            <a:off x="550339" y="1628800"/>
            <a:ext cx="11089752" cy="4679926"/>
          </a:xfrm>
          <a:prstGeom prst="rect">
            <a:avLst/>
          </a:prstGeom>
        </p:spPr>
        <p:txBody>
          <a:bodyPr vert="horz" lIns="0" tIns="0" rIns="0" bIns="0" rtlCol="0">
            <a:no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167" name="Rectangle 27">
            <a:extLst>
              <a:ext uri="{FF2B5EF4-FFF2-40B4-BE49-F238E27FC236}">
                <a16:creationId xmlns:a16="http://schemas.microsoft.com/office/drawing/2014/main" id="{7A35EA73-F359-A471-A061-25BF74B71040}"/>
              </a:ext>
            </a:extLst>
          </p:cNvPr>
          <p:cNvSpPr/>
          <p:nvPr userDrawn="1"/>
        </p:nvSpPr>
        <p:spPr>
          <a:xfrm>
            <a:off x="406833" y="6492258"/>
            <a:ext cx="4282642" cy="219456"/>
          </a:xfrm>
          <a:prstGeom prst="rect">
            <a:avLst/>
          </a:prstGeom>
        </p:spPr>
        <p:txBody>
          <a:bodyPr wrap="square" lIns="0" tIns="0" rIns="0" bIns="0" anchor="ctr" anchorCtr="0">
            <a:noAutofit/>
          </a:bodyPr>
          <a:lstStyle/>
          <a:p>
            <a:pPr marL="0" marR="0" lvl="0" indent="0" algn="l" defTabSz="914126" rtl="0" eaLnBrk="1" fontAlgn="auto" latinLnBrk="0" hangingPunct="1">
              <a:lnSpc>
                <a:spcPct val="100000"/>
              </a:lnSpc>
              <a:spcBef>
                <a:spcPts val="1000"/>
              </a:spcBef>
              <a:spcAft>
                <a:spcPts val="0"/>
              </a:spcAft>
              <a:buClrTx/>
              <a:buSzTx/>
              <a:buFont typeface="Arial" panose="020B0604020202020204" pitchFamily="34" charset="0"/>
              <a:buNone/>
              <a:tabLst/>
              <a:defRPr/>
            </a:pPr>
            <a:r>
              <a:rPr kumimoji="0" lang="sv-SE" sz="800" b="0" i="0" u="none" strike="noStrike" kern="1200" cap="none" spc="0" normalizeH="0" baseline="0" noProof="0">
                <a:ln>
                  <a:noFill/>
                </a:ln>
                <a:solidFill>
                  <a:srgbClr val="FFFFFF">
                    <a:lumMod val="65000"/>
                  </a:srgbClr>
                </a:solidFill>
                <a:effectLst/>
                <a:uLnTx/>
                <a:uFillTx/>
                <a:latin typeface="+mn-lt"/>
                <a:ea typeface="+mn-ea"/>
                <a:cs typeface="+mn-cs"/>
              </a:rPr>
              <a:t>Proximus </a:t>
            </a:r>
            <a:r>
              <a:rPr kumimoji="0" lang="en-US" sz="800" b="0" i="0" u="none" strike="noStrike" kern="1200" cap="none" spc="0" normalizeH="0" baseline="0" noProof="0">
                <a:ln>
                  <a:noFill/>
                </a:ln>
                <a:solidFill>
                  <a:srgbClr val="1DB6F3"/>
                </a:solidFill>
                <a:effectLst/>
                <a:uLnTx/>
                <a:uFillTx/>
                <a:latin typeface="+mn-lt"/>
                <a:ea typeface="+mn-ea"/>
                <a:cs typeface="+mn-cs"/>
              </a:rPr>
              <a:t>|</a:t>
            </a:r>
            <a:r>
              <a:rPr kumimoji="0" lang="en-US" sz="800" b="0" i="0" u="none" strike="noStrike" kern="1200" cap="none" spc="0" normalizeH="0" baseline="0" noProof="0">
                <a:ln>
                  <a:noFill/>
                </a:ln>
                <a:solidFill>
                  <a:srgbClr val="0057AB"/>
                </a:solidFill>
                <a:effectLst/>
                <a:uLnTx/>
                <a:uFillTx/>
                <a:latin typeface="+mn-lt"/>
                <a:ea typeface="+mn-ea"/>
                <a:cs typeface="+mn-cs"/>
              </a:rPr>
              <a:t> </a:t>
            </a:r>
            <a:r>
              <a:rPr kumimoji="0" lang="en-US" sz="800" b="0" i="0" u="none" strike="noStrike" kern="1200" cap="none" spc="0" normalizeH="0" baseline="0" noProof="0">
                <a:ln>
                  <a:noFill/>
                </a:ln>
                <a:solidFill>
                  <a:srgbClr val="FFFFFF">
                    <a:lumMod val="65000"/>
                  </a:srgbClr>
                </a:solidFill>
                <a:effectLst/>
                <a:uLnTx/>
                <a:uFillTx/>
                <a:latin typeface="+mn-lt"/>
                <a:ea typeface="+mn-ea"/>
                <a:cs typeface="+mn-cs"/>
              </a:rPr>
              <a:t>January 2026</a:t>
            </a:r>
          </a:p>
        </p:txBody>
      </p:sp>
      <p:sp>
        <p:nvSpPr>
          <p:cNvPr id="168" name="Rectangle 27">
            <a:extLst>
              <a:ext uri="{FF2B5EF4-FFF2-40B4-BE49-F238E27FC236}">
                <a16:creationId xmlns:a16="http://schemas.microsoft.com/office/drawing/2014/main" id="{60D66E01-B807-EC18-203F-83E9A4FEED40}"/>
              </a:ext>
            </a:extLst>
          </p:cNvPr>
          <p:cNvSpPr/>
          <p:nvPr userDrawn="1"/>
        </p:nvSpPr>
        <p:spPr>
          <a:xfrm>
            <a:off x="7131820" y="6492258"/>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800" noProof="0">
                <a:solidFill>
                  <a:schemeClr val="bg1">
                    <a:lumMod val="65000"/>
                  </a:schemeClr>
                </a:solidFill>
                <a:latin typeface="+mn-lt"/>
                <a:cs typeface="Arial" panose="020B0604020202020204" pitchFamily="34" charset="0"/>
              </a:rPr>
              <a:t>Company Restricted © Capgemini 2026. All rights reserved |</a:t>
            </a:r>
          </a:p>
        </p:txBody>
      </p:sp>
      <p:sp>
        <p:nvSpPr>
          <p:cNvPr id="169" name="Rectangle 43">
            <a:extLst>
              <a:ext uri="{FF2B5EF4-FFF2-40B4-BE49-F238E27FC236}">
                <a16:creationId xmlns:a16="http://schemas.microsoft.com/office/drawing/2014/main" id="{CBB1C489-9009-020F-1304-FD1E112F0C28}"/>
              </a:ext>
            </a:extLst>
          </p:cNvPr>
          <p:cNvSpPr/>
          <p:nvPr userDrawn="1"/>
        </p:nvSpPr>
        <p:spPr>
          <a:xfrm>
            <a:off x="11648878" y="6492258"/>
            <a:ext cx="229263" cy="215444"/>
          </a:xfrm>
          <a:prstGeom prst="rect">
            <a:avLst/>
          </a:prstGeom>
        </p:spPr>
        <p:txBody>
          <a:bodyPr wrap="square" lIns="0" rIns="0">
            <a:spAutoFit/>
          </a:bodyPr>
          <a:lstStyle/>
          <a:p>
            <a:pPr algn="r"/>
            <a:fld id="{0502E5A9-B53C-401E-A0E0-4A359BB0A9E5}" type="slidenum">
              <a:rPr lang="en-GB" sz="800" noProof="0" smtClean="0">
                <a:solidFill>
                  <a:schemeClr val="bg1">
                    <a:lumMod val="65000"/>
                  </a:schemeClr>
                </a:solidFill>
                <a:latin typeface="+mn-lt"/>
                <a:cs typeface="Arial" panose="020B0604020202020204" pitchFamily="34" charset="0"/>
              </a:rPr>
              <a:pPr algn="r"/>
              <a:t>‹#›</a:t>
            </a:fld>
            <a:endParaRPr lang="en-GB" sz="800" noProof="0">
              <a:solidFill>
                <a:schemeClr val="bg1">
                  <a:lumMod val="65000"/>
                </a:schemeClr>
              </a:solidFill>
              <a:latin typeface="+mn-lt"/>
              <a:cs typeface="Arial" panose="020B0604020202020204" pitchFamily="34" charset="0"/>
            </a:endParaRPr>
          </a:p>
        </p:txBody>
      </p:sp>
      <p:pic>
        <p:nvPicPr>
          <p:cNvPr id="5" name="Picture 4">
            <a:extLst>
              <a:ext uri="{FF2B5EF4-FFF2-40B4-BE49-F238E27FC236}">
                <a16:creationId xmlns:a16="http://schemas.microsoft.com/office/drawing/2014/main" id="{978CE139-0409-CCCC-3DA1-E53B6186FBBD}"/>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11326171" y="148906"/>
            <a:ext cx="352748" cy="352748"/>
          </a:xfrm>
          <a:prstGeom prst="rect">
            <a:avLst/>
          </a:prstGeom>
        </p:spPr>
      </p:pic>
      <p:grpSp>
        <p:nvGrpSpPr>
          <p:cNvPr id="6" name="Group 37">
            <a:extLst>
              <a:ext uri="{FF2B5EF4-FFF2-40B4-BE49-F238E27FC236}">
                <a16:creationId xmlns:a16="http://schemas.microsoft.com/office/drawing/2014/main" id="{D68CECB5-B4B4-A457-8B81-2EB669C15D21}"/>
              </a:ext>
            </a:extLst>
          </p:cNvPr>
          <p:cNvGrpSpPr/>
          <p:nvPr userDrawn="1"/>
        </p:nvGrpSpPr>
        <p:grpSpPr>
          <a:xfrm>
            <a:off x="11770322" y="176700"/>
            <a:ext cx="260230" cy="240782"/>
            <a:chOff x="5481638" y="2859088"/>
            <a:chExt cx="1231900" cy="1139825"/>
          </a:xfrm>
          <a:solidFill>
            <a:schemeClr val="bg1"/>
          </a:solidFill>
        </p:grpSpPr>
        <p:sp>
          <p:nvSpPr>
            <p:cNvPr id="7" name="Freeform 320">
              <a:extLst>
                <a:ext uri="{FF2B5EF4-FFF2-40B4-BE49-F238E27FC236}">
                  <a16:creationId xmlns:a16="http://schemas.microsoft.com/office/drawing/2014/main" id="{E174D048-3B0A-58D3-0DE0-ECB75FE04267}"/>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57AB"/>
                </a:solidFill>
                <a:effectLst/>
                <a:uLnTx/>
                <a:uFillTx/>
                <a:latin typeface="Ubuntu"/>
                <a:ea typeface="+mn-ea"/>
                <a:cs typeface="+mn-cs"/>
              </a:endParaRPr>
            </a:p>
          </p:txBody>
        </p:sp>
        <p:sp>
          <p:nvSpPr>
            <p:cNvPr id="35" name="Freeform 321">
              <a:extLst>
                <a:ext uri="{FF2B5EF4-FFF2-40B4-BE49-F238E27FC236}">
                  <a16:creationId xmlns:a16="http://schemas.microsoft.com/office/drawing/2014/main" id="{9DE722D4-B9F2-2D96-E4E0-FE77280BA5BB}"/>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57AB"/>
                </a:solidFill>
                <a:effectLst/>
                <a:uLnTx/>
                <a:uFillTx/>
                <a:latin typeface="Ubuntu"/>
                <a:ea typeface="+mn-ea"/>
                <a:cs typeface="+mn-cs"/>
              </a:endParaRPr>
            </a:p>
          </p:txBody>
        </p:sp>
      </p:grpSp>
    </p:spTree>
    <p:extLst>
      <p:ext uri="{BB962C8B-B14F-4D97-AF65-F5344CB8AC3E}">
        <p14:creationId xmlns:p14="http://schemas.microsoft.com/office/powerpoint/2010/main" val="4196761283"/>
      </p:ext>
    </p:extLst>
  </p:cSld>
  <p:clrMap bg1="lt1" tx1="dk1" bg2="lt2" tx2="dk2" accent1="accent1" accent2="accent2" accent3="accent3" accent4="accent4" accent5="accent5" accent6="accent6" hlink="hlink" folHlink="folHlink"/>
  <p:sldLayoutIdLst>
    <p:sldLayoutId id="2147485061" r:id="rId1"/>
    <p:sldLayoutId id="2147485062" r:id="rId2"/>
    <p:sldLayoutId id="2147485063" r:id="rId3"/>
    <p:sldLayoutId id="2147485064" r:id="rId4"/>
    <p:sldLayoutId id="2147485065" r:id="rId5"/>
    <p:sldLayoutId id="2147485066" r:id="rId6"/>
    <p:sldLayoutId id="2147485067" r:id="rId7"/>
  </p:sldLayoutIdLst>
  <p:hf sldNum="0" hdr="0" ftr="0" dt="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en-US" sz="3200" b="0" i="0" u="none" strike="noStrike" kern="1200" cap="none" spc="0" normalizeH="0" baseline="0" noProof="0" dirty="0">
          <a:ln>
            <a:noFill/>
          </a:ln>
          <a:solidFill>
            <a:schemeClr val="bg1"/>
          </a:solidFill>
          <a:effectLst/>
          <a:uLnTx/>
          <a:uFillTx/>
          <a:latin typeface="+mj-lt"/>
          <a:ea typeface="+mj-ea"/>
          <a:cs typeface="+mj-cs"/>
        </a:defRPr>
      </a:lvl1pPr>
    </p:titleStyle>
    <p:bodyStyle>
      <a:lvl1pPr marL="0" indent="0" algn="l" defTabSz="914400" rtl="0" eaLnBrk="1" latinLnBrk="0" hangingPunct="1">
        <a:lnSpc>
          <a:spcPct val="100000"/>
        </a:lnSpc>
        <a:spcBef>
          <a:spcPts val="600"/>
        </a:spcBef>
        <a:buFont typeface="Arial" panose="020B0604020202020204" pitchFamily="34" charset="0"/>
        <a:buNone/>
        <a:defRPr sz="1400" kern="1200">
          <a:solidFill>
            <a:schemeClr val="bg1"/>
          </a:solidFill>
          <a:latin typeface="+mn-lt"/>
          <a:ea typeface="+mn-ea"/>
          <a:cs typeface="+mn-cs"/>
        </a:defRPr>
      </a:lvl1pPr>
      <a:lvl2pPr marL="180975" indent="-180975" algn="l" defTabSz="914400" rtl="0" eaLnBrk="1" latinLnBrk="0" hangingPunct="1">
        <a:lnSpc>
          <a:spcPct val="100000"/>
        </a:lnSpc>
        <a:spcBef>
          <a:spcPts val="600"/>
        </a:spcBef>
        <a:buClr>
          <a:schemeClr val="tx2"/>
        </a:buClr>
        <a:buFont typeface="Arial" panose="020B0604020202020204" pitchFamily="34" charset="0"/>
        <a:buChar char="•"/>
        <a:defRPr sz="1400" kern="1200">
          <a:solidFill>
            <a:schemeClr val="bg1"/>
          </a:solidFill>
          <a:latin typeface="+mn-lt"/>
          <a:ea typeface="+mn-ea"/>
          <a:cs typeface="+mn-cs"/>
        </a:defRPr>
      </a:lvl2pPr>
      <a:lvl3pPr marL="360000" indent="-180000" algn="l" defTabSz="914400" rtl="0" eaLnBrk="1" latinLnBrk="0" hangingPunct="1">
        <a:lnSpc>
          <a:spcPct val="100000"/>
        </a:lnSpc>
        <a:spcBef>
          <a:spcPts val="600"/>
        </a:spcBef>
        <a:buClr>
          <a:schemeClr val="accent1"/>
        </a:buClr>
        <a:buFont typeface="System Font Regular"/>
        <a:buChar char="-"/>
        <a:defRPr sz="1400" kern="1200">
          <a:solidFill>
            <a:schemeClr val="bg1"/>
          </a:solidFill>
          <a:latin typeface="+mn-lt"/>
          <a:ea typeface="+mn-ea"/>
          <a:cs typeface="+mn-cs"/>
        </a:defRPr>
      </a:lvl3pPr>
      <a:lvl4pPr marL="539750" indent="-180000" algn="l" defTabSz="914400" rtl="0" eaLnBrk="1" latinLnBrk="0" hangingPunct="1">
        <a:lnSpc>
          <a:spcPct val="100000"/>
        </a:lnSpc>
        <a:spcBef>
          <a:spcPts val="600"/>
        </a:spcBef>
        <a:buClr>
          <a:schemeClr val="accent1"/>
        </a:buClr>
        <a:buFont typeface="Arial" panose="020B0604020202020204" pitchFamily="34" charset="0"/>
        <a:buChar char="•"/>
        <a:tabLst/>
        <a:defRPr sz="1400" kern="1200">
          <a:solidFill>
            <a:schemeClr val="bg1"/>
          </a:solidFill>
          <a:latin typeface="+mn-lt"/>
          <a:ea typeface="+mn-ea"/>
          <a:cs typeface="+mn-cs"/>
        </a:defRPr>
      </a:lvl4pPr>
      <a:lvl5pPr marL="719138" indent="-180975" algn="l" defTabSz="914400" rtl="0" eaLnBrk="1" latinLnBrk="0" hangingPunct="1">
        <a:lnSpc>
          <a:spcPct val="100000"/>
        </a:lnSpc>
        <a:spcBef>
          <a:spcPts val="600"/>
        </a:spcBef>
        <a:buClr>
          <a:schemeClr val="tx2"/>
        </a:buClr>
        <a:buFont typeface="System Font Regular"/>
        <a:buChar char="-"/>
        <a:defRPr sz="14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8" orient="horz" pos="709">
          <p15:clr>
            <a:srgbClr val="F26B43"/>
          </p15:clr>
        </p15:guide>
        <p15:guide id="19" orient="horz" pos="4065">
          <p15:clr>
            <a:srgbClr val="F26B43"/>
          </p15:clr>
        </p15:guide>
        <p15:guide id="20" pos="347">
          <p15:clr>
            <a:srgbClr val="F26B43"/>
          </p15:clr>
        </p15:guide>
        <p15:guide id="21" pos="3840">
          <p15:clr>
            <a:srgbClr val="F26B43"/>
          </p15:clr>
        </p15:guide>
        <p15:guide id="22" pos="7333">
          <p15:clr>
            <a:srgbClr val="F26B43"/>
          </p15:clr>
        </p15:guide>
        <p15:guide id="23" orient="horz" pos="164">
          <p15:clr>
            <a:srgbClr val="F26B43"/>
          </p15:clr>
        </p15:guide>
        <p15:guide id="24" orient="horz" pos="1026">
          <p15:clr>
            <a:srgbClr val="F26B43"/>
          </p15:clr>
        </p15:guide>
        <p15:guide id="25" orient="horz" pos="346">
          <p15:clr>
            <a:srgbClr val="F26B43"/>
          </p15:clr>
        </p15:guide>
        <p15:guide id="26" orient="horz" pos="3974">
          <p15:clr>
            <a:srgbClr val="F26B43"/>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8" name="GRID" hidden="1">
            <a:extLst>
              <a:ext uri="{FF2B5EF4-FFF2-40B4-BE49-F238E27FC236}">
                <a16:creationId xmlns:a16="http://schemas.microsoft.com/office/drawing/2014/main" id="{4C453AFD-72EA-BCED-EF09-6E1F49029575}"/>
              </a:ext>
            </a:extLst>
          </p:cNvPr>
          <p:cNvPicPr>
            <a:picLocks noGrp="1" noRot="1" noChangeAspect="1" noMove="1" noResize="1" noEditPoints="1" noAdjustHandles="1" noChangeArrowheads="1" noChangeShapeType="1" noCrop="1"/>
          </p:cNvPicPr>
          <p:nvPr/>
        </p:nvPicPr>
        <p:blipFill>
          <a:blip r:embed="rId75">
            <a:extLst>
              <a:ext uri="{28A0092B-C50C-407E-A947-70E740481C1C}">
                <a14:useLocalDpi xmlns:a14="http://schemas.microsoft.com/office/drawing/2010/main"/>
              </a:ext>
            </a:extLst>
          </a:blip>
          <a:stretch>
            <a:fillRect/>
          </a:stretch>
        </p:blipFill>
        <p:spPr>
          <a:xfrm>
            <a:off x="550863" y="560562"/>
            <a:ext cx="11089753" cy="5748164"/>
          </a:xfrm>
          <a:prstGeom prst="rect">
            <a:avLst/>
          </a:prstGeom>
        </p:spPr>
      </p:pic>
      <p:sp>
        <p:nvSpPr>
          <p:cNvPr id="5" name="Title Placeholder 4">
            <a:extLst>
              <a:ext uri="{FF2B5EF4-FFF2-40B4-BE49-F238E27FC236}">
                <a16:creationId xmlns:a16="http://schemas.microsoft.com/office/drawing/2014/main" id="{D28F27D4-FFE2-4FAB-BA1B-9D013846C4B7}"/>
              </a:ext>
            </a:extLst>
          </p:cNvPr>
          <p:cNvSpPr>
            <a:spLocks noGrp="1"/>
          </p:cNvSpPr>
          <p:nvPr>
            <p:ph type="title"/>
          </p:nvPr>
        </p:nvSpPr>
        <p:spPr>
          <a:xfrm>
            <a:off x="551384" y="549274"/>
            <a:ext cx="11090938" cy="930372"/>
          </a:xfrm>
          <a:prstGeom prst="rect">
            <a:avLst/>
          </a:prstGeom>
        </p:spPr>
        <p:txBody>
          <a:bodyPr vert="horz" lIns="0" tIns="0" rIns="0" bIns="126000" rtlCol="0" anchor="b" anchorCtr="0">
            <a:noAutofit/>
          </a:bodyPr>
          <a:lstStyle/>
          <a:p>
            <a:pPr lvl="0"/>
            <a:r>
              <a:rPr lang="en-US"/>
              <a:t>Click to edit Master title style</a:t>
            </a:r>
            <a:endParaRPr lang="de-DE"/>
          </a:p>
        </p:txBody>
      </p:sp>
      <p:sp>
        <p:nvSpPr>
          <p:cNvPr id="20" name="Stickerbox" hidden="1">
            <a:extLst>
              <a:ext uri="{FF2B5EF4-FFF2-40B4-BE49-F238E27FC236}">
                <a16:creationId xmlns:a16="http://schemas.microsoft.com/office/drawing/2014/main" id="{D03A9799-ACDC-4925-8EE1-5C65CCCBD0FA}"/>
              </a:ext>
            </a:extLst>
          </p:cNvPr>
          <p:cNvSpPr>
            <a:spLocks noChangeArrowheads="1"/>
          </p:cNvSpPr>
          <p:nvPr/>
        </p:nvSpPr>
        <p:spPr bwMode="gray">
          <a:xfrm>
            <a:off x="11114363" y="1124744"/>
            <a:ext cx="804808" cy="402775"/>
          </a:xfrm>
          <a:prstGeom prst="rect">
            <a:avLst/>
          </a:prstGeom>
          <a:solidFill>
            <a:schemeClr val="accent2"/>
          </a:solidFill>
          <a:ln w="10795">
            <a:noFill/>
            <a:round/>
            <a:headEnd/>
            <a:tailEnd/>
          </a:ln>
          <a:effectLst/>
        </p:spPr>
        <p:txBody>
          <a:bodyPr vert="horz" wrap="none" lIns="108000" tIns="108000" rIns="108000" bIns="108000" anchor="ctr" anchorCtr="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all" spc="0" normalizeH="0" baseline="0" noProof="0">
                <a:ln>
                  <a:noFill/>
                </a:ln>
                <a:solidFill>
                  <a:srgbClr val="FFFFFF">
                    <a:lumMod val="100000"/>
                  </a:srgbClr>
                </a:solidFill>
                <a:effectLst/>
                <a:uLnTx/>
                <a:uFillTx/>
                <a:latin typeface="Ubuntu"/>
                <a:ea typeface="+mn-ea"/>
                <a:cs typeface="+mn-cs"/>
              </a:rPr>
              <a:t>Sticker</a:t>
            </a:r>
          </a:p>
        </p:txBody>
      </p:sp>
      <p:sp>
        <p:nvSpPr>
          <p:cNvPr id="22" name="CapgeminiBox" hidden="1">
            <a:extLst>
              <a:ext uri="{FF2B5EF4-FFF2-40B4-BE49-F238E27FC236}">
                <a16:creationId xmlns:a16="http://schemas.microsoft.com/office/drawing/2014/main" id="{7C293A1E-B461-4AFE-976D-6EE38B2AFEB4}"/>
              </a:ext>
            </a:extLst>
          </p:cNvPr>
          <p:cNvSpPr txBox="1">
            <a:spLocks/>
          </p:cNvSpPr>
          <p:nvPr/>
        </p:nvSpPr>
        <p:spPr>
          <a:xfrm>
            <a:off x="9592" y="0"/>
            <a:ext cx="1837661" cy="260350"/>
          </a:xfrm>
          <a:prstGeom prst="rect">
            <a:avLst/>
          </a:prstGeom>
        </p:spPr>
        <p:txBody>
          <a:bodyPr vert="horz" lIns="0" tIns="0" rIns="18000" bIns="0" rtlCol="0">
            <a:normAutofit fontScale="92500"/>
          </a:bodyPr>
          <a:lstStyle>
            <a:lvl1pPr marL="0" indent="0" algn="l" defTabSz="914400" rtl="0" eaLnBrk="1" latinLnBrk="0" hangingPunct="1">
              <a:lnSpc>
                <a:spcPct val="100000"/>
              </a:lnSpc>
              <a:spcBef>
                <a:spcPts val="600"/>
              </a:spcBef>
              <a:buFont typeface="Arial" panose="020B0604020202020204" pitchFamily="34" charset="0"/>
              <a:buNone/>
              <a:defRPr sz="1400" kern="1200">
                <a:solidFill>
                  <a:schemeClr val="tx1"/>
                </a:solidFill>
                <a:latin typeface="+mn-lt"/>
                <a:ea typeface="+mn-ea"/>
                <a:cs typeface="+mn-cs"/>
              </a:defRPr>
            </a:lvl1pPr>
            <a:lvl2pPr marL="180975" indent="-180975" algn="l" defTabSz="914400" rtl="0" eaLnBrk="1" latinLnBrk="0" hangingPunct="1">
              <a:lnSpc>
                <a:spcPct val="100000"/>
              </a:lnSpc>
              <a:spcBef>
                <a:spcPts val="600"/>
              </a:spcBef>
              <a:buClr>
                <a:schemeClr val="tx1"/>
              </a:buClr>
              <a:buFont typeface="Wingdings" panose="05000000000000000000" pitchFamily="2" charset="2"/>
              <a:buChar char="§"/>
              <a:defRPr sz="1400" kern="1200">
                <a:solidFill>
                  <a:schemeClr val="tx1"/>
                </a:solidFill>
                <a:latin typeface="+mn-lt"/>
                <a:ea typeface="+mn-ea"/>
                <a:cs typeface="+mn-cs"/>
              </a:defRPr>
            </a:lvl2pPr>
            <a:lvl3pPr marL="360000" indent="-180000" algn="l" defTabSz="914400" rtl="0" eaLnBrk="1" latinLnBrk="0" hangingPunct="1">
              <a:lnSpc>
                <a:spcPct val="100000"/>
              </a:lnSpc>
              <a:spcBef>
                <a:spcPts val="600"/>
              </a:spcBef>
              <a:buClr>
                <a:schemeClr val="tx1"/>
              </a:buClr>
              <a:buFont typeface="Arial" panose="020B0604020202020204" pitchFamily="34" charset="0"/>
              <a:buChar char="•"/>
              <a:defRPr sz="1400" kern="1200">
                <a:solidFill>
                  <a:schemeClr val="tx1"/>
                </a:solidFill>
                <a:latin typeface="+mn-lt"/>
                <a:ea typeface="+mn-ea"/>
                <a:cs typeface="+mn-cs"/>
              </a:defRPr>
            </a:lvl3pPr>
            <a:lvl4pPr marL="539750" indent="-180000" algn="l" defTabSz="914400" rtl="0" eaLnBrk="1" latinLnBrk="0" hangingPunct="1">
              <a:lnSpc>
                <a:spcPct val="100000"/>
              </a:lnSpc>
              <a:spcBef>
                <a:spcPts val="600"/>
              </a:spcBef>
              <a:buClr>
                <a:schemeClr val="tx1"/>
              </a:buClr>
              <a:buFont typeface="Verdana" panose="020B0604030504040204" pitchFamily="34" charset="0"/>
              <a:buChar char="‒"/>
              <a:tabLst/>
              <a:defRPr sz="1200" kern="1200">
                <a:solidFill>
                  <a:schemeClr val="tx1"/>
                </a:solidFill>
                <a:latin typeface="+mn-lt"/>
                <a:ea typeface="+mn-ea"/>
                <a:cs typeface="+mn-cs"/>
              </a:defRPr>
            </a:lvl4pPr>
            <a:lvl5pPr marL="719138" indent="-180975" algn="l" defTabSz="914400" rtl="0" eaLnBrk="1" latinLnBrk="0" hangingPunct="1">
              <a:lnSpc>
                <a:spcPct val="100000"/>
              </a:lnSpc>
              <a:spcBef>
                <a:spcPts val="600"/>
              </a:spcBef>
              <a:buClr>
                <a:schemeClr val="tx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a:t>Capgemini </a:t>
            </a:r>
            <a:r>
              <a:rPr lang="fr-FR" err="1"/>
              <a:t>Invent</a:t>
            </a:r>
            <a:r>
              <a:rPr lang="fr-FR"/>
              <a:t> v10.0</a:t>
            </a:r>
          </a:p>
        </p:txBody>
      </p:sp>
      <p:sp>
        <p:nvSpPr>
          <p:cNvPr id="29" name="FootnoteAndSource" hidden="1">
            <a:extLst>
              <a:ext uri="{FF2B5EF4-FFF2-40B4-BE49-F238E27FC236}">
                <a16:creationId xmlns:a16="http://schemas.microsoft.com/office/drawing/2014/main" id="{96E9BC24-418C-4CE4-8E81-3AF9AB04DEAA}"/>
              </a:ext>
            </a:extLst>
          </p:cNvPr>
          <p:cNvSpPr txBox="1"/>
          <p:nvPr/>
        </p:nvSpPr>
        <p:spPr>
          <a:xfrm>
            <a:off x="545323" y="6304130"/>
            <a:ext cx="11340000" cy="162096"/>
          </a:xfrm>
          <a:prstGeom prst="rect">
            <a:avLst/>
          </a:prstGeom>
          <a:noFill/>
        </p:spPr>
        <p:txBody>
          <a:bodyPr vert="horz" wrap="square" lIns="0" tIns="25400" rIns="0" bIns="25400" rtlCol="0" anchor="b" anchorCtr="0">
            <a:spAutoFit/>
          </a:bodyPr>
          <a:lstStyle>
            <a:defPPr>
              <a:defRPr lang="pt-PT"/>
            </a:defPPr>
            <a:lvl1pPr marL="429768" indent="-429768">
              <a:lnSpc>
                <a:spcPct val="90000"/>
              </a:lnSpc>
              <a:tabLst>
                <a:tab pos="347472" algn="r"/>
              </a:tabLst>
              <a:defRPr sz="800"/>
            </a:lvl1pPr>
          </a:lstStyle>
          <a:p>
            <a:pPr marL="429768" indent="-429768" defTabSz="914400">
              <a:lnSpc>
                <a:spcPct val="90000"/>
              </a:lnSpc>
              <a:tabLst>
                <a:tab pos="347472" algn="r"/>
              </a:tabLst>
            </a:pPr>
            <a:r>
              <a:rPr lang="de-DE" sz="800"/>
              <a:t>	Source:	Source Text</a:t>
            </a:r>
          </a:p>
        </p:txBody>
      </p:sp>
      <p:sp>
        <p:nvSpPr>
          <p:cNvPr id="2" name="Text Placeholder 1">
            <a:extLst>
              <a:ext uri="{FF2B5EF4-FFF2-40B4-BE49-F238E27FC236}">
                <a16:creationId xmlns:a16="http://schemas.microsoft.com/office/drawing/2014/main" id="{156439DF-44D6-437D-43F8-6C05612D6564}"/>
              </a:ext>
            </a:extLst>
          </p:cNvPr>
          <p:cNvSpPr>
            <a:spLocks noGrp="1"/>
          </p:cNvSpPr>
          <p:nvPr>
            <p:ph type="body" idx="1"/>
          </p:nvPr>
        </p:nvSpPr>
        <p:spPr>
          <a:xfrm>
            <a:off x="551384" y="1628800"/>
            <a:ext cx="11090938" cy="4668638"/>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2" name="FootnoteAndSource" hidden="1">
            <a:extLst>
              <a:ext uri="{FF2B5EF4-FFF2-40B4-BE49-F238E27FC236}">
                <a16:creationId xmlns:a16="http://schemas.microsoft.com/office/drawing/2014/main" id="{C0FF2681-347D-8B25-1A43-5E64E84ABC9A}"/>
              </a:ext>
            </a:extLst>
          </p:cNvPr>
          <p:cNvSpPr txBox="1"/>
          <p:nvPr userDrawn="1"/>
        </p:nvSpPr>
        <p:spPr>
          <a:xfrm>
            <a:off x="398738" y="6304130"/>
            <a:ext cx="11340000" cy="162096"/>
          </a:xfrm>
          <a:prstGeom prst="rect">
            <a:avLst/>
          </a:prstGeom>
          <a:noFill/>
        </p:spPr>
        <p:txBody>
          <a:bodyPr vert="horz" wrap="square" lIns="0" tIns="25400" rIns="0" bIns="25400" rtlCol="0" anchor="b" anchorCtr="0">
            <a:spAutoFit/>
          </a:bodyPr>
          <a:lstStyle>
            <a:defPPr>
              <a:defRPr lang="pt-PT"/>
            </a:defPPr>
            <a:lvl1pPr marL="429768" indent="-429768">
              <a:lnSpc>
                <a:spcPct val="90000"/>
              </a:lnSpc>
              <a:tabLst>
                <a:tab pos="347472" algn="r"/>
              </a:tabLst>
              <a:defRPr sz="800"/>
            </a:lvl1pPr>
          </a:lstStyle>
          <a:p>
            <a:pPr marL="429768" indent="-429768" defTabSz="914400">
              <a:lnSpc>
                <a:spcPct val="90000"/>
              </a:lnSpc>
              <a:tabLst>
                <a:tab pos="347472" algn="r"/>
              </a:tabLst>
            </a:pPr>
            <a:r>
              <a:rPr lang="de-DE" sz="800"/>
              <a:t>	Source:	Source Text</a:t>
            </a:r>
          </a:p>
        </p:txBody>
      </p:sp>
      <p:grpSp>
        <p:nvGrpSpPr>
          <p:cNvPr id="13" name="Group_Sticker" hidden="1">
            <a:extLst>
              <a:ext uri="{FF2B5EF4-FFF2-40B4-BE49-F238E27FC236}">
                <a16:creationId xmlns:a16="http://schemas.microsoft.com/office/drawing/2014/main" id="{24B1E317-E021-8D77-E4AB-8CF4EAED7719}"/>
              </a:ext>
            </a:extLst>
          </p:cNvPr>
          <p:cNvGrpSpPr/>
          <p:nvPr userDrawn="1"/>
        </p:nvGrpSpPr>
        <p:grpSpPr>
          <a:xfrm>
            <a:off x="10486288" y="389555"/>
            <a:ext cx="562654" cy="242788"/>
            <a:chOff x="8505826" y="-2406898"/>
            <a:chExt cx="562654" cy="242788"/>
          </a:xfrm>
        </p:grpSpPr>
        <p:sp>
          <p:nvSpPr>
            <p:cNvPr id="14" name="Textfeld 92">
              <a:extLst>
                <a:ext uri="{FF2B5EF4-FFF2-40B4-BE49-F238E27FC236}">
                  <a16:creationId xmlns:a16="http://schemas.microsoft.com/office/drawing/2014/main" id="{9B12AD15-C628-3F42-75FA-B32E42FCC04F}"/>
                </a:ext>
              </a:extLst>
            </p:cNvPr>
            <p:cNvSpPr txBox="1"/>
            <p:nvPr/>
          </p:nvSpPr>
          <p:spPr>
            <a:xfrm>
              <a:off x="8523459" y="-2356098"/>
              <a:ext cx="527388" cy="153888"/>
            </a:xfrm>
            <a:prstGeom prst="rect">
              <a:avLst/>
            </a:prstGeom>
          </p:spPr>
          <p:txBody>
            <a:bodyPr vert="horz" wrap="none" lIns="0" tIns="0" rIns="0" bIns="0" rtlCol="0" anchor="ctr">
              <a:spAutoFit/>
            </a:bodyPr>
            <a:lstStyle/>
            <a:p>
              <a:pPr algn="ctr"/>
              <a:r>
                <a:rPr lang="de-DE" sz="1000" b="1">
                  <a:solidFill>
                    <a:schemeClr val="accent2"/>
                  </a:solidFill>
                </a:rPr>
                <a:t>STICKER</a:t>
              </a:r>
            </a:p>
          </p:txBody>
        </p:sp>
        <p:cxnSp>
          <p:nvCxnSpPr>
            <p:cNvPr id="15" name="Gerader Verbinder 96">
              <a:extLst>
                <a:ext uri="{FF2B5EF4-FFF2-40B4-BE49-F238E27FC236}">
                  <a16:creationId xmlns:a16="http://schemas.microsoft.com/office/drawing/2014/main" id="{15C75214-9964-0791-6130-EE0865AE0006}"/>
                </a:ext>
              </a:extLst>
            </p:cNvPr>
            <p:cNvCxnSpPr/>
            <p:nvPr/>
          </p:nvCxnSpPr>
          <p:spPr>
            <a:xfrm>
              <a:off x="8505826" y="-2406898"/>
              <a:ext cx="56265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Gerader Verbinder 97">
              <a:extLst>
                <a:ext uri="{FF2B5EF4-FFF2-40B4-BE49-F238E27FC236}">
                  <a16:creationId xmlns:a16="http://schemas.microsoft.com/office/drawing/2014/main" id="{F3F8320C-4458-B50F-BC65-5CD705D20199}"/>
                </a:ext>
              </a:extLst>
            </p:cNvPr>
            <p:cNvCxnSpPr/>
            <p:nvPr/>
          </p:nvCxnSpPr>
          <p:spPr>
            <a:xfrm>
              <a:off x="8505826" y="-2164110"/>
              <a:ext cx="562654" cy="0"/>
            </a:xfrm>
            <a:prstGeom prst="line">
              <a:avLst/>
            </a:prstGeom>
          </p:spPr>
          <p:style>
            <a:lnRef idx="1">
              <a:schemeClr val="accent1"/>
            </a:lnRef>
            <a:fillRef idx="0">
              <a:schemeClr val="accent1"/>
            </a:fillRef>
            <a:effectRef idx="0">
              <a:schemeClr val="accent1"/>
            </a:effectRef>
            <a:fontRef idx="minor">
              <a:schemeClr val="tx1"/>
            </a:fontRef>
          </p:style>
        </p:cxnSp>
      </p:grpSp>
      <p:sp>
        <p:nvSpPr>
          <p:cNvPr id="17" name="SEC3" hidden="1">
            <a:extLst>
              <a:ext uri="{FF2B5EF4-FFF2-40B4-BE49-F238E27FC236}">
                <a16:creationId xmlns:a16="http://schemas.microsoft.com/office/drawing/2014/main" id="{519B033A-DDEF-7B5E-A77A-3DEE3B20A291}"/>
              </a:ext>
            </a:extLst>
          </p:cNvPr>
          <p:cNvSpPr>
            <a:spLocks/>
          </p:cNvSpPr>
          <p:nvPr userDrawn="1"/>
        </p:nvSpPr>
        <p:spPr>
          <a:xfrm>
            <a:off x="11548715" y="656744"/>
            <a:ext cx="468000" cy="468000"/>
          </a:xfrm>
          <a:prstGeom prst="rect">
            <a:avLst/>
          </a:prstGeom>
          <a:blipFill>
            <a:blip r:embed="rId76" cstate="screen">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1"/>
              </a:solidFill>
            </a:endParaRPr>
          </a:p>
        </p:txBody>
      </p:sp>
      <p:sp>
        <p:nvSpPr>
          <p:cNvPr id="18" name="SEC2" hidden="1">
            <a:extLst>
              <a:ext uri="{FF2B5EF4-FFF2-40B4-BE49-F238E27FC236}">
                <a16:creationId xmlns:a16="http://schemas.microsoft.com/office/drawing/2014/main" id="{8A1EDF20-9BF3-F8C7-E76E-DC736546E197}"/>
              </a:ext>
            </a:extLst>
          </p:cNvPr>
          <p:cNvSpPr>
            <a:spLocks/>
          </p:cNvSpPr>
          <p:nvPr userDrawn="1"/>
        </p:nvSpPr>
        <p:spPr>
          <a:xfrm>
            <a:off x="11548715" y="656744"/>
            <a:ext cx="468000" cy="468000"/>
          </a:xfrm>
          <a:prstGeom prst="rect">
            <a:avLst/>
          </a:prstGeom>
          <a:blipFill>
            <a:blip r:embed="rId77" cstate="screen">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1"/>
              </a:solidFill>
            </a:endParaRPr>
          </a:p>
        </p:txBody>
      </p:sp>
      <p:sp>
        <p:nvSpPr>
          <p:cNvPr id="19" name="SEC1" hidden="1">
            <a:extLst>
              <a:ext uri="{FF2B5EF4-FFF2-40B4-BE49-F238E27FC236}">
                <a16:creationId xmlns:a16="http://schemas.microsoft.com/office/drawing/2014/main" id="{92B07E1D-B359-DB47-9C76-A2BCAA0AE87B}"/>
              </a:ext>
            </a:extLst>
          </p:cNvPr>
          <p:cNvSpPr>
            <a:spLocks/>
          </p:cNvSpPr>
          <p:nvPr userDrawn="1"/>
        </p:nvSpPr>
        <p:spPr>
          <a:xfrm>
            <a:off x="11548715" y="656744"/>
            <a:ext cx="468000" cy="468000"/>
          </a:xfrm>
          <a:prstGeom prst="rect">
            <a:avLst/>
          </a:prstGeom>
          <a:blipFill>
            <a:blip r:embed="rId78" cstate="screen">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1"/>
              </a:solidFill>
            </a:endParaRPr>
          </a:p>
        </p:txBody>
      </p:sp>
      <p:sp>
        <p:nvSpPr>
          <p:cNvPr id="21" name="SEC0" hidden="1">
            <a:extLst>
              <a:ext uri="{FF2B5EF4-FFF2-40B4-BE49-F238E27FC236}">
                <a16:creationId xmlns:a16="http://schemas.microsoft.com/office/drawing/2014/main" id="{605EC4BD-9D3E-7259-5DC4-722CAC74D63F}"/>
              </a:ext>
            </a:extLst>
          </p:cNvPr>
          <p:cNvSpPr>
            <a:spLocks/>
          </p:cNvSpPr>
          <p:nvPr userDrawn="1"/>
        </p:nvSpPr>
        <p:spPr>
          <a:xfrm>
            <a:off x="11548715" y="656744"/>
            <a:ext cx="468000" cy="468000"/>
          </a:xfrm>
          <a:prstGeom prst="rect">
            <a:avLst/>
          </a:prstGeom>
          <a:blipFill>
            <a:blip r:embed="rId79" cstate="screen">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1"/>
              </a:solidFill>
            </a:endParaRPr>
          </a:p>
        </p:txBody>
      </p:sp>
      <p:sp>
        <p:nvSpPr>
          <p:cNvPr id="23" name="CapgeminiBox" hidden="1">
            <a:extLst>
              <a:ext uri="{FF2B5EF4-FFF2-40B4-BE49-F238E27FC236}">
                <a16:creationId xmlns:a16="http://schemas.microsoft.com/office/drawing/2014/main" id="{B5D1AC10-0871-5DAC-621F-0BD86072FACC}"/>
              </a:ext>
            </a:extLst>
          </p:cNvPr>
          <p:cNvSpPr txBox="1">
            <a:spLocks/>
          </p:cNvSpPr>
          <p:nvPr userDrawn="1"/>
        </p:nvSpPr>
        <p:spPr>
          <a:xfrm>
            <a:off x="414970" y="35073"/>
            <a:ext cx="2175829" cy="215444"/>
          </a:xfrm>
          <a:prstGeom prst="rect">
            <a:avLst/>
          </a:prstGeom>
        </p:spPr>
        <p:txBody>
          <a:bodyPr vert="horz" lIns="0" tIns="0" rIns="0" bIns="0" rtlCol="0">
            <a:spAutoFit/>
          </a:bodyPr>
          <a:lstStyle>
            <a:lvl1pPr marL="0" indent="0" algn="l" defTabSz="914400" rtl="0" eaLnBrk="1" latinLnBrk="0" hangingPunct="1">
              <a:lnSpc>
                <a:spcPct val="100000"/>
              </a:lnSpc>
              <a:spcBef>
                <a:spcPts val="0"/>
              </a:spcBef>
              <a:spcAft>
                <a:spcPts val="600"/>
              </a:spcAft>
              <a:buFont typeface="Arial" panose="020B0604020202020204" pitchFamily="34" charset="0"/>
              <a:buNone/>
              <a:defRPr sz="1400" kern="1200">
                <a:solidFill>
                  <a:schemeClr val="tx1"/>
                </a:solidFill>
                <a:latin typeface="+mn-lt"/>
                <a:ea typeface="+mn-ea"/>
                <a:cs typeface="+mn-cs"/>
              </a:defRPr>
            </a:lvl1pPr>
            <a:lvl2pPr marL="180975" indent="-180975" algn="l" defTabSz="914400" rtl="0" eaLnBrk="1" latinLnBrk="0" hangingPunct="1">
              <a:lnSpc>
                <a:spcPct val="100000"/>
              </a:lnSpc>
              <a:spcBef>
                <a:spcPts val="0"/>
              </a:spcBef>
              <a:spcAft>
                <a:spcPts val="600"/>
              </a:spcAft>
              <a:buClr>
                <a:schemeClr val="accent2"/>
              </a:buClr>
              <a:buFont typeface="Wingdings" panose="05000000000000000000" pitchFamily="2" charset="2"/>
              <a:buChar char="§"/>
              <a:defRPr sz="1400" kern="1200">
                <a:solidFill>
                  <a:schemeClr val="tx1"/>
                </a:solidFill>
                <a:latin typeface="+mn-lt"/>
                <a:ea typeface="+mn-ea"/>
                <a:cs typeface="+mn-cs"/>
              </a:defRPr>
            </a:lvl2pPr>
            <a:lvl3pPr marL="360000" indent="-180000" algn="l" defTabSz="914400" rtl="0" eaLnBrk="1" latinLnBrk="0" hangingPunct="1">
              <a:lnSpc>
                <a:spcPct val="100000"/>
              </a:lnSpc>
              <a:spcBef>
                <a:spcPts val="0"/>
              </a:spcBef>
              <a:spcAft>
                <a:spcPts val="600"/>
              </a:spcAft>
              <a:buClr>
                <a:schemeClr val="accent2"/>
              </a:buClr>
              <a:buFont typeface="Arial" panose="020B0604020202020204" pitchFamily="34" charset="0"/>
              <a:buChar char="•"/>
              <a:defRPr sz="1400" kern="1200">
                <a:solidFill>
                  <a:schemeClr val="tx1"/>
                </a:solidFill>
                <a:latin typeface="+mn-lt"/>
                <a:ea typeface="+mn-ea"/>
                <a:cs typeface="+mn-cs"/>
              </a:defRPr>
            </a:lvl3pPr>
            <a:lvl4pPr marL="539750" indent="-180000" algn="l" defTabSz="914400" rtl="0" eaLnBrk="1" latinLnBrk="0" hangingPunct="1">
              <a:lnSpc>
                <a:spcPct val="100000"/>
              </a:lnSpc>
              <a:spcBef>
                <a:spcPts val="0"/>
              </a:spcBef>
              <a:spcAft>
                <a:spcPts val="600"/>
              </a:spcAft>
              <a:buClr>
                <a:schemeClr val="accent2"/>
              </a:buClr>
              <a:buFont typeface="Verdana" panose="020B0604030504040204" pitchFamily="34" charset="0"/>
              <a:buChar char="‒"/>
              <a:tabLst/>
              <a:defRPr sz="1400" kern="1200">
                <a:solidFill>
                  <a:schemeClr val="tx1"/>
                </a:solidFill>
                <a:latin typeface="+mn-lt"/>
                <a:ea typeface="+mn-ea"/>
                <a:cs typeface="+mn-cs"/>
              </a:defRPr>
            </a:lvl4pPr>
            <a:lvl5pPr marL="719138" indent="-180975" algn="l" defTabSz="914400" rtl="0" eaLnBrk="1" latinLnBrk="0" hangingPunct="1">
              <a:lnSpc>
                <a:spcPct val="100000"/>
              </a:lnSpc>
              <a:spcBef>
                <a:spcPts val="0"/>
              </a:spcBef>
              <a:spcAft>
                <a:spcPts val="600"/>
              </a:spcAft>
              <a:buClr>
                <a:schemeClr val="accent2"/>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de-DE"/>
              <a:t>Capgemini Global V9.7</a:t>
            </a:r>
          </a:p>
        </p:txBody>
      </p:sp>
      <p:sp>
        <p:nvSpPr>
          <p:cNvPr id="24" name="Retângulo 43">
            <a:extLst>
              <a:ext uri="{FF2B5EF4-FFF2-40B4-BE49-F238E27FC236}">
                <a16:creationId xmlns:a16="http://schemas.microsoft.com/office/drawing/2014/main" id="{03A444C7-A832-41BE-1F12-3944A044DBE0}"/>
              </a:ext>
            </a:extLst>
          </p:cNvPr>
          <p:cNvSpPr/>
          <p:nvPr userDrawn="1"/>
        </p:nvSpPr>
        <p:spPr>
          <a:xfrm>
            <a:off x="11744128" y="6517658"/>
            <a:ext cx="229263" cy="215444"/>
          </a:xfrm>
          <a:prstGeom prst="rect">
            <a:avLst/>
          </a:prstGeom>
        </p:spPr>
        <p:txBody>
          <a:bodyPr wrap="square" lIns="0" rIns="0">
            <a:spAutoFit/>
          </a:bodyPr>
          <a:lstStyle/>
          <a:p>
            <a:pPr algn="r"/>
            <a:fld id="{0502E5A9-B53C-401E-A0E0-4A359BB0A9E5}" type="slidenum">
              <a:rPr lang="en-US" sz="800" smtClean="0">
                <a:solidFill>
                  <a:srgbClr val="A6A6A6"/>
                </a:solidFill>
                <a:latin typeface="Ubuntu" panose="020B0504030602030204" pitchFamily="34" charset="0"/>
                <a:cs typeface="Arial" panose="020B0604020202020204" pitchFamily="34" charset="0"/>
              </a:rPr>
              <a:pPr algn="r"/>
              <a:t>‹#›</a:t>
            </a:fld>
            <a:endParaRPr lang="en-US" sz="800">
              <a:solidFill>
                <a:srgbClr val="A6A6A6"/>
              </a:solidFill>
              <a:latin typeface="Ubuntu" panose="020B0504030602030204" pitchFamily="34" charset="0"/>
              <a:cs typeface="Arial" panose="020B0604020202020204" pitchFamily="34" charset="0"/>
            </a:endParaRPr>
          </a:p>
        </p:txBody>
      </p:sp>
      <p:sp>
        <p:nvSpPr>
          <p:cNvPr id="25" name="Rectangle 27">
            <a:extLst>
              <a:ext uri="{FF2B5EF4-FFF2-40B4-BE49-F238E27FC236}">
                <a16:creationId xmlns:a16="http://schemas.microsoft.com/office/drawing/2014/main" id="{18B0C39B-F390-304A-491E-1D3AA27C119E}"/>
              </a:ext>
            </a:extLst>
          </p:cNvPr>
          <p:cNvSpPr/>
          <p:nvPr userDrawn="1"/>
        </p:nvSpPr>
        <p:spPr>
          <a:xfrm>
            <a:off x="7227070" y="6517871"/>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a:solidFill>
                  <a:srgbClr val="A6A6A6"/>
                </a:solidFill>
                <a:latin typeface="Ubuntu" panose="020B0504030602030204" pitchFamily="34" charset="0"/>
                <a:cs typeface="Arial" panose="020B0604020202020204" pitchFamily="34" charset="0"/>
              </a:rPr>
              <a:t>Company</a:t>
            </a:r>
            <a:r>
              <a:rPr lang="en-GB" sz="700" baseline="0">
                <a:solidFill>
                  <a:srgbClr val="A6A6A6"/>
                </a:solidFill>
                <a:latin typeface="Ubuntu" panose="020B0504030602030204" pitchFamily="34" charset="0"/>
                <a:cs typeface="Arial" panose="020B0604020202020204" pitchFamily="34" charset="0"/>
              </a:rPr>
              <a:t> </a:t>
            </a:r>
            <a:r>
              <a:rPr lang="en-GB" sz="700">
                <a:solidFill>
                  <a:srgbClr val="A6A6A6"/>
                </a:solidFill>
                <a:latin typeface="Ubuntu" panose="020B0504030602030204" pitchFamily="34" charset="0"/>
                <a:cs typeface="Arial" panose="020B0604020202020204" pitchFamily="34" charset="0"/>
              </a:rPr>
              <a:t>Confidential © Capgemini 2026. All rights reserved  |</a:t>
            </a:r>
          </a:p>
        </p:txBody>
      </p:sp>
      <p:sp>
        <p:nvSpPr>
          <p:cNvPr id="27" name="Rectangle 27">
            <a:extLst>
              <a:ext uri="{FF2B5EF4-FFF2-40B4-BE49-F238E27FC236}">
                <a16:creationId xmlns:a16="http://schemas.microsoft.com/office/drawing/2014/main" id="{FBE5065A-1A45-EBC1-9CCB-80F411924781}"/>
              </a:ext>
            </a:extLst>
          </p:cNvPr>
          <p:cNvSpPr/>
          <p:nvPr userDrawn="1"/>
        </p:nvSpPr>
        <p:spPr>
          <a:xfrm>
            <a:off x="404813" y="6517658"/>
            <a:ext cx="4532162" cy="219456"/>
          </a:xfrm>
          <a:prstGeom prst="rect">
            <a:avLst/>
          </a:prstGeom>
        </p:spPr>
        <p:txBody>
          <a:bodyPr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700">
                <a:solidFill>
                  <a:srgbClr val="A6A6A6"/>
                </a:solidFill>
                <a:latin typeface="Ubuntu" panose="020B0504030602030204" pitchFamily="34" charset="0"/>
                <a:cs typeface="Arial" panose="020B0604020202020204" pitchFamily="34" charset="0"/>
              </a:rPr>
              <a:t>Capgemini response to Liberty Networks RFP for Cost Transformation Initiative</a:t>
            </a:r>
            <a:endParaRPr lang="en-GB" sz="700">
              <a:solidFill>
                <a:srgbClr val="A6A6A6"/>
              </a:solidFill>
              <a:latin typeface="Ubuntu" panose="020B0504030602030204" pitchFamily="34" charset="0"/>
              <a:cs typeface="Arial" panose="020B0604020202020204" pitchFamily="34" charset="0"/>
            </a:endParaRPr>
          </a:p>
        </p:txBody>
      </p:sp>
      <p:pic>
        <p:nvPicPr>
          <p:cNvPr id="28" name="Picture 27">
            <a:extLst>
              <a:ext uri="{FF2B5EF4-FFF2-40B4-BE49-F238E27FC236}">
                <a16:creationId xmlns:a16="http://schemas.microsoft.com/office/drawing/2014/main" id="{90077D75-42B1-81CC-5B1D-8642734DF359}"/>
              </a:ext>
            </a:extLst>
          </p:cNvPr>
          <p:cNvPicPr>
            <a:picLocks noChangeAspect="1"/>
          </p:cNvPicPr>
          <p:nvPr userDrawn="1"/>
        </p:nvPicPr>
        <p:blipFill>
          <a:blip r:embed="rId80">
            <a:biLevel thresh="25000"/>
          </a:blip>
          <a:srcRect l="81696" b="14494"/>
          <a:stretch>
            <a:fillRect/>
          </a:stretch>
        </p:blipFill>
        <p:spPr>
          <a:xfrm>
            <a:off x="11466576" y="170000"/>
            <a:ext cx="442140" cy="462340"/>
          </a:xfrm>
          <a:prstGeom prst="rect">
            <a:avLst/>
          </a:prstGeom>
        </p:spPr>
      </p:pic>
    </p:spTree>
    <p:extLst>
      <p:ext uri="{BB962C8B-B14F-4D97-AF65-F5344CB8AC3E}">
        <p14:creationId xmlns:p14="http://schemas.microsoft.com/office/powerpoint/2010/main" val="1175409555"/>
      </p:ext>
    </p:extLst>
  </p:cSld>
  <p:clrMap bg1="lt1" tx1="dk1" bg2="lt2" tx2="dk2" accent1="accent1" accent2="accent2" accent3="accent3" accent4="accent4" accent5="accent5" accent6="accent6" hlink="hlink" folHlink="folHlink"/>
  <p:sldLayoutIdLst>
    <p:sldLayoutId id="2147485070" r:id="rId1"/>
    <p:sldLayoutId id="2147485071" r:id="rId2"/>
    <p:sldLayoutId id="2147485072" r:id="rId3"/>
    <p:sldLayoutId id="2147485073" r:id="rId4"/>
    <p:sldLayoutId id="2147485074" r:id="rId5"/>
    <p:sldLayoutId id="2147485075" r:id="rId6"/>
    <p:sldLayoutId id="2147485076" r:id="rId7"/>
    <p:sldLayoutId id="2147485077" r:id="rId8"/>
    <p:sldLayoutId id="2147485078" r:id="rId9"/>
    <p:sldLayoutId id="2147485079" r:id="rId10"/>
    <p:sldLayoutId id="2147485080" r:id="rId11"/>
    <p:sldLayoutId id="2147485081" r:id="rId12"/>
    <p:sldLayoutId id="2147485082" r:id="rId13"/>
    <p:sldLayoutId id="2147485083" r:id="rId14"/>
    <p:sldLayoutId id="2147485084" r:id="rId15"/>
    <p:sldLayoutId id="2147485085" r:id="rId16"/>
    <p:sldLayoutId id="2147485086" r:id="rId17"/>
    <p:sldLayoutId id="2147485087" r:id="rId18"/>
    <p:sldLayoutId id="2147485088" r:id="rId19"/>
    <p:sldLayoutId id="2147485089" r:id="rId20"/>
    <p:sldLayoutId id="2147485090" r:id="rId21"/>
    <p:sldLayoutId id="2147485091" r:id="rId22"/>
    <p:sldLayoutId id="2147485092" r:id="rId23"/>
    <p:sldLayoutId id="2147485093" r:id="rId24"/>
    <p:sldLayoutId id="2147485094" r:id="rId25"/>
    <p:sldLayoutId id="2147485095" r:id="rId26"/>
    <p:sldLayoutId id="2147485096" r:id="rId27"/>
    <p:sldLayoutId id="2147485097" r:id="rId28"/>
    <p:sldLayoutId id="2147485098" r:id="rId29"/>
    <p:sldLayoutId id="2147485099" r:id="rId30"/>
    <p:sldLayoutId id="2147485100" r:id="rId31"/>
    <p:sldLayoutId id="2147485101" r:id="rId32"/>
    <p:sldLayoutId id="2147485102" r:id="rId33"/>
    <p:sldLayoutId id="2147485103" r:id="rId34"/>
    <p:sldLayoutId id="2147485104" r:id="rId35"/>
    <p:sldLayoutId id="2147485105" r:id="rId36"/>
    <p:sldLayoutId id="2147485106" r:id="rId37"/>
    <p:sldLayoutId id="2147485107" r:id="rId38"/>
    <p:sldLayoutId id="2147485108" r:id="rId39"/>
    <p:sldLayoutId id="2147485109" r:id="rId40"/>
    <p:sldLayoutId id="2147485110" r:id="rId41"/>
    <p:sldLayoutId id="2147485111" r:id="rId42"/>
    <p:sldLayoutId id="2147485112" r:id="rId43"/>
    <p:sldLayoutId id="2147485113" r:id="rId44"/>
    <p:sldLayoutId id="2147485114" r:id="rId45"/>
    <p:sldLayoutId id="2147485115" r:id="rId46"/>
    <p:sldLayoutId id="2147485116" r:id="rId47"/>
    <p:sldLayoutId id="2147485117" r:id="rId48"/>
    <p:sldLayoutId id="2147485118" r:id="rId49"/>
    <p:sldLayoutId id="2147485119" r:id="rId50"/>
    <p:sldLayoutId id="2147485120" r:id="rId51"/>
    <p:sldLayoutId id="2147485121" r:id="rId52"/>
    <p:sldLayoutId id="2147485122" r:id="rId53"/>
    <p:sldLayoutId id="2147485123" r:id="rId54"/>
    <p:sldLayoutId id="2147485124" r:id="rId55"/>
    <p:sldLayoutId id="2147485125" r:id="rId56"/>
    <p:sldLayoutId id="2147485126" r:id="rId57"/>
    <p:sldLayoutId id="2147485127" r:id="rId58"/>
    <p:sldLayoutId id="2147485128" r:id="rId59"/>
    <p:sldLayoutId id="2147485129" r:id="rId60"/>
    <p:sldLayoutId id="2147485130" r:id="rId61"/>
    <p:sldLayoutId id="2147485131" r:id="rId62"/>
    <p:sldLayoutId id="2147485132" r:id="rId63"/>
    <p:sldLayoutId id="2147485266" r:id="rId64"/>
    <p:sldLayoutId id="2147485133" r:id="rId65"/>
    <p:sldLayoutId id="2147485136" r:id="rId66"/>
    <p:sldLayoutId id="2147485137" r:id="rId67"/>
    <p:sldLayoutId id="2147485138" r:id="rId68"/>
    <p:sldLayoutId id="2147485139" r:id="rId69"/>
    <p:sldLayoutId id="2147485140" r:id="rId70"/>
    <p:sldLayoutId id="2147485141" r:id="rId71"/>
    <p:sldLayoutId id="2147485142" r:id="rId72"/>
    <p:sldLayoutId id="2147485143" r:id="rId73"/>
  </p:sldLayoutIdLst>
  <p:hf sldNum="0" hdr="0" ftr="0" dt="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de-DE" sz="3200" b="0" i="0" u="none" strike="noStrike" kern="1200" cap="none" spc="0" normalizeH="0" baseline="0" noProof="0" dirty="0">
          <a:ln>
            <a:noFill/>
          </a:ln>
          <a:solidFill>
            <a:schemeClr val="tx1"/>
          </a:solidFill>
          <a:effectLst/>
          <a:uLnTx/>
          <a:uFillTx/>
          <a:latin typeface="+mj-lt"/>
          <a:ea typeface="+mj-ea"/>
          <a:cs typeface="+mj-cs"/>
        </a:defRPr>
      </a:lvl1pPr>
    </p:titleStyle>
    <p:bodyStyle>
      <a:lvl1pPr marL="0" marR="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sz="1400" kern="1200">
          <a:solidFill>
            <a:schemeClr val="tx1"/>
          </a:solidFill>
          <a:latin typeface="+mn-lt"/>
          <a:ea typeface="+mn-ea"/>
          <a:cs typeface="+mn-cs"/>
        </a:defRPr>
      </a:lvl1pPr>
      <a:lvl2pPr marL="180975" indent="-180975" algn="l" defTabSz="914400" rtl="0" eaLnBrk="1" latinLnBrk="0" hangingPunct="1">
        <a:lnSpc>
          <a:spcPct val="100000"/>
        </a:lnSpc>
        <a:spcBef>
          <a:spcPts val="600"/>
        </a:spcBef>
        <a:buClr>
          <a:schemeClr val="tx2"/>
        </a:buClr>
        <a:buFont typeface="Arial" panose="020B0604020202020204" pitchFamily="34" charset="0"/>
        <a:buChar char="•"/>
        <a:defRPr sz="1400" kern="1200">
          <a:solidFill>
            <a:schemeClr val="tx1"/>
          </a:solidFill>
          <a:latin typeface="+mn-lt"/>
          <a:ea typeface="+mn-ea"/>
          <a:cs typeface="+mn-cs"/>
        </a:defRPr>
      </a:lvl2pPr>
      <a:lvl3pPr marL="360000" indent="-180000" algn="l" defTabSz="914400" rtl="0" eaLnBrk="1" latinLnBrk="0" hangingPunct="1">
        <a:lnSpc>
          <a:spcPct val="100000"/>
        </a:lnSpc>
        <a:spcBef>
          <a:spcPts val="600"/>
        </a:spcBef>
        <a:buClr>
          <a:schemeClr val="tx2"/>
        </a:buClr>
        <a:buFont typeface="System Font Regular"/>
        <a:buChar char="-"/>
        <a:defRPr sz="1400" kern="1200">
          <a:solidFill>
            <a:schemeClr val="tx1"/>
          </a:solidFill>
          <a:latin typeface="+mn-lt"/>
          <a:ea typeface="+mn-ea"/>
          <a:cs typeface="+mn-cs"/>
        </a:defRPr>
      </a:lvl3pPr>
      <a:lvl4pPr marL="539750" indent="-180000" algn="l" defTabSz="914400" rtl="0" eaLnBrk="1" latinLnBrk="0" hangingPunct="1">
        <a:lnSpc>
          <a:spcPct val="100000"/>
        </a:lnSpc>
        <a:spcBef>
          <a:spcPts val="600"/>
        </a:spcBef>
        <a:buClr>
          <a:schemeClr val="accent2"/>
        </a:buClr>
        <a:buFont typeface="Arial" panose="020B0604020202020204" pitchFamily="34" charset="0"/>
        <a:buChar char="•"/>
        <a:tabLst/>
        <a:defRPr sz="1400" kern="1200">
          <a:solidFill>
            <a:schemeClr val="tx1"/>
          </a:solidFill>
          <a:latin typeface="+mn-lt"/>
          <a:ea typeface="+mn-ea"/>
          <a:cs typeface="+mn-cs"/>
        </a:defRPr>
      </a:lvl4pPr>
      <a:lvl5pPr marL="719138" indent="-180975" algn="l" defTabSz="914400" rtl="0" eaLnBrk="1" latinLnBrk="0" hangingPunct="1">
        <a:lnSpc>
          <a:spcPct val="100000"/>
        </a:lnSpc>
        <a:spcBef>
          <a:spcPts val="600"/>
        </a:spcBef>
        <a:buClr>
          <a:schemeClr val="tx2"/>
        </a:buClr>
        <a:buFont typeface="System Font Regular"/>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8" orient="horz" pos="709">
          <p15:clr>
            <a:srgbClr val="F26B43"/>
          </p15:clr>
        </p15:guide>
        <p15:guide id="20" pos="347">
          <p15:clr>
            <a:srgbClr val="F26B43"/>
          </p15:clr>
        </p15:guide>
        <p15:guide id="21" pos="3840">
          <p15:clr>
            <a:srgbClr val="F26B43"/>
          </p15:clr>
        </p15:guide>
        <p15:guide id="22" pos="7333">
          <p15:clr>
            <a:srgbClr val="F26B43"/>
          </p15:clr>
        </p15:guide>
        <p15:guide id="23" orient="horz" pos="164">
          <p15:clr>
            <a:srgbClr val="F26B43"/>
          </p15:clr>
        </p15:guide>
        <p15:guide id="24" orient="horz" pos="1026">
          <p15:clr>
            <a:srgbClr val="F26B43"/>
          </p15:clr>
        </p15:guide>
        <p15:guide id="25" orient="horz" pos="346">
          <p15:clr>
            <a:srgbClr val="F26B43"/>
          </p15:clr>
        </p15:guide>
        <p15:guide id="26" orient="horz" pos="663" userDrawn="1">
          <p15:clr>
            <a:srgbClr val="F26B43"/>
          </p15:clr>
        </p15:guide>
        <p15:guide id="27" orient="horz" pos="4320" userDrawn="1">
          <p15:clr>
            <a:srgbClr val="F26B43"/>
          </p15:clr>
        </p15:guide>
        <p15:guide id="28" pos="257" userDrawn="1">
          <p15:clr>
            <a:srgbClr val="F26B43"/>
          </p15:clr>
        </p15:guide>
        <p15:guide id="29" pos="7423" userDrawn="1">
          <p15:clr>
            <a:srgbClr val="F26B43"/>
          </p15:clr>
        </p15:guide>
        <p15:guide id="30" orient="horz" pos="255" userDrawn="1">
          <p15:clr>
            <a:srgbClr val="F26B43"/>
          </p15:clr>
        </p15:guide>
        <p15:guide id="31" orient="horz" pos="4065" userDrawn="1">
          <p15:clr>
            <a:srgbClr val="F26B43"/>
          </p15:clr>
        </p15:guide>
        <p15:guide id="32" orient="horz" pos="890" userDrawn="1">
          <p15:clr>
            <a:srgbClr val="F26B43"/>
          </p15:clr>
        </p15:guide>
        <p15:guide id="33" pos="3783" userDrawn="1">
          <p15:clr>
            <a:srgbClr val="F26B43"/>
          </p15:clr>
        </p15:guide>
        <p15:guide id="34" pos="3897" userDrawn="1">
          <p15:clr>
            <a:srgbClr val="F26B43"/>
          </p15:clr>
        </p15:guide>
      </p15:sldGuideLst>
    </p:ext>
  </p:extLst>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tx2"/>
        </a:solidFill>
        <a:effectLst/>
      </p:bgPr>
    </p:bg>
    <p:spTree>
      <p:nvGrpSpPr>
        <p:cNvPr id="1" name=""/>
        <p:cNvGrpSpPr/>
        <p:nvPr/>
      </p:nvGrpSpPr>
      <p:grpSpPr>
        <a:xfrm>
          <a:off x="0" y="0"/>
          <a:ext cx="0" cy="0"/>
          <a:chOff x="0" y="0"/>
          <a:chExt cx="0" cy="0"/>
        </a:xfrm>
      </p:grpSpPr>
      <p:sp>
        <p:nvSpPr>
          <p:cNvPr id="35" name="Date Placeholder 34">
            <a:extLst>
              <a:ext uri="{FF2B5EF4-FFF2-40B4-BE49-F238E27FC236}">
                <a16:creationId xmlns:a16="http://schemas.microsoft.com/office/drawing/2014/main" id="{9E7A3BD3-DDA4-42A3-B05C-F6E4E51D9B78}"/>
              </a:ext>
            </a:extLst>
          </p:cNvPr>
          <p:cNvSpPr>
            <a:spLocks noGrp="1"/>
          </p:cNvSpPr>
          <p:nvPr>
            <p:ph type="dt" sz="half" idx="2"/>
          </p:nvPr>
        </p:nvSpPr>
        <p:spPr>
          <a:xfrm>
            <a:off x="9809406" y="6650661"/>
            <a:ext cx="1831210" cy="123111"/>
          </a:xfrm>
          <a:prstGeom prst="rect">
            <a:avLst/>
          </a:prstGeom>
        </p:spPr>
        <p:txBody>
          <a:bodyPr wrap="none" lIns="0" tIns="0" rIns="0" bIns="0" anchor="ctr" anchorCtr="0">
            <a:noAutofit/>
          </a:bodyPr>
          <a:lstStyle>
            <a:lvl1pPr algn="r">
              <a:defRPr lang="de-DE" sz="800" smtClean="0">
                <a:solidFill>
                  <a:schemeClr val="bg1">
                    <a:lumMod val="65000"/>
                  </a:schemeClr>
                </a:solidFill>
                <a:latin typeface="+mn-lt"/>
              </a:defRPr>
            </a:lvl1pPr>
          </a:lstStyle>
          <a:p>
            <a:pPr>
              <a:spcBef>
                <a:spcPts val="1000"/>
              </a:spcBef>
            </a:pPr>
            <a:r>
              <a:rPr lang="pl-PL" kern="0">
                <a:solidFill>
                  <a:srgbClr val="FFFFFF">
                    <a:lumMod val="65000"/>
                  </a:srgbClr>
                </a:solidFill>
              </a:rPr>
              <a:t>Company Confidential © Capgemini 2025. All rights reserved.</a:t>
            </a:r>
            <a:endParaRPr lang="en-US"/>
          </a:p>
        </p:txBody>
      </p:sp>
      <p:sp>
        <p:nvSpPr>
          <p:cNvPr id="38" name="Slide Number Placeholder 37">
            <a:extLst>
              <a:ext uri="{FF2B5EF4-FFF2-40B4-BE49-F238E27FC236}">
                <a16:creationId xmlns:a16="http://schemas.microsoft.com/office/drawing/2014/main" id="{7AB8C2A9-4C2D-43C3-9F07-0C825FF51364}"/>
              </a:ext>
            </a:extLst>
          </p:cNvPr>
          <p:cNvSpPr>
            <a:spLocks noGrp="1"/>
          </p:cNvSpPr>
          <p:nvPr>
            <p:ph type="sldNum" sz="quarter" idx="4"/>
          </p:nvPr>
        </p:nvSpPr>
        <p:spPr>
          <a:xfrm>
            <a:off x="11778341" y="6650661"/>
            <a:ext cx="232665" cy="123111"/>
          </a:xfrm>
          <a:prstGeom prst="rect">
            <a:avLst/>
          </a:prstGeom>
        </p:spPr>
        <p:txBody>
          <a:bodyPr wrap="square" lIns="0" tIns="0" rIns="0" bIns="0" anchor="ctr" anchorCtr="0">
            <a:spAutoFit/>
          </a:bodyPr>
          <a:lstStyle>
            <a:lvl1pPr>
              <a:defRPr lang="de-DE" sz="800" b="0" i="0" smtClean="0">
                <a:solidFill>
                  <a:schemeClr val="bg1">
                    <a:lumMod val="65000"/>
                  </a:schemeClr>
                </a:solidFill>
                <a:latin typeface="+mn-lt"/>
                <a:cs typeface="Arial" panose="020B0604020202020204" pitchFamily="34" charset="0"/>
              </a:defRPr>
            </a:lvl1pPr>
          </a:lstStyle>
          <a:p>
            <a:pPr algn="r"/>
            <a:fld id="{5D9A5160-6218-4E5A-B9E6-B93E3DAE377C}" type="slidenum">
              <a:rPr lang="en-US" smtClean="0"/>
              <a:pPr algn="r"/>
              <a:t>‹#›</a:t>
            </a:fld>
            <a:endParaRPr lang="en-US"/>
          </a:p>
        </p:txBody>
      </p:sp>
      <p:sp>
        <p:nvSpPr>
          <p:cNvPr id="19" name="Footer Placeholder 9">
            <a:extLst>
              <a:ext uri="{FF2B5EF4-FFF2-40B4-BE49-F238E27FC236}">
                <a16:creationId xmlns:a16="http://schemas.microsoft.com/office/drawing/2014/main" id="{D3809B95-B2AA-47A9-8F86-88BF7BDE32FD}"/>
              </a:ext>
            </a:extLst>
          </p:cNvPr>
          <p:cNvSpPr>
            <a:spLocks noGrp="1"/>
          </p:cNvSpPr>
          <p:nvPr>
            <p:ph type="ftr" sz="quarter" idx="3"/>
          </p:nvPr>
        </p:nvSpPr>
        <p:spPr>
          <a:xfrm>
            <a:off x="550863" y="6650661"/>
            <a:ext cx="4716524" cy="123111"/>
          </a:xfrm>
          <a:prstGeom prst="rect">
            <a:avLst/>
          </a:prstGeom>
        </p:spPr>
        <p:txBody>
          <a:bodyPr wrap="none" lIns="0" tIns="0" rIns="0" bIns="0" anchor="ctr" anchorCtr="0">
            <a:noAutofit/>
          </a:bodyPr>
          <a:lstStyle>
            <a:lvl1pPr>
              <a:defRPr lang="de-DE" sz="800">
                <a:solidFill>
                  <a:schemeClr val="bg1">
                    <a:lumMod val="65000"/>
                  </a:schemeClr>
                </a:solidFill>
              </a:defRPr>
            </a:lvl1pPr>
          </a:lstStyle>
          <a:p>
            <a:pPr>
              <a:spcBef>
                <a:spcPts val="1000"/>
              </a:spcBef>
              <a:buFont typeface="Arial" panose="020B0604020202020204" pitchFamily="34" charset="0"/>
              <a:buNone/>
            </a:pPr>
            <a:r>
              <a:rPr lang="en-US"/>
              <a:t>Presentation Title | Author | Date</a:t>
            </a:r>
          </a:p>
        </p:txBody>
      </p:sp>
      <p:sp>
        <p:nvSpPr>
          <p:cNvPr id="20" name="Stickerbox" hidden="1">
            <a:extLst>
              <a:ext uri="{FF2B5EF4-FFF2-40B4-BE49-F238E27FC236}">
                <a16:creationId xmlns:a16="http://schemas.microsoft.com/office/drawing/2014/main" id="{D03A9799-ACDC-4925-8EE1-5C65CCCBD0FA}"/>
              </a:ext>
            </a:extLst>
          </p:cNvPr>
          <p:cNvSpPr>
            <a:spLocks noChangeArrowheads="1"/>
          </p:cNvSpPr>
          <p:nvPr/>
        </p:nvSpPr>
        <p:spPr bwMode="gray">
          <a:xfrm>
            <a:off x="11114363" y="1124744"/>
            <a:ext cx="804808" cy="402775"/>
          </a:xfrm>
          <a:prstGeom prst="rect">
            <a:avLst/>
          </a:prstGeom>
          <a:solidFill>
            <a:schemeClr val="accent2"/>
          </a:solidFill>
          <a:ln w="10795">
            <a:noFill/>
            <a:round/>
            <a:headEnd/>
            <a:tailEnd/>
          </a:ln>
          <a:effectLst/>
        </p:spPr>
        <p:txBody>
          <a:bodyPr vert="horz" wrap="none" lIns="108000" tIns="108000" rIns="108000" bIns="108000" anchor="ctr" anchorCtr="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all" spc="0" normalizeH="0" baseline="0" noProof="0">
                <a:ln>
                  <a:noFill/>
                </a:ln>
                <a:solidFill>
                  <a:srgbClr val="FFFFFF">
                    <a:lumMod val="100000"/>
                  </a:srgbClr>
                </a:solidFill>
                <a:effectLst/>
                <a:uLnTx/>
                <a:uFillTx/>
                <a:latin typeface="Ubuntu"/>
                <a:ea typeface="+mn-ea"/>
                <a:cs typeface="+mn-cs"/>
              </a:rPr>
              <a:t>Sticker</a:t>
            </a:r>
          </a:p>
        </p:txBody>
      </p:sp>
      <p:sp>
        <p:nvSpPr>
          <p:cNvPr id="22" name="CapgeminiBox" hidden="1">
            <a:extLst>
              <a:ext uri="{FF2B5EF4-FFF2-40B4-BE49-F238E27FC236}">
                <a16:creationId xmlns:a16="http://schemas.microsoft.com/office/drawing/2014/main" id="{7C293A1E-B461-4AFE-976D-6EE38B2AFEB4}"/>
              </a:ext>
            </a:extLst>
          </p:cNvPr>
          <p:cNvSpPr txBox="1">
            <a:spLocks/>
          </p:cNvSpPr>
          <p:nvPr/>
        </p:nvSpPr>
        <p:spPr>
          <a:xfrm>
            <a:off x="9592" y="0"/>
            <a:ext cx="1837661" cy="260350"/>
          </a:xfrm>
          <a:prstGeom prst="rect">
            <a:avLst/>
          </a:prstGeom>
        </p:spPr>
        <p:txBody>
          <a:bodyPr vert="horz" lIns="0" tIns="0" rIns="18000" bIns="0" rtlCol="0">
            <a:normAutofit fontScale="92500"/>
          </a:bodyPr>
          <a:lstStyle>
            <a:lvl1pPr marL="0" indent="0" algn="l" defTabSz="914400" rtl="0" eaLnBrk="1" latinLnBrk="0" hangingPunct="1">
              <a:lnSpc>
                <a:spcPct val="100000"/>
              </a:lnSpc>
              <a:spcBef>
                <a:spcPts val="600"/>
              </a:spcBef>
              <a:buFont typeface="Arial" panose="020B0604020202020204" pitchFamily="34" charset="0"/>
              <a:buNone/>
              <a:defRPr sz="1400" kern="1200">
                <a:solidFill>
                  <a:schemeClr val="tx1"/>
                </a:solidFill>
                <a:latin typeface="+mn-lt"/>
                <a:ea typeface="+mn-ea"/>
                <a:cs typeface="+mn-cs"/>
              </a:defRPr>
            </a:lvl1pPr>
            <a:lvl2pPr marL="180975" indent="-180975" algn="l" defTabSz="914400" rtl="0" eaLnBrk="1" latinLnBrk="0" hangingPunct="1">
              <a:lnSpc>
                <a:spcPct val="100000"/>
              </a:lnSpc>
              <a:spcBef>
                <a:spcPts val="600"/>
              </a:spcBef>
              <a:buClr>
                <a:schemeClr val="tx1"/>
              </a:buClr>
              <a:buFont typeface="Wingdings" panose="05000000000000000000" pitchFamily="2" charset="2"/>
              <a:buChar char="§"/>
              <a:defRPr sz="1400" kern="1200">
                <a:solidFill>
                  <a:schemeClr val="tx1"/>
                </a:solidFill>
                <a:latin typeface="+mn-lt"/>
                <a:ea typeface="+mn-ea"/>
                <a:cs typeface="+mn-cs"/>
              </a:defRPr>
            </a:lvl2pPr>
            <a:lvl3pPr marL="360000" indent="-180000" algn="l" defTabSz="914400" rtl="0" eaLnBrk="1" latinLnBrk="0" hangingPunct="1">
              <a:lnSpc>
                <a:spcPct val="100000"/>
              </a:lnSpc>
              <a:spcBef>
                <a:spcPts val="600"/>
              </a:spcBef>
              <a:buClr>
                <a:schemeClr val="tx1"/>
              </a:buClr>
              <a:buFont typeface="Arial" panose="020B0604020202020204" pitchFamily="34" charset="0"/>
              <a:buChar char="•"/>
              <a:defRPr sz="1400" kern="1200">
                <a:solidFill>
                  <a:schemeClr val="tx1"/>
                </a:solidFill>
                <a:latin typeface="+mn-lt"/>
                <a:ea typeface="+mn-ea"/>
                <a:cs typeface="+mn-cs"/>
              </a:defRPr>
            </a:lvl3pPr>
            <a:lvl4pPr marL="539750" indent="-180000" algn="l" defTabSz="914400" rtl="0" eaLnBrk="1" latinLnBrk="0" hangingPunct="1">
              <a:lnSpc>
                <a:spcPct val="100000"/>
              </a:lnSpc>
              <a:spcBef>
                <a:spcPts val="600"/>
              </a:spcBef>
              <a:buClr>
                <a:schemeClr val="tx1"/>
              </a:buClr>
              <a:buFont typeface="Verdana" panose="020B0604030504040204" pitchFamily="34" charset="0"/>
              <a:buChar char="‒"/>
              <a:tabLst/>
              <a:defRPr sz="1200" kern="1200">
                <a:solidFill>
                  <a:schemeClr val="tx1"/>
                </a:solidFill>
                <a:latin typeface="+mn-lt"/>
                <a:ea typeface="+mn-ea"/>
                <a:cs typeface="+mn-cs"/>
              </a:defRPr>
            </a:lvl4pPr>
            <a:lvl5pPr marL="719138" indent="-180975" algn="l" defTabSz="914400" rtl="0" eaLnBrk="1" latinLnBrk="0" hangingPunct="1">
              <a:lnSpc>
                <a:spcPct val="100000"/>
              </a:lnSpc>
              <a:spcBef>
                <a:spcPts val="600"/>
              </a:spcBef>
              <a:buClr>
                <a:schemeClr val="tx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a:t>Capgemini </a:t>
            </a:r>
            <a:r>
              <a:rPr lang="fr-FR" err="1"/>
              <a:t>Invent</a:t>
            </a:r>
            <a:r>
              <a:rPr lang="fr-FR"/>
              <a:t> v10.0</a:t>
            </a:r>
          </a:p>
        </p:txBody>
      </p:sp>
      <p:sp>
        <p:nvSpPr>
          <p:cNvPr id="29" name="FootnoteAndSource" hidden="1">
            <a:extLst>
              <a:ext uri="{FF2B5EF4-FFF2-40B4-BE49-F238E27FC236}">
                <a16:creationId xmlns:a16="http://schemas.microsoft.com/office/drawing/2014/main" id="{96E9BC24-418C-4CE4-8E81-3AF9AB04DEAA}"/>
              </a:ext>
            </a:extLst>
          </p:cNvPr>
          <p:cNvSpPr txBox="1"/>
          <p:nvPr/>
        </p:nvSpPr>
        <p:spPr>
          <a:xfrm>
            <a:off x="545323" y="6304130"/>
            <a:ext cx="11340000" cy="162096"/>
          </a:xfrm>
          <a:prstGeom prst="rect">
            <a:avLst/>
          </a:prstGeom>
          <a:noFill/>
        </p:spPr>
        <p:txBody>
          <a:bodyPr vert="horz" wrap="square" lIns="0" tIns="25400" rIns="0" bIns="25400" rtlCol="0" anchor="b" anchorCtr="0">
            <a:spAutoFit/>
          </a:bodyPr>
          <a:lstStyle>
            <a:defPPr>
              <a:defRPr lang="pt-PT"/>
            </a:defPPr>
            <a:lvl1pPr marL="429768" indent="-429768">
              <a:lnSpc>
                <a:spcPct val="90000"/>
              </a:lnSpc>
              <a:tabLst>
                <a:tab pos="347472" algn="r"/>
              </a:tabLst>
              <a:defRPr sz="800"/>
            </a:lvl1pPr>
          </a:lstStyle>
          <a:p>
            <a:pPr marL="429768" indent="-429768" defTabSz="914400">
              <a:lnSpc>
                <a:spcPct val="90000"/>
              </a:lnSpc>
              <a:tabLst>
                <a:tab pos="347472" algn="r"/>
              </a:tabLst>
            </a:pPr>
            <a:r>
              <a:rPr lang="de-DE" sz="800">
                <a:solidFill>
                  <a:schemeClr val="bg1"/>
                </a:solidFill>
              </a:rPr>
              <a:t>	Source:	Source Text</a:t>
            </a:r>
          </a:p>
        </p:txBody>
      </p:sp>
      <p:grpSp>
        <p:nvGrpSpPr>
          <p:cNvPr id="3" name="Group 37">
            <a:extLst>
              <a:ext uri="{FF2B5EF4-FFF2-40B4-BE49-F238E27FC236}">
                <a16:creationId xmlns:a16="http://schemas.microsoft.com/office/drawing/2014/main" id="{9962DC9F-19EF-0160-1ECB-38EA543386E4}"/>
              </a:ext>
            </a:extLst>
          </p:cNvPr>
          <p:cNvGrpSpPr/>
          <p:nvPr/>
        </p:nvGrpSpPr>
        <p:grpSpPr>
          <a:xfrm>
            <a:off x="11770322" y="176700"/>
            <a:ext cx="260230" cy="240782"/>
            <a:chOff x="5481638" y="2859088"/>
            <a:chExt cx="1231900" cy="1139825"/>
          </a:xfrm>
          <a:solidFill>
            <a:schemeClr val="bg1"/>
          </a:solidFill>
        </p:grpSpPr>
        <p:sp>
          <p:nvSpPr>
            <p:cNvPr id="6" name="Freeform 320">
              <a:extLst>
                <a:ext uri="{FF2B5EF4-FFF2-40B4-BE49-F238E27FC236}">
                  <a16:creationId xmlns:a16="http://schemas.microsoft.com/office/drawing/2014/main" id="{9EB66FFA-57EA-AE57-615D-D19F28A47239}"/>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7" name="Freeform 321">
              <a:extLst>
                <a:ext uri="{FF2B5EF4-FFF2-40B4-BE49-F238E27FC236}">
                  <a16:creationId xmlns:a16="http://schemas.microsoft.com/office/drawing/2014/main" id="{FF39CD59-7E45-33C5-FA77-E50FFA28B646}"/>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pic>
        <p:nvPicPr>
          <p:cNvPr id="4" name="GRID" hidden="1">
            <a:extLst>
              <a:ext uri="{FF2B5EF4-FFF2-40B4-BE49-F238E27FC236}">
                <a16:creationId xmlns:a16="http://schemas.microsoft.com/office/drawing/2014/main" id="{D72815E4-17F8-DE3E-B207-25448A9FFF9E}"/>
              </a:ext>
            </a:extLst>
          </p:cNvPr>
          <p:cNvPicPr>
            <a:picLocks noGrp="1" noRot="1" noMove="1" noResize="1" noEditPoints="1" noAdjustHandles="1" noChangeArrowheads="1" noChangeShapeType="1" noCrop="1"/>
          </p:cNvPicPr>
          <p:nvPr/>
        </p:nvPicPr>
        <p:blipFill>
          <a:blip r:embed="rId61">
            <a:extLst>
              <a:ext uri="{28A0092B-C50C-407E-A947-70E740481C1C}">
                <a14:useLocalDpi xmlns:a14="http://schemas.microsoft.com/office/drawing/2010/main"/>
              </a:ext>
            </a:extLst>
          </a:blip>
          <a:stretch>
            <a:fillRect/>
          </a:stretch>
        </p:blipFill>
        <p:spPr>
          <a:xfrm>
            <a:off x="550863" y="560562"/>
            <a:ext cx="11089753" cy="5748164"/>
          </a:xfrm>
          <a:prstGeom prst="rect">
            <a:avLst/>
          </a:prstGeom>
        </p:spPr>
      </p:pic>
      <p:sp>
        <p:nvSpPr>
          <p:cNvPr id="10" name="Title Placeholder 4">
            <a:extLst>
              <a:ext uri="{FF2B5EF4-FFF2-40B4-BE49-F238E27FC236}">
                <a16:creationId xmlns:a16="http://schemas.microsoft.com/office/drawing/2014/main" id="{6C8CEE51-3D7E-3B86-9D9F-0C12C431D8D6}"/>
              </a:ext>
            </a:extLst>
          </p:cNvPr>
          <p:cNvSpPr>
            <a:spLocks noGrp="1"/>
          </p:cNvSpPr>
          <p:nvPr>
            <p:ph type="title"/>
          </p:nvPr>
        </p:nvSpPr>
        <p:spPr>
          <a:xfrm>
            <a:off x="551384" y="549274"/>
            <a:ext cx="11090938" cy="930372"/>
          </a:xfrm>
          <a:prstGeom prst="rect">
            <a:avLst/>
          </a:prstGeom>
        </p:spPr>
        <p:txBody>
          <a:bodyPr vert="horz" lIns="0" tIns="0" rIns="0" bIns="126000" rtlCol="0" anchor="b" anchorCtr="0">
            <a:noAutofit/>
          </a:bodyPr>
          <a:lstStyle/>
          <a:p>
            <a:pPr lvl="0"/>
            <a:r>
              <a:rPr lang="en-US"/>
              <a:t>Click to edit Master title style</a:t>
            </a:r>
            <a:endParaRPr lang="de-DE"/>
          </a:p>
        </p:txBody>
      </p:sp>
      <p:sp>
        <p:nvSpPr>
          <p:cNvPr id="11" name="Text Placeholder 1">
            <a:extLst>
              <a:ext uri="{FF2B5EF4-FFF2-40B4-BE49-F238E27FC236}">
                <a16:creationId xmlns:a16="http://schemas.microsoft.com/office/drawing/2014/main" id="{14749154-3D9B-0740-AD4D-92B55FFF9A95}"/>
              </a:ext>
            </a:extLst>
          </p:cNvPr>
          <p:cNvSpPr>
            <a:spLocks noGrp="1"/>
          </p:cNvSpPr>
          <p:nvPr>
            <p:ph type="body" idx="1"/>
          </p:nvPr>
        </p:nvSpPr>
        <p:spPr>
          <a:xfrm>
            <a:off x="551384" y="1628800"/>
            <a:ext cx="11090938" cy="4668638"/>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Tree>
    <p:extLst>
      <p:ext uri="{BB962C8B-B14F-4D97-AF65-F5344CB8AC3E}">
        <p14:creationId xmlns:p14="http://schemas.microsoft.com/office/powerpoint/2010/main" val="3849990121"/>
      </p:ext>
    </p:extLst>
  </p:cSld>
  <p:clrMap bg1="lt1" tx1="dk1" bg2="lt2" tx2="dk2" accent1="accent1" accent2="accent2" accent3="accent3" accent4="accent4" accent5="accent5" accent6="accent6" hlink="hlink" folHlink="folHlink"/>
  <p:sldLayoutIdLst>
    <p:sldLayoutId id="2147485146" r:id="rId1"/>
    <p:sldLayoutId id="2147485147" r:id="rId2"/>
    <p:sldLayoutId id="2147485148" r:id="rId3"/>
    <p:sldLayoutId id="2147485149" r:id="rId4"/>
    <p:sldLayoutId id="2147485150" r:id="rId5"/>
    <p:sldLayoutId id="2147485151" r:id="rId6"/>
    <p:sldLayoutId id="2147485152" r:id="rId7"/>
    <p:sldLayoutId id="2147485153" r:id="rId8"/>
    <p:sldLayoutId id="2147485154" r:id="rId9"/>
    <p:sldLayoutId id="2147485155" r:id="rId10"/>
    <p:sldLayoutId id="2147485156" r:id="rId11"/>
    <p:sldLayoutId id="2147485157" r:id="rId12"/>
    <p:sldLayoutId id="2147485158" r:id="rId13"/>
    <p:sldLayoutId id="2147485159" r:id="rId14"/>
    <p:sldLayoutId id="2147485160" r:id="rId15"/>
    <p:sldLayoutId id="2147485161" r:id="rId16"/>
    <p:sldLayoutId id="2147485162" r:id="rId17"/>
    <p:sldLayoutId id="2147485163" r:id="rId18"/>
    <p:sldLayoutId id="2147485164" r:id="rId19"/>
    <p:sldLayoutId id="2147485165" r:id="rId20"/>
    <p:sldLayoutId id="2147485166" r:id="rId21"/>
    <p:sldLayoutId id="2147485167" r:id="rId22"/>
    <p:sldLayoutId id="2147485168" r:id="rId23"/>
    <p:sldLayoutId id="2147485169" r:id="rId24"/>
    <p:sldLayoutId id="2147485170" r:id="rId25"/>
    <p:sldLayoutId id="2147485171" r:id="rId26"/>
    <p:sldLayoutId id="2147485172" r:id="rId27"/>
    <p:sldLayoutId id="2147485173" r:id="rId28"/>
    <p:sldLayoutId id="2147485174" r:id="rId29"/>
    <p:sldLayoutId id="2147485175" r:id="rId30"/>
    <p:sldLayoutId id="2147485176" r:id="rId31"/>
    <p:sldLayoutId id="2147485177" r:id="rId32"/>
    <p:sldLayoutId id="2147485178" r:id="rId33"/>
    <p:sldLayoutId id="2147485179" r:id="rId34"/>
    <p:sldLayoutId id="2147485180" r:id="rId35"/>
    <p:sldLayoutId id="2147485181" r:id="rId36"/>
    <p:sldLayoutId id="2147485182" r:id="rId37"/>
    <p:sldLayoutId id="2147485183" r:id="rId38"/>
    <p:sldLayoutId id="2147485184" r:id="rId39"/>
    <p:sldLayoutId id="2147485185" r:id="rId40"/>
    <p:sldLayoutId id="2147485186" r:id="rId41"/>
    <p:sldLayoutId id="2147485187" r:id="rId42"/>
    <p:sldLayoutId id="2147485188" r:id="rId43"/>
    <p:sldLayoutId id="2147485189" r:id="rId44"/>
    <p:sldLayoutId id="2147485190" r:id="rId45"/>
    <p:sldLayoutId id="2147485191" r:id="rId46"/>
    <p:sldLayoutId id="2147485192" r:id="rId47"/>
    <p:sldLayoutId id="2147485193" r:id="rId48"/>
    <p:sldLayoutId id="2147485194" r:id="rId49"/>
    <p:sldLayoutId id="2147485195" r:id="rId50"/>
    <p:sldLayoutId id="2147485196" r:id="rId51"/>
    <p:sldLayoutId id="2147485197" r:id="rId52"/>
    <p:sldLayoutId id="2147485198" r:id="rId53"/>
    <p:sldLayoutId id="2147485199" r:id="rId54"/>
    <p:sldLayoutId id="2147485200" r:id="rId55"/>
    <p:sldLayoutId id="2147485201" r:id="rId56"/>
    <p:sldLayoutId id="2147485202" r:id="rId57"/>
    <p:sldLayoutId id="2147485203" r:id="rId58"/>
    <p:sldLayoutId id="2147485204" r:id="rId59"/>
  </p:sldLayoutIdLst>
  <p:hf hdr="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de-DE" sz="3200" b="0" i="0" u="none" strike="noStrike" kern="1200" cap="none" spc="0" normalizeH="0" baseline="0" noProof="0" dirty="0">
          <a:ln>
            <a:noFill/>
          </a:ln>
          <a:solidFill>
            <a:schemeClr val="bg1"/>
          </a:solidFill>
          <a:effectLst/>
          <a:uLnTx/>
          <a:uFillTx/>
          <a:latin typeface="+mj-lt"/>
          <a:ea typeface="+mj-ea"/>
          <a:cs typeface="+mj-cs"/>
        </a:defRPr>
      </a:lvl1pPr>
    </p:titleStyle>
    <p:bodyStyle>
      <a:lvl1pPr marL="0" marR="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sz="1400" kern="1200">
          <a:solidFill>
            <a:schemeClr val="bg1"/>
          </a:solidFill>
          <a:latin typeface="+mn-lt"/>
          <a:ea typeface="+mn-ea"/>
          <a:cs typeface="+mn-cs"/>
        </a:defRPr>
      </a:lvl1pPr>
      <a:lvl2pPr marL="180975" indent="-180975" algn="l" defTabSz="914400" rtl="0" eaLnBrk="1" latinLnBrk="0" hangingPunct="1">
        <a:lnSpc>
          <a:spcPct val="100000"/>
        </a:lnSpc>
        <a:spcBef>
          <a:spcPts val="600"/>
        </a:spcBef>
        <a:buClr>
          <a:schemeClr val="bg1"/>
        </a:buClr>
        <a:buFont typeface="Arial" panose="020B0604020202020204" pitchFamily="34" charset="0"/>
        <a:buChar char="•"/>
        <a:defRPr sz="1400" kern="1200">
          <a:solidFill>
            <a:schemeClr val="bg1"/>
          </a:solidFill>
          <a:latin typeface="+mn-lt"/>
          <a:ea typeface="+mn-ea"/>
          <a:cs typeface="+mn-cs"/>
        </a:defRPr>
      </a:lvl2pPr>
      <a:lvl3pPr marL="360000" indent="-180000" algn="l" defTabSz="914400" rtl="0" eaLnBrk="1" latinLnBrk="0" hangingPunct="1">
        <a:lnSpc>
          <a:spcPct val="100000"/>
        </a:lnSpc>
        <a:spcBef>
          <a:spcPts val="600"/>
        </a:spcBef>
        <a:buClr>
          <a:schemeClr val="bg1"/>
        </a:buClr>
        <a:buFont typeface="System Font Regular"/>
        <a:buChar char="-"/>
        <a:defRPr sz="1400" kern="1200">
          <a:solidFill>
            <a:schemeClr val="bg1"/>
          </a:solidFill>
          <a:latin typeface="+mn-lt"/>
          <a:ea typeface="+mn-ea"/>
          <a:cs typeface="+mn-cs"/>
        </a:defRPr>
      </a:lvl3pPr>
      <a:lvl4pPr marL="539750" indent="-180000" algn="l" defTabSz="914400" rtl="0" eaLnBrk="1" latinLnBrk="0" hangingPunct="1">
        <a:lnSpc>
          <a:spcPct val="100000"/>
        </a:lnSpc>
        <a:spcBef>
          <a:spcPts val="600"/>
        </a:spcBef>
        <a:buClr>
          <a:schemeClr val="accent2"/>
        </a:buClr>
        <a:buFont typeface="Arial" panose="020B0604020202020204" pitchFamily="34" charset="0"/>
        <a:buChar char="•"/>
        <a:tabLst/>
        <a:defRPr sz="1400" kern="1200">
          <a:solidFill>
            <a:schemeClr val="bg1"/>
          </a:solidFill>
          <a:latin typeface="+mn-lt"/>
          <a:ea typeface="+mn-ea"/>
          <a:cs typeface="+mn-cs"/>
        </a:defRPr>
      </a:lvl4pPr>
      <a:lvl5pPr marL="719138" indent="-180975" algn="l" defTabSz="914400" rtl="0" eaLnBrk="1" latinLnBrk="0" hangingPunct="1">
        <a:lnSpc>
          <a:spcPct val="100000"/>
        </a:lnSpc>
        <a:spcBef>
          <a:spcPts val="600"/>
        </a:spcBef>
        <a:buClr>
          <a:schemeClr val="accent2"/>
        </a:buClr>
        <a:buFont typeface="System Font Regular"/>
        <a:buChar char="-"/>
        <a:defRPr sz="14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8" orient="horz" pos="709">
          <p15:clr>
            <a:srgbClr val="F26B43"/>
          </p15:clr>
        </p15:guide>
        <p15:guide id="19" orient="horz" pos="4065">
          <p15:clr>
            <a:srgbClr val="F26B43"/>
          </p15:clr>
        </p15:guide>
        <p15:guide id="20" pos="347">
          <p15:clr>
            <a:srgbClr val="F26B43"/>
          </p15:clr>
        </p15:guide>
        <p15:guide id="21" pos="3840">
          <p15:clr>
            <a:srgbClr val="F26B43"/>
          </p15:clr>
        </p15:guide>
        <p15:guide id="22" pos="7333">
          <p15:clr>
            <a:srgbClr val="F26B43"/>
          </p15:clr>
        </p15:guide>
        <p15:guide id="23" orient="horz" pos="164">
          <p15:clr>
            <a:srgbClr val="F26B43"/>
          </p15:clr>
        </p15:guide>
        <p15:guide id="24" orient="horz" pos="1026">
          <p15:clr>
            <a:srgbClr val="F26B43"/>
          </p15:clr>
        </p15:guide>
        <p15:guide id="25" orient="horz" pos="346">
          <p15:clr>
            <a:srgbClr val="F26B43"/>
          </p15:clr>
        </p15:guide>
      </p15:sldGuideLst>
    </p:ext>
  </p:extLst>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tx2"/>
        </a:solidFill>
        <a:effectLst/>
      </p:bgPr>
    </p:bg>
    <p:spTree>
      <p:nvGrpSpPr>
        <p:cNvPr id="1" name=""/>
        <p:cNvGrpSpPr/>
        <p:nvPr/>
      </p:nvGrpSpPr>
      <p:grpSpPr>
        <a:xfrm>
          <a:off x="0" y="0"/>
          <a:ext cx="0" cy="0"/>
          <a:chOff x="0" y="0"/>
          <a:chExt cx="0" cy="0"/>
        </a:xfrm>
      </p:grpSpPr>
      <p:sp>
        <p:nvSpPr>
          <p:cNvPr id="35" name="Date Placeholder 34">
            <a:extLst>
              <a:ext uri="{FF2B5EF4-FFF2-40B4-BE49-F238E27FC236}">
                <a16:creationId xmlns:a16="http://schemas.microsoft.com/office/drawing/2014/main" id="{9E7A3BD3-DDA4-42A3-B05C-F6E4E51D9B78}"/>
              </a:ext>
            </a:extLst>
          </p:cNvPr>
          <p:cNvSpPr>
            <a:spLocks noGrp="1"/>
          </p:cNvSpPr>
          <p:nvPr>
            <p:ph type="dt" sz="half" idx="2"/>
          </p:nvPr>
        </p:nvSpPr>
        <p:spPr>
          <a:xfrm>
            <a:off x="9809406" y="6650661"/>
            <a:ext cx="1831210" cy="123111"/>
          </a:xfrm>
          <a:prstGeom prst="rect">
            <a:avLst/>
          </a:prstGeom>
        </p:spPr>
        <p:txBody>
          <a:bodyPr wrap="none" lIns="0" tIns="0" rIns="0" bIns="0" anchor="ctr" anchorCtr="0">
            <a:noAutofit/>
          </a:bodyPr>
          <a:lstStyle>
            <a:lvl1pPr algn="r">
              <a:defRPr lang="de-DE" sz="800" smtClean="0">
                <a:solidFill>
                  <a:schemeClr val="bg1">
                    <a:lumMod val="65000"/>
                  </a:schemeClr>
                </a:solidFill>
                <a:latin typeface="+mn-lt"/>
              </a:defRPr>
            </a:lvl1pPr>
          </a:lstStyle>
          <a:p>
            <a:pPr>
              <a:spcBef>
                <a:spcPts val="1000"/>
              </a:spcBef>
            </a:pPr>
            <a:r>
              <a:rPr lang="pl-PL" kern="0">
                <a:solidFill>
                  <a:srgbClr val="FFFFFF">
                    <a:lumMod val="65000"/>
                  </a:srgbClr>
                </a:solidFill>
              </a:rPr>
              <a:t>Company Confidential © Capgemini 2025. All rights reserved.</a:t>
            </a:r>
            <a:endParaRPr lang="en-US"/>
          </a:p>
        </p:txBody>
      </p:sp>
      <p:sp>
        <p:nvSpPr>
          <p:cNvPr id="38" name="Slide Number Placeholder 37">
            <a:extLst>
              <a:ext uri="{FF2B5EF4-FFF2-40B4-BE49-F238E27FC236}">
                <a16:creationId xmlns:a16="http://schemas.microsoft.com/office/drawing/2014/main" id="{7AB8C2A9-4C2D-43C3-9F07-0C825FF51364}"/>
              </a:ext>
            </a:extLst>
          </p:cNvPr>
          <p:cNvSpPr>
            <a:spLocks noGrp="1"/>
          </p:cNvSpPr>
          <p:nvPr>
            <p:ph type="sldNum" sz="quarter" idx="4"/>
          </p:nvPr>
        </p:nvSpPr>
        <p:spPr>
          <a:xfrm>
            <a:off x="11778341" y="6650661"/>
            <a:ext cx="232665" cy="123111"/>
          </a:xfrm>
          <a:prstGeom prst="rect">
            <a:avLst/>
          </a:prstGeom>
        </p:spPr>
        <p:txBody>
          <a:bodyPr wrap="square" lIns="0" tIns="0" rIns="0" bIns="0" anchor="ctr" anchorCtr="0">
            <a:spAutoFit/>
          </a:bodyPr>
          <a:lstStyle>
            <a:lvl1pPr>
              <a:defRPr lang="de-DE" sz="800" b="0" i="0" smtClean="0">
                <a:solidFill>
                  <a:schemeClr val="bg1">
                    <a:lumMod val="65000"/>
                  </a:schemeClr>
                </a:solidFill>
                <a:latin typeface="+mn-lt"/>
                <a:cs typeface="Arial" panose="020B0604020202020204" pitchFamily="34" charset="0"/>
              </a:defRPr>
            </a:lvl1pPr>
          </a:lstStyle>
          <a:p>
            <a:pPr algn="r"/>
            <a:fld id="{5D9A5160-6218-4E5A-B9E6-B93E3DAE377C}" type="slidenum">
              <a:rPr lang="en-US" smtClean="0"/>
              <a:pPr algn="r"/>
              <a:t>‹#›</a:t>
            </a:fld>
            <a:endParaRPr lang="en-US"/>
          </a:p>
        </p:txBody>
      </p:sp>
      <p:sp>
        <p:nvSpPr>
          <p:cNvPr id="19" name="Footer Placeholder 9">
            <a:extLst>
              <a:ext uri="{FF2B5EF4-FFF2-40B4-BE49-F238E27FC236}">
                <a16:creationId xmlns:a16="http://schemas.microsoft.com/office/drawing/2014/main" id="{D3809B95-B2AA-47A9-8F86-88BF7BDE32FD}"/>
              </a:ext>
            </a:extLst>
          </p:cNvPr>
          <p:cNvSpPr>
            <a:spLocks noGrp="1"/>
          </p:cNvSpPr>
          <p:nvPr>
            <p:ph type="ftr" sz="quarter" idx="3"/>
          </p:nvPr>
        </p:nvSpPr>
        <p:spPr>
          <a:xfrm>
            <a:off x="550863" y="6650661"/>
            <a:ext cx="4716524" cy="123111"/>
          </a:xfrm>
          <a:prstGeom prst="rect">
            <a:avLst/>
          </a:prstGeom>
        </p:spPr>
        <p:txBody>
          <a:bodyPr wrap="none" lIns="0" tIns="0" rIns="0" bIns="0" anchor="ctr" anchorCtr="0">
            <a:noAutofit/>
          </a:bodyPr>
          <a:lstStyle>
            <a:lvl1pPr>
              <a:defRPr lang="de-DE" sz="800">
                <a:solidFill>
                  <a:schemeClr val="bg1">
                    <a:lumMod val="65000"/>
                  </a:schemeClr>
                </a:solidFill>
              </a:defRPr>
            </a:lvl1pPr>
          </a:lstStyle>
          <a:p>
            <a:pPr>
              <a:spcBef>
                <a:spcPts val="1000"/>
              </a:spcBef>
              <a:buFont typeface="Arial" panose="020B0604020202020204" pitchFamily="34" charset="0"/>
              <a:buNone/>
            </a:pPr>
            <a:r>
              <a:rPr lang="en-US"/>
              <a:t>Presentation Title | Author | Date</a:t>
            </a:r>
          </a:p>
        </p:txBody>
      </p:sp>
      <p:sp>
        <p:nvSpPr>
          <p:cNvPr id="20" name="Stickerbox" hidden="1">
            <a:extLst>
              <a:ext uri="{FF2B5EF4-FFF2-40B4-BE49-F238E27FC236}">
                <a16:creationId xmlns:a16="http://schemas.microsoft.com/office/drawing/2014/main" id="{D03A9799-ACDC-4925-8EE1-5C65CCCBD0FA}"/>
              </a:ext>
            </a:extLst>
          </p:cNvPr>
          <p:cNvSpPr>
            <a:spLocks noChangeArrowheads="1"/>
          </p:cNvSpPr>
          <p:nvPr/>
        </p:nvSpPr>
        <p:spPr bwMode="gray">
          <a:xfrm>
            <a:off x="11114363" y="1124744"/>
            <a:ext cx="804808" cy="402775"/>
          </a:xfrm>
          <a:prstGeom prst="rect">
            <a:avLst/>
          </a:prstGeom>
          <a:solidFill>
            <a:schemeClr val="accent2"/>
          </a:solidFill>
          <a:ln w="10795">
            <a:noFill/>
            <a:round/>
            <a:headEnd/>
            <a:tailEnd/>
          </a:ln>
          <a:effectLst/>
        </p:spPr>
        <p:txBody>
          <a:bodyPr vert="horz" wrap="none" lIns="108000" tIns="108000" rIns="108000" bIns="108000" anchor="ctr" anchorCtr="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all" spc="0" normalizeH="0" baseline="0" noProof="0">
                <a:ln>
                  <a:noFill/>
                </a:ln>
                <a:solidFill>
                  <a:srgbClr val="FFFFFF">
                    <a:lumMod val="100000"/>
                  </a:srgbClr>
                </a:solidFill>
                <a:effectLst/>
                <a:uLnTx/>
                <a:uFillTx/>
                <a:latin typeface="Ubuntu"/>
                <a:ea typeface="+mn-ea"/>
                <a:cs typeface="+mn-cs"/>
              </a:rPr>
              <a:t>Sticker</a:t>
            </a:r>
          </a:p>
        </p:txBody>
      </p:sp>
      <p:sp>
        <p:nvSpPr>
          <p:cNvPr id="22" name="CapgeminiBox" hidden="1">
            <a:extLst>
              <a:ext uri="{FF2B5EF4-FFF2-40B4-BE49-F238E27FC236}">
                <a16:creationId xmlns:a16="http://schemas.microsoft.com/office/drawing/2014/main" id="{7C293A1E-B461-4AFE-976D-6EE38B2AFEB4}"/>
              </a:ext>
            </a:extLst>
          </p:cNvPr>
          <p:cNvSpPr txBox="1">
            <a:spLocks/>
          </p:cNvSpPr>
          <p:nvPr/>
        </p:nvSpPr>
        <p:spPr>
          <a:xfrm>
            <a:off x="9592" y="0"/>
            <a:ext cx="1837661" cy="260350"/>
          </a:xfrm>
          <a:prstGeom prst="rect">
            <a:avLst/>
          </a:prstGeom>
        </p:spPr>
        <p:txBody>
          <a:bodyPr vert="horz" lIns="0" tIns="0" rIns="18000" bIns="0" rtlCol="0">
            <a:normAutofit fontScale="92500"/>
          </a:bodyPr>
          <a:lstStyle>
            <a:lvl1pPr marL="0" indent="0" algn="l" defTabSz="914400" rtl="0" eaLnBrk="1" latinLnBrk="0" hangingPunct="1">
              <a:lnSpc>
                <a:spcPct val="100000"/>
              </a:lnSpc>
              <a:spcBef>
                <a:spcPts val="600"/>
              </a:spcBef>
              <a:buFont typeface="Arial" panose="020B0604020202020204" pitchFamily="34" charset="0"/>
              <a:buNone/>
              <a:defRPr sz="1400" kern="1200">
                <a:solidFill>
                  <a:schemeClr val="tx1"/>
                </a:solidFill>
                <a:latin typeface="+mn-lt"/>
                <a:ea typeface="+mn-ea"/>
                <a:cs typeface="+mn-cs"/>
              </a:defRPr>
            </a:lvl1pPr>
            <a:lvl2pPr marL="180975" indent="-180975" algn="l" defTabSz="914400" rtl="0" eaLnBrk="1" latinLnBrk="0" hangingPunct="1">
              <a:lnSpc>
                <a:spcPct val="100000"/>
              </a:lnSpc>
              <a:spcBef>
                <a:spcPts val="600"/>
              </a:spcBef>
              <a:buClr>
                <a:schemeClr val="tx1"/>
              </a:buClr>
              <a:buFont typeface="Wingdings" panose="05000000000000000000" pitchFamily="2" charset="2"/>
              <a:buChar char="§"/>
              <a:defRPr sz="1400" kern="1200">
                <a:solidFill>
                  <a:schemeClr val="tx1"/>
                </a:solidFill>
                <a:latin typeface="+mn-lt"/>
                <a:ea typeface="+mn-ea"/>
                <a:cs typeface="+mn-cs"/>
              </a:defRPr>
            </a:lvl2pPr>
            <a:lvl3pPr marL="360000" indent="-180000" algn="l" defTabSz="914400" rtl="0" eaLnBrk="1" latinLnBrk="0" hangingPunct="1">
              <a:lnSpc>
                <a:spcPct val="100000"/>
              </a:lnSpc>
              <a:spcBef>
                <a:spcPts val="600"/>
              </a:spcBef>
              <a:buClr>
                <a:schemeClr val="tx1"/>
              </a:buClr>
              <a:buFont typeface="Arial" panose="020B0604020202020204" pitchFamily="34" charset="0"/>
              <a:buChar char="•"/>
              <a:defRPr sz="1400" kern="1200">
                <a:solidFill>
                  <a:schemeClr val="tx1"/>
                </a:solidFill>
                <a:latin typeface="+mn-lt"/>
                <a:ea typeface="+mn-ea"/>
                <a:cs typeface="+mn-cs"/>
              </a:defRPr>
            </a:lvl3pPr>
            <a:lvl4pPr marL="539750" indent="-180000" algn="l" defTabSz="914400" rtl="0" eaLnBrk="1" latinLnBrk="0" hangingPunct="1">
              <a:lnSpc>
                <a:spcPct val="100000"/>
              </a:lnSpc>
              <a:spcBef>
                <a:spcPts val="600"/>
              </a:spcBef>
              <a:buClr>
                <a:schemeClr val="tx1"/>
              </a:buClr>
              <a:buFont typeface="Verdana" panose="020B0604030504040204" pitchFamily="34" charset="0"/>
              <a:buChar char="‒"/>
              <a:tabLst/>
              <a:defRPr sz="1200" kern="1200">
                <a:solidFill>
                  <a:schemeClr val="tx1"/>
                </a:solidFill>
                <a:latin typeface="+mn-lt"/>
                <a:ea typeface="+mn-ea"/>
                <a:cs typeface="+mn-cs"/>
              </a:defRPr>
            </a:lvl4pPr>
            <a:lvl5pPr marL="719138" indent="-180975" algn="l" defTabSz="914400" rtl="0" eaLnBrk="1" latinLnBrk="0" hangingPunct="1">
              <a:lnSpc>
                <a:spcPct val="100000"/>
              </a:lnSpc>
              <a:spcBef>
                <a:spcPts val="600"/>
              </a:spcBef>
              <a:buClr>
                <a:schemeClr val="tx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a:t>Capgemini </a:t>
            </a:r>
            <a:r>
              <a:rPr lang="fr-FR" err="1"/>
              <a:t>Invent</a:t>
            </a:r>
            <a:r>
              <a:rPr lang="fr-FR"/>
              <a:t> v10.0</a:t>
            </a:r>
          </a:p>
        </p:txBody>
      </p:sp>
      <p:sp>
        <p:nvSpPr>
          <p:cNvPr id="29" name="FootnoteAndSource" hidden="1">
            <a:extLst>
              <a:ext uri="{FF2B5EF4-FFF2-40B4-BE49-F238E27FC236}">
                <a16:creationId xmlns:a16="http://schemas.microsoft.com/office/drawing/2014/main" id="{96E9BC24-418C-4CE4-8E81-3AF9AB04DEAA}"/>
              </a:ext>
            </a:extLst>
          </p:cNvPr>
          <p:cNvSpPr txBox="1"/>
          <p:nvPr/>
        </p:nvSpPr>
        <p:spPr>
          <a:xfrm>
            <a:off x="545323" y="6304130"/>
            <a:ext cx="11340000" cy="162096"/>
          </a:xfrm>
          <a:prstGeom prst="rect">
            <a:avLst/>
          </a:prstGeom>
          <a:noFill/>
        </p:spPr>
        <p:txBody>
          <a:bodyPr vert="horz" wrap="square" lIns="0" tIns="25400" rIns="0" bIns="25400" rtlCol="0" anchor="b" anchorCtr="0">
            <a:spAutoFit/>
          </a:bodyPr>
          <a:lstStyle>
            <a:defPPr>
              <a:defRPr lang="pt-PT"/>
            </a:defPPr>
            <a:lvl1pPr marL="429768" indent="-429768">
              <a:lnSpc>
                <a:spcPct val="90000"/>
              </a:lnSpc>
              <a:tabLst>
                <a:tab pos="347472" algn="r"/>
              </a:tabLst>
              <a:defRPr sz="800"/>
            </a:lvl1pPr>
          </a:lstStyle>
          <a:p>
            <a:pPr marL="429768" indent="-429768" defTabSz="914400">
              <a:lnSpc>
                <a:spcPct val="90000"/>
              </a:lnSpc>
              <a:tabLst>
                <a:tab pos="347472" algn="r"/>
              </a:tabLst>
            </a:pPr>
            <a:r>
              <a:rPr lang="de-DE" sz="800">
                <a:solidFill>
                  <a:schemeClr val="bg1"/>
                </a:solidFill>
              </a:rPr>
              <a:t>	Source:	Source Text</a:t>
            </a:r>
          </a:p>
        </p:txBody>
      </p:sp>
      <p:grpSp>
        <p:nvGrpSpPr>
          <p:cNvPr id="3" name="Group 37">
            <a:extLst>
              <a:ext uri="{FF2B5EF4-FFF2-40B4-BE49-F238E27FC236}">
                <a16:creationId xmlns:a16="http://schemas.microsoft.com/office/drawing/2014/main" id="{9962DC9F-19EF-0160-1ECB-38EA543386E4}"/>
              </a:ext>
            </a:extLst>
          </p:cNvPr>
          <p:cNvGrpSpPr/>
          <p:nvPr/>
        </p:nvGrpSpPr>
        <p:grpSpPr>
          <a:xfrm>
            <a:off x="11770322" y="176700"/>
            <a:ext cx="260230" cy="240782"/>
            <a:chOff x="5481638" y="2859088"/>
            <a:chExt cx="1231900" cy="1139825"/>
          </a:xfrm>
          <a:solidFill>
            <a:schemeClr val="bg1"/>
          </a:solidFill>
        </p:grpSpPr>
        <p:sp>
          <p:nvSpPr>
            <p:cNvPr id="6" name="Freeform 320">
              <a:extLst>
                <a:ext uri="{FF2B5EF4-FFF2-40B4-BE49-F238E27FC236}">
                  <a16:creationId xmlns:a16="http://schemas.microsoft.com/office/drawing/2014/main" id="{9EB66FFA-57EA-AE57-615D-D19F28A47239}"/>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7" name="Freeform 321">
              <a:extLst>
                <a:ext uri="{FF2B5EF4-FFF2-40B4-BE49-F238E27FC236}">
                  <a16:creationId xmlns:a16="http://schemas.microsoft.com/office/drawing/2014/main" id="{FF39CD59-7E45-33C5-FA77-E50FFA28B646}"/>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pic>
        <p:nvPicPr>
          <p:cNvPr id="4" name="GRID" hidden="1">
            <a:extLst>
              <a:ext uri="{FF2B5EF4-FFF2-40B4-BE49-F238E27FC236}">
                <a16:creationId xmlns:a16="http://schemas.microsoft.com/office/drawing/2014/main" id="{BFE9CEFE-AC76-53D3-2BFB-AAF1D501EAEE}"/>
              </a:ext>
            </a:extLst>
          </p:cNvPr>
          <p:cNvPicPr>
            <a:picLocks noGrp="1" noRot="1" noMove="1" noResize="1" noEditPoints="1" noAdjustHandles="1" noChangeArrowheads="1" noChangeShapeType="1" noCrop="1"/>
          </p:cNvPicPr>
          <p:nvPr/>
        </p:nvPicPr>
        <p:blipFill>
          <a:blip r:embed="rId63">
            <a:extLst>
              <a:ext uri="{28A0092B-C50C-407E-A947-70E740481C1C}">
                <a14:useLocalDpi xmlns:a14="http://schemas.microsoft.com/office/drawing/2010/main"/>
              </a:ext>
            </a:extLst>
          </a:blip>
          <a:stretch>
            <a:fillRect/>
          </a:stretch>
        </p:blipFill>
        <p:spPr>
          <a:xfrm>
            <a:off x="550863" y="560562"/>
            <a:ext cx="11089753" cy="5748164"/>
          </a:xfrm>
          <a:prstGeom prst="rect">
            <a:avLst/>
          </a:prstGeom>
        </p:spPr>
      </p:pic>
      <p:sp>
        <p:nvSpPr>
          <p:cNvPr id="10" name="Title Placeholder 4">
            <a:extLst>
              <a:ext uri="{FF2B5EF4-FFF2-40B4-BE49-F238E27FC236}">
                <a16:creationId xmlns:a16="http://schemas.microsoft.com/office/drawing/2014/main" id="{4EBDE9B6-7E8E-ECA3-7C18-8F15D7F2CDF6}"/>
              </a:ext>
            </a:extLst>
          </p:cNvPr>
          <p:cNvSpPr>
            <a:spLocks noGrp="1"/>
          </p:cNvSpPr>
          <p:nvPr>
            <p:ph type="title"/>
          </p:nvPr>
        </p:nvSpPr>
        <p:spPr>
          <a:xfrm>
            <a:off x="551384" y="549274"/>
            <a:ext cx="11090938" cy="930372"/>
          </a:xfrm>
          <a:prstGeom prst="rect">
            <a:avLst/>
          </a:prstGeom>
        </p:spPr>
        <p:txBody>
          <a:bodyPr vert="horz" lIns="0" tIns="0" rIns="0" bIns="126000" rtlCol="0" anchor="b" anchorCtr="0">
            <a:noAutofit/>
          </a:bodyPr>
          <a:lstStyle/>
          <a:p>
            <a:pPr lvl="0"/>
            <a:r>
              <a:rPr lang="en-US"/>
              <a:t>Click to edit Master title style</a:t>
            </a:r>
            <a:endParaRPr lang="de-DE"/>
          </a:p>
        </p:txBody>
      </p:sp>
      <p:sp>
        <p:nvSpPr>
          <p:cNvPr id="11" name="Text Placeholder 1">
            <a:extLst>
              <a:ext uri="{FF2B5EF4-FFF2-40B4-BE49-F238E27FC236}">
                <a16:creationId xmlns:a16="http://schemas.microsoft.com/office/drawing/2014/main" id="{E1DE77AD-1B56-5F52-BDCF-20F452E15E85}"/>
              </a:ext>
            </a:extLst>
          </p:cNvPr>
          <p:cNvSpPr>
            <a:spLocks noGrp="1"/>
          </p:cNvSpPr>
          <p:nvPr>
            <p:ph type="body" idx="1"/>
          </p:nvPr>
        </p:nvSpPr>
        <p:spPr>
          <a:xfrm>
            <a:off x="551384" y="1628800"/>
            <a:ext cx="11090938" cy="4668638"/>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Tree>
    <p:extLst>
      <p:ext uri="{BB962C8B-B14F-4D97-AF65-F5344CB8AC3E}">
        <p14:creationId xmlns:p14="http://schemas.microsoft.com/office/powerpoint/2010/main" val="3599350960"/>
      </p:ext>
    </p:extLst>
  </p:cSld>
  <p:clrMap bg1="lt1" tx1="dk1" bg2="lt2" tx2="dk2" accent1="accent1" accent2="accent2" accent3="accent3" accent4="accent4" accent5="accent5" accent6="accent6" hlink="hlink" folHlink="folHlink"/>
  <p:sldLayoutIdLst>
    <p:sldLayoutId id="2147485206" r:id="rId1"/>
    <p:sldLayoutId id="2147485207" r:id="rId2"/>
    <p:sldLayoutId id="2147485208" r:id="rId3"/>
    <p:sldLayoutId id="2147485209" r:id="rId4"/>
    <p:sldLayoutId id="2147485210" r:id="rId5"/>
    <p:sldLayoutId id="2147485211" r:id="rId6"/>
    <p:sldLayoutId id="2147485212" r:id="rId7"/>
    <p:sldLayoutId id="2147485213" r:id="rId8"/>
    <p:sldLayoutId id="2147485214" r:id="rId9"/>
    <p:sldLayoutId id="2147485215" r:id="rId10"/>
    <p:sldLayoutId id="2147485216" r:id="rId11"/>
    <p:sldLayoutId id="2147485217" r:id="rId12"/>
    <p:sldLayoutId id="2147485218" r:id="rId13"/>
    <p:sldLayoutId id="2147485219" r:id="rId14"/>
    <p:sldLayoutId id="2147485220" r:id="rId15"/>
    <p:sldLayoutId id="2147485221" r:id="rId16"/>
    <p:sldLayoutId id="2147485222" r:id="rId17"/>
    <p:sldLayoutId id="2147485223" r:id="rId18"/>
    <p:sldLayoutId id="2147485224" r:id="rId19"/>
    <p:sldLayoutId id="2147485225" r:id="rId20"/>
    <p:sldLayoutId id="2147485226" r:id="rId21"/>
    <p:sldLayoutId id="2147485227" r:id="rId22"/>
    <p:sldLayoutId id="2147485228" r:id="rId23"/>
    <p:sldLayoutId id="2147485229" r:id="rId24"/>
    <p:sldLayoutId id="2147485230" r:id="rId25"/>
    <p:sldLayoutId id="2147485231" r:id="rId26"/>
    <p:sldLayoutId id="2147485232" r:id="rId27"/>
    <p:sldLayoutId id="2147485233" r:id="rId28"/>
    <p:sldLayoutId id="2147485234" r:id="rId29"/>
    <p:sldLayoutId id="2147485235" r:id="rId30"/>
    <p:sldLayoutId id="2147485236" r:id="rId31"/>
    <p:sldLayoutId id="2147485237" r:id="rId32"/>
    <p:sldLayoutId id="2147485238" r:id="rId33"/>
    <p:sldLayoutId id="2147485239" r:id="rId34"/>
    <p:sldLayoutId id="2147485240" r:id="rId35"/>
    <p:sldLayoutId id="2147485241" r:id="rId36"/>
    <p:sldLayoutId id="2147485242" r:id="rId37"/>
    <p:sldLayoutId id="2147485243" r:id="rId38"/>
    <p:sldLayoutId id="2147485244" r:id="rId39"/>
    <p:sldLayoutId id="2147485245" r:id="rId40"/>
    <p:sldLayoutId id="2147485246" r:id="rId41"/>
    <p:sldLayoutId id="2147485247" r:id="rId42"/>
    <p:sldLayoutId id="2147485248" r:id="rId43"/>
    <p:sldLayoutId id="2147485249" r:id="rId44"/>
    <p:sldLayoutId id="2147485250" r:id="rId45"/>
    <p:sldLayoutId id="2147485251" r:id="rId46"/>
    <p:sldLayoutId id="2147485252" r:id="rId47"/>
    <p:sldLayoutId id="2147485253" r:id="rId48"/>
    <p:sldLayoutId id="2147485254" r:id="rId49"/>
    <p:sldLayoutId id="2147485255" r:id="rId50"/>
    <p:sldLayoutId id="2147485256" r:id="rId51"/>
    <p:sldLayoutId id="2147485257" r:id="rId52"/>
    <p:sldLayoutId id="2147485258" r:id="rId53"/>
    <p:sldLayoutId id="2147485259" r:id="rId54"/>
    <p:sldLayoutId id="2147485260" r:id="rId55"/>
    <p:sldLayoutId id="2147485261" r:id="rId56"/>
    <p:sldLayoutId id="2147485262" r:id="rId57"/>
    <p:sldLayoutId id="2147485263" r:id="rId58"/>
    <p:sldLayoutId id="2147485264" r:id="rId59"/>
    <p:sldLayoutId id="2147485267" r:id="rId60"/>
    <p:sldLayoutId id="2147485265" r:id="rId61"/>
  </p:sldLayoutIdLst>
  <p:hf hdr="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de-DE" sz="3200" b="0" i="0" u="none" strike="noStrike" kern="1200" cap="none" spc="0" normalizeH="0" baseline="0" noProof="0" dirty="0">
          <a:ln>
            <a:noFill/>
          </a:ln>
          <a:solidFill>
            <a:schemeClr val="bg1"/>
          </a:solidFill>
          <a:effectLst/>
          <a:uLnTx/>
          <a:uFillTx/>
          <a:latin typeface="+mj-lt"/>
          <a:ea typeface="+mj-ea"/>
          <a:cs typeface="+mj-cs"/>
        </a:defRPr>
      </a:lvl1pPr>
    </p:titleStyle>
    <p:bodyStyle>
      <a:lvl1pPr marL="0" marR="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sz="1400" kern="1200">
          <a:solidFill>
            <a:schemeClr val="bg1"/>
          </a:solidFill>
          <a:latin typeface="+mn-lt"/>
          <a:ea typeface="+mn-ea"/>
          <a:cs typeface="+mn-cs"/>
        </a:defRPr>
      </a:lvl1pPr>
      <a:lvl2pPr marL="180975" indent="-180975" algn="l" defTabSz="914400" rtl="0" eaLnBrk="1" latinLnBrk="0" hangingPunct="1">
        <a:lnSpc>
          <a:spcPct val="100000"/>
        </a:lnSpc>
        <a:spcBef>
          <a:spcPts val="600"/>
        </a:spcBef>
        <a:buClr>
          <a:schemeClr val="bg1"/>
        </a:buClr>
        <a:buFont typeface="Arial" panose="020B0604020202020204" pitchFamily="34" charset="0"/>
        <a:buChar char="•"/>
        <a:defRPr sz="1400" kern="1200">
          <a:solidFill>
            <a:schemeClr val="bg1"/>
          </a:solidFill>
          <a:latin typeface="+mn-lt"/>
          <a:ea typeface="+mn-ea"/>
          <a:cs typeface="+mn-cs"/>
        </a:defRPr>
      </a:lvl2pPr>
      <a:lvl3pPr marL="360000" indent="-180000" algn="l" defTabSz="914400" rtl="0" eaLnBrk="1" latinLnBrk="0" hangingPunct="1">
        <a:lnSpc>
          <a:spcPct val="100000"/>
        </a:lnSpc>
        <a:spcBef>
          <a:spcPts val="600"/>
        </a:spcBef>
        <a:buClr>
          <a:schemeClr val="bg1"/>
        </a:buClr>
        <a:buFont typeface="System Font Regular"/>
        <a:buChar char="-"/>
        <a:defRPr sz="1400" kern="1200">
          <a:solidFill>
            <a:schemeClr val="bg1"/>
          </a:solidFill>
          <a:latin typeface="+mn-lt"/>
          <a:ea typeface="+mn-ea"/>
          <a:cs typeface="+mn-cs"/>
        </a:defRPr>
      </a:lvl3pPr>
      <a:lvl4pPr marL="539750" indent="-180000" algn="l" defTabSz="914400" rtl="0" eaLnBrk="1" latinLnBrk="0" hangingPunct="1">
        <a:lnSpc>
          <a:spcPct val="100000"/>
        </a:lnSpc>
        <a:spcBef>
          <a:spcPts val="600"/>
        </a:spcBef>
        <a:buClr>
          <a:schemeClr val="accent2"/>
        </a:buClr>
        <a:buFont typeface="Arial" panose="020B0604020202020204" pitchFamily="34" charset="0"/>
        <a:buChar char="•"/>
        <a:tabLst/>
        <a:defRPr sz="1200" kern="1200">
          <a:solidFill>
            <a:schemeClr val="bg1"/>
          </a:solidFill>
          <a:latin typeface="+mn-lt"/>
          <a:ea typeface="+mn-ea"/>
          <a:cs typeface="+mn-cs"/>
        </a:defRPr>
      </a:lvl4pPr>
      <a:lvl5pPr marL="719138" indent="-180975" algn="l" defTabSz="914400" rtl="0" eaLnBrk="1" latinLnBrk="0" hangingPunct="1">
        <a:lnSpc>
          <a:spcPct val="100000"/>
        </a:lnSpc>
        <a:spcBef>
          <a:spcPts val="600"/>
        </a:spcBef>
        <a:buClr>
          <a:schemeClr val="accent2"/>
        </a:buClr>
        <a:buFont typeface="System Font Regular"/>
        <a:buChar char="-"/>
        <a:defRPr sz="12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8" orient="horz" pos="709">
          <p15:clr>
            <a:srgbClr val="F26B43"/>
          </p15:clr>
        </p15:guide>
        <p15:guide id="19" orient="horz" pos="4065">
          <p15:clr>
            <a:srgbClr val="F26B43"/>
          </p15:clr>
        </p15:guide>
        <p15:guide id="20" pos="347">
          <p15:clr>
            <a:srgbClr val="F26B43"/>
          </p15:clr>
        </p15:guide>
        <p15:guide id="21" pos="3840">
          <p15:clr>
            <a:srgbClr val="F26B43"/>
          </p15:clr>
        </p15:guide>
        <p15:guide id="22" pos="7333">
          <p15:clr>
            <a:srgbClr val="F26B43"/>
          </p15:clr>
        </p15:guide>
        <p15:guide id="23" orient="horz" pos="164">
          <p15:clr>
            <a:srgbClr val="F26B43"/>
          </p15:clr>
        </p15:guide>
        <p15:guide id="24" orient="horz" pos="1026">
          <p15:clr>
            <a:srgbClr val="F26B43"/>
          </p15:clr>
        </p15:guide>
        <p15:guide id="25" orient="horz" pos="346">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62.jpeg"/><Relationship Id="rId2" Type="http://schemas.openxmlformats.org/officeDocument/2006/relationships/notesSlide" Target="../notesSlides/notesSlide1.xml"/><Relationship Id="rId1" Type="http://schemas.openxmlformats.org/officeDocument/2006/relationships/slideLayout" Target="../slideLayouts/slideLayout195.xml"/><Relationship Id="rId4" Type="http://schemas.openxmlformats.org/officeDocument/2006/relationships/image" Target="../media/image61.png"/></Relationships>
</file>

<file path=ppt/slides/_rels/slide2.xml.rels><?xml version="1.0" encoding="UTF-8" standalone="yes"?>
<Relationships xmlns="http://schemas.openxmlformats.org/package/2006/relationships"><Relationship Id="rId2" Type="http://schemas.openxmlformats.org/officeDocument/2006/relationships/image" Target="../media/image63.jpeg"/><Relationship Id="rId1" Type="http://schemas.openxmlformats.org/officeDocument/2006/relationships/slideLayout" Target="../slideLayouts/slideLayout196.xml"/></Relationships>
</file>

<file path=ppt/slides/_rels/slide3.xml.rels><?xml version="1.0" encoding="UTF-8" standalone="yes"?>
<Relationships xmlns="http://schemas.openxmlformats.org/package/2006/relationships"><Relationship Id="rId3" Type="http://schemas.microsoft.com/office/2007/relationships/hdphoto" Target="../media/hdphoto17.wdp"/><Relationship Id="rId7" Type="http://schemas.microsoft.com/office/2007/relationships/hdphoto" Target="../media/hdphoto19.wdp"/><Relationship Id="rId2" Type="http://schemas.openxmlformats.org/officeDocument/2006/relationships/image" Target="../media/image64.png"/><Relationship Id="rId1" Type="http://schemas.openxmlformats.org/officeDocument/2006/relationships/slideLayout" Target="../slideLayouts/slideLayout197.xml"/><Relationship Id="rId6" Type="http://schemas.openxmlformats.org/officeDocument/2006/relationships/image" Target="../media/image66.png"/><Relationship Id="rId5" Type="http://schemas.microsoft.com/office/2007/relationships/hdphoto" Target="../media/hdphoto18.wdp"/><Relationship Id="rId4" Type="http://schemas.openxmlformats.org/officeDocument/2006/relationships/image" Target="../media/image6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9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9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98.xml"/></Relationships>
</file>

<file path=ppt/slides/_rels/slide7.xml.rels><?xml version="1.0" encoding="UTF-8" standalone="yes"?>
<Relationships xmlns="http://schemas.openxmlformats.org/package/2006/relationships"><Relationship Id="rId8" Type="http://schemas.microsoft.com/office/2007/relationships/hdphoto" Target="../media/hdphoto22.wdp"/><Relationship Id="rId3" Type="http://schemas.openxmlformats.org/officeDocument/2006/relationships/image" Target="../media/image67.png"/><Relationship Id="rId7" Type="http://schemas.openxmlformats.org/officeDocument/2006/relationships/image" Target="../media/image69.png"/><Relationship Id="rId2" Type="http://schemas.openxmlformats.org/officeDocument/2006/relationships/notesSlide" Target="../notesSlides/notesSlide2.xml"/><Relationship Id="rId1" Type="http://schemas.openxmlformats.org/officeDocument/2006/relationships/slideLayout" Target="../slideLayouts/slideLayout199.xml"/><Relationship Id="rId6" Type="http://schemas.microsoft.com/office/2007/relationships/hdphoto" Target="../media/hdphoto21.wdp"/><Relationship Id="rId5" Type="http://schemas.openxmlformats.org/officeDocument/2006/relationships/image" Target="../media/image68.png"/><Relationship Id="rId10" Type="http://schemas.microsoft.com/office/2007/relationships/hdphoto" Target="../media/hdphoto23.wdp"/><Relationship Id="rId4" Type="http://schemas.microsoft.com/office/2007/relationships/hdphoto" Target="../media/hdphoto20.wdp"/><Relationship Id="rId9" Type="http://schemas.openxmlformats.org/officeDocument/2006/relationships/image" Target="../media/image70.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9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9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9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98.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99.xml"/></Relationships>
</file>

<file path=ppt/slides/_rels/slide13.xml.rels><?xml version="1.0" encoding="UTF-8" standalone="yes"?>
<Relationships xmlns="http://schemas.openxmlformats.org/package/2006/relationships"><Relationship Id="rId8" Type="http://schemas.openxmlformats.org/officeDocument/2006/relationships/image" Target="../media/image73.png"/><Relationship Id="rId13" Type="http://schemas.openxmlformats.org/officeDocument/2006/relationships/image" Target="../media/image78.svg"/><Relationship Id="rId3" Type="http://schemas.openxmlformats.org/officeDocument/2006/relationships/tags" Target="../tags/tag42.xml"/><Relationship Id="rId7" Type="http://schemas.openxmlformats.org/officeDocument/2006/relationships/image" Target="../media/image72.svg"/><Relationship Id="rId12" Type="http://schemas.openxmlformats.org/officeDocument/2006/relationships/image" Target="../media/image77.png"/><Relationship Id="rId2" Type="http://schemas.openxmlformats.org/officeDocument/2006/relationships/tags" Target="../tags/tag41.xml"/><Relationship Id="rId1" Type="http://schemas.openxmlformats.org/officeDocument/2006/relationships/tags" Target="../tags/tag40.xml"/><Relationship Id="rId6" Type="http://schemas.openxmlformats.org/officeDocument/2006/relationships/image" Target="../media/image71.png"/><Relationship Id="rId11" Type="http://schemas.openxmlformats.org/officeDocument/2006/relationships/image" Target="../media/image76.svg"/><Relationship Id="rId5" Type="http://schemas.openxmlformats.org/officeDocument/2006/relationships/notesSlide" Target="../notesSlides/notesSlide5.xml"/><Relationship Id="rId10" Type="http://schemas.openxmlformats.org/officeDocument/2006/relationships/image" Target="../media/image75.png"/><Relationship Id="rId4" Type="http://schemas.openxmlformats.org/officeDocument/2006/relationships/slideLayout" Target="../slideLayouts/slideLayout199.xml"/><Relationship Id="rId9" Type="http://schemas.openxmlformats.org/officeDocument/2006/relationships/image" Target="../media/image74.svg"/></Relationships>
</file>

<file path=ppt/slides/_rels/slide14.xml.rels><?xml version="1.0" encoding="UTF-8" standalone="yes"?>
<Relationships xmlns="http://schemas.openxmlformats.org/package/2006/relationships"><Relationship Id="rId8" Type="http://schemas.openxmlformats.org/officeDocument/2006/relationships/image" Target="../media/image84.png"/><Relationship Id="rId13" Type="http://schemas.openxmlformats.org/officeDocument/2006/relationships/image" Target="../media/image89.png"/><Relationship Id="rId3" Type="http://schemas.openxmlformats.org/officeDocument/2006/relationships/image" Target="../media/image79.png"/><Relationship Id="rId7" Type="http://schemas.openxmlformats.org/officeDocument/2006/relationships/image" Target="../media/image83.png"/><Relationship Id="rId12" Type="http://schemas.openxmlformats.org/officeDocument/2006/relationships/image" Target="../media/image88.png"/><Relationship Id="rId17" Type="http://schemas.openxmlformats.org/officeDocument/2006/relationships/image" Target="../media/image93.svg"/><Relationship Id="rId2" Type="http://schemas.openxmlformats.org/officeDocument/2006/relationships/notesSlide" Target="../notesSlides/notesSlide6.xml"/><Relationship Id="rId16" Type="http://schemas.openxmlformats.org/officeDocument/2006/relationships/image" Target="../media/image92.png"/><Relationship Id="rId1" Type="http://schemas.openxmlformats.org/officeDocument/2006/relationships/slideLayout" Target="../slideLayouts/slideLayout199.xml"/><Relationship Id="rId6" Type="http://schemas.openxmlformats.org/officeDocument/2006/relationships/image" Target="../media/image82.png"/><Relationship Id="rId11" Type="http://schemas.openxmlformats.org/officeDocument/2006/relationships/image" Target="../media/image87.png"/><Relationship Id="rId5" Type="http://schemas.openxmlformats.org/officeDocument/2006/relationships/image" Target="../media/image81.svg"/><Relationship Id="rId15" Type="http://schemas.openxmlformats.org/officeDocument/2006/relationships/image" Target="../media/image91.svg"/><Relationship Id="rId10" Type="http://schemas.openxmlformats.org/officeDocument/2006/relationships/image" Target="../media/image86.png"/><Relationship Id="rId4" Type="http://schemas.openxmlformats.org/officeDocument/2006/relationships/image" Target="../media/image80.png"/><Relationship Id="rId9" Type="http://schemas.openxmlformats.org/officeDocument/2006/relationships/image" Target="../media/image85.png"/><Relationship Id="rId14" Type="http://schemas.openxmlformats.org/officeDocument/2006/relationships/image" Target="../media/image90.png"/></Relationships>
</file>

<file path=ppt/slides/_rels/slide15.xml.rels><?xml version="1.0" encoding="UTF-8" standalone="yes"?>
<Relationships xmlns="http://schemas.openxmlformats.org/package/2006/relationships"><Relationship Id="rId8" Type="http://schemas.openxmlformats.org/officeDocument/2006/relationships/image" Target="../media/image99.svg"/><Relationship Id="rId3" Type="http://schemas.openxmlformats.org/officeDocument/2006/relationships/image" Target="../media/image94.png"/><Relationship Id="rId7" Type="http://schemas.openxmlformats.org/officeDocument/2006/relationships/image" Target="../media/image98.png"/><Relationship Id="rId2" Type="http://schemas.openxmlformats.org/officeDocument/2006/relationships/notesSlide" Target="../notesSlides/notesSlide7.xml"/><Relationship Id="rId1" Type="http://schemas.openxmlformats.org/officeDocument/2006/relationships/slideLayout" Target="../slideLayouts/slideLayout199.xml"/><Relationship Id="rId6" Type="http://schemas.openxmlformats.org/officeDocument/2006/relationships/image" Target="../media/image97.svg"/><Relationship Id="rId11" Type="http://schemas.openxmlformats.org/officeDocument/2006/relationships/image" Target="../media/image102.svg"/><Relationship Id="rId5" Type="http://schemas.openxmlformats.org/officeDocument/2006/relationships/image" Target="../media/image96.png"/><Relationship Id="rId10" Type="http://schemas.openxmlformats.org/officeDocument/2006/relationships/image" Target="../media/image101.svg"/><Relationship Id="rId4" Type="http://schemas.openxmlformats.org/officeDocument/2006/relationships/image" Target="../media/image95.svg"/><Relationship Id="rId9" Type="http://schemas.openxmlformats.org/officeDocument/2006/relationships/image" Target="../media/image100.png"/></Relationships>
</file>

<file path=ppt/slides/_rels/slide16.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image" Target="../media/image103.png"/><Relationship Id="rId1" Type="http://schemas.openxmlformats.org/officeDocument/2006/relationships/slideLayout" Target="../slideLayouts/slideLayout199.xml"/><Relationship Id="rId6" Type="http://schemas.openxmlformats.org/officeDocument/2006/relationships/image" Target="../media/image107.png"/><Relationship Id="rId5" Type="http://schemas.openxmlformats.org/officeDocument/2006/relationships/image" Target="../media/image106.png"/><Relationship Id="rId4" Type="http://schemas.openxmlformats.org/officeDocument/2006/relationships/image" Target="../media/image105.png"/></Relationships>
</file>

<file path=ppt/slides/_rels/slide17.xml.rels><?xml version="1.0" encoding="UTF-8" standalone="yes"?>
<Relationships xmlns="http://schemas.openxmlformats.org/package/2006/relationships"><Relationship Id="rId8" Type="http://schemas.openxmlformats.org/officeDocument/2006/relationships/image" Target="../media/image114.png"/><Relationship Id="rId3" Type="http://schemas.openxmlformats.org/officeDocument/2006/relationships/image" Target="../media/image109.png"/><Relationship Id="rId7" Type="http://schemas.openxmlformats.org/officeDocument/2006/relationships/image" Target="../media/image113.png"/><Relationship Id="rId2" Type="http://schemas.openxmlformats.org/officeDocument/2006/relationships/image" Target="../media/image108.png"/><Relationship Id="rId1" Type="http://schemas.openxmlformats.org/officeDocument/2006/relationships/slideLayout" Target="../slideLayouts/slideLayout199.xml"/><Relationship Id="rId6" Type="http://schemas.openxmlformats.org/officeDocument/2006/relationships/image" Target="../media/image112.png"/><Relationship Id="rId11" Type="http://schemas.openxmlformats.org/officeDocument/2006/relationships/image" Target="../media/image117.png"/><Relationship Id="rId5" Type="http://schemas.openxmlformats.org/officeDocument/2006/relationships/image" Target="../media/image111.png"/><Relationship Id="rId10" Type="http://schemas.openxmlformats.org/officeDocument/2006/relationships/image" Target="../media/image116.emf"/><Relationship Id="rId4" Type="http://schemas.openxmlformats.org/officeDocument/2006/relationships/image" Target="../media/image110.png"/><Relationship Id="rId9" Type="http://schemas.openxmlformats.org/officeDocument/2006/relationships/image" Target="../media/image115.png"/></Relationships>
</file>

<file path=ppt/slides/_rels/slide18.xml.rels><?xml version="1.0" encoding="UTF-8" standalone="yes"?>
<Relationships xmlns="http://schemas.openxmlformats.org/package/2006/relationships"><Relationship Id="rId8" Type="http://schemas.openxmlformats.org/officeDocument/2006/relationships/image" Target="../media/image124.png"/><Relationship Id="rId3" Type="http://schemas.openxmlformats.org/officeDocument/2006/relationships/image" Target="../media/image119.png"/><Relationship Id="rId7" Type="http://schemas.openxmlformats.org/officeDocument/2006/relationships/image" Target="../media/image123.png"/><Relationship Id="rId2" Type="http://schemas.openxmlformats.org/officeDocument/2006/relationships/image" Target="../media/image118.png"/><Relationship Id="rId1" Type="http://schemas.openxmlformats.org/officeDocument/2006/relationships/slideLayout" Target="../slideLayouts/slideLayout199.xml"/><Relationship Id="rId6" Type="http://schemas.openxmlformats.org/officeDocument/2006/relationships/image" Target="../media/image122.png"/><Relationship Id="rId11" Type="http://schemas.openxmlformats.org/officeDocument/2006/relationships/image" Target="../media/image126.png"/><Relationship Id="rId5" Type="http://schemas.openxmlformats.org/officeDocument/2006/relationships/image" Target="../media/image121.png"/><Relationship Id="rId10" Type="http://schemas.openxmlformats.org/officeDocument/2006/relationships/image" Target="../media/image88.png"/><Relationship Id="rId4" Type="http://schemas.openxmlformats.org/officeDocument/2006/relationships/image" Target="../media/image120.png"/><Relationship Id="rId9" Type="http://schemas.openxmlformats.org/officeDocument/2006/relationships/image" Target="../media/image12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98.xml"/></Relationships>
</file>

<file path=ppt/slides/_rels/slide20.xml.rels><?xml version="1.0" encoding="UTF-8" standalone="yes"?>
<Relationships xmlns="http://schemas.openxmlformats.org/package/2006/relationships"><Relationship Id="rId8" Type="http://schemas.openxmlformats.org/officeDocument/2006/relationships/image" Target="../media/image130.png"/><Relationship Id="rId13" Type="http://schemas.openxmlformats.org/officeDocument/2006/relationships/image" Target="../media/image133.png"/><Relationship Id="rId3" Type="http://schemas.microsoft.com/office/2007/relationships/hdphoto" Target="../media/hdphoto24.wdp"/><Relationship Id="rId7" Type="http://schemas.microsoft.com/office/2007/relationships/hdphoto" Target="../media/hdphoto26.wdp"/><Relationship Id="rId12" Type="http://schemas.microsoft.com/office/2007/relationships/hdphoto" Target="../media/hdphoto28.wdp"/><Relationship Id="rId2" Type="http://schemas.openxmlformats.org/officeDocument/2006/relationships/image" Target="../media/image127.png"/><Relationship Id="rId1" Type="http://schemas.openxmlformats.org/officeDocument/2006/relationships/slideLayout" Target="../slideLayouts/slideLayout199.xml"/><Relationship Id="rId6" Type="http://schemas.openxmlformats.org/officeDocument/2006/relationships/image" Target="../media/image129.png"/><Relationship Id="rId11" Type="http://schemas.openxmlformats.org/officeDocument/2006/relationships/image" Target="../media/image132.png"/><Relationship Id="rId5" Type="http://schemas.microsoft.com/office/2007/relationships/hdphoto" Target="../media/hdphoto25.wdp"/><Relationship Id="rId10" Type="http://schemas.microsoft.com/office/2007/relationships/hdphoto" Target="../media/hdphoto27.wdp"/><Relationship Id="rId4" Type="http://schemas.openxmlformats.org/officeDocument/2006/relationships/image" Target="../media/image128.png"/><Relationship Id="rId9" Type="http://schemas.openxmlformats.org/officeDocument/2006/relationships/image" Target="../media/image131.png"/><Relationship Id="rId14" Type="http://schemas.microsoft.com/office/2007/relationships/hdphoto" Target="../media/hdphoto29.wdp"/></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9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98.xml"/></Relationships>
</file>

<file path=ppt/slides/_rels/slide23.xml.rels><?xml version="1.0" encoding="UTF-8" standalone="yes"?>
<Relationships xmlns="http://schemas.openxmlformats.org/package/2006/relationships"><Relationship Id="rId2" Type="http://schemas.openxmlformats.org/officeDocument/2006/relationships/image" Target="../media/image134.emf"/><Relationship Id="rId1" Type="http://schemas.openxmlformats.org/officeDocument/2006/relationships/slideLayout" Target="../slideLayouts/slideLayout19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99.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9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9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99.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9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AE64C129-B0DD-B8CF-235D-63CEEDB2DB21}"/>
              </a:ext>
            </a:extLst>
          </p:cNvPr>
          <p:cNvPicPr>
            <a:picLocks noChangeAspect="1"/>
          </p:cNvPicPr>
          <p:nvPr/>
        </p:nvPicPr>
        <p:blipFill>
          <a:blip r:embed="rId3"/>
          <a:stretch>
            <a:fillRect/>
          </a:stretch>
        </p:blipFill>
        <p:spPr>
          <a:xfrm>
            <a:off x="-29498" y="0"/>
            <a:ext cx="12221497" cy="6874592"/>
          </a:xfrm>
          <a:prstGeom prst="rect">
            <a:avLst/>
          </a:prstGeom>
        </p:spPr>
      </p:pic>
      <p:sp>
        <p:nvSpPr>
          <p:cNvPr id="12" name="Subtitle 11">
            <a:extLst>
              <a:ext uri="{FF2B5EF4-FFF2-40B4-BE49-F238E27FC236}">
                <a16:creationId xmlns:a16="http://schemas.microsoft.com/office/drawing/2014/main" id="{B28D4135-3F0B-4D5A-ADA3-87022F8C1959}"/>
              </a:ext>
            </a:extLst>
          </p:cNvPr>
          <p:cNvSpPr>
            <a:spLocks noGrp="1"/>
          </p:cNvSpPr>
          <p:nvPr>
            <p:ph type="subTitle" idx="1"/>
          </p:nvPr>
        </p:nvSpPr>
        <p:spPr>
          <a:xfrm>
            <a:off x="407988" y="4021101"/>
            <a:ext cx="11386134" cy="307777"/>
          </a:xfrm>
        </p:spPr>
        <p:txBody>
          <a:bodyPr/>
          <a:lstStyle/>
          <a:p>
            <a:r>
              <a:rPr lang="en-GB"/>
              <a:t>March</a:t>
            </a:r>
            <a:r>
              <a:rPr lang="en-GB" noProof="0"/>
              <a:t> 2026</a:t>
            </a:r>
          </a:p>
        </p:txBody>
      </p:sp>
      <p:sp>
        <p:nvSpPr>
          <p:cNvPr id="11" name="Title 10">
            <a:extLst>
              <a:ext uri="{FF2B5EF4-FFF2-40B4-BE49-F238E27FC236}">
                <a16:creationId xmlns:a16="http://schemas.microsoft.com/office/drawing/2014/main" id="{33940544-1F8D-47E0-8BF8-BEED038F26D9}"/>
              </a:ext>
            </a:extLst>
          </p:cNvPr>
          <p:cNvSpPr>
            <a:spLocks noGrp="1"/>
          </p:cNvSpPr>
          <p:nvPr>
            <p:ph type="ctrTitle"/>
          </p:nvPr>
        </p:nvSpPr>
        <p:spPr>
          <a:xfrm>
            <a:off x="311087" y="2163670"/>
            <a:ext cx="11386134" cy="2165208"/>
          </a:xfrm>
        </p:spPr>
        <p:txBody>
          <a:bodyPr/>
          <a:lstStyle/>
          <a:p>
            <a:r>
              <a:rPr lang="en-GB" sz="4000" noProof="0">
                <a:latin typeface="+mj-lt"/>
              </a:rPr>
              <a:t>Capgemini response to </a:t>
            </a:r>
            <a:br>
              <a:rPr lang="en-GB" sz="4000" noProof="0">
                <a:latin typeface="+mj-lt"/>
              </a:rPr>
            </a:br>
            <a:r>
              <a:rPr lang="en-GB" sz="4000" noProof="0">
                <a:latin typeface="+mj-lt"/>
              </a:rPr>
              <a:t>Liberty </a:t>
            </a:r>
            <a:r>
              <a:rPr lang="en-IN" sz="4000"/>
              <a:t>Networks’ RFP for </a:t>
            </a:r>
            <a:br>
              <a:rPr lang="en-IN" sz="4000"/>
            </a:br>
            <a:r>
              <a:rPr lang="en-IN" sz="4000"/>
              <a:t>Cost Transformation Initiative</a:t>
            </a:r>
            <a:br>
              <a:rPr lang="en-GB" sz="4800" noProof="0">
                <a:latin typeface="+mj-lt"/>
              </a:rPr>
            </a:br>
            <a:endParaRPr lang="en-GB" sz="3300" noProof="0">
              <a:latin typeface="+mj-lt"/>
            </a:endParaRPr>
          </a:p>
        </p:txBody>
      </p:sp>
      <p:pic>
        <p:nvPicPr>
          <p:cNvPr id="3" name="Picture 2" descr="A black background with white text">
            <a:extLst>
              <a:ext uri="{FF2B5EF4-FFF2-40B4-BE49-F238E27FC236}">
                <a16:creationId xmlns:a16="http://schemas.microsoft.com/office/drawing/2014/main" id="{A8438642-9B40-9362-6E1D-ED5EA62240F2}"/>
              </a:ext>
            </a:extLst>
          </p:cNvPr>
          <p:cNvPicPr>
            <a:picLocks noChangeAspect="1"/>
          </p:cNvPicPr>
          <p:nvPr/>
        </p:nvPicPr>
        <p:blipFill>
          <a:blip r:embed="rId4"/>
          <a:stretch>
            <a:fillRect/>
          </a:stretch>
        </p:blipFill>
        <p:spPr>
          <a:xfrm>
            <a:off x="5392504" y="5052394"/>
            <a:ext cx="6799496" cy="1324461"/>
          </a:xfrm>
          <a:prstGeom prst="rect">
            <a:avLst/>
          </a:prstGeom>
        </p:spPr>
      </p:pic>
      <p:sp>
        <p:nvSpPr>
          <p:cNvPr id="4" name="Rectangle 3">
            <a:extLst>
              <a:ext uri="{FF2B5EF4-FFF2-40B4-BE49-F238E27FC236}">
                <a16:creationId xmlns:a16="http://schemas.microsoft.com/office/drawing/2014/main" id="{565B05BC-F990-5425-AD52-6946D9B691AC}"/>
              </a:ext>
            </a:extLst>
          </p:cNvPr>
          <p:cNvSpPr/>
          <p:nvPr/>
        </p:nvSpPr>
        <p:spPr>
          <a:xfrm rot="16200000">
            <a:off x="-3368495"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17" name="Group 16">
            <a:extLst>
              <a:ext uri="{FF2B5EF4-FFF2-40B4-BE49-F238E27FC236}">
                <a16:creationId xmlns:a16="http://schemas.microsoft.com/office/drawing/2014/main" id="{C154204B-C7DA-204F-E206-2352BD4B9A1C}"/>
              </a:ext>
            </a:extLst>
          </p:cNvPr>
          <p:cNvGrpSpPr>
            <a:grpSpLocks noChangeAspect="1"/>
          </p:cNvGrpSpPr>
          <p:nvPr/>
        </p:nvGrpSpPr>
        <p:grpSpPr>
          <a:xfrm>
            <a:off x="9193161" y="481145"/>
            <a:ext cx="2702287" cy="607538"/>
            <a:chOff x="5094083" y="5360390"/>
            <a:chExt cx="3039349" cy="683316"/>
          </a:xfrm>
          <a:solidFill>
            <a:schemeClr val="bg1"/>
          </a:solidFill>
        </p:grpSpPr>
        <p:sp>
          <p:nvSpPr>
            <p:cNvPr id="18" name="Freeform: Shape 4">
              <a:extLst>
                <a:ext uri="{FF2B5EF4-FFF2-40B4-BE49-F238E27FC236}">
                  <a16:creationId xmlns:a16="http://schemas.microsoft.com/office/drawing/2014/main" id="{CA616812-A51F-AFB1-1966-AF5C6AB814F3}"/>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19" name="Freeform: Shape 5">
              <a:extLst>
                <a:ext uri="{FF2B5EF4-FFF2-40B4-BE49-F238E27FC236}">
                  <a16:creationId xmlns:a16="http://schemas.microsoft.com/office/drawing/2014/main" id="{DA8DEA5E-30C9-0E71-B652-4BA69AD08E02}"/>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20" name="Freeform: Shape 6">
              <a:extLst>
                <a:ext uri="{FF2B5EF4-FFF2-40B4-BE49-F238E27FC236}">
                  <a16:creationId xmlns:a16="http://schemas.microsoft.com/office/drawing/2014/main" id="{5DD5F2B0-2DE5-B8DF-45A9-14176EB67AF5}"/>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21" name="Freeform: Shape 7">
              <a:extLst>
                <a:ext uri="{FF2B5EF4-FFF2-40B4-BE49-F238E27FC236}">
                  <a16:creationId xmlns:a16="http://schemas.microsoft.com/office/drawing/2014/main" id="{B3740615-966D-5D80-59CE-DF9D35D46AE7}"/>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22" name="Freeform: Shape 8">
              <a:extLst>
                <a:ext uri="{FF2B5EF4-FFF2-40B4-BE49-F238E27FC236}">
                  <a16:creationId xmlns:a16="http://schemas.microsoft.com/office/drawing/2014/main" id="{99F7036D-BABC-3739-FB7A-D0F43E31CF1C}"/>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grpSp>
    </p:spTree>
    <p:extLst>
      <p:ext uri="{BB962C8B-B14F-4D97-AF65-F5344CB8AC3E}">
        <p14:creationId xmlns:p14="http://schemas.microsoft.com/office/powerpoint/2010/main" val="17202048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 name="Picture 26" descr="Empty office chairs">
            <a:extLst>
              <a:ext uri="{FF2B5EF4-FFF2-40B4-BE49-F238E27FC236}">
                <a16:creationId xmlns:a16="http://schemas.microsoft.com/office/drawing/2014/main" id="{BAA3FD22-79A9-542F-D253-5285CD9BF046}"/>
              </a:ext>
            </a:extLst>
          </p:cNvPr>
          <p:cNvPicPr>
            <a:picLocks noChangeAspect="1"/>
          </p:cNvPicPr>
          <p:nvPr/>
        </p:nvPicPr>
        <p:blipFill>
          <a:blip r:embed="rId2"/>
          <a:srcRect l="19897" r="12475" b="-1"/>
          <a:stretch>
            <a:fillRect/>
          </a:stretch>
        </p:blipFill>
        <p:spPr>
          <a:xfrm>
            <a:off x="6096001" y="908721"/>
            <a:ext cx="6096000" cy="594928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noFill/>
        </p:spPr>
      </p:pic>
      <p:sp>
        <p:nvSpPr>
          <p:cNvPr id="25" name="Title 1">
            <a:extLst>
              <a:ext uri="{FF2B5EF4-FFF2-40B4-BE49-F238E27FC236}">
                <a16:creationId xmlns:a16="http://schemas.microsoft.com/office/drawing/2014/main" id="{CDC0081D-850A-4C00-95D0-566ACD6995E4}"/>
              </a:ext>
            </a:extLst>
          </p:cNvPr>
          <p:cNvSpPr>
            <a:spLocks noGrp="1"/>
          </p:cNvSpPr>
          <p:nvPr>
            <p:ph type="title"/>
          </p:nvPr>
        </p:nvSpPr>
        <p:spPr/>
        <p:txBody>
          <a:bodyPr vert="horz" lIns="0" tIns="0" rIns="0" bIns="0" rtlCol="0" anchor="b">
            <a:normAutofit/>
          </a:bodyPr>
          <a:lstStyle/>
          <a:p>
            <a:r>
              <a:rPr lang="en-GB" sz="2400">
                <a:solidFill>
                  <a:schemeClr val="tx1"/>
                </a:solidFill>
              </a:rPr>
              <a:t>Disclaimer</a:t>
            </a:r>
          </a:p>
        </p:txBody>
      </p:sp>
      <p:sp>
        <p:nvSpPr>
          <p:cNvPr id="26" name="Title 1">
            <a:extLst>
              <a:ext uri="{FF2B5EF4-FFF2-40B4-BE49-F238E27FC236}">
                <a16:creationId xmlns:a16="http://schemas.microsoft.com/office/drawing/2014/main" id="{60D056D4-B6C7-4E17-9339-F94EEC1CDD69}"/>
              </a:ext>
            </a:extLst>
          </p:cNvPr>
          <p:cNvSpPr txBox="1">
            <a:spLocks/>
          </p:cNvSpPr>
          <p:nvPr/>
        </p:nvSpPr>
        <p:spPr bwMode="auto">
          <a:xfrm>
            <a:off x="407988" y="1899315"/>
            <a:ext cx="5471988" cy="4958685"/>
          </a:xfrm>
          <a:prstGeom prst="rect">
            <a:avLst/>
          </a:prstGeom>
        </p:spPr>
        <p:txBody>
          <a:bodyPr vert="horz" lIns="0" tIns="0" rIns="0" bIns="0" numCol="1" rtlCol="0" anchorCtr="0" compatLnSpc="1">
            <a:prstTxWarp prst="textNoShape">
              <a:avLst/>
            </a:prstTxWarp>
            <a:normAutofit/>
          </a:bodyPr>
          <a:lstStyle>
            <a:lvl1pPr algn="l" rtl="0" eaLnBrk="0" fontAlgn="base" hangingPunct="0">
              <a:spcBef>
                <a:spcPct val="0"/>
              </a:spcBef>
              <a:spcAft>
                <a:spcPct val="0"/>
              </a:spcAft>
              <a:defRPr sz="5000" kern="1200">
                <a:solidFill>
                  <a:srgbClr val="004B66"/>
                </a:solidFill>
                <a:latin typeface="Calibri" pitchFamily="34" charset="0"/>
                <a:ea typeface="Calibri" pitchFamily="34" charset="0"/>
                <a:cs typeface="Calibri" pitchFamily="34" charset="0"/>
              </a:defRPr>
            </a:lvl1pPr>
            <a:lvl2pPr algn="l" rtl="0" eaLnBrk="0" fontAlgn="base" hangingPunct="0">
              <a:spcBef>
                <a:spcPct val="0"/>
              </a:spcBef>
              <a:spcAft>
                <a:spcPct val="0"/>
              </a:spcAft>
              <a:defRPr sz="2000">
                <a:solidFill>
                  <a:srgbClr val="004B66"/>
                </a:solidFill>
                <a:latin typeface="Calibri" pitchFamily="34" charset="0"/>
                <a:ea typeface="Calibri" pitchFamily="34" charset="0"/>
                <a:cs typeface="Calibri" pitchFamily="34" charset="0"/>
              </a:defRPr>
            </a:lvl2pPr>
            <a:lvl3pPr algn="l" rtl="0" eaLnBrk="0" fontAlgn="base" hangingPunct="0">
              <a:spcBef>
                <a:spcPct val="0"/>
              </a:spcBef>
              <a:spcAft>
                <a:spcPct val="0"/>
              </a:spcAft>
              <a:defRPr sz="2000">
                <a:solidFill>
                  <a:srgbClr val="004B66"/>
                </a:solidFill>
                <a:latin typeface="Calibri" pitchFamily="34" charset="0"/>
                <a:ea typeface="Calibri" pitchFamily="34" charset="0"/>
                <a:cs typeface="Calibri" pitchFamily="34" charset="0"/>
              </a:defRPr>
            </a:lvl3pPr>
            <a:lvl4pPr algn="l" rtl="0" eaLnBrk="0" fontAlgn="base" hangingPunct="0">
              <a:spcBef>
                <a:spcPct val="0"/>
              </a:spcBef>
              <a:spcAft>
                <a:spcPct val="0"/>
              </a:spcAft>
              <a:defRPr sz="2000">
                <a:solidFill>
                  <a:srgbClr val="004B66"/>
                </a:solidFill>
                <a:latin typeface="Calibri" pitchFamily="34" charset="0"/>
                <a:ea typeface="Calibri" pitchFamily="34" charset="0"/>
                <a:cs typeface="Calibri" pitchFamily="34" charset="0"/>
              </a:defRPr>
            </a:lvl4pPr>
            <a:lvl5pPr algn="l" rtl="0" eaLnBrk="0" fontAlgn="base" hangingPunct="0">
              <a:spcBef>
                <a:spcPct val="0"/>
              </a:spcBef>
              <a:spcAft>
                <a:spcPct val="0"/>
              </a:spcAft>
              <a:defRPr sz="2000">
                <a:solidFill>
                  <a:srgbClr val="004B66"/>
                </a:solidFill>
                <a:latin typeface="Calibri" pitchFamily="34" charset="0"/>
                <a:ea typeface="Calibri" pitchFamily="34" charset="0"/>
                <a:cs typeface="Calibri" pitchFamily="34" charset="0"/>
              </a:defRPr>
            </a:lvl5pPr>
            <a:lvl6pPr marL="457200" algn="l" rtl="0" eaLnBrk="1" fontAlgn="base" hangingPunct="1">
              <a:spcBef>
                <a:spcPct val="0"/>
              </a:spcBef>
              <a:spcAft>
                <a:spcPct val="0"/>
              </a:spcAft>
              <a:defRPr sz="2000">
                <a:solidFill>
                  <a:schemeClr val="tx2"/>
                </a:solidFill>
                <a:latin typeface="Calibri" pitchFamily="34" charset="0"/>
                <a:cs typeface="Calibri" pitchFamily="34" charset="0"/>
              </a:defRPr>
            </a:lvl6pPr>
            <a:lvl7pPr marL="914400" algn="l" rtl="0" eaLnBrk="1" fontAlgn="base" hangingPunct="1">
              <a:spcBef>
                <a:spcPct val="0"/>
              </a:spcBef>
              <a:spcAft>
                <a:spcPct val="0"/>
              </a:spcAft>
              <a:defRPr sz="2000">
                <a:solidFill>
                  <a:schemeClr val="tx2"/>
                </a:solidFill>
                <a:latin typeface="Calibri" pitchFamily="34" charset="0"/>
                <a:cs typeface="Calibri" pitchFamily="34" charset="0"/>
              </a:defRPr>
            </a:lvl7pPr>
            <a:lvl8pPr marL="1371600" algn="l" rtl="0" eaLnBrk="1" fontAlgn="base" hangingPunct="1">
              <a:spcBef>
                <a:spcPct val="0"/>
              </a:spcBef>
              <a:spcAft>
                <a:spcPct val="0"/>
              </a:spcAft>
              <a:defRPr sz="2000">
                <a:solidFill>
                  <a:schemeClr val="tx2"/>
                </a:solidFill>
                <a:latin typeface="Calibri" pitchFamily="34" charset="0"/>
                <a:cs typeface="Calibri" pitchFamily="34" charset="0"/>
              </a:defRPr>
            </a:lvl8pPr>
            <a:lvl9pPr marL="1828800" algn="l" rtl="0" eaLnBrk="1" fontAlgn="base" hangingPunct="1">
              <a:spcBef>
                <a:spcPct val="0"/>
              </a:spcBef>
              <a:spcAft>
                <a:spcPct val="0"/>
              </a:spcAft>
              <a:defRPr sz="2000">
                <a:solidFill>
                  <a:schemeClr val="tx2"/>
                </a:solidFill>
                <a:latin typeface="Calibri" pitchFamily="34" charset="0"/>
                <a:cs typeface="Calibri" pitchFamily="34" charset="0"/>
              </a:defRPr>
            </a:lvl9pPr>
          </a:lstStyle>
          <a:p>
            <a:pPr lvl="0" eaLnBrk="1" hangingPunct="1">
              <a:lnSpc>
                <a:spcPct val="90000"/>
              </a:lnSpc>
              <a:spcBef>
                <a:spcPts val="1200"/>
              </a:spcBef>
              <a:spcAft>
                <a:spcPts val="600"/>
              </a:spcAft>
              <a:defRPr/>
            </a:pPr>
            <a:r>
              <a:rPr kumimoji="0" lang="en-US" sz="1400" b="0" u="none" strike="noStrike" cap="none" spc="0" normalizeH="0" baseline="0" noProof="0">
                <a:ln>
                  <a:noFill/>
                </a:ln>
                <a:solidFill>
                  <a:schemeClr val="tx1"/>
                </a:solidFill>
                <a:effectLst/>
                <a:uLnTx/>
                <a:uFillTx/>
                <a:latin typeface="+mn-lt"/>
                <a:ea typeface="+mn-ea"/>
                <a:cs typeface="+mn-cs"/>
              </a:rPr>
              <a:t>The information shared within this proposal is solely for the purpose to respond to </a:t>
            </a:r>
            <a:r>
              <a:rPr lang="en-US" sz="1400">
                <a:solidFill>
                  <a:schemeClr val="tx1"/>
                </a:solidFill>
                <a:latin typeface="+mn-lt"/>
                <a:ea typeface="+mn-ea"/>
                <a:cs typeface="+mn-cs"/>
              </a:rPr>
              <a:t>LN for the cost transformation RFP. This proposal</a:t>
            </a:r>
            <a:r>
              <a:rPr kumimoji="0" lang="en-US" sz="1400" b="0" u="none" strike="noStrike" cap="none" spc="0" normalizeH="0" baseline="0" noProof="0">
                <a:ln>
                  <a:noFill/>
                </a:ln>
                <a:solidFill>
                  <a:schemeClr val="tx1"/>
                </a:solidFill>
                <a:effectLst/>
                <a:uLnTx/>
                <a:uFillTx/>
                <a:latin typeface="+mn-lt"/>
                <a:ea typeface="+mn-ea"/>
                <a:cs typeface="+mn-cs"/>
              </a:rPr>
              <a:t> shall remain the property of Capgemini UK plc. As it contains </a:t>
            </a:r>
            <a:r>
              <a:rPr lang="en-US" sz="1400">
                <a:solidFill>
                  <a:schemeClr val="tx1"/>
                </a:solidFill>
                <a:latin typeface="+mn-lt"/>
                <a:ea typeface="+mn-ea"/>
                <a:cs typeface="+mn-cs"/>
              </a:rPr>
              <a:t>Capgemini sensitive information </a:t>
            </a:r>
            <a:r>
              <a:rPr kumimoji="0" lang="en-US" sz="1400" b="0" u="none" strike="noStrike" cap="none" spc="0" normalizeH="0" baseline="0" noProof="0">
                <a:ln>
                  <a:noFill/>
                </a:ln>
                <a:solidFill>
                  <a:schemeClr val="tx1"/>
                </a:solidFill>
                <a:effectLst/>
                <a:uLnTx/>
                <a:uFillTx/>
                <a:latin typeface="+mn-lt"/>
                <a:ea typeface="+mn-ea"/>
                <a:cs typeface="+mn-cs"/>
              </a:rPr>
              <a:t>and supplied in strict confidence and must not be produced in whole or in part, used in tendering or for manufacturing purposes or given or communicated to any third party other than LLA and Liberty Networks team, without the prior written consent of Capgemini UK plc. </a:t>
            </a:r>
          </a:p>
          <a:p>
            <a:pPr marR="0" lvl="0" eaLnBrk="1" fontAlgn="base" hangingPunct="1">
              <a:lnSpc>
                <a:spcPct val="90000"/>
              </a:lnSpc>
              <a:spcBef>
                <a:spcPts val="1200"/>
              </a:spcBef>
              <a:spcAft>
                <a:spcPts val="600"/>
              </a:spcAft>
              <a:buClrTx/>
              <a:buSzTx/>
              <a:tabLst/>
              <a:defRPr/>
            </a:pPr>
            <a:r>
              <a:rPr kumimoji="0" lang="en-US" sz="1400" b="0" u="none" strike="noStrike" cap="none" spc="0" normalizeH="0" baseline="0" noProof="0">
                <a:ln>
                  <a:noFill/>
                </a:ln>
                <a:solidFill>
                  <a:schemeClr val="tx1"/>
                </a:solidFill>
                <a:effectLst/>
                <a:uLnTx/>
                <a:uFillTx/>
                <a:latin typeface="+mn-lt"/>
                <a:ea typeface="+mn-ea"/>
                <a:cs typeface="+mn-cs"/>
              </a:rPr>
              <a:t>Potential saving view given </a:t>
            </a:r>
            <a:r>
              <a:rPr lang="en-US" sz="1400">
                <a:solidFill>
                  <a:schemeClr val="tx1"/>
                </a:solidFill>
                <a:latin typeface="+mn-lt"/>
                <a:ea typeface="+mn-ea"/>
                <a:cs typeface="+mn-cs"/>
              </a:rPr>
              <a:t>in this proposal is suggestive only (based on industry experience) and </a:t>
            </a:r>
            <a:r>
              <a:rPr kumimoji="0" lang="en-US" sz="1400" b="0" u="none" strike="noStrike" cap="none" spc="0" normalizeH="0" baseline="0" noProof="0">
                <a:ln>
                  <a:noFill/>
                </a:ln>
                <a:solidFill>
                  <a:schemeClr val="tx1"/>
                </a:solidFill>
                <a:effectLst/>
                <a:uLnTx/>
                <a:uFillTx/>
                <a:latin typeface="+mn-lt"/>
                <a:ea typeface="+mn-ea"/>
                <a:cs typeface="+mn-cs"/>
              </a:rPr>
              <a:t>pricing information in this Proposal is given as a preliminary estimate only and, along with the other information in this proposal, is not, and shall not be construed as, a formal offer for acceptance.” </a:t>
            </a:r>
          </a:p>
        </p:txBody>
      </p:sp>
      <p:sp>
        <p:nvSpPr>
          <p:cNvPr id="2" name="Retângulo 43">
            <a:extLst>
              <a:ext uri="{FF2B5EF4-FFF2-40B4-BE49-F238E27FC236}">
                <a16:creationId xmlns:a16="http://schemas.microsoft.com/office/drawing/2014/main" id="{A04CB19A-A90C-68EF-CC6E-22809163054E}"/>
              </a:ext>
            </a:extLst>
          </p:cNvPr>
          <p:cNvSpPr/>
          <p:nvPr/>
        </p:nvSpPr>
        <p:spPr>
          <a:xfrm>
            <a:off x="11744128" y="6517658"/>
            <a:ext cx="229263" cy="215444"/>
          </a:xfrm>
          <a:prstGeom prst="rect">
            <a:avLst/>
          </a:prstGeom>
        </p:spPr>
        <p:txBody>
          <a:bodyPr wrap="square" lIns="0" rIns="0">
            <a:spAutoFit/>
          </a:bodyPr>
          <a:lstStyle/>
          <a:p>
            <a:pPr algn="r"/>
            <a:fld id="{0502E5A9-B53C-401E-A0E0-4A359BB0A9E5}" type="slidenum">
              <a:rPr lang="en-US" sz="800" smtClean="0">
                <a:solidFill>
                  <a:srgbClr val="A6A6A6"/>
                </a:solidFill>
                <a:latin typeface="Ubuntu" panose="020B0504030602030204" pitchFamily="34" charset="0"/>
                <a:cs typeface="Arial" panose="020B0604020202020204" pitchFamily="34" charset="0"/>
              </a:rPr>
              <a:pPr algn="r"/>
              <a:t>2</a:t>
            </a:fld>
            <a:endParaRPr lang="en-US" sz="800">
              <a:solidFill>
                <a:srgbClr val="A6A6A6"/>
              </a:solidFill>
              <a:latin typeface="Ubuntu" panose="020B0504030602030204" pitchFamily="34" charset="0"/>
              <a:cs typeface="Arial" panose="020B0604020202020204" pitchFamily="34" charset="0"/>
            </a:endParaRPr>
          </a:p>
        </p:txBody>
      </p:sp>
      <p:sp>
        <p:nvSpPr>
          <p:cNvPr id="3" name="Rectangle 27">
            <a:extLst>
              <a:ext uri="{FF2B5EF4-FFF2-40B4-BE49-F238E27FC236}">
                <a16:creationId xmlns:a16="http://schemas.microsoft.com/office/drawing/2014/main" id="{62C4F9C1-344D-6EFC-792B-BD1E238D0B75}"/>
              </a:ext>
            </a:extLst>
          </p:cNvPr>
          <p:cNvSpPr/>
          <p:nvPr/>
        </p:nvSpPr>
        <p:spPr>
          <a:xfrm>
            <a:off x="7227070" y="6517871"/>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a:solidFill>
                  <a:srgbClr val="A6A6A6"/>
                </a:solidFill>
                <a:latin typeface="Ubuntu" panose="020B0504030602030204" pitchFamily="34" charset="0"/>
                <a:cs typeface="Arial" panose="020B0604020202020204" pitchFamily="34" charset="0"/>
              </a:rPr>
              <a:t>Company</a:t>
            </a:r>
            <a:r>
              <a:rPr lang="en-GB" sz="700" baseline="0">
                <a:solidFill>
                  <a:srgbClr val="A6A6A6"/>
                </a:solidFill>
                <a:latin typeface="Ubuntu" panose="020B0504030602030204" pitchFamily="34" charset="0"/>
                <a:cs typeface="Arial" panose="020B0604020202020204" pitchFamily="34" charset="0"/>
              </a:rPr>
              <a:t> </a:t>
            </a:r>
            <a:r>
              <a:rPr lang="en-GB" sz="700">
                <a:solidFill>
                  <a:srgbClr val="A6A6A6"/>
                </a:solidFill>
                <a:latin typeface="Ubuntu" panose="020B0504030602030204" pitchFamily="34" charset="0"/>
                <a:cs typeface="Arial" panose="020B0604020202020204" pitchFamily="34" charset="0"/>
              </a:rPr>
              <a:t>Confidential © Capgemini 2026. All rights reserved  |</a:t>
            </a:r>
          </a:p>
        </p:txBody>
      </p:sp>
    </p:spTree>
    <p:extLst>
      <p:ext uri="{BB962C8B-B14F-4D97-AF65-F5344CB8AC3E}">
        <p14:creationId xmlns:p14="http://schemas.microsoft.com/office/powerpoint/2010/main" val="36471246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86DE38-E4DA-6D2B-33DF-52E0D341D426}"/>
            </a:ext>
          </a:extLst>
        </p:cNvPr>
        <p:cNvGrpSpPr/>
        <p:nvPr/>
      </p:nvGrpSpPr>
      <p:grpSpPr>
        <a:xfrm>
          <a:off x="0" y="0"/>
          <a:ext cx="0" cy="0"/>
          <a:chOff x="0" y="0"/>
          <a:chExt cx="0" cy="0"/>
        </a:xfrm>
      </p:grpSpPr>
      <p:sp>
        <p:nvSpPr>
          <p:cNvPr id="46" name="Title 45">
            <a:extLst>
              <a:ext uri="{FF2B5EF4-FFF2-40B4-BE49-F238E27FC236}">
                <a16:creationId xmlns:a16="http://schemas.microsoft.com/office/drawing/2014/main" id="{EE21EA18-5FEC-FB0F-998D-84A2CB9495AC}"/>
              </a:ext>
            </a:extLst>
          </p:cNvPr>
          <p:cNvSpPr>
            <a:spLocks noGrp="1"/>
          </p:cNvSpPr>
          <p:nvPr>
            <p:ph type="title"/>
          </p:nvPr>
        </p:nvSpPr>
        <p:spPr>
          <a:xfrm>
            <a:off x="400152" y="197637"/>
            <a:ext cx="11009312" cy="814387"/>
          </a:xfrm>
        </p:spPr>
        <p:txBody>
          <a:bodyPr/>
          <a:lstStyle/>
          <a:p>
            <a:r>
              <a:rPr lang="en-IN" sz="2400"/>
              <a:t>Statement of Purpose</a:t>
            </a:r>
            <a:br>
              <a:rPr lang="en-IN" sz="2400"/>
            </a:br>
            <a:endParaRPr lang="en-US" sz="2400"/>
          </a:p>
        </p:txBody>
      </p:sp>
      <p:sp>
        <p:nvSpPr>
          <p:cNvPr id="154" name="Rectangle 153">
            <a:extLst>
              <a:ext uri="{FF2B5EF4-FFF2-40B4-BE49-F238E27FC236}">
                <a16:creationId xmlns:a16="http://schemas.microsoft.com/office/drawing/2014/main" id="{B9179860-D371-A907-50AB-01CD14A0FD2E}"/>
              </a:ext>
            </a:extLst>
          </p:cNvPr>
          <p:cNvSpPr/>
          <p:nvPr/>
        </p:nvSpPr>
        <p:spPr>
          <a:xfrm>
            <a:off x="501162" y="1169377"/>
            <a:ext cx="11276500" cy="1257300"/>
          </a:xfrm>
          <a:prstGeom prst="rect">
            <a:avLst/>
          </a:prstGeom>
          <a:solidFill>
            <a:schemeClr val="accent3">
              <a:lumMod val="75000"/>
              <a:lumOff val="2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Ins="91440" rtlCol="0" anchor="ctr"/>
          <a:lstStyle/>
          <a:p>
            <a:pPr algn="ctr"/>
            <a:endParaRPr lang="en-GB" sz="1400" kern="0">
              <a:solidFill>
                <a:srgbClr val="FFFFFF"/>
              </a:solidFill>
              <a:latin typeface="Ubuntu" panose="020B0504030602030204" pitchFamily="34" charset="0"/>
              <a:sym typeface="Arial"/>
            </a:endParaRPr>
          </a:p>
        </p:txBody>
      </p:sp>
      <p:sp>
        <p:nvSpPr>
          <p:cNvPr id="157" name="Text Placeholder 7">
            <a:extLst>
              <a:ext uri="{FF2B5EF4-FFF2-40B4-BE49-F238E27FC236}">
                <a16:creationId xmlns:a16="http://schemas.microsoft.com/office/drawing/2014/main" id="{41325212-6BAE-A693-0F27-77F503CE20B8}"/>
              </a:ext>
            </a:extLst>
          </p:cNvPr>
          <p:cNvSpPr txBox="1">
            <a:spLocks/>
          </p:cNvSpPr>
          <p:nvPr/>
        </p:nvSpPr>
        <p:spPr>
          <a:xfrm>
            <a:off x="400152" y="1272517"/>
            <a:ext cx="1188720" cy="1051020"/>
          </a:xfrm>
          <a:prstGeom prst="rect">
            <a:avLst/>
          </a:prstGeom>
          <a:solidFill>
            <a:schemeClr val="accent3">
              <a:lumMod val="50000"/>
              <a:lumOff val="50000"/>
            </a:schemeClr>
          </a:solidFill>
        </p:spPr>
        <p:txBody>
          <a:bodyPr rIns="91440" anchor="ctr">
            <a:noAutofit/>
          </a:bodyPr>
          <a:lstStyle>
            <a:lvl1pPr algn="r">
              <a:lnSpc>
                <a:spcPct val="85000"/>
              </a:lnSpc>
              <a:spcBef>
                <a:spcPts val="600"/>
              </a:spcBef>
              <a:defRPr sz="1600" b="1">
                <a:solidFill>
                  <a:schemeClr val="bg1"/>
                </a:solidFill>
              </a:defRPr>
            </a:lvl1pPr>
            <a:lvl2pPr>
              <a:lnSpc>
                <a:spcPct val="100000"/>
              </a:lnSpc>
              <a:defRPr sz="1400"/>
            </a:lvl2pPr>
            <a:lvl3pPr>
              <a:lnSpc>
                <a:spcPct val="100000"/>
              </a:lnSpc>
              <a:defRPr sz="1400"/>
            </a:lvl3pPr>
            <a:lvl4pPr>
              <a:lnSpc>
                <a:spcPct val="100000"/>
              </a:lnSpc>
              <a:defRPr sz="1400"/>
            </a:lvl4pPr>
            <a:lvl5pPr>
              <a:lnSpc>
                <a:spcPct val="100000"/>
              </a:lnSpc>
              <a:defRPr sz="1200"/>
            </a:lvl5pPr>
          </a:lstStyle>
          <a:p>
            <a:pPr lvl="0" algn="ctr">
              <a:defRPr/>
            </a:pPr>
            <a:endParaRPr kumimoji="0" lang="en-US" sz="1600" b="1" i="0" u="none" strike="noStrike" kern="1200" cap="none" spc="0" normalizeH="0" baseline="0" noProof="0">
              <a:ln>
                <a:noFill/>
              </a:ln>
              <a:effectLst/>
              <a:uLnTx/>
              <a:uFillTx/>
              <a:latin typeface="Arial" panose="020B0604020202020204" pitchFamily="34" charset="0"/>
              <a:cs typeface="Arial" panose="020B0604020202020204" pitchFamily="34" charset="0"/>
            </a:endParaRPr>
          </a:p>
          <a:p>
            <a:pPr lvl="0" algn="ctr">
              <a:defRPr/>
            </a:pPr>
            <a:endParaRPr kumimoji="0" lang="en-GB" sz="1600" b="1" i="0" u="none" strike="noStrike" kern="1200" cap="none" spc="0" normalizeH="0" baseline="0" noProof="0">
              <a:ln>
                <a:noFill/>
              </a:ln>
              <a:effectLst/>
              <a:uLnTx/>
              <a:uFillTx/>
              <a:latin typeface="Ubuntu" panose="020B0504030602030204" pitchFamily="34" charset="0"/>
            </a:endParaRPr>
          </a:p>
        </p:txBody>
      </p:sp>
      <p:sp>
        <p:nvSpPr>
          <p:cNvPr id="192" name="Rectangle 191">
            <a:extLst>
              <a:ext uri="{FF2B5EF4-FFF2-40B4-BE49-F238E27FC236}">
                <a16:creationId xmlns:a16="http://schemas.microsoft.com/office/drawing/2014/main" id="{1288C726-DE19-AE01-A1AE-0C71D782D7FC}"/>
              </a:ext>
            </a:extLst>
          </p:cNvPr>
          <p:cNvSpPr/>
          <p:nvPr/>
        </p:nvSpPr>
        <p:spPr>
          <a:xfrm>
            <a:off x="501161" y="2591566"/>
            <a:ext cx="11276499" cy="1357092"/>
          </a:xfrm>
          <a:prstGeom prst="rect">
            <a:avLst/>
          </a:prstGeom>
          <a:solidFill>
            <a:schemeClr val="accent2"/>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Ins="91440" rtlCol="0" anchor="ctr"/>
          <a:lstStyle/>
          <a:p>
            <a:pPr algn="ctr"/>
            <a:endParaRPr lang="en-GB" sz="1400" kern="0">
              <a:solidFill>
                <a:srgbClr val="FFFFFF"/>
              </a:solidFill>
              <a:latin typeface="Ubuntu" panose="020B0504030602030204" pitchFamily="34" charset="0"/>
              <a:sym typeface="Arial"/>
            </a:endParaRPr>
          </a:p>
        </p:txBody>
      </p:sp>
      <p:sp>
        <p:nvSpPr>
          <p:cNvPr id="195" name="Text Placeholder 7">
            <a:extLst>
              <a:ext uri="{FF2B5EF4-FFF2-40B4-BE49-F238E27FC236}">
                <a16:creationId xmlns:a16="http://schemas.microsoft.com/office/drawing/2014/main" id="{A54684A3-72BB-3515-1378-0D2C22CBBC4F}"/>
              </a:ext>
            </a:extLst>
          </p:cNvPr>
          <p:cNvSpPr txBox="1">
            <a:spLocks/>
          </p:cNvSpPr>
          <p:nvPr/>
        </p:nvSpPr>
        <p:spPr>
          <a:xfrm>
            <a:off x="400152" y="2740285"/>
            <a:ext cx="1188720" cy="1051020"/>
          </a:xfrm>
          <a:prstGeom prst="rect">
            <a:avLst/>
          </a:prstGeom>
          <a:solidFill>
            <a:srgbClr val="46C6F4"/>
          </a:solidFill>
        </p:spPr>
        <p:txBody>
          <a:bodyPr rIns="91440" anchor="ctr">
            <a:noAutofit/>
          </a:bodyPr>
          <a:lstStyle>
            <a:lvl1pPr algn="r">
              <a:lnSpc>
                <a:spcPct val="85000"/>
              </a:lnSpc>
              <a:spcBef>
                <a:spcPts val="600"/>
              </a:spcBef>
              <a:defRPr sz="1600" b="1">
                <a:solidFill>
                  <a:schemeClr val="bg1"/>
                </a:solidFill>
              </a:defRPr>
            </a:lvl1pPr>
            <a:lvl2pPr>
              <a:lnSpc>
                <a:spcPct val="100000"/>
              </a:lnSpc>
              <a:defRPr sz="1400"/>
            </a:lvl2pPr>
            <a:lvl3pPr>
              <a:lnSpc>
                <a:spcPct val="100000"/>
              </a:lnSpc>
              <a:defRPr sz="1400"/>
            </a:lvl3pPr>
            <a:lvl4pPr>
              <a:lnSpc>
                <a:spcPct val="100000"/>
              </a:lnSpc>
              <a:defRPr sz="1400"/>
            </a:lvl4pPr>
            <a:lvl5pPr>
              <a:lnSpc>
                <a:spcPct val="100000"/>
              </a:lnSpc>
              <a:defRPr sz="1200"/>
            </a:lvl5pPr>
          </a:lstStyle>
          <a:p>
            <a:pPr lvl="0" algn="ctr">
              <a:defRPr/>
            </a:pPr>
            <a:endParaRPr kumimoji="0" lang="en-US" sz="1600" b="1" i="0" u="none" strike="noStrike" kern="1200" cap="none" spc="0" normalizeH="0" baseline="0" noProof="0">
              <a:ln>
                <a:noFill/>
              </a:ln>
              <a:effectLst/>
              <a:uLnTx/>
              <a:uFillTx/>
              <a:latin typeface="Arial" panose="020B0604020202020204" pitchFamily="34" charset="0"/>
              <a:cs typeface="Arial" panose="020B0604020202020204" pitchFamily="34" charset="0"/>
            </a:endParaRPr>
          </a:p>
          <a:p>
            <a:pPr lvl="0" algn="ctr">
              <a:defRPr/>
            </a:pPr>
            <a:endParaRPr kumimoji="0" lang="en-GB" sz="1600" b="1" i="0" u="none" strike="noStrike" kern="1200" cap="none" spc="0" normalizeH="0" baseline="0" noProof="0">
              <a:ln>
                <a:noFill/>
              </a:ln>
              <a:effectLst/>
              <a:uLnTx/>
              <a:uFillTx/>
              <a:latin typeface="Ubuntu" panose="020B0504030602030204" pitchFamily="34" charset="0"/>
            </a:endParaRPr>
          </a:p>
        </p:txBody>
      </p:sp>
      <p:sp>
        <p:nvSpPr>
          <p:cNvPr id="218" name="Rectangle 217">
            <a:extLst>
              <a:ext uri="{FF2B5EF4-FFF2-40B4-BE49-F238E27FC236}">
                <a16:creationId xmlns:a16="http://schemas.microsoft.com/office/drawing/2014/main" id="{E6FA97D2-03C1-B6BB-8240-C090DB7099CB}"/>
              </a:ext>
            </a:extLst>
          </p:cNvPr>
          <p:cNvSpPr/>
          <p:nvPr/>
        </p:nvSpPr>
        <p:spPr>
          <a:xfrm>
            <a:off x="501162" y="4113547"/>
            <a:ext cx="11276498" cy="1481814"/>
          </a:xfrm>
          <a:prstGeom prst="rect">
            <a:avLst/>
          </a:prstGeom>
          <a:solidFill>
            <a:schemeClr val="accent4"/>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Ins="91440" rtlCol="0" anchor="ctr"/>
          <a:lstStyle/>
          <a:p>
            <a:pPr algn="ctr"/>
            <a:endParaRPr lang="en-GB" sz="1400" kern="0">
              <a:solidFill>
                <a:srgbClr val="FFFFFF"/>
              </a:solidFill>
              <a:latin typeface="Ubuntu" panose="020B0504030602030204" pitchFamily="34" charset="0"/>
              <a:sym typeface="Arial"/>
            </a:endParaRPr>
          </a:p>
        </p:txBody>
      </p:sp>
      <p:sp>
        <p:nvSpPr>
          <p:cNvPr id="221" name="Text Placeholder 7">
            <a:extLst>
              <a:ext uri="{FF2B5EF4-FFF2-40B4-BE49-F238E27FC236}">
                <a16:creationId xmlns:a16="http://schemas.microsoft.com/office/drawing/2014/main" id="{CC911A49-D22F-C81D-F6C1-71562532073A}"/>
              </a:ext>
            </a:extLst>
          </p:cNvPr>
          <p:cNvSpPr txBox="1">
            <a:spLocks/>
          </p:cNvSpPr>
          <p:nvPr/>
        </p:nvSpPr>
        <p:spPr>
          <a:xfrm>
            <a:off x="390491" y="4416442"/>
            <a:ext cx="1188720" cy="940009"/>
          </a:xfrm>
          <a:prstGeom prst="rect">
            <a:avLst/>
          </a:prstGeom>
          <a:solidFill>
            <a:schemeClr val="accent4">
              <a:lumMod val="75000"/>
            </a:schemeClr>
          </a:solidFill>
        </p:spPr>
        <p:txBody>
          <a:bodyPr rIns="91440" anchor="ctr">
            <a:noAutofit/>
          </a:bodyPr>
          <a:lstStyle>
            <a:lvl1pPr algn="r">
              <a:lnSpc>
                <a:spcPct val="85000"/>
              </a:lnSpc>
              <a:spcBef>
                <a:spcPts val="600"/>
              </a:spcBef>
              <a:defRPr sz="1600" b="1">
                <a:solidFill>
                  <a:schemeClr val="bg1"/>
                </a:solidFill>
              </a:defRPr>
            </a:lvl1pPr>
            <a:lvl2pPr>
              <a:lnSpc>
                <a:spcPct val="100000"/>
              </a:lnSpc>
              <a:defRPr sz="1400"/>
            </a:lvl2pPr>
            <a:lvl3pPr>
              <a:lnSpc>
                <a:spcPct val="100000"/>
              </a:lnSpc>
              <a:defRPr sz="1400"/>
            </a:lvl3pPr>
            <a:lvl4pPr>
              <a:lnSpc>
                <a:spcPct val="100000"/>
              </a:lnSpc>
              <a:defRPr sz="1400"/>
            </a:lvl4pPr>
            <a:lvl5pPr>
              <a:lnSpc>
                <a:spcPct val="100000"/>
              </a:lnSpc>
              <a:defRPr sz="1200"/>
            </a:lvl5pPr>
          </a:lstStyle>
          <a:p>
            <a:pPr lvl="0" algn="ctr">
              <a:defRPr/>
            </a:pPr>
            <a:endParaRPr kumimoji="0" lang="en-US" sz="1600" b="1" i="0" u="none" strike="noStrike" kern="1200" cap="none" spc="0" normalizeH="0" baseline="0" noProof="0">
              <a:ln>
                <a:noFill/>
              </a:ln>
              <a:effectLst/>
              <a:uLnTx/>
              <a:uFillTx/>
              <a:latin typeface="Arial" panose="020B0604020202020204" pitchFamily="34" charset="0"/>
              <a:cs typeface="Arial" panose="020B0604020202020204" pitchFamily="34" charset="0"/>
            </a:endParaRPr>
          </a:p>
          <a:p>
            <a:pPr lvl="0" algn="ctr">
              <a:defRPr/>
            </a:pPr>
            <a:endParaRPr kumimoji="0" lang="en-GB" sz="1600" b="1" i="0" u="none" strike="noStrike" kern="1200" cap="none" spc="0" normalizeH="0" baseline="0" noProof="0">
              <a:ln>
                <a:noFill/>
              </a:ln>
              <a:effectLst/>
              <a:uLnTx/>
              <a:uFillTx/>
              <a:latin typeface="Ubuntu" panose="020B0504030602030204" pitchFamily="34" charset="0"/>
            </a:endParaRPr>
          </a:p>
        </p:txBody>
      </p:sp>
      <p:sp>
        <p:nvSpPr>
          <p:cNvPr id="241" name="TextBox 240">
            <a:extLst>
              <a:ext uri="{FF2B5EF4-FFF2-40B4-BE49-F238E27FC236}">
                <a16:creationId xmlns:a16="http://schemas.microsoft.com/office/drawing/2014/main" id="{E56C86D4-4F81-B153-CEE8-4BF0756CCCA6}"/>
              </a:ext>
            </a:extLst>
          </p:cNvPr>
          <p:cNvSpPr txBox="1"/>
          <p:nvPr/>
        </p:nvSpPr>
        <p:spPr>
          <a:xfrm>
            <a:off x="1687618" y="1245100"/>
            <a:ext cx="10104230" cy="1477328"/>
          </a:xfrm>
          <a:prstGeom prst="rect">
            <a:avLst/>
          </a:prstGeom>
          <a:noFill/>
        </p:spPr>
        <p:txBody>
          <a:bodyPr wrap="square">
            <a:spAutoFit/>
          </a:bodyPr>
          <a:lstStyle/>
          <a:p>
            <a:pPr defTabSz="504218" fontAlgn="auto">
              <a:spcBef>
                <a:spcPts val="0"/>
              </a:spcBef>
              <a:spcAft>
                <a:spcPts val="0"/>
              </a:spcAft>
              <a:defRPr/>
            </a:pPr>
            <a:r>
              <a:rPr lang="en-US" sz="1800" kern="0">
                <a:solidFill>
                  <a:schemeClr val="tx1"/>
                </a:solidFill>
                <a:latin typeface="+mn-lt"/>
                <a:ea typeface="+mn-ea"/>
                <a:cs typeface="Arial"/>
              </a:rPr>
              <a:t>Capgemini UK plc is pleased to submit this proposal in response to your RFP for </a:t>
            </a:r>
            <a:r>
              <a:rPr lang="en-US" sz="1800" b="1" i="1" kern="0">
                <a:solidFill>
                  <a:schemeClr val="tx1"/>
                </a:solidFill>
                <a:latin typeface="+mn-lt"/>
                <a:ea typeface="+mn-ea"/>
                <a:cs typeface="Arial"/>
              </a:rPr>
              <a:t>Cost Transformation Initiative.</a:t>
            </a:r>
            <a:r>
              <a:rPr lang="en-US" sz="1800" kern="0">
                <a:solidFill>
                  <a:schemeClr val="tx1"/>
                </a:solidFill>
                <a:latin typeface="+mn-lt"/>
                <a:ea typeface="+mn-ea"/>
                <a:cs typeface="Arial"/>
              </a:rPr>
              <a:t> This submission reflects our clear intent to serve as your transformation partner—bringing deep telecom expertise, actionable insights, and a structured roadmap aligned with Liberty Networks’ business priorities.</a:t>
            </a:r>
          </a:p>
          <a:p>
            <a:pPr defTabSz="504218" fontAlgn="auto">
              <a:spcBef>
                <a:spcPts val="0"/>
              </a:spcBef>
              <a:spcAft>
                <a:spcPts val="0"/>
              </a:spcAft>
              <a:defRPr/>
            </a:pPr>
            <a:endParaRPr lang="en-US" sz="1800" kern="0">
              <a:solidFill>
                <a:schemeClr val="tx1"/>
              </a:solidFill>
              <a:latin typeface="+mn-lt"/>
              <a:ea typeface="+mn-ea"/>
              <a:cs typeface="Arial"/>
            </a:endParaRPr>
          </a:p>
        </p:txBody>
      </p:sp>
      <p:sp>
        <p:nvSpPr>
          <p:cNvPr id="243" name="TextBox 242">
            <a:extLst>
              <a:ext uri="{FF2B5EF4-FFF2-40B4-BE49-F238E27FC236}">
                <a16:creationId xmlns:a16="http://schemas.microsoft.com/office/drawing/2014/main" id="{90A9D8AF-4237-62D7-813C-41895306386C}"/>
              </a:ext>
            </a:extLst>
          </p:cNvPr>
          <p:cNvSpPr txBox="1"/>
          <p:nvPr/>
        </p:nvSpPr>
        <p:spPr>
          <a:xfrm>
            <a:off x="1687617" y="2817823"/>
            <a:ext cx="10090043" cy="1200329"/>
          </a:xfrm>
          <a:prstGeom prst="rect">
            <a:avLst/>
          </a:prstGeom>
          <a:noFill/>
        </p:spPr>
        <p:txBody>
          <a:bodyPr wrap="square">
            <a:spAutoFit/>
          </a:bodyPr>
          <a:lstStyle/>
          <a:p>
            <a:pPr algn="just" defTabSz="504218" fontAlgn="auto">
              <a:spcBef>
                <a:spcPts val="0"/>
              </a:spcBef>
              <a:spcAft>
                <a:spcPts val="0"/>
              </a:spcAft>
              <a:defRPr/>
            </a:pPr>
            <a:r>
              <a:rPr lang="en-US" sz="1800" kern="0">
                <a:solidFill>
                  <a:schemeClr val="tx1"/>
                </a:solidFill>
                <a:latin typeface="+mn-lt"/>
                <a:ea typeface="+mn-ea"/>
                <a:cs typeface="Arial"/>
              </a:rPr>
              <a:t>Our approach is built on a comprehensive diagnosis of the ecosystem, benchmarking against local and industry peers followed by a robust Total Cost of Ownership (TCO) and business case modelling. </a:t>
            </a:r>
          </a:p>
          <a:p>
            <a:pPr algn="just" defTabSz="504218" fontAlgn="auto">
              <a:spcBef>
                <a:spcPts val="0"/>
              </a:spcBef>
              <a:spcAft>
                <a:spcPts val="0"/>
              </a:spcAft>
              <a:defRPr/>
            </a:pPr>
            <a:endParaRPr lang="en-US" sz="1800" kern="0">
              <a:solidFill>
                <a:schemeClr val="tx1"/>
              </a:solidFill>
              <a:latin typeface="+mn-lt"/>
              <a:ea typeface="+mn-ea"/>
              <a:cs typeface="Arial"/>
            </a:endParaRPr>
          </a:p>
        </p:txBody>
      </p:sp>
      <p:sp>
        <p:nvSpPr>
          <p:cNvPr id="245" name="TextBox 244">
            <a:extLst>
              <a:ext uri="{FF2B5EF4-FFF2-40B4-BE49-F238E27FC236}">
                <a16:creationId xmlns:a16="http://schemas.microsoft.com/office/drawing/2014/main" id="{087394A9-E194-2030-7D40-BD1DD6055B8D}"/>
              </a:ext>
            </a:extLst>
          </p:cNvPr>
          <p:cNvSpPr txBox="1"/>
          <p:nvPr/>
        </p:nvSpPr>
        <p:spPr>
          <a:xfrm>
            <a:off x="1687617" y="4367958"/>
            <a:ext cx="10113892" cy="923330"/>
          </a:xfrm>
          <a:prstGeom prst="rect">
            <a:avLst/>
          </a:prstGeom>
          <a:noFill/>
        </p:spPr>
        <p:txBody>
          <a:bodyPr wrap="square">
            <a:spAutoFit/>
          </a:bodyPr>
          <a:lstStyle/>
          <a:p>
            <a:pPr defTabSz="504218" fontAlgn="auto">
              <a:spcBef>
                <a:spcPts val="0"/>
              </a:spcBef>
              <a:spcAft>
                <a:spcPts val="0"/>
              </a:spcAft>
              <a:defRPr/>
            </a:pPr>
            <a:r>
              <a:rPr lang="en-US" sz="1800" kern="0">
                <a:solidFill>
                  <a:schemeClr val="tx1"/>
                </a:solidFill>
                <a:latin typeface="+mn-lt"/>
                <a:ea typeface="+mn-ea"/>
                <a:cs typeface="Arial"/>
              </a:rPr>
              <a:t>We take full ownership of this engagement and are committed to delivering identified priority cost transformation initiatives with accountability, transparency, and excellence across every phase—from discovery to implementation planning and support. </a:t>
            </a:r>
          </a:p>
        </p:txBody>
      </p:sp>
      <p:pic>
        <p:nvPicPr>
          <p:cNvPr id="246" name="Picture 245">
            <a:extLst>
              <a:ext uri="{FF2B5EF4-FFF2-40B4-BE49-F238E27FC236}">
                <a16:creationId xmlns:a16="http://schemas.microsoft.com/office/drawing/2014/main" id="{10D4862B-584D-F8F9-67EE-92409A25A798}"/>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bright="100000" contrast="100000"/>
                    </a14:imgEffect>
                  </a14:imgLayer>
                </a14:imgProps>
              </a:ext>
            </a:extLst>
          </a:blip>
          <a:stretch>
            <a:fillRect/>
          </a:stretch>
        </p:blipFill>
        <p:spPr>
          <a:xfrm>
            <a:off x="532847" y="1384562"/>
            <a:ext cx="923330" cy="923330"/>
          </a:xfrm>
          <a:prstGeom prst="rect">
            <a:avLst/>
          </a:prstGeom>
        </p:spPr>
      </p:pic>
      <p:pic>
        <p:nvPicPr>
          <p:cNvPr id="1028" name="Picture 4" descr="Approach - Free business and finance icons">
            <a:extLst>
              <a:ext uri="{FF2B5EF4-FFF2-40B4-BE49-F238E27FC236}">
                <a16:creationId xmlns:a16="http://schemas.microsoft.com/office/drawing/2014/main" id="{5202BBF2-061F-009E-4F9E-94F75AEF5749}"/>
              </a:ext>
            </a:extLst>
          </p:cNvPr>
          <p:cNvPicPr>
            <a:picLocks noChangeAspect="1" noChangeArrowheads="1"/>
          </p:cNvPicPr>
          <p:nvPr/>
        </p:nvPicPr>
        <p:blipFill>
          <a:blip r:embed="rId4">
            <a:extLst>
              <a:ext uri="{BEBA8EAE-BF5A-486C-A8C5-ECC9F3942E4B}">
                <a14:imgProps xmlns:a14="http://schemas.microsoft.com/office/drawing/2010/main">
                  <a14:imgLayer r:embed="rId5">
                    <a14:imgEffect>
                      <a14:brightnessContrast bright="100000"/>
                    </a14:imgEffect>
                  </a14:imgLayer>
                </a14:imgProps>
              </a:ext>
              <a:ext uri="{28A0092B-C50C-407E-A947-70E740481C1C}">
                <a14:useLocalDpi xmlns:a14="http://schemas.microsoft.com/office/drawing/2010/main" val="0"/>
              </a:ext>
            </a:extLst>
          </a:blip>
          <a:srcRect/>
          <a:stretch>
            <a:fillRect/>
          </a:stretch>
        </p:blipFill>
        <p:spPr bwMode="auto">
          <a:xfrm>
            <a:off x="575412" y="2843425"/>
            <a:ext cx="838200" cy="83820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Ownership - Free business and finance icons">
            <a:extLst>
              <a:ext uri="{FF2B5EF4-FFF2-40B4-BE49-F238E27FC236}">
                <a16:creationId xmlns:a16="http://schemas.microsoft.com/office/drawing/2014/main" id="{336B1FA9-2883-7921-D476-5CC6E9ADBA2B}"/>
              </a:ext>
            </a:extLst>
          </p:cNvPr>
          <p:cNvPicPr>
            <a:picLocks noChangeAspect="1" noChangeArrowheads="1"/>
          </p:cNvPicPr>
          <p:nvPr/>
        </p:nvPicPr>
        <p:blipFill>
          <a:blip r:embed="rId6">
            <a:extLst>
              <a:ext uri="{BEBA8EAE-BF5A-486C-A8C5-ECC9F3942E4B}">
                <a14:imgProps xmlns:a14="http://schemas.microsoft.com/office/drawing/2010/main">
                  <a14:imgLayer r:embed="rId7">
                    <a14:imgEffect>
                      <a14:brightnessContrast bright="100000"/>
                    </a14:imgEffect>
                  </a14:imgLayer>
                </a14:imgProps>
              </a:ext>
              <a:ext uri="{28A0092B-C50C-407E-A947-70E740481C1C}">
                <a14:useLocalDpi xmlns:a14="http://schemas.microsoft.com/office/drawing/2010/main" val="0"/>
              </a:ext>
            </a:extLst>
          </a:blip>
          <a:srcRect/>
          <a:stretch>
            <a:fillRect/>
          </a:stretch>
        </p:blipFill>
        <p:spPr bwMode="auto">
          <a:xfrm>
            <a:off x="575412" y="4496314"/>
            <a:ext cx="716280" cy="7162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163795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3E135A-FB18-0F2C-7891-5EDBAB24769E}"/>
            </a:ext>
          </a:extLst>
        </p:cNvPr>
        <p:cNvGrpSpPr/>
        <p:nvPr/>
      </p:nvGrpSpPr>
      <p:grpSpPr>
        <a:xfrm>
          <a:off x="0" y="0"/>
          <a:ext cx="0" cy="0"/>
          <a:chOff x="0" y="0"/>
          <a:chExt cx="0" cy="0"/>
        </a:xfrm>
      </p:grpSpPr>
      <p:sp>
        <p:nvSpPr>
          <p:cNvPr id="5" name="Title 16">
            <a:extLst>
              <a:ext uri="{FF2B5EF4-FFF2-40B4-BE49-F238E27FC236}">
                <a16:creationId xmlns:a16="http://schemas.microsoft.com/office/drawing/2014/main" id="{9E590BFA-4482-C6F6-9C91-59E0FD60B6BB}"/>
              </a:ext>
            </a:extLst>
          </p:cNvPr>
          <p:cNvSpPr>
            <a:spLocks noGrp="1"/>
          </p:cNvSpPr>
          <p:nvPr>
            <p:ph type="title"/>
          </p:nvPr>
        </p:nvSpPr>
        <p:spPr>
          <a:xfrm>
            <a:off x="591793" y="1628775"/>
            <a:ext cx="9558047" cy="2961513"/>
          </a:xfrm>
        </p:spPr>
        <p:txBody>
          <a:bodyPr/>
          <a:lstStyle/>
          <a:p>
            <a:r>
              <a:rPr lang="en-US"/>
              <a:t>Our long-standing relationship with </a:t>
            </a:r>
            <a:br>
              <a:rPr lang="en-US"/>
            </a:br>
            <a:r>
              <a:rPr lang="en-US"/>
              <a:t>Liberty ecosystem</a:t>
            </a:r>
          </a:p>
        </p:txBody>
      </p:sp>
    </p:spTree>
    <p:extLst>
      <p:ext uri="{BB962C8B-B14F-4D97-AF65-F5344CB8AC3E}">
        <p14:creationId xmlns:p14="http://schemas.microsoft.com/office/powerpoint/2010/main" val="3289436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e 5">
            <a:extLst>
              <a:ext uri="{FF2B5EF4-FFF2-40B4-BE49-F238E27FC236}">
                <a16:creationId xmlns:a16="http://schemas.microsoft.com/office/drawing/2014/main" id="{C6433C80-30B0-A088-A556-DCD4EA8531F0}"/>
              </a:ext>
            </a:extLst>
          </p:cNvPr>
          <p:cNvGrpSpPr/>
          <p:nvPr/>
        </p:nvGrpSpPr>
        <p:grpSpPr>
          <a:xfrm>
            <a:off x="790864" y="902923"/>
            <a:ext cx="10745610" cy="5112400"/>
            <a:chOff x="230337" y="938312"/>
            <a:chExt cx="11880960" cy="5652563"/>
          </a:xfrm>
        </p:grpSpPr>
        <p:sp>
          <p:nvSpPr>
            <p:cNvPr id="6" name="Rectangle 5">
              <a:extLst>
                <a:ext uri="{FF2B5EF4-FFF2-40B4-BE49-F238E27FC236}">
                  <a16:creationId xmlns:a16="http://schemas.microsoft.com/office/drawing/2014/main" id="{63869962-E4C2-BA13-1F77-07B46DE27106}"/>
                </a:ext>
              </a:extLst>
            </p:cNvPr>
            <p:cNvSpPr/>
            <p:nvPr/>
          </p:nvSpPr>
          <p:spPr>
            <a:xfrm>
              <a:off x="230337" y="3699879"/>
              <a:ext cx="2130662" cy="2483306"/>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chorCtr="0">
              <a:spAutoFit/>
            </a:bodyPr>
            <a:lstStyle/>
            <a:p>
              <a:pPr marL="171450" lvl="1" indent="-171450" defTabSz="488950">
                <a:lnSpc>
                  <a:spcPct val="90000"/>
                </a:lnSpc>
                <a:spcBef>
                  <a:spcPct val="0"/>
                </a:spcBef>
                <a:spcAft>
                  <a:spcPct val="20000"/>
                </a:spcAft>
                <a:buFont typeface="Wingdings" panose="05000000000000000000" pitchFamily="2" charset="2"/>
                <a:buChar char="§"/>
              </a:pPr>
              <a:r>
                <a:rPr lang="en-US" sz="1050">
                  <a:solidFill>
                    <a:schemeClr val="tx1"/>
                  </a:solidFill>
                </a:rPr>
                <a:t>Capgemini has been associated with the Liberty ecosystem since the Cable &amp; Wireless era (2007), continuing through the formation and growth of Liberty Latin America (LLA), including Liberty Networks</a:t>
              </a:r>
            </a:p>
            <a:p>
              <a:pPr marL="171450" lvl="1" indent="-171450" defTabSz="488950">
                <a:lnSpc>
                  <a:spcPct val="90000"/>
                </a:lnSpc>
                <a:spcBef>
                  <a:spcPct val="0"/>
                </a:spcBef>
                <a:spcAft>
                  <a:spcPct val="20000"/>
                </a:spcAft>
                <a:buFont typeface="Wingdings" panose="05000000000000000000" pitchFamily="2" charset="2"/>
                <a:buChar char="§"/>
              </a:pPr>
              <a:endParaRPr lang="en-IN" sz="1050">
                <a:solidFill>
                  <a:schemeClr val="tx1"/>
                </a:solidFill>
              </a:endParaRPr>
            </a:p>
            <a:p>
              <a:pPr marL="171450" lvl="1" indent="-171450" defTabSz="488950">
                <a:lnSpc>
                  <a:spcPct val="90000"/>
                </a:lnSpc>
                <a:spcBef>
                  <a:spcPct val="0"/>
                </a:spcBef>
                <a:spcAft>
                  <a:spcPct val="20000"/>
                </a:spcAft>
                <a:buFont typeface="Wingdings" panose="05000000000000000000" pitchFamily="2" charset="2"/>
                <a:buChar char="§"/>
              </a:pPr>
              <a:r>
                <a:rPr lang="en-US" sz="1050">
                  <a:solidFill>
                    <a:schemeClr val="tx1"/>
                  </a:solidFill>
                </a:rPr>
                <a:t>The relationship spans 17+ years, evolving from application support to large‑scale modernization and transformation programs across LLA </a:t>
              </a:r>
              <a:r>
                <a:rPr lang="en-US" sz="1050" err="1">
                  <a:solidFill>
                    <a:schemeClr val="tx1"/>
                  </a:solidFill>
                </a:rPr>
                <a:t>OpCos</a:t>
              </a:r>
              <a:endParaRPr lang="en-IN" sz="1050">
                <a:solidFill>
                  <a:schemeClr val="tx1"/>
                </a:solidFill>
              </a:endParaRPr>
            </a:p>
          </p:txBody>
        </p:sp>
        <p:sp>
          <p:nvSpPr>
            <p:cNvPr id="7" name="TextBox 23">
              <a:extLst>
                <a:ext uri="{FF2B5EF4-FFF2-40B4-BE49-F238E27FC236}">
                  <a16:creationId xmlns:a16="http://schemas.microsoft.com/office/drawing/2014/main" id="{7FEBBF10-5EF4-3528-D46A-8C9A0004BD98}"/>
                </a:ext>
              </a:extLst>
            </p:cNvPr>
            <p:cNvSpPr txBox="1"/>
            <p:nvPr/>
          </p:nvSpPr>
          <p:spPr>
            <a:xfrm>
              <a:off x="230337" y="3098553"/>
              <a:ext cx="2284899" cy="299460"/>
            </a:xfrm>
            <a:prstGeom prst="rect">
              <a:avLst/>
            </a:prstGeom>
            <a:noFill/>
            <a:ln w="12700">
              <a:noFill/>
            </a:ln>
            <a:effectLst/>
          </p:spPr>
          <p:txBody>
            <a:bodyPr wrap="square" lIns="0" tIns="0" rIns="0" bIns="0" rtlCol="0" anchor="t" anchorCtr="0">
              <a:spAutoFit/>
            </a:bodyPr>
            <a:lstStyle/>
            <a:p>
              <a:pPr algn="ctr">
                <a:lnSpc>
                  <a:spcPct val="80000"/>
                </a:lnSpc>
              </a:pPr>
              <a:r>
                <a:rPr lang="en-US" sz="1100" b="1">
                  <a:solidFill>
                    <a:schemeClr val="accent2"/>
                  </a:solidFill>
                </a:rPr>
                <a:t>Depth and Duration of Association</a:t>
              </a:r>
            </a:p>
          </p:txBody>
        </p:sp>
        <p:sp>
          <p:nvSpPr>
            <p:cNvPr id="8" name="Rectangle 7">
              <a:extLst>
                <a:ext uri="{FF2B5EF4-FFF2-40B4-BE49-F238E27FC236}">
                  <a16:creationId xmlns:a16="http://schemas.microsoft.com/office/drawing/2014/main" id="{B6E62BF0-5673-126E-2ABD-FF638044F7BA}"/>
                </a:ext>
              </a:extLst>
            </p:cNvPr>
            <p:cNvSpPr/>
            <p:nvPr/>
          </p:nvSpPr>
          <p:spPr>
            <a:xfrm>
              <a:off x="2647495" y="3714526"/>
              <a:ext cx="2289297" cy="2876349"/>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chorCtr="0">
              <a:spAutoFit/>
            </a:bodyPr>
            <a:lstStyle/>
            <a:p>
              <a:pPr marL="171450" lvl="1" indent="-171450" defTabSz="488950">
                <a:lnSpc>
                  <a:spcPct val="90000"/>
                </a:lnSpc>
                <a:spcBef>
                  <a:spcPct val="0"/>
                </a:spcBef>
                <a:spcAft>
                  <a:spcPct val="20000"/>
                </a:spcAft>
                <a:buFont typeface="Wingdings" panose="05000000000000000000" pitchFamily="2" charset="2"/>
                <a:buChar char="§"/>
              </a:pPr>
              <a:r>
                <a:rPr lang="en-US" sz="1050">
                  <a:solidFill>
                    <a:schemeClr val="tx1"/>
                  </a:solidFill>
                </a:rPr>
                <a:t>Hands‑on experience across Liberty’s </a:t>
              </a:r>
              <a:r>
                <a:rPr lang="en-US" sz="1050" b="1">
                  <a:solidFill>
                    <a:schemeClr val="tx1"/>
                  </a:solidFill>
                </a:rPr>
                <a:t>core BSS and integration landscape</a:t>
              </a:r>
              <a:r>
                <a:rPr lang="en-US" sz="1050">
                  <a:solidFill>
                    <a:schemeClr val="tx1"/>
                  </a:solidFill>
                </a:rPr>
                <a:t>, including platforms such as </a:t>
              </a:r>
              <a:r>
                <a:rPr lang="en-US" sz="1050" b="1">
                  <a:solidFill>
                    <a:schemeClr val="tx1"/>
                  </a:solidFill>
                </a:rPr>
                <a:t>Liberate and Cerillion</a:t>
              </a:r>
            </a:p>
            <a:p>
              <a:pPr marL="171450" lvl="1" indent="-171450" defTabSz="488950">
                <a:lnSpc>
                  <a:spcPct val="90000"/>
                </a:lnSpc>
                <a:spcBef>
                  <a:spcPct val="0"/>
                </a:spcBef>
                <a:spcAft>
                  <a:spcPct val="20000"/>
                </a:spcAft>
                <a:buFont typeface="Wingdings" panose="05000000000000000000" pitchFamily="2" charset="2"/>
                <a:buChar char="§"/>
              </a:pPr>
              <a:endParaRPr lang="en-IN" sz="1050">
                <a:solidFill>
                  <a:schemeClr val="tx1"/>
                </a:solidFill>
              </a:endParaRPr>
            </a:p>
            <a:p>
              <a:pPr marL="171450" lvl="1" indent="-171450" defTabSz="488950">
                <a:lnSpc>
                  <a:spcPct val="90000"/>
                </a:lnSpc>
                <a:spcBef>
                  <a:spcPct val="0"/>
                </a:spcBef>
                <a:spcAft>
                  <a:spcPct val="20000"/>
                </a:spcAft>
                <a:buFont typeface="Wingdings" panose="05000000000000000000" pitchFamily="2" charset="2"/>
                <a:buChar char="§"/>
              </a:pPr>
              <a:r>
                <a:rPr lang="en-US" sz="1050">
                  <a:solidFill>
                    <a:schemeClr val="tx1"/>
                  </a:solidFill>
                </a:rPr>
                <a:t>Direct involvement in </a:t>
              </a:r>
              <a:r>
                <a:rPr lang="en-US" sz="1050" b="1">
                  <a:solidFill>
                    <a:schemeClr val="tx1"/>
                  </a:solidFill>
                </a:rPr>
                <a:t>integration modernization, API governance, and platform rationalization</a:t>
              </a:r>
              <a:r>
                <a:rPr lang="en-US" sz="1050">
                  <a:solidFill>
                    <a:schemeClr val="tx1"/>
                  </a:solidFill>
                </a:rPr>
                <a:t> initiatives within the Liberty environment</a:t>
              </a:r>
            </a:p>
            <a:p>
              <a:pPr marL="171450" lvl="1" indent="-171450" defTabSz="488950">
                <a:lnSpc>
                  <a:spcPct val="90000"/>
                </a:lnSpc>
                <a:spcBef>
                  <a:spcPct val="0"/>
                </a:spcBef>
                <a:spcAft>
                  <a:spcPct val="20000"/>
                </a:spcAft>
                <a:buFont typeface="Wingdings" panose="05000000000000000000" pitchFamily="2" charset="2"/>
                <a:buChar char="§"/>
              </a:pPr>
              <a:endParaRPr lang="en-IN" sz="1050">
                <a:solidFill>
                  <a:schemeClr val="tx1"/>
                </a:solidFill>
              </a:endParaRPr>
            </a:p>
            <a:p>
              <a:pPr marL="171450" lvl="1" indent="-171450" defTabSz="488950">
                <a:lnSpc>
                  <a:spcPct val="90000"/>
                </a:lnSpc>
                <a:spcBef>
                  <a:spcPct val="0"/>
                </a:spcBef>
                <a:spcAft>
                  <a:spcPct val="20000"/>
                </a:spcAft>
                <a:buFont typeface="Wingdings" panose="05000000000000000000" pitchFamily="2" charset="2"/>
                <a:buChar char="§"/>
              </a:pPr>
              <a:r>
                <a:rPr lang="en-US" sz="1050">
                  <a:solidFill>
                    <a:schemeClr val="tx1"/>
                  </a:solidFill>
                </a:rPr>
                <a:t>Practical understanding of </a:t>
              </a:r>
              <a:r>
                <a:rPr lang="en-US" sz="1050" b="1">
                  <a:solidFill>
                    <a:schemeClr val="tx1"/>
                  </a:solidFill>
                </a:rPr>
                <a:t>vendor dependencies, legacy constraints, and architectural trade‑offs</a:t>
              </a:r>
              <a:r>
                <a:rPr lang="en-US" sz="1050">
                  <a:solidFill>
                    <a:schemeClr val="tx1"/>
                  </a:solidFill>
                </a:rPr>
                <a:t> unique to the Liberty ecosystem</a:t>
              </a:r>
              <a:endParaRPr lang="en-IN" sz="1050">
                <a:solidFill>
                  <a:schemeClr val="tx1"/>
                </a:solidFill>
              </a:endParaRPr>
            </a:p>
          </p:txBody>
        </p:sp>
        <p:sp>
          <p:nvSpPr>
            <p:cNvPr id="9" name="TextBox 25">
              <a:extLst>
                <a:ext uri="{FF2B5EF4-FFF2-40B4-BE49-F238E27FC236}">
                  <a16:creationId xmlns:a16="http://schemas.microsoft.com/office/drawing/2014/main" id="{7CA8E5B5-5EC1-D219-109D-316A8B97D201}"/>
                </a:ext>
              </a:extLst>
            </p:cNvPr>
            <p:cNvSpPr txBox="1"/>
            <p:nvPr/>
          </p:nvSpPr>
          <p:spPr>
            <a:xfrm>
              <a:off x="2671835" y="3098553"/>
              <a:ext cx="2123331" cy="505339"/>
            </a:xfrm>
            <a:prstGeom prst="rect">
              <a:avLst/>
            </a:prstGeom>
            <a:noFill/>
            <a:ln w="12700">
              <a:noFill/>
            </a:ln>
            <a:effectLst/>
          </p:spPr>
          <p:txBody>
            <a:bodyPr wrap="square" lIns="0" tIns="0" rIns="0" bIns="0" rtlCol="0" anchor="t" anchorCtr="0">
              <a:spAutoFit/>
            </a:bodyPr>
            <a:lstStyle>
              <a:defPPr>
                <a:defRPr lang="fr-FR"/>
              </a:defPPr>
              <a:lvl1pPr>
                <a:lnSpc>
                  <a:spcPct val="80000"/>
                </a:lnSpc>
                <a:defRPr sz="1200">
                  <a:solidFill>
                    <a:schemeClr val="accent2"/>
                  </a:solidFill>
                  <a:latin typeface="Graphik Black" panose="020B0A03030202060203" pitchFamily="34" charset="0"/>
                </a:defRPr>
              </a:lvl1pPr>
            </a:lstStyle>
            <a:p>
              <a:pPr lvl="0" algn="ctr" defTabSz="622300">
                <a:lnSpc>
                  <a:spcPct val="90000"/>
                </a:lnSpc>
                <a:spcBef>
                  <a:spcPct val="0"/>
                </a:spcBef>
                <a:spcAft>
                  <a:spcPct val="35000"/>
                </a:spcAft>
              </a:pPr>
              <a:r>
                <a:rPr lang="en-US" sz="1100" b="1">
                  <a:latin typeface="+mn-lt"/>
                </a:rPr>
                <a:t>First‑Hand Exposure to Liberty’s Technology and Vendor Landscape</a:t>
              </a:r>
              <a:endParaRPr lang="en-IN" sz="1100" b="1">
                <a:latin typeface="+mn-lt"/>
              </a:endParaRPr>
            </a:p>
          </p:txBody>
        </p:sp>
        <p:sp>
          <p:nvSpPr>
            <p:cNvPr id="10" name="Rectangle 9">
              <a:extLst>
                <a:ext uri="{FF2B5EF4-FFF2-40B4-BE49-F238E27FC236}">
                  <a16:creationId xmlns:a16="http://schemas.microsoft.com/office/drawing/2014/main" id="{1EC7546C-4AD8-46BB-6653-AC02A4B69CB8}"/>
                </a:ext>
              </a:extLst>
            </p:cNvPr>
            <p:cNvSpPr/>
            <p:nvPr/>
          </p:nvSpPr>
          <p:spPr>
            <a:xfrm>
              <a:off x="5183118" y="3670574"/>
              <a:ext cx="2055983" cy="2322518"/>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chorCtr="0">
              <a:spAutoFit/>
            </a:bodyPr>
            <a:lstStyle/>
            <a:p>
              <a:pPr marL="171450" lvl="1" indent="-171450" defTabSz="488950">
                <a:lnSpc>
                  <a:spcPct val="90000"/>
                </a:lnSpc>
                <a:spcBef>
                  <a:spcPct val="0"/>
                </a:spcBef>
                <a:spcAft>
                  <a:spcPct val="20000"/>
                </a:spcAft>
                <a:buFont typeface="Wingdings" panose="05000000000000000000" pitchFamily="2" charset="2"/>
                <a:buChar char="§"/>
              </a:pPr>
              <a:r>
                <a:rPr lang="en-US" sz="1050">
                  <a:solidFill>
                    <a:schemeClr val="tx1"/>
                  </a:solidFill>
                </a:rPr>
                <a:t>Experience working with </a:t>
              </a:r>
              <a:r>
                <a:rPr lang="en-US" sz="1050" b="1" err="1">
                  <a:solidFill>
                    <a:schemeClr val="tx1"/>
                  </a:solidFill>
                </a:rPr>
                <a:t>OpCo</a:t>
              </a:r>
              <a:r>
                <a:rPr lang="en-US" sz="1050" b="1">
                  <a:solidFill>
                    <a:schemeClr val="tx1"/>
                  </a:solidFill>
                </a:rPr>
                <a:t> leadership and delivery teams</a:t>
              </a:r>
              <a:r>
                <a:rPr lang="en-US" sz="1050">
                  <a:solidFill>
                    <a:schemeClr val="tx1"/>
                  </a:solidFill>
                </a:rPr>
                <a:t> across multiple LLA entities, including Liberty Networks, Liberty Caribbean, and Liberty Costa Rica</a:t>
              </a:r>
            </a:p>
            <a:p>
              <a:pPr marL="171450" lvl="1" indent="-171450" defTabSz="488950">
                <a:lnSpc>
                  <a:spcPct val="90000"/>
                </a:lnSpc>
                <a:spcBef>
                  <a:spcPct val="0"/>
                </a:spcBef>
                <a:spcAft>
                  <a:spcPct val="20000"/>
                </a:spcAft>
                <a:buFont typeface="Wingdings" panose="05000000000000000000" pitchFamily="2" charset="2"/>
                <a:buChar char="§"/>
              </a:pPr>
              <a:endParaRPr lang="en-IN" sz="1050">
                <a:solidFill>
                  <a:schemeClr val="tx1"/>
                </a:solidFill>
              </a:endParaRPr>
            </a:p>
            <a:p>
              <a:pPr marL="171450" lvl="1" indent="-171450" defTabSz="488950">
                <a:lnSpc>
                  <a:spcPct val="90000"/>
                </a:lnSpc>
                <a:spcBef>
                  <a:spcPct val="0"/>
                </a:spcBef>
                <a:spcAft>
                  <a:spcPct val="20000"/>
                </a:spcAft>
                <a:buFont typeface="Wingdings" panose="05000000000000000000" pitchFamily="2" charset="2"/>
                <a:buChar char="§"/>
              </a:pPr>
              <a:r>
                <a:rPr lang="en-US" sz="1050">
                  <a:solidFill>
                    <a:schemeClr val="tx1"/>
                  </a:solidFill>
                </a:rPr>
                <a:t>Proven ability to operate within </a:t>
              </a:r>
              <a:r>
                <a:rPr lang="en-US" sz="1050" b="1">
                  <a:solidFill>
                    <a:schemeClr val="tx1"/>
                  </a:solidFill>
                </a:rPr>
                <a:t>Latin American market dynamics</a:t>
              </a:r>
              <a:r>
                <a:rPr lang="en-US" sz="1050">
                  <a:solidFill>
                    <a:schemeClr val="tx1"/>
                  </a:solidFill>
                </a:rPr>
                <a:t>, balancing enterprise standards with local execution realities</a:t>
              </a:r>
              <a:endParaRPr lang="en-IN" sz="1050">
                <a:solidFill>
                  <a:schemeClr val="tx1"/>
                </a:solidFill>
              </a:endParaRPr>
            </a:p>
          </p:txBody>
        </p:sp>
        <p:sp>
          <p:nvSpPr>
            <p:cNvPr id="11" name="TextBox 27">
              <a:extLst>
                <a:ext uri="{FF2B5EF4-FFF2-40B4-BE49-F238E27FC236}">
                  <a16:creationId xmlns:a16="http://schemas.microsoft.com/office/drawing/2014/main" id="{9F60DEA7-5DCE-B2C4-7513-13039965E665}"/>
                </a:ext>
              </a:extLst>
            </p:cNvPr>
            <p:cNvSpPr txBox="1"/>
            <p:nvPr/>
          </p:nvSpPr>
          <p:spPr>
            <a:xfrm>
              <a:off x="5023318" y="3098553"/>
              <a:ext cx="2123331" cy="449190"/>
            </a:xfrm>
            <a:prstGeom prst="rect">
              <a:avLst/>
            </a:prstGeom>
            <a:noFill/>
            <a:ln w="12700">
              <a:noFill/>
            </a:ln>
            <a:effectLst/>
          </p:spPr>
          <p:txBody>
            <a:bodyPr wrap="square" lIns="0" tIns="0" rIns="0" bIns="0" rtlCol="0" anchor="t" anchorCtr="0">
              <a:spAutoFit/>
            </a:bodyPr>
            <a:lstStyle>
              <a:defPPr>
                <a:defRPr lang="fr-FR"/>
              </a:defPPr>
              <a:lvl1pPr>
                <a:lnSpc>
                  <a:spcPct val="80000"/>
                </a:lnSpc>
                <a:defRPr sz="1200">
                  <a:solidFill>
                    <a:schemeClr val="accent2"/>
                  </a:solidFill>
                  <a:latin typeface="Graphik Black" panose="020B0A03030202060203" pitchFamily="34" charset="0"/>
                </a:defRPr>
              </a:lvl1pPr>
            </a:lstStyle>
            <a:p>
              <a:pPr algn="ctr"/>
              <a:r>
                <a:rPr lang="en-US" sz="1100" b="1">
                  <a:latin typeface="+mn-lt"/>
                </a:rPr>
                <a:t>Embedded Engagement Across LLA </a:t>
              </a:r>
              <a:r>
                <a:rPr lang="en-US" sz="1100" b="1" err="1">
                  <a:latin typeface="+mn-lt"/>
                </a:rPr>
                <a:t>OpCos</a:t>
              </a:r>
              <a:r>
                <a:rPr lang="en-US" sz="1100" b="1">
                  <a:latin typeface="+mn-lt"/>
                </a:rPr>
                <a:t> and Local Markets</a:t>
              </a:r>
            </a:p>
          </p:txBody>
        </p:sp>
        <p:sp>
          <p:nvSpPr>
            <p:cNvPr id="12" name="Rectangle 11">
              <a:extLst>
                <a:ext uri="{FF2B5EF4-FFF2-40B4-BE49-F238E27FC236}">
                  <a16:creationId xmlns:a16="http://schemas.microsoft.com/office/drawing/2014/main" id="{0C79BA84-2AFC-4C71-65EA-2A786747DFCB}"/>
                </a:ext>
              </a:extLst>
            </p:cNvPr>
            <p:cNvSpPr/>
            <p:nvPr/>
          </p:nvSpPr>
          <p:spPr>
            <a:xfrm>
              <a:off x="7487850" y="3685223"/>
              <a:ext cx="1980000" cy="2161728"/>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chorCtr="0">
              <a:spAutoFit/>
            </a:bodyPr>
            <a:lstStyle/>
            <a:p>
              <a:pPr marL="171450" lvl="1" indent="-171450" defTabSz="488950">
                <a:lnSpc>
                  <a:spcPct val="90000"/>
                </a:lnSpc>
                <a:spcBef>
                  <a:spcPct val="0"/>
                </a:spcBef>
                <a:spcAft>
                  <a:spcPct val="20000"/>
                </a:spcAft>
                <a:buFont typeface="Wingdings" panose="05000000000000000000" pitchFamily="2" charset="2"/>
                <a:buChar char="§"/>
              </a:pPr>
              <a:r>
                <a:rPr lang="en-US" sz="1050">
                  <a:solidFill>
                    <a:schemeClr val="tx1"/>
                  </a:solidFill>
                </a:rPr>
                <a:t>Demonstrated track record of </a:t>
              </a:r>
              <a:r>
                <a:rPr lang="en-US" sz="1050" b="1">
                  <a:solidFill>
                    <a:schemeClr val="tx1"/>
                  </a:solidFill>
                </a:rPr>
                <a:t>maintaining business continuity</a:t>
              </a:r>
              <a:r>
                <a:rPr lang="en-US" sz="1050">
                  <a:solidFill>
                    <a:schemeClr val="tx1"/>
                  </a:solidFill>
                </a:rPr>
                <a:t> during periods of M&amp;A‑driven change, modernization, and transformation within LLA</a:t>
              </a:r>
            </a:p>
            <a:p>
              <a:pPr marL="171450" lvl="1" indent="-171450" defTabSz="488950">
                <a:lnSpc>
                  <a:spcPct val="90000"/>
                </a:lnSpc>
                <a:spcBef>
                  <a:spcPct val="0"/>
                </a:spcBef>
                <a:spcAft>
                  <a:spcPct val="20000"/>
                </a:spcAft>
                <a:buFont typeface="Wingdings" panose="05000000000000000000" pitchFamily="2" charset="2"/>
                <a:buChar char="§"/>
              </a:pPr>
              <a:endParaRPr lang="en-IN" sz="1050">
                <a:solidFill>
                  <a:schemeClr val="tx1"/>
                </a:solidFill>
              </a:endParaRPr>
            </a:p>
            <a:p>
              <a:pPr marL="171450" lvl="1" indent="-171450" defTabSz="488950">
                <a:lnSpc>
                  <a:spcPct val="90000"/>
                </a:lnSpc>
                <a:spcBef>
                  <a:spcPct val="0"/>
                </a:spcBef>
                <a:spcAft>
                  <a:spcPct val="20000"/>
                </a:spcAft>
                <a:buFont typeface="Wingdings" panose="05000000000000000000" pitchFamily="2" charset="2"/>
                <a:buChar char="§"/>
              </a:pPr>
              <a:r>
                <a:rPr lang="en-US" sz="1050">
                  <a:solidFill>
                    <a:schemeClr val="tx1"/>
                  </a:solidFill>
                </a:rPr>
                <a:t>Established governance, security, and compliance practices aligned to Liberty standards and operating expectations</a:t>
              </a:r>
              <a:endParaRPr lang="en-IN" sz="1050">
                <a:solidFill>
                  <a:schemeClr val="tx1"/>
                </a:solidFill>
              </a:endParaRPr>
            </a:p>
          </p:txBody>
        </p:sp>
        <p:sp>
          <p:nvSpPr>
            <p:cNvPr id="13" name="TextBox 31">
              <a:extLst>
                <a:ext uri="{FF2B5EF4-FFF2-40B4-BE49-F238E27FC236}">
                  <a16:creationId xmlns:a16="http://schemas.microsoft.com/office/drawing/2014/main" id="{0E30BB18-D737-FF4F-383D-55E4111C5835}"/>
                </a:ext>
              </a:extLst>
            </p:cNvPr>
            <p:cNvSpPr txBox="1"/>
            <p:nvPr/>
          </p:nvSpPr>
          <p:spPr>
            <a:xfrm>
              <a:off x="7414149" y="3098553"/>
              <a:ext cx="2123331" cy="449190"/>
            </a:xfrm>
            <a:prstGeom prst="rect">
              <a:avLst/>
            </a:prstGeom>
            <a:noFill/>
            <a:ln w="12700">
              <a:noFill/>
            </a:ln>
            <a:effectLst/>
          </p:spPr>
          <p:txBody>
            <a:bodyPr wrap="square" lIns="0" tIns="0" rIns="0" bIns="0" rtlCol="0" anchor="t" anchorCtr="0">
              <a:spAutoFit/>
            </a:bodyPr>
            <a:lstStyle>
              <a:defPPr>
                <a:defRPr lang="fr-FR"/>
              </a:defPPr>
              <a:lvl1pPr>
                <a:lnSpc>
                  <a:spcPct val="80000"/>
                </a:lnSpc>
                <a:defRPr sz="1200">
                  <a:solidFill>
                    <a:schemeClr val="accent2"/>
                  </a:solidFill>
                  <a:latin typeface="Graphik Black" panose="020B0A03030202060203" pitchFamily="34" charset="0"/>
                </a:defRPr>
              </a:lvl1pPr>
            </a:lstStyle>
            <a:p>
              <a:pPr algn="ctr"/>
              <a:r>
                <a:rPr lang="en-US" sz="1100" b="1">
                  <a:latin typeface="+mn-lt"/>
                </a:rPr>
                <a:t>Delivery Through Change While Maintaining Continuity</a:t>
              </a:r>
            </a:p>
          </p:txBody>
        </p:sp>
        <p:sp>
          <p:nvSpPr>
            <p:cNvPr id="14" name="Freeform 8">
              <a:extLst>
                <a:ext uri="{FF2B5EF4-FFF2-40B4-BE49-F238E27FC236}">
                  <a16:creationId xmlns:a16="http://schemas.microsoft.com/office/drawing/2014/main" id="{C5466887-737E-11D4-D80E-3F62BE030C80}"/>
                </a:ext>
              </a:extLst>
            </p:cNvPr>
            <p:cNvSpPr>
              <a:spLocks/>
            </p:cNvSpPr>
            <p:nvPr/>
          </p:nvSpPr>
          <p:spPr bwMode="auto">
            <a:xfrm>
              <a:off x="7726813" y="1052654"/>
              <a:ext cx="1502074" cy="1577731"/>
            </a:xfrm>
            <a:custGeom>
              <a:avLst/>
              <a:gdLst>
                <a:gd name="T0" fmla="*/ 444 w 888"/>
                <a:gd name="T1" fmla="*/ 0 h 1026"/>
                <a:gd name="T2" fmla="*/ 888 w 888"/>
                <a:gd name="T3" fmla="*/ 253 h 1026"/>
                <a:gd name="T4" fmla="*/ 888 w 888"/>
                <a:gd name="T5" fmla="*/ 768 h 1026"/>
                <a:gd name="T6" fmla="*/ 444 w 888"/>
                <a:gd name="T7" fmla="*/ 1026 h 1026"/>
                <a:gd name="T8" fmla="*/ 0 w 888"/>
                <a:gd name="T9" fmla="*/ 768 h 1026"/>
                <a:gd name="T10" fmla="*/ 0 w 888"/>
                <a:gd name="T11" fmla="*/ 255 h 1026"/>
                <a:gd name="T12" fmla="*/ 444 w 888"/>
                <a:gd name="T13" fmla="*/ 0 h 1026"/>
              </a:gdLst>
              <a:ahLst/>
              <a:cxnLst>
                <a:cxn ang="0">
                  <a:pos x="T0" y="T1"/>
                </a:cxn>
                <a:cxn ang="0">
                  <a:pos x="T2" y="T3"/>
                </a:cxn>
                <a:cxn ang="0">
                  <a:pos x="T4" y="T5"/>
                </a:cxn>
                <a:cxn ang="0">
                  <a:pos x="T6" y="T7"/>
                </a:cxn>
                <a:cxn ang="0">
                  <a:pos x="T8" y="T9"/>
                </a:cxn>
                <a:cxn ang="0">
                  <a:pos x="T10" y="T11"/>
                </a:cxn>
                <a:cxn ang="0">
                  <a:pos x="T12" y="T13"/>
                </a:cxn>
              </a:cxnLst>
              <a:rect l="0" t="0" r="r" b="b"/>
              <a:pathLst>
                <a:path w="888" h="1026">
                  <a:moveTo>
                    <a:pt x="444" y="0"/>
                  </a:moveTo>
                  <a:lnTo>
                    <a:pt x="888" y="253"/>
                  </a:lnTo>
                  <a:lnTo>
                    <a:pt x="888" y="768"/>
                  </a:lnTo>
                  <a:lnTo>
                    <a:pt x="444" y="1026"/>
                  </a:lnTo>
                  <a:lnTo>
                    <a:pt x="0" y="768"/>
                  </a:lnTo>
                  <a:lnTo>
                    <a:pt x="0" y="255"/>
                  </a:lnTo>
                  <a:lnTo>
                    <a:pt x="444" y="0"/>
                  </a:lnTo>
                  <a:close/>
                </a:path>
              </a:pathLst>
            </a:custGeom>
            <a:solidFill>
              <a:schemeClr val="accent1">
                <a:lumMod val="50000"/>
              </a:schemeClr>
            </a:solidFill>
            <a:ln w="12700">
              <a:solidFill>
                <a:schemeClr val="accent2"/>
              </a:solidFill>
              <a:round/>
              <a:headEnd/>
              <a:tailEnd/>
            </a:ln>
          </p:spPr>
          <p:txBody>
            <a:bodyPr vert="horz" wrap="square" lIns="91419" tIns="45709" rIns="91419" bIns="45709" numCol="1" anchor="ctr" anchorCtr="0" compatLnSpc="1">
              <a:prstTxWarp prst="textNoShape">
                <a:avLst/>
              </a:prstTxWarp>
            </a:bodyPr>
            <a:lstStyle/>
            <a:p>
              <a:pPr algn="ctr"/>
              <a:endParaRPr lang="en-US" sz="2400">
                <a:latin typeface="+mj-lt"/>
                <a:cs typeface="Segoe UI" panose="020B0502040204020203" pitchFamily="34" charset="0"/>
              </a:endParaRPr>
            </a:p>
          </p:txBody>
        </p:sp>
        <p:cxnSp>
          <p:nvCxnSpPr>
            <p:cNvPr id="15" name="Straight Connector 33">
              <a:extLst>
                <a:ext uri="{FF2B5EF4-FFF2-40B4-BE49-F238E27FC236}">
                  <a16:creationId xmlns:a16="http://schemas.microsoft.com/office/drawing/2014/main" id="{896541D8-84FA-D48D-117A-9B6092A48560}"/>
                </a:ext>
              </a:extLst>
            </p:cNvPr>
            <p:cNvCxnSpPr/>
            <p:nvPr/>
          </p:nvCxnSpPr>
          <p:spPr>
            <a:xfrm>
              <a:off x="8477850" y="2690558"/>
              <a:ext cx="0" cy="243880"/>
            </a:xfrm>
            <a:prstGeom prst="line">
              <a:avLst/>
            </a:prstGeom>
            <a:ln w="9525">
              <a:solidFill>
                <a:schemeClr val="accent1"/>
              </a:solidFill>
              <a:prstDash val="dash"/>
              <a:tailEnd type="oval"/>
            </a:ln>
          </p:spPr>
          <p:style>
            <a:lnRef idx="1">
              <a:schemeClr val="accent1"/>
            </a:lnRef>
            <a:fillRef idx="0">
              <a:schemeClr val="accent1"/>
            </a:fillRef>
            <a:effectRef idx="0">
              <a:schemeClr val="accent1"/>
            </a:effectRef>
            <a:fontRef idx="minor">
              <a:schemeClr val="tx1"/>
            </a:fontRef>
          </p:style>
        </p:cxnSp>
        <p:sp>
          <p:nvSpPr>
            <p:cNvPr id="16" name="Freeform 8">
              <a:extLst>
                <a:ext uri="{FF2B5EF4-FFF2-40B4-BE49-F238E27FC236}">
                  <a16:creationId xmlns:a16="http://schemas.microsoft.com/office/drawing/2014/main" id="{75BF8483-2858-15AF-0135-7F39CDD21EDE}"/>
                </a:ext>
              </a:extLst>
            </p:cNvPr>
            <p:cNvSpPr>
              <a:spLocks/>
            </p:cNvSpPr>
            <p:nvPr/>
          </p:nvSpPr>
          <p:spPr bwMode="auto">
            <a:xfrm>
              <a:off x="5344963" y="1052654"/>
              <a:ext cx="1502074" cy="1577730"/>
            </a:xfrm>
            <a:custGeom>
              <a:avLst/>
              <a:gdLst>
                <a:gd name="T0" fmla="*/ 444 w 888"/>
                <a:gd name="T1" fmla="*/ 0 h 1026"/>
                <a:gd name="T2" fmla="*/ 888 w 888"/>
                <a:gd name="T3" fmla="*/ 253 h 1026"/>
                <a:gd name="T4" fmla="*/ 888 w 888"/>
                <a:gd name="T5" fmla="*/ 768 h 1026"/>
                <a:gd name="T6" fmla="*/ 444 w 888"/>
                <a:gd name="T7" fmla="*/ 1026 h 1026"/>
                <a:gd name="T8" fmla="*/ 0 w 888"/>
                <a:gd name="T9" fmla="*/ 768 h 1026"/>
                <a:gd name="T10" fmla="*/ 0 w 888"/>
                <a:gd name="T11" fmla="*/ 255 h 1026"/>
                <a:gd name="T12" fmla="*/ 444 w 888"/>
                <a:gd name="T13" fmla="*/ 0 h 1026"/>
              </a:gdLst>
              <a:ahLst/>
              <a:cxnLst>
                <a:cxn ang="0">
                  <a:pos x="T0" y="T1"/>
                </a:cxn>
                <a:cxn ang="0">
                  <a:pos x="T2" y="T3"/>
                </a:cxn>
                <a:cxn ang="0">
                  <a:pos x="T4" y="T5"/>
                </a:cxn>
                <a:cxn ang="0">
                  <a:pos x="T6" y="T7"/>
                </a:cxn>
                <a:cxn ang="0">
                  <a:pos x="T8" y="T9"/>
                </a:cxn>
                <a:cxn ang="0">
                  <a:pos x="T10" y="T11"/>
                </a:cxn>
                <a:cxn ang="0">
                  <a:pos x="T12" y="T13"/>
                </a:cxn>
              </a:cxnLst>
              <a:rect l="0" t="0" r="r" b="b"/>
              <a:pathLst>
                <a:path w="888" h="1026">
                  <a:moveTo>
                    <a:pt x="444" y="0"/>
                  </a:moveTo>
                  <a:lnTo>
                    <a:pt x="888" y="253"/>
                  </a:lnTo>
                  <a:lnTo>
                    <a:pt x="888" y="768"/>
                  </a:lnTo>
                  <a:lnTo>
                    <a:pt x="444" y="1026"/>
                  </a:lnTo>
                  <a:lnTo>
                    <a:pt x="0" y="768"/>
                  </a:lnTo>
                  <a:lnTo>
                    <a:pt x="0" y="255"/>
                  </a:lnTo>
                  <a:lnTo>
                    <a:pt x="444" y="0"/>
                  </a:lnTo>
                  <a:close/>
                </a:path>
              </a:pathLst>
            </a:custGeom>
            <a:solidFill>
              <a:schemeClr val="accent1">
                <a:lumMod val="50000"/>
              </a:schemeClr>
            </a:solidFill>
            <a:ln w="12700">
              <a:solidFill>
                <a:schemeClr val="accent2"/>
              </a:solidFill>
              <a:round/>
              <a:headEnd/>
              <a:tailEnd/>
            </a:ln>
          </p:spPr>
          <p:txBody>
            <a:bodyPr vert="horz" wrap="square" lIns="91419" tIns="45709" rIns="91419" bIns="45709" numCol="1" anchor="ctr" anchorCtr="0" compatLnSpc="1">
              <a:prstTxWarp prst="textNoShape">
                <a:avLst/>
              </a:prstTxWarp>
            </a:bodyPr>
            <a:lstStyle/>
            <a:p>
              <a:pPr algn="ctr"/>
              <a:endParaRPr lang="en-US" sz="2400">
                <a:latin typeface="+mj-lt"/>
                <a:cs typeface="Segoe UI" panose="020B0502040204020203" pitchFamily="34" charset="0"/>
              </a:endParaRPr>
            </a:p>
          </p:txBody>
        </p:sp>
        <p:cxnSp>
          <p:nvCxnSpPr>
            <p:cNvPr id="17" name="Straight Connector 37">
              <a:extLst>
                <a:ext uri="{FF2B5EF4-FFF2-40B4-BE49-F238E27FC236}">
                  <a16:creationId xmlns:a16="http://schemas.microsoft.com/office/drawing/2014/main" id="{A5296DFC-D293-FF54-8CA7-2A159DB9E6FD}"/>
                </a:ext>
              </a:extLst>
            </p:cNvPr>
            <p:cNvCxnSpPr/>
            <p:nvPr/>
          </p:nvCxnSpPr>
          <p:spPr>
            <a:xfrm>
              <a:off x="6096000" y="2690558"/>
              <a:ext cx="0" cy="243880"/>
            </a:xfrm>
            <a:prstGeom prst="line">
              <a:avLst/>
            </a:prstGeom>
            <a:ln w="9525">
              <a:solidFill>
                <a:schemeClr val="accent1"/>
              </a:solidFill>
              <a:prstDash val="dash"/>
              <a:tailEnd type="oval"/>
            </a:ln>
          </p:spPr>
          <p:style>
            <a:lnRef idx="1">
              <a:schemeClr val="accent1"/>
            </a:lnRef>
            <a:fillRef idx="0">
              <a:schemeClr val="accent1"/>
            </a:fillRef>
            <a:effectRef idx="0">
              <a:schemeClr val="accent1"/>
            </a:effectRef>
            <a:fontRef idx="minor">
              <a:schemeClr val="tx1"/>
            </a:fontRef>
          </p:style>
        </p:cxnSp>
        <p:sp>
          <p:nvSpPr>
            <p:cNvPr id="18" name="Freeform 8">
              <a:extLst>
                <a:ext uri="{FF2B5EF4-FFF2-40B4-BE49-F238E27FC236}">
                  <a16:creationId xmlns:a16="http://schemas.microsoft.com/office/drawing/2014/main" id="{7B151F19-2830-D65F-6BE2-44451AA24DCE}"/>
                </a:ext>
              </a:extLst>
            </p:cNvPr>
            <p:cNvSpPr>
              <a:spLocks/>
            </p:cNvSpPr>
            <p:nvPr/>
          </p:nvSpPr>
          <p:spPr bwMode="auto">
            <a:xfrm>
              <a:off x="2982463" y="1052654"/>
              <a:ext cx="1502074" cy="1577730"/>
            </a:xfrm>
            <a:custGeom>
              <a:avLst/>
              <a:gdLst>
                <a:gd name="T0" fmla="*/ 444 w 888"/>
                <a:gd name="T1" fmla="*/ 0 h 1026"/>
                <a:gd name="T2" fmla="*/ 888 w 888"/>
                <a:gd name="T3" fmla="*/ 253 h 1026"/>
                <a:gd name="T4" fmla="*/ 888 w 888"/>
                <a:gd name="T5" fmla="*/ 768 h 1026"/>
                <a:gd name="T6" fmla="*/ 444 w 888"/>
                <a:gd name="T7" fmla="*/ 1026 h 1026"/>
                <a:gd name="T8" fmla="*/ 0 w 888"/>
                <a:gd name="T9" fmla="*/ 768 h 1026"/>
                <a:gd name="T10" fmla="*/ 0 w 888"/>
                <a:gd name="T11" fmla="*/ 255 h 1026"/>
                <a:gd name="T12" fmla="*/ 444 w 888"/>
                <a:gd name="T13" fmla="*/ 0 h 1026"/>
              </a:gdLst>
              <a:ahLst/>
              <a:cxnLst>
                <a:cxn ang="0">
                  <a:pos x="T0" y="T1"/>
                </a:cxn>
                <a:cxn ang="0">
                  <a:pos x="T2" y="T3"/>
                </a:cxn>
                <a:cxn ang="0">
                  <a:pos x="T4" y="T5"/>
                </a:cxn>
                <a:cxn ang="0">
                  <a:pos x="T6" y="T7"/>
                </a:cxn>
                <a:cxn ang="0">
                  <a:pos x="T8" y="T9"/>
                </a:cxn>
                <a:cxn ang="0">
                  <a:pos x="T10" y="T11"/>
                </a:cxn>
                <a:cxn ang="0">
                  <a:pos x="T12" y="T13"/>
                </a:cxn>
              </a:cxnLst>
              <a:rect l="0" t="0" r="r" b="b"/>
              <a:pathLst>
                <a:path w="888" h="1026">
                  <a:moveTo>
                    <a:pt x="444" y="0"/>
                  </a:moveTo>
                  <a:lnTo>
                    <a:pt x="888" y="253"/>
                  </a:lnTo>
                  <a:lnTo>
                    <a:pt x="888" y="768"/>
                  </a:lnTo>
                  <a:lnTo>
                    <a:pt x="444" y="1026"/>
                  </a:lnTo>
                  <a:lnTo>
                    <a:pt x="0" y="768"/>
                  </a:lnTo>
                  <a:lnTo>
                    <a:pt x="0" y="255"/>
                  </a:lnTo>
                  <a:lnTo>
                    <a:pt x="444" y="0"/>
                  </a:lnTo>
                  <a:close/>
                </a:path>
              </a:pathLst>
            </a:custGeom>
            <a:solidFill>
              <a:schemeClr val="accent1">
                <a:lumMod val="50000"/>
              </a:schemeClr>
            </a:solidFill>
            <a:ln w="12700">
              <a:solidFill>
                <a:schemeClr val="accent2"/>
              </a:solidFill>
              <a:round/>
              <a:headEnd/>
              <a:tailEnd/>
            </a:ln>
          </p:spPr>
          <p:txBody>
            <a:bodyPr vert="horz" wrap="square" lIns="91419" tIns="45709" rIns="91419" bIns="45709" numCol="1" anchor="ctr" anchorCtr="0" compatLnSpc="1">
              <a:prstTxWarp prst="textNoShape">
                <a:avLst/>
              </a:prstTxWarp>
            </a:bodyPr>
            <a:lstStyle/>
            <a:p>
              <a:pPr algn="ctr"/>
              <a:endParaRPr lang="en-US" sz="2400">
                <a:latin typeface="+mj-lt"/>
                <a:cs typeface="Segoe UI" panose="020B0502040204020203" pitchFamily="34" charset="0"/>
              </a:endParaRPr>
            </a:p>
          </p:txBody>
        </p:sp>
        <p:cxnSp>
          <p:nvCxnSpPr>
            <p:cNvPr id="19" name="Straight Connector 39">
              <a:extLst>
                <a:ext uri="{FF2B5EF4-FFF2-40B4-BE49-F238E27FC236}">
                  <a16:creationId xmlns:a16="http://schemas.microsoft.com/office/drawing/2014/main" id="{7BD544F6-6F28-C0EC-A1CB-E5CB05758BC6}"/>
                </a:ext>
              </a:extLst>
            </p:cNvPr>
            <p:cNvCxnSpPr/>
            <p:nvPr/>
          </p:nvCxnSpPr>
          <p:spPr>
            <a:xfrm>
              <a:off x="3733500" y="2698178"/>
              <a:ext cx="0" cy="243880"/>
            </a:xfrm>
            <a:prstGeom prst="line">
              <a:avLst/>
            </a:prstGeom>
            <a:ln w="9525">
              <a:solidFill>
                <a:schemeClr val="accent1"/>
              </a:solidFill>
              <a:prstDash val="dash"/>
              <a:tailEnd type="oval"/>
            </a:ln>
          </p:spPr>
          <p:style>
            <a:lnRef idx="1">
              <a:schemeClr val="accent1"/>
            </a:lnRef>
            <a:fillRef idx="0">
              <a:schemeClr val="accent1"/>
            </a:fillRef>
            <a:effectRef idx="0">
              <a:schemeClr val="accent1"/>
            </a:effectRef>
            <a:fontRef idx="minor">
              <a:schemeClr val="tx1"/>
            </a:fontRef>
          </p:style>
        </p:cxnSp>
        <p:sp>
          <p:nvSpPr>
            <p:cNvPr id="20" name="Freeform 8">
              <a:extLst>
                <a:ext uri="{FF2B5EF4-FFF2-40B4-BE49-F238E27FC236}">
                  <a16:creationId xmlns:a16="http://schemas.microsoft.com/office/drawing/2014/main" id="{9686B993-64AD-F265-4FC8-F67D60325CC7}"/>
                </a:ext>
              </a:extLst>
            </p:cNvPr>
            <p:cNvSpPr>
              <a:spLocks/>
            </p:cNvSpPr>
            <p:nvPr/>
          </p:nvSpPr>
          <p:spPr bwMode="auto">
            <a:xfrm>
              <a:off x="597143" y="1073803"/>
              <a:ext cx="1502074" cy="1577730"/>
            </a:xfrm>
            <a:custGeom>
              <a:avLst/>
              <a:gdLst>
                <a:gd name="T0" fmla="*/ 444 w 888"/>
                <a:gd name="T1" fmla="*/ 0 h 1026"/>
                <a:gd name="T2" fmla="*/ 888 w 888"/>
                <a:gd name="T3" fmla="*/ 253 h 1026"/>
                <a:gd name="T4" fmla="*/ 888 w 888"/>
                <a:gd name="T5" fmla="*/ 768 h 1026"/>
                <a:gd name="T6" fmla="*/ 444 w 888"/>
                <a:gd name="T7" fmla="*/ 1026 h 1026"/>
                <a:gd name="T8" fmla="*/ 0 w 888"/>
                <a:gd name="T9" fmla="*/ 768 h 1026"/>
                <a:gd name="T10" fmla="*/ 0 w 888"/>
                <a:gd name="T11" fmla="*/ 255 h 1026"/>
                <a:gd name="T12" fmla="*/ 444 w 888"/>
                <a:gd name="T13" fmla="*/ 0 h 1026"/>
              </a:gdLst>
              <a:ahLst/>
              <a:cxnLst>
                <a:cxn ang="0">
                  <a:pos x="T0" y="T1"/>
                </a:cxn>
                <a:cxn ang="0">
                  <a:pos x="T2" y="T3"/>
                </a:cxn>
                <a:cxn ang="0">
                  <a:pos x="T4" y="T5"/>
                </a:cxn>
                <a:cxn ang="0">
                  <a:pos x="T6" y="T7"/>
                </a:cxn>
                <a:cxn ang="0">
                  <a:pos x="T8" y="T9"/>
                </a:cxn>
                <a:cxn ang="0">
                  <a:pos x="T10" y="T11"/>
                </a:cxn>
                <a:cxn ang="0">
                  <a:pos x="T12" y="T13"/>
                </a:cxn>
              </a:cxnLst>
              <a:rect l="0" t="0" r="r" b="b"/>
              <a:pathLst>
                <a:path w="888" h="1026">
                  <a:moveTo>
                    <a:pt x="444" y="0"/>
                  </a:moveTo>
                  <a:lnTo>
                    <a:pt x="888" y="253"/>
                  </a:lnTo>
                  <a:lnTo>
                    <a:pt x="888" y="768"/>
                  </a:lnTo>
                  <a:lnTo>
                    <a:pt x="444" y="1026"/>
                  </a:lnTo>
                  <a:lnTo>
                    <a:pt x="0" y="768"/>
                  </a:lnTo>
                  <a:lnTo>
                    <a:pt x="0" y="255"/>
                  </a:lnTo>
                  <a:lnTo>
                    <a:pt x="444" y="0"/>
                  </a:lnTo>
                  <a:close/>
                </a:path>
              </a:pathLst>
            </a:custGeom>
            <a:solidFill>
              <a:schemeClr val="accent1">
                <a:lumMod val="50000"/>
              </a:schemeClr>
            </a:solidFill>
            <a:ln w="12700">
              <a:solidFill>
                <a:schemeClr val="accent2"/>
              </a:solidFill>
              <a:round/>
              <a:headEnd/>
              <a:tailEnd/>
            </a:ln>
          </p:spPr>
          <p:txBody>
            <a:bodyPr vert="horz" wrap="square" lIns="91419" tIns="45709" rIns="91419" bIns="45709" numCol="1" anchor="ctr" anchorCtr="0" compatLnSpc="1">
              <a:prstTxWarp prst="textNoShape">
                <a:avLst/>
              </a:prstTxWarp>
            </a:bodyPr>
            <a:lstStyle/>
            <a:p>
              <a:pPr algn="ctr"/>
              <a:endParaRPr lang="en-US" sz="2400">
                <a:latin typeface="+mj-lt"/>
                <a:ea typeface="Segoe UI" panose="020B0502040204020203" pitchFamily="34" charset="0"/>
                <a:cs typeface="Segoe UI" panose="020B0502040204020203" pitchFamily="34" charset="0"/>
              </a:endParaRPr>
            </a:p>
          </p:txBody>
        </p:sp>
        <p:cxnSp>
          <p:nvCxnSpPr>
            <p:cNvPr id="21" name="Straight Connector 41">
              <a:extLst>
                <a:ext uri="{FF2B5EF4-FFF2-40B4-BE49-F238E27FC236}">
                  <a16:creationId xmlns:a16="http://schemas.microsoft.com/office/drawing/2014/main" id="{5D4E6537-9A3B-B455-75F3-BF02195CB1E9}"/>
                </a:ext>
              </a:extLst>
            </p:cNvPr>
            <p:cNvCxnSpPr/>
            <p:nvPr/>
          </p:nvCxnSpPr>
          <p:spPr>
            <a:xfrm>
              <a:off x="1348180" y="2698178"/>
              <a:ext cx="0" cy="243880"/>
            </a:xfrm>
            <a:prstGeom prst="line">
              <a:avLst/>
            </a:prstGeom>
            <a:ln w="9525">
              <a:solidFill>
                <a:schemeClr val="accent2"/>
              </a:solidFill>
              <a:prstDash val="dash"/>
              <a:tailEnd type="oval"/>
            </a:ln>
          </p:spPr>
          <p:style>
            <a:lnRef idx="1">
              <a:schemeClr val="accent1"/>
            </a:lnRef>
            <a:fillRef idx="0">
              <a:schemeClr val="accent1"/>
            </a:fillRef>
            <a:effectRef idx="0">
              <a:schemeClr val="accent1"/>
            </a:effectRef>
            <a:fontRef idx="minor">
              <a:schemeClr val="tx1"/>
            </a:fontRef>
          </p:style>
        </p:cxnSp>
        <p:sp>
          <p:nvSpPr>
            <p:cNvPr id="22" name="Freeform 8">
              <a:extLst>
                <a:ext uri="{FF2B5EF4-FFF2-40B4-BE49-F238E27FC236}">
                  <a16:creationId xmlns:a16="http://schemas.microsoft.com/office/drawing/2014/main" id="{2472D3F1-F0FE-66B9-2519-F6A742F93136}"/>
                </a:ext>
              </a:extLst>
            </p:cNvPr>
            <p:cNvSpPr>
              <a:spLocks/>
            </p:cNvSpPr>
            <p:nvPr/>
          </p:nvSpPr>
          <p:spPr bwMode="auto">
            <a:xfrm>
              <a:off x="8233127" y="939298"/>
              <a:ext cx="489447" cy="565509"/>
            </a:xfrm>
            <a:custGeom>
              <a:avLst/>
              <a:gdLst>
                <a:gd name="T0" fmla="*/ 444 w 888"/>
                <a:gd name="T1" fmla="*/ 0 h 1026"/>
                <a:gd name="T2" fmla="*/ 888 w 888"/>
                <a:gd name="T3" fmla="*/ 253 h 1026"/>
                <a:gd name="T4" fmla="*/ 888 w 888"/>
                <a:gd name="T5" fmla="*/ 768 h 1026"/>
                <a:gd name="T6" fmla="*/ 444 w 888"/>
                <a:gd name="T7" fmla="*/ 1026 h 1026"/>
                <a:gd name="T8" fmla="*/ 0 w 888"/>
                <a:gd name="T9" fmla="*/ 768 h 1026"/>
                <a:gd name="T10" fmla="*/ 0 w 888"/>
                <a:gd name="T11" fmla="*/ 255 h 1026"/>
                <a:gd name="T12" fmla="*/ 444 w 888"/>
                <a:gd name="T13" fmla="*/ 0 h 1026"/>
              </a:gdLst>
              <a:ahLst/>
              <a:cxnLst>
                <a:cxn ang="0">
                  <a:pos x="T0" y="T1"/>
                </a:cxn>
                <a:cxn ang="0">
                  <a:pos x="T2" y="T3"/>
                </a:cxn>
                <a:cxn ang="0">
                  <a:pos x="T4" y="T5"/>
                </a:cxn>
                <a:cxn ang="0">
                  <a:pos x="T6" y="T7"/>
                </a:cxn>
                <a:cxn ang="0">
                  <a:pos x="T8" y="T9"/>
                </a:cxn>
                <a:cxn ang="0">
                  <a:pos x="T10" y="T11"/>
                </a:cxn>
                <a:cxn ang="0">
                  <a:pos x="T12" y="T13"/>
                </a:cxn>
              </a:cxnLst>
              <a:rect l="0" t="0" r="r" b="b"/>
              <a:pathLst>
                <a:path w="888" h="1026">
                  <a:moveTo>
                    <a:pt x="444" y="0"/>
                  </a:moveTo>
                  <a:lnTo>
                    <a:pt x="888" y="253"/>
                  </a:lnTo>
                  <a:lnTo>
                    <a:pt x="888" y="768"/>
                  </a:lnTo>
                  <a:lnTo>
                    <a:pt x="444" y="1026"/>
                  </a:lnTo>
                  <a:lnTo>
                    <a:pt x="0" y="768"/>
                  </a:lnTo>
                  <a:lnTo>
                    <a:pt x="0" y="255"/>
                  </a:lnTo>
                  <a:lnTo>
                    <a:pt x="444" y="0"/>
                  </a:lnTo>
                  <a:close/>
                </a:path>
              </a:pathLst>
            </a:custGeom>
            <a:solidFill>
              <a:schemeClr val="accent2"/>
            </a:solidFill>
            <a:ln w="12700">
              <a:solidFill>
                <a:schemeClr val="bg1"/>
              </a:solidFill>
              <a:round/>
              <a:headEnd/>
              <a:tailEnd/>
            </a:ln>
          </p:spPr>
          <p:txBody>
            <a:bodyPr vert="horz" wrap="square" lIns="91419" tIns="45709" rIns="91419" bIns="45709" numCol="1" anchor="ctr" anchorCtr="0" compatLnSpc="1">
              <a:prstTxWarp prst="textNoShape">
                <a:avLst/>
              </a:prstTxWarp>
            </a:bodyPr>
            <a:lstStyle/>
            <a:p>
              <a:pPr algn="ctr"/>
              <a:r>
                <a:rPr lang="en-US" sz="2400" b="1">
                  <a:latin typeface="Graphik Black" panose="020B0A03030202060203" pitchFamily="34" charset="0"/>
                </a:rPr>
                <a:t>4</a:t>
              </a:r>
            </a:p>
          </p:txBody>
        </p:sp>
        <p:sp>
          <p:nvSpPr>
            <p:cNvPr id="23" name="Freeform 8">
              <a:extLst>
                <a:ext uri="{FF2B5EF4-FFF2-40B4-BE49-F238E27FC236}">
                  <a16:creationId xmlns:a16="http://schemas.microsoft.com/office/drawing/2014/main" id="{71EBA285-C6AC-F691-69DF-2DF21FFE93C1}"/>
                </a:ext>
              </a:extLst>
            </p:cNvPr>
            <p:cNvSpPr>
              <a:spLocks/>
            </p:cNvSpPr>
            <p:nvPr/>
          </p:nvSpPr>
          <p:spPr bwMode="auto">
            <a:xfrm>
              <a:off x="5851277" y="939298"/>
              <a:ext cx="489447" cy="565509"/>
            </a:xfrm>
            <a:custGeom>
              <a:avLst/>
              <a:gdLst>
                <a:gd name="T0" fmla="*/ 444 w 888"/>
                <a:gd name="T1" fmla="*/ 0 h 1026"/>
                <a:gd name="T2" fmla="*/ 888 w 888"/>
                <a:gd name="T3" fmla="*/ 253 h 1026"/>
                <a:gd name="T4" fmla="*/ 888 w 888"/>
                <a:gd name="T5" fmla="*/ 768 h 1026"/>
                <a:gd name="T6" fmla="*/ 444 w 888"/>
                <a:gd name="T7" fmla="*/ 1026 h 1026"/>
                <a:gd name="T8" fmla="*/ 0 w 888"/>
                <a:gd name="T9" fmla="*/ 768 h 1026"/>
                <a:gd name="T10" fmla="*/ 0 w 888"/>
                <a:gd name="T11" fmla="*/ 255 h 1026"/>
                <a:gd name="T12" fmla="*/ 444 w 888"/>
                <a:gd name="T13" fmla="*/ 0 h 1026"/>
              </a:gdLst>
              <a:ahLst/>
              <a:cxnLst>
                <a:cxn ang="0">
                  <a:pos x="T0" y="T1"/>
                </a:cxn>
                <a:cxn ang="0">
                  <a:pos x="T2" y="T3"/>
                </a:cxn>
                <a:cxn ang="0">
                  <a:pos x="T4" y="T5"/>
                </a:cxn>
                <a:cxn ang="0">
                  <a:pos x="T6" y="T7"/>
                </a:cxn>
                <a:cxn ang="0">
                  <a:pos x="T8" y="T9"/>
                </a:cxn>
                <a:cxn ang="0">
                  <a:pos x="T10" y="T11"/>
                </a:cxn>
                <a:cxn ang="0">
                  <a:pos x="T12" y="T13"/>
                </a:cxn>
              </a:cxnLst>
              <a:rect l="0" t="0" r="r" b="b"/>
              <a:pathLst>
                <a:path w="888" h="1026">
                  <a:moveTo>
                    <a:pt x="444" y="0"/>
                  </a:moveTo>
                  <a:lnTo>
                    <a:pt x="888" y="253"/>
                  </a:lnTo>
                  <a:lnTo>
                    <a:pt x="888" y="768"/>
                  </a:lnTo>
                  <a:lnTo>
                    <a:pt x="444" y="1026"/>
                  </a:lnTo>
                  <a:lnTo>
                    <a:pt x="0" y="768"/>
                  </a:lnTo>
                  <a:lnTo>
                    <a:pt x="0" y="255"/>
                  </a:lnTo>
                  <a:lnTo>
                    <a:pt x="444" y="0"/>
                  </a:lnTo>
                  <a:close/>
                </a:path>
              </a:pathLst>
            </a:custGeom>
            <a:solidFill>
              <a:schemeClr val="accent2"/>
            </a:solidFill>
            <a:ln w="12700">
              <a:solidFill>
                <a:schemeClr val="bg1"/>
              </a:solidFill>
              <a:round/>
              <a:headEnd/>
              <a:tailEnd/>
            </a:ln>
          </p:spPr>
          <p:txBody>
            <a:bodyPr vert="horz" wrap="square" lIns="91419" tIns="45709" rIns="91419" bIns="45709" numCol="1" anchor="ctr" anchorCtr="0" compatLnSpc="1">
              <a:prstTxWarp prst="textNoShape">
                <a:avLst/>
              </a:prstTxWarp>
            </a:bodyPr>
            <a:lstStyle/>
            <a:p>
              <a:pPr algn="ctr"/>
              <a:r>
                <a:rPr lang="en-US" sz="2400" b="1">
                  <a:latin typeface="Graphik Black" panose="020B0A03030202060203" pitchFamily="34" charset="0"/>
                </a:rPr>
                <a:t>3</a:t>
              </a:r>
            </a:p>
          </p:txBody>
        </p:sp>
        <p:sp>
          <p:nvSpPr>
            <p:cNvPr id="24" name="Freeform 8">
              <a:extLst>
                <a:ext uri="{FF2B5EF4-FFF2-40B4-BE49-F238E27FC236}">
                  <a16:creationId xmlns:a16="http://schemas.microsoft.com/office/drawing/2014/main" id="{4A593CBF-0A64-404D-E382-1A7DDFBB300C}"/>
                </a:ext>
              </a:extLst>
            </p:cNvPr>
            <p:cNvSpPr>
              <a:spLocks/>
            </p:cNvSpPr>
            <p:nvPr/>
          </p:nvSpPr>
          <p:spPr bwMode="auto">
            <a:xfrm>
              <a:off x="3488777" y="939298"/>
              <a:ext cx="489447" cy="565509"/>
            </a:xfrm>
            <a:custGeom>
              <a:avLst/>
              <a:gdLst>
                <a:gd name="T0" fmla="*/ 444 w 888"/>
                <a:gd name="T1" fmla="*/ 0 h 1026"/>
                <a:gd name="T2" fmla="*/ 888 w 888"/>
                <a:gd name="T3" fmla="*/ 253 h 1026"/>
                <a:gd name="T4" fmla="*/ 888 w 888"/>
                <a:gd name="T5" fmla="*/ 768 h 1026"/>
                <a:gd name="T6" fmla="*/ 444 w 888"/>
                <a:gd name="T7" fmla="*/ 1026 h 1026"/>
                <a:gd name="T8" fmla="*/ 0 w 888"/>
                <a:gd name="T9" fmla="*/ 768 h 1026"/>
                <a:gd name="T10" fmla="*/ 0 w 888"/>
                <a:gd name="T11" fmla="*/ 255 h 1026"/>
                <a:gd name="T12" fmla="*/ 444 w 888"/>
                <a:gd name="T13" fmla="*/ 0 h 1026"/>
              </a:gdLst>
              <a:ahLst/>
              <a:cxnLst>
                <a:cxn ang="0">
                  <a:pos x="T0" y="T1"/>
                </a:cxn>
                <a:cxn ang="0">
                  <a:pos x="T2" y="T3"/>
                </a:cxn>
                <a:cxn ang="0">
                  <a:pos x="T4" y="T5"/>
                </a:cxn>
                <a:cxn ang="0">
                  <a:pos x="T6" y="T7"/>
                </a:cxn>
                <a:cxn ang="0">
                  <a:pos x="T8" y="T9"/>
                </a:cxn>
                <a:cxn ang="0">
                  <a:pos x="T10" y="T11"/>
                </a:cxn>
                <a:cxn ang="0">
                  <a:pos x="T12" y="T13"/>
                </a:cxn>
              </a:cxnLst>
              <a:rect l="0" t="0" r="r" b="b"/>
              <a:pathLst>
                <a:path w="888" h="1026">
                  <a:moveTo>
                    <a:pt x="444" y="0"/>
                  </a:moveTo>
                  <a:lnTo>
                    <a:pt x="888" y="253"/>
                  </a:lnTo>
                  <a:lnTo>
                    <a:pt x="888" y="768"/>
                  </a:lnTo>
                  <a:lnTo>
                    <a:pt x="444" y="1026"/>
                  </a:lnTo>
                  <a:lnTo>
                    <a:pt x="0" y="768"/>
                  </a:lnTo>
                  <a:lnTo>
                    <a:pt x="0" y="255"/>
                  </a:lnTo>
                  <a:lnTo>
                    <a:pt x="444" y="0"/>
                  </a:lnTo>
                  <a:close/>
                </a:path>
              </a:pathLst>
            </a:custGeom>
            <a:solidFill>
              <a:schemeClr val="accent2"/>
            </a:solidFill>
            <a:ln w="12700">
              <a:solidFill>
                <a:schemeClr val="bg1"/>
              </a:solidFill>
              <a:round/>
              <a:headEnd/>
              <a:tailEnd/>
            </a:ln>
          </p:spPr>
          <p:txBody>
            <a:bodyPr vert="horz" wrap="square" lIns="91419" tIns="45709" rIns="91419" bIns="45709" numCol="1" anchor="ctr" anchorCtr="0" compatLnSpc="1">
              <a:prstTxWarp prst="textNoShape">
                <a:avLst/>
              </a:prstTxWarp>
            </a:bodyPr>
            <a:lstStyle/>
            <a:p>
              <a:pPr algn="ctr"/>
              <a:r>
                <a:rPr lang="en-US" sz="2400" b="1">
                  <a:latin typeface="Graphik Black" panose="020B0A03030202060203" pitchFamily="34" charset="0"/>
                </a:rPr>
                <a:t>2</a:t>
              </a:r>
            </a:p>
          </p:txBody>
        </p:sp>
        <p:sp>
          <p:nvSpPr>
            <p:cNvPr id="25" name="Freeform 8">
              <a:extLst>
                <a:ext uri="{FF2B5EF4-FFF2-40B4-BE49-F238E27FC236}">
                  <a16:creationId xmlns:a16="http://schemas.microsoft.com/office/drawing/2014/main" id="{B9F4EC76-0152-D36D-39EB-D621E063AB4F}"/>
                </a:ext>
              </a:extLst>
            </p:cNvPr>
            <p:cNvSpPr>
              <a:spLocks/>
            </p:cNvSpPr>
            <p:nvPr/>
          </p:nvSpPr>
          <p:spPr bwMode="auto">
            <a:xfrm>
              <a:off x="1103457" y="938312"/>
              <a:ext cx="489447" cy="565509"/>
            </a:xfrm>
            <a:custGeom>
              <a:avLst/>
              <a:gdLst>
                <a:gd name="T0" fmla="*/ 444 w 888"/>
                <a:gd name="T1" fmla="*/ 0 h 1026"/>
                <a:gd name="T2" fmla="*/ 888 w 888"/>
                <a:gd name="T3" fmla="*/ 253 h 1026"/>
                <a:gd name="T4" fmla="*/ 888 w 888"/>
                <a:gd name="T5" fmla="*/ 768 h 1026"/>
                <a:gd name="T6" fmla="*/ 444 w 888"/>
                <a:gd name="T7" fmla="*/ 1026 h 1026"/>
                <a:gd name="T8" fmla="*/ 0 w 888"/>
                <a:gd name="T9" fmla="*/ 768 h 1026"/>
                <a:gd name="T10" fmla="*/ 0 w 888"/>
                <a:gd name="T11" fmla="*/ 255 h 1026"/>
                <a:gd name="T12" fmla="*/ 444 w 888"/>
                <a:gd name="T13" fmla="*/ 0 h 1026"/>
              </a:gdLst>
              <a:ahLst/>
              <a:cxnLst>
                <a:cxn ang="0">
                  <a:pos x="T0" y="T1"/>
                </a:cxn>
                <a:cxn ang="0">
                  <a:pos x="T2" y="T3"/>
                </a:cxn>
                <a:cxn ang="0">
                  <a:pos x="T4" y="T5"/>
                </a:cxn>
                <a:cxn ang="0">
                  <a:pos x="T6" y="T7"/>
                </a:cxn>
                <a:cxn ang="0">
                  <a:pos x="T8" y="T9"/>
                </a:cxn>
                <a:cxn ang="0">
                  <a:pos x="T10" y="T11"/>
                </a:cxn>
                <a:cxn ang="0">
                  <a:pos x="T12" y="T13"/>
                </a:cxn>
              </a:cxnLst>
              <a:rect l="0" t="0" r="r" b="b"/>
              <a:pathLst>
                <a:path w="888" h="1026">
                  <a:moveTo>
                    <a:pt x="444" y="0"/>
                  </a:moveTo>
                  <a:lnTo>
                    <a:pt x="888" y="253"/>
                  </a:lnTo>
                  <a:lnTo>
                    <a:pt x="888" y="768"/>
                  </a:lnTo>
                  <a:lnTo>
                    <a:pt x="444" y="1026"/>
                  </a:lnTo>
                  <a:lnTo>
                    <a:pt x="0" y="768"/>
                  </a:lnTo>
                  <a:lnTo>
                    <a:pt x="0" y="255"/>
                  </a:lnTo>
                  <a:lnTo>
                    <a:pt x="444" y="0"/>
                  </a:lnTo>
                  <a:close/>
                </a:path>
              </a:pathLst>
            </a:custGeom>
            <a:solidFill>
              <a:schemeClr val="accent2"/>
            </a:solidFill>
            <a:ln w="12700">
              <a:solidFill>
                <a:schemeClr val="bg1"/>
              </a:solidFill>
              <a:round/>
              <a:headEnd/>
              <a:tailEnd/>
            </a:ln>
          </p:spPr>
          <p:txBody>
            <a:bodyPr vert="horz" wrap="square" lIns="91419" tIns="45709" rIns="91419" bIns="45709" numCol="1" anchor="ctr" anchorCtr="0" compatLnSpc="1">
              <a:prstTxWarp prst="textNoShape">
                <a:avLst/>
              </a:prstTxWarp>
            </a:bodyPr>
            <a:lstStyle/>
            <a:p>
              <a:pPr algn="ctr"/>
              <a:r>
                <a:rPr lang="en-US" sz="2400" b="1">
                  <a:latin typeface="Graphik Black" panose="020B0A03030202060203" pitchFamily="34" charset="0"/>
                </a:rPr>
                <a:t>1</a:t>
              </a:r>
            </a:p>
          </p:txBody>
        </p:sp>
        <p:grpSp>
          <p:nvGrpSpPr>
            <p:cNvPr id="26" name="Group 140">
              <a:extLst>
                <a:ext uri="{FF2B5EF4-FFF2-40B4-BE49-F238E27FC236}">
                  <a16:creationId xmlns:a16="http://schemas.microsoft.com/office/drawing/2014/main" id="{FBA2B564-11A8-6854-E0AE-BBDBF916A5D3}"/>
                </a:ext>
              </a:extLst>
            </p:cNvPr>
            <p:cNvGrpSpPr>
              <a:grpSpLocks noChangeAspect="1"/>
            </p:cNvGrpSpPr>
            <p:nvPr/>
          </p:nvGrpSpPr>
          <p:grpSpPr bwMode="auto">
            <a:xfrm>
              <a:off x="894768" y="1675234"/>
              <a:ext cx="840721" cy="595510"/>
              <a:chOff x="4478" y="1778"/>
              <a:chExt cx="432" cy="306"/>
            </a:xfrm>
            <a:solidFill>
              <a:schemeClr val="accent2"/>
            </a:solidFill>
          </p:grpSpPr>
          <p:sp>
            <p:nvSpPr>
              <p:cNvPr id="59" name="Freeform 141">
                <a:extLst>
                  <a:ext uri="{FF2B5EF4-FFF2-40B4-BE49-F238E27FC236}">
                    <a16:creationId xmlns:a16="http://schemas.microsoft.com/office/drawing/2014/main" id="{C89D84EF-F0F2-1700-E3F2-10DE3D567944}"/>
                  </a:ext>
                </a:extLst>
              </p:cNvPr>
              <p:cNvSpPr>
                <a:spLocks noEditPoints="1"/>
              </p:cNvSpPr>
              <p:nvPr/>
            </p:nvSpPr>
            <p:spPr bwMode="auto">
              <a:xfrm>
                <a:off x="4478" y="1783"/>
                <a:ext cx="432" cy="301"/>
              </a:xfrm>
              <a:custGeom>
                <a:avLst/>
                <a:gdLst>
                  <a:gd name="T0" fmla="*/ 115 w 292"/>
                  <a:gd name="T1" fmla="*/ 204 h 204"/>
                  <a:gd name="T2" fmla="*/ 111 w 292"/>
                  <a:gd name="T3" fmla="*/ 202 h 204"/>
                  <a:gd name="T4" fmla="*/ 109 w 292"/>
                  <a:gd name="T5" fmla="*/ 196 h 204"/>
                  <a:gd name="T6" fmla="*/ 140 w 292"/>
                  <a:gd name="T7" fmla="*/ 112 h 204"/>
                  <a:gd name="T8" fmla="*/ 63 w 292"/>
                  <a:gd name="T9" fmla="*/ 143 h 204"/>
                  <a:gd name="T10" fmla="*/ 56 w 292"/>
                  <a:gd name="T11" fmla="*/ 142 h 204"/>
                  <a:gd name="T12" fmla="*/ 2 w 292"/>
                  <a:gd name="T13" fmla="*/ 88 h 204"/>
                  <a:gd name="T14" fmla="*/ 1 w 292"/>
                  <a:gd name="T15" fmla="*/ 83 h 204"/>
                  <a:gd name="T16" fmla="*/ 4 w 292"/>
                  <a:gd name="T17" fmla="*/ 78 h 204"/>
                  <a:gd name="T18" fmla="*/ 46 w 292"/>
                  <a:gd name="T19" fmla="*/ 60 h 204"/>
                  <a:gd name="T20" fmla="*/ 51 w 292"/>
                  <a:gd name="T21" fmla="*/ 60 h 204"/>
                  <a:gd name="T22" fmla="*/ 85 w 292"/>
                  <a:gd name="T23" fmla="*/ 77 h 204"/>
                  <a:gd name="T24" fmla="*/ 246 w 292"/>
                  <a:gd name="T25" fmla="*/ 7 h 204"/>
                  <a:gd name="T26" fmla="*/ 246 w 292"/>
                  <a:gd name="T27" fmla="*/ 7 h 204"/>
                  <a:gd name="T28" fmla="*/ 286 w 292"/>
                  <a:gd name="T29" fmla="*/ 23 h 204"/>
                  <a:gd name="T30" fmla="*/ 269 w 292"/>
                  <a:gd name="T31" fmla="*/ 62 h 204"/>
                  <a:gd name="T32" fmla="*/ 215 w 292"/>
                  <a:gd name="T33" fmla="*/ 82 h 204"/>
                  <a:gd name="T34" fmla="*/ 168 w 292"/>
                  <a:gd name="T35" fmla="*/ 176 h 204"/>
                  <a:gd name="T36" fmla="*/ 165 w 292"/>
                  <a:gd name="T37" fmla="*/ 179 h 204"/>
                  <a:gd name="T38" fmla="*/ 117 w 292"/>
                  <a:gd name="T39" fmla="*/ 203 h 204"/>
                  <a:gd name="T40" fmla="*/ 115 w 292"/>
                  <a:gd name="T41" fmla="*/ 204 h 204"/>
                  <a:gd name="T42" fmla="*/ 151 w 292"/>
                  <a:gd name="T43" fmla="*/ 96 h 204"/>
                  <a:gd name="T44" fmla="*/ 155 w 292"/>
                  <a:gd name="T45" fmla="*/ 97 h 204"/>
                  <a:gd name="T46" fmla="*/ 156 w 292"/>
                  <a:gd name="T47" fmla="*/ 104 h 204"/>
                  <a:gd name="T48" fmla="*/ 126 w 292"/>
                  <a:gd name="T49" fmla="*/ 185 h 204"/>
                  <a:gd name="T50" fmla="*/ 158 w 292"/>
                  <a:gd name="T51" fmla="*/ 169 h 204"/>
                  <a:gd name="T52" fmla="*/ 205 w 292"/>
                  <a:gd name="T53" fmla="*/ 75 h 204"/>
                  <a:gd name="T54" fmla="*/ 209 w 292"/>
                  <a:gd name="T55" fmla="*/ 72 h 204"/>
                  <a:gd name="T56" fmla="*/ 265 w 292"/>
                  <a:gd name="T57" fmla="*/ 51 h 204"/>
                  <a:gd name="T58" fmla="*/ 274 w 292"/>
                  <a:gd name="T59" fmla="*/ 28 h 204"/>
                  <a:gd name="T60" fmla="*/ 251 w 292"/>
                  <a:gd name="T61" fmla="*/ 18 h 204"/>
                  <a:gd name="T62" fmla="*/ 87 w 292"/>
                  <a:gd name="T63" fmla="*/ 89 h 204"/>
                  <a:gd name="T64" fmla="*/ 82 w 292"/>
                  <a:gd name="T65" fmla="*/ 89 h 204"/>
                  <a:gd name="T66" fmla="*/ 48 w 292"/>
                  <a:gd name="T67" fmla="*/ 72 h 204"/>
                  <a:gd name="T68" fmla="*/ 17 w 292"/>
                  <a:gd name="T69" fmla="*/ 86 h 204"/>
                  <a:gd name="T70" fmla="*/ 62 w 292"/>
                  <a:gd name="T71" fmla="*/ 131 h 204"/>
                  <a:gd name="T72" fmla="*/ 148 w 292"/>
                  <a:gd name="T73" fmla="*/ 96 h 204"/>
                  <a:gd name="T74" fmla="*/ 151 w 292"/>
                  <a:gd name="T75" fmla="*/ 96 h 2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292" h="204">
                    <a:moveTo>
                      <a:pt x="115" y="204"/>
                    </a:moveTo>
                    <a:cubicBezTo>
                      <a:pt x="113" y="204"/>
                      <a:pt x="112" y="203"/>
                      <a:pt x="111" y="202"/>
                    </a:cubicBezTo>
                    <a:cubicBezTo>
                      <a:pt x="109" y="200"/>
                      <a:pt x="108" y="198"/>
                      <a:pt x="109" y="196"/>
                    </a:cubicBezTo>
                    <a:cubicBezTo>
                      <a:pt x="140" y="112"/>
                      <a:pt x="140" y="112"/>
                      <a:pt x="140" y="112"/>
                    </a:cubicBezTo>
                    <a:cubicBezTo>
                      <a:pt x="63" y="143"/>
                      <a:pt x="63" y="143"/>
                      <a:pt x="63" y="143"/>
                    </a:cubicBezTo>
                    <a:cubicBezTo>
                      <a:pt x="61" y="144"/>
                      <a:pt x="58" y="144"/>
                      <a:pt x="56" y="142"/>
                    </a:cubicBezTo>
                    <a:cubicBezTo>
                      <a:pt x="2" y="88"/>
                      <a:pt x="2" y="88"/>
                      <a:pt x="2" y="88"/>
                    </a:cubicBezTo>
                    <a:cubicBezTo>
                      <a:pt x="1" y="87"/>
                      <a:pt x="0" y="84"/>
                      <a:pt x="1" y="83"/>
                    </a:cubicBezTo>
                    <a:cubicBezTo>
                      <a:pt x="1" y="81"/>
                      <a:pt x="2" y="79"/>
                      <a:pt x="4" y="78"/>
                    </a:cubicBezTo>
                    <a:cubicBezTo>
                      <a:pt x="46" y="60"/>
                      <a:pt x="46" y="60"/>
                      <a:pt x="46" y="60"/>
                    </a:cubicBezTo>
                    <a:cubicBezTo>
                      <a:pt x="48" y="59"/>
                      <a:pt x="50" y="60"/>
                      <a:pt x="51" y="60"/>
                    </a:cubicBezTo>
                    <a:cubicBezTo>
                      <a:pt x="85" y="77"/>
                      <a:pt x="85" y="77"/>
                      <a:pt x="85" y="77"/>
                    </a:cubicBezTo>
                    <a:cubicBezTo>
                      <a:pt x="246" y="7"/>
                      <a:pt x="246" y="7"/>
                      <a:pt x="246" y="7"/>
                    </a:cubicBezTo>
                    <a:cubicBezTo>
                      <a:pt x="246" y="7"/>
                      <a:pt x="246" y="7"/>
                      <a:pt x="246" y="7"/>
                    </a:cubicBezTo>
                    <a:cubicBezTo>
                      <a:pt x="262" y="0"/>
                      <a:pt x="279" y="8"/>
                      <a:pt x="286" y="23"/>
                    </a:cubicBezTo>
                    <a:cubicBezTo>
                      <a:pt x="292" y="38"/>
                      <a:pt x="285" y="56"/>
                      <a:pt x="269" y="62"/>
                    </a:cubicBezTo>
                    <a:cubicBezTo>
                      <a:pt x="215" y="82"/>
                      <a:pt x="215" y="82"/>
                      <a:pt x="215" y="82"/>
                    </a:cubicBezTo>
                    <a:cubicBezTo>
                      <a:pt x="168" y="176"/>
                      <a:pt x="168" y="176"/>
                      <a:pt x="168" y="176"/>
                    </a:cubicBezTo>
                    <a:cubicBezTo>
                      <a:pt x="167" y="178"/>
                      <a:pt x="166" y="178"/>
                      <a:pt x="165" y="179"/>
                    </a:cubicBezTo>
                    <a:cubicBezTo>
                      <a:pt x="117" y="203"/>
                      <a:pt x="117" y="203"/>
                      <a:pt x="117" y="203"/>
                    </a:cubicBezTo>
                    <a:cubicBezTo>
                      <a:pt x="116" y="203"/>
                      <a:pt x="116" y="204"/>
                      <a:pt x="115" y="204"/>
                    </a:cubicBezTo>
                    <a:close/>
                    <a:moveTo>
                      <a:pt x="151" y="96"/>
                    </a:moveTo>
                    <a:cubicBezTo>
                      <a:pt x="152" y="96"/>
                      <a:pt x="154" y="96"/>
                      <a:pt x="155" y="97"/>
                    </a:cubicBezTo>
                    <a:cubicBezTo>
                      <a:pt x="157" y="99"/>
                      <a:pt x="157" y="102"/>
                      <a:pt x="156" y="104"/>
                    </a:cubicBezTo>
                    <a:cubicBezTo>
                      <a:pt x="126" y="185"/>
                      <a:pt x="126" y="185"/>
                      <a:pt x="126" y="185"/>
                    </a:cubicBezTo>
                    <a:cubicBezTo>
                      <a:pt x="158" y="169"/>
                      <a:pt x="158" y="169"/>
                      <a:pt x="158" y="169"/>
                    </a:cubicBezTo>
                    <a:cubicBezTo>
                      <a:pt x="205" y="75"/>
                      <a:pt x="205" y="75"/>
                      <a:pt x="205" y="75"/>
                    </a:cubicBezTo>
                    <a:cubicBezTo>
                      <a:pt x="206" y="74"/>
                      <a:pt x="207" y="73"/>
                      <a:pt x="209" y="72"/>
                    </a:cubicBezTo>
                    <a:cubicBezTo>
                      <a:pt x="265" y="51"/>
                      <a:pt x="265" y="51"/>
                      <a:pt x="265" y="51"/>
                    </a:cubicBezTo>
                    <a:cubicBezTo>
                      <a:pt x="274" y="47"/>
                      <a:pt x="278" y="37"/>
                      <a:pt x="274" y="28"/>
                    </a:cubicBezTo>
                    <a:cubicBezTo>
                      <a:pt x="271" y="18"/>
                      <a:pt x="260" y="14"/>
                      <a:pt x="251" y="18"/>
                    </a:cubicBezTo>
                    <a:cubicBezTo>
                      <a:pt x="87" y="89"/>
                      <a:pt x="87" y="89"/>
                      <a:pt x="87" y="89"/>
                    </a:cubicBezTo>
                    <a:cubicBezTo>
                      <a:pt x="85" y="90"/>
                      <a:pt x="84" y="90"/>
                      <a:pt x="82" y="89"/>
                    </a:cubicBezTo>
                    <a:cubicBezTo>
                      <a:pt x="48" y="72"/>
                      <a:pt x="48" y="72"/>
                      <a:pt x="48" y="72"/>
                    </a:cubicBezTo>
                    <a:cubicBezTo>
                      <a:pt x="17" y="86"/>
                      <a:pt x="17" y="86"/>
                      <a:pt x="17" y="86"/>
                    </a:cubicBezTo>
                    <a:cubicBezTo>
                      <a:pt x="62" y="131"/>
                      <a:pt x="62" y="131"/>
                      <a:pt x="62" y="131"/>
                    </a:cubicBezTo>
                    <a:cubicBezTo>
                      <a:pt x="148" y="96"/>
                      <a:pt x="148" y="96"/>
                      <a:pt x="148" y="96"/>
                    </a:cubicBezTo>
                    <a:cubicBezTo>
                      <a:pt x="149" y="96"/>
                      <a:pt x="150" y="96"/>
                      <a:pt x="151"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0" name="Freeform 142">
                <a:extLst>
                  <a:ext uri="{FF2B5EF4-FFF2-40B4-BE49-F238E27FC236}">
                    <a16:creationId xmlns:a16="http://schemas.microsoft.com/office/drawing/2014/main" id="{E84A86F1-36D4-9ECE-A32F-754C59484CCF}"/>
                  </a:ext>
                </a:extLst>
              </p:cNvPr>
              <p:cNvSpPr>
                <a:spLocks/>
              </p:cNvSpPr>
              <p:nvPr/>
            </p:nvSpPr>
            <p:spPr bwMode="auto">
              <a:xfrm>
                <a:off x="4573" y="1778"/>
                <a:ext cx="204" cy="95"/>
              </a:xfrm>
              <a:custGeom>
                <a:avLst/>
                <a:gdLst>
                  <a:gd name="T0" fmla="*/ 87 w 138"/>
                  <a:gd name="T1" fmla="*/ 64 h 64"/>
                  <a:gd name="T2" fmla="*/ 85 w 138"/>
                  <a:gd name="T3" fmla="*/ 63 h 64"/>
                  <a:gd name="T4" fmla="*/ 4 w 138"/>
                  <a:gd name="T5" fmla="*/ 30 h 64"/>
                  <a:gd name="T6" fmla="*/ 0 w 138"/>
                  <a:gd name="T7" fmla="*/ 24 h 64"/>
                  <a:gd name="T8" fmla="*/ 4 w 138"/>
                  <a:gd name="T9" fmla="*/ 19 h 64"/>
                  <a:gd name="T10" fmla="*/ 49 w 138"/>
                  <a:gd name="T11" fmla="*/ 0 h 64"/>
                  <a:gd name="T12" fmla="*/ 53 w 138"/>
                  <a:gd name="T13" fmla="*/ 0 h 64"/>
                  <a:gd name="T14" fmla="*/ 133 w 138"/>
                  <a:gd name="T15" fmla="*/ 33 h 64"/>
                  <a:gd name="T16" fmla="*/ 136 w 138"/>
                  <a:gd name="T17" fmla="*/ 41 h 64"/>
                  <a:gd name="T18" fmla="*/ 128 w 138"/>
                  <a:gd name="T19" fmla="*/ 44 h 64"/>
                  <a:gd name="T20" fmla="*/ 51 w 138"/>
                  <a:gd name="T21" fmla="*/ 12 h 64"/>
                  <a:gd name="T22" fmla="*/ 22 w 138"/>
                  <a:gd name="T23" fmla="*/ 24 h 64"/>
                  <a:gd name="T24" fmla="*/ 90 w 138"/>
                  <a:gd name="T25" fmla="*/ 52 h 64"/>
                  <a:gd name="T26" fmla="*/ 93 w 138"/>
                  <a:gd name="T27" fmla="*/ 60 h 64"/>
                  <a:gd name="T28" fmla="*/ 87 w 138"/>
                  <a:gd name="T29" fmla="*/ 64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38" h="64">
                    <a:moveTo>
                      <a:pt x="87" y="64"/>
                    </a:moveTo>
                    <a:cubicBezTo>
                      <a:pt x="87" y="64"/>
                      <a:pt x="86" y="64"/>
                      <a:pt x="85" y="63"/>
                    </a:cubicBezTo>
                    <a:cubicBezTo>
                      <a:pt x="4" y="30"/>
                      <a:pt x="4" y="30"/>
                      <a:pt x="4" y="30"/>
                    </a:cubicBezTo>
                    <a:cubicBezTo>
                      <a:pt x="2" y="29"/>
                      <a:pt x="0" y="27"/>
                      <a:pt x="0" y="24"/>
                    </a:cubicBezTo>
                    <a:cubicBezTo>
                      <a:pt x="0" y="22"/>
                      <a:pt x="2" y="20"/>
                      <a:pt x="4" y="19"/>
                    </a:cubicBezTo>
                    <a:cubicBezTo>
                      <a:pt x="49" y="0"/>
                      <a:pt x="49" y="0"/>
                      <a:pt x="49" y="0"/>
                    </a:cubicBezTo>
                    <a:cubicBezTo>
                      <a:pt x="50" y="0"/>
                      <a:pt x="52" y="0"/>
                      <a:pt x="53" y="0"/>
                    </a:cubicBezTo>
                    <a:cubicBezTo>
                      <a:pt x="133" y="33"/>
                      <a:pt x="133" y="33"/>
                      <a:pt x="133" y="33"/>
                    </a:cubicBezTo>
                    <a:cubicBezTo>
                      <a:pt x="136" y="35"/>
                      <a:pt x="138" y="38"/>
                      <a:pt x="136" y="41"/>
                    </a:cubicBezTo>
                    <a:cubicBezTo>
                      <a:pt x="135" y="44"/>
                      <a:pt x="131" y="46"/>
                      <a:pt x="128" y="44"/>
                    </a:cubicBezTo>
                    <a:cubicBezTo>
                      <a:pt x="51" y="12"/>
                      <a:pt x="51" y="12"/>
                      <a:pt x="51" y="12"/>
                    </a:cubicBezTo>
                    <a:cubicBezTo>
                      <a:pt x="22" y="24"/>
                      <a:pt x="22" y="24"/>
                      <a:pt x="22" y="24"/>
                    </a:cubicBezTo>
                    <a:cubicBezTo>
                      <a:pt x="90" y="52"/>
                      <a:pt x="90" y="52"/>
                      <a:pt x="90" y="52"/>
                    </a:cubicBezTo>
                    <a:cubicBezTo>
                      <a:pt x="93" y="53"/>
                      <a:pt x="94" y="57"/>
                      <a:pt x="93" y="60"/>
                    </a:cubicBezTo>
                    <a:cubicBezTo>
                      <a:pt x="92" y="62"/>
                      <a:pt x="90" y="64"/>
                      <a:pt x="87" y="6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27" name="Group 56">
              <a:extLst>
                <a:ext uri="{FF2B5EF4-FFF2-40B4-BE49-F238E27FC236}">
                  <a16:creationId xmlns:a16="http://schemas.microsoft.com/office/drawing/2014/main" id="{E734464D-87F6-0989-9DC5-0657E9EC3CDF}"/>
                </a:ext>
              </a:extLst>
            </p:cNvPr>
            <p:cNvGrpSpPr>
              <a:grpSpLocks noChangeAspect="1"/>
            </p:cNvGrpSpPr>
            <p:nvPr/>
          </p:nvGrpSpPr>
          <p:grpSpPr bwMode="auto">
            <a:xfrm>
              <a:off x="3403814" y="1602665"/>
              <a:ext cx="631411" cy="631409"/>
              <a:chOff x="6721" y="600"/>
              <a:chExt cx="426" cy="426"/>
            </a:xfrm>
            <a:solidFill>
              <a:schemeClr val="accent2"/>
            </a:solidFill>
          </p:grpSpPr>
          <p:sp>
            <p:nvSpPr>
              <p:cNvPr id="54" name="Freeform 57">
                <a:extLst>
                  <a:ext uri="{FF2B5EF4-FFF2-40B4-BE49-F238E27FC236}">
                    <a16:creationId xmlns:a16="http://schemas.microsoft.com/office/drawing/2014/main" id="{EDEFF519-0E90-0750-0274-D8FAFAB34698}"/>
                  </a:ext>
                </a:extLst>
              </p:cNvPr>
              <p:cNvSpPr>
                <a:spLocks/>
              </p:cNvSpPr>
              <p:nvPr/>
            </p:nvSpPr>
            <p:spPr bwMode="auto">
              <a:xfrm>
                <a:off x="6721" y="600"/>
                <a:ext cx="426" cy="426"/>
              </a:xfrm>
              <a:custGeom>
                <a:avLst/>
                <a:gdLst>
                  <a:gd name="T0" fmla="*/ 144 w 288"/>
                  <a:gd name="T1" fmla="*/ 288 h 288"/>
                  <a:gd name="T2" fmla="*/ 0 w 288"/>
                  <a:gd name="T3" fmla="*/ 144 h 288"/>
                  <a:gd name="T4" fmla="*/ 144 w 288"/>
                  <a:gd name="T5" fmla="*/ 0 h 288"/>
                  <a:gd name="T6" fmla="*/ 288 w 288"/>
                  <a:gd name="T7" fmla="*/ 144 h 288"/>
                  <a:gd name="T8" fmla="*/ 282 w 288"/>
                  <a:gd name="T9" fmla="*/ 150 h 288"/>
                  <a:gd name="T10" fmla="*/ 276 w 288"/>
                  <a:gd name="T11" fmla="*/ 144 h 288"/>
                  <a:gd name="T12" fmla="*/ 144 w 288"/>
                  <a:gd name="T13" fmla="*/ 12 h 288"/>
                  <a:gd name="T14" fmla="*/ 12 w 288"/>
                  <a:gd name="T15" fmla="*/ 144 h 288"/>
                  <a:gd name="T16" fmla="*/ 144 w 288"/>
                  <a:gd name="T17" fmla="*/ 276 h 288"/>
                  <a:gd name="T18" fmla="*/ 190 w 288"/>
                  <a:gd name="T19" fmla="*/ 268 h 288"/>
                  <a:gd name="T20" fmla="*/ 198 w 288"/>
                  <a:gd name="T21" fmla="*/ 272 h 288"/>
                  <a:gd name="T22" fmla="*/ 194 w 288"/>
                  <a:gd name="T23" fmla="*/ 280 h 288"/>
                  <a:gd name="T24" fmla="*/ 144 w 288"/>
                  <a:gd name="T25" fmla="*/ 288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88" h="288">
                    <a:moveTo>
                      <a:pt x="144" y="288"/>
                    </a:moveTo>
                    <a:cubicBezTo>
                      <a:pt x="65" y="288"/>
                      <a:pt x="0" y="224"/>
                      <a:pt x="0" y="144"/>
                    </a:cubicBezTo>
                    <a:cubicBezTo>
                      <a:pt x="0" y="65"/>
                      <a:pt x="65" y="0"/>
                      <a:pt x="144" y="0"/>
                    </a:cubicBezTo>
                    <a:cubicBezTo>
                      <a:pt x="224" y="0"/>
                      <a:pt x="288" y="65"/>
                      <a:pt x="288" y="144"/>
                    </a:cubicBezTo>
                    <a:cubicBezTo>
                      <a:pt x="288" y="148"/>
                      <a:pt x="286" y="150"/>
                      <a:pt x="282" y="150"/>
                    </a:cubicBezTo>
                    <a:cubicBezTo>
                      <a:pt x="279" y="150"/>
                      <a:pt x="276" y="148"/>
                      <a:pt x="276" y="144"/>
                    </a:cubicBezTo>
                    <a:cubicBezTo>
                      <a:pt x="276" y="71"/>
                      <a:pt x="217" y="12"/>
                      <a:pt x="144" y="12"/>
                    </a:cubicBezTo>
                    <a:cubicBezTo>
                      <a:pt x="72" y="12"/>
                      <a:pt x="12" y="71"/>
                      <a:pt x="12" y="144"/>
                    </a:cubicBezTo>
                    <a:cubicBezTo>
                      <a:pt x="12" y="217"/>
                      <a:pt x="72" y="276"/>
                      <a:pt x="144" y="276"/>
                    </a:cubicBezTo>
                    <a:cubicBezTo>
                      <a:pt x="160" y="276"/>
                      <a:pt x="175" y="274"/>
                      <a:pt x="190" y="268"/>
                    </a:cubicBezTo>
                    <a:cubicBezTo>
                      <a:pt x="193" y="267"/>
                      <a:pt x="196" y="269"/>
                      <a:pt x="198" y="272"/>
                    </a:cubicBezTo>
                    <a:cubicBezTo>
                      <a:pt x="199" y="275"/>
                      <a:pt x="197" y="278"/>
                      <a:pt x="194" y="280"/>
                    </a:cubicBezTo>
                    <a:cubicBezTo>
                      <a:pt x="178" y="285"/>
                      <a:pt x="161" y="288"/>
                      <a:pt x="144" y="28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5" name="Freeform 58">
                <a:extLst>
                  <a:ext uri="{FF2B5EF4-FFF2-40B4-BE49-F238E27FC236}">
                    <a16:creationId xmlns:a16="http://schemas.microsoft.com/office/drawing/2014/main" id="{E499140B-65EE-ACF3-BBFA-6894FC350E35}"/>
                  </a:ext>
                </a:extLst>
              </p:cNvPr>
              <p:cNvSpPr>
                <a:spLocks noEditPoints="1"/>
              </p:cNvSpPr>
              <p:nvPr/>
            </p:nvSpPr>
            <p:spPr bwMode="auto">
              <a:xfrm>
                <a:off x="6987" y="813"/>
                <a:ext cx="160" cy="213"/>
              </a:xfrm>
              <a:custGeom>
                <a:avLst/>
                <a:gdLst>
                  <a:gd name="T0" fmla="*/ 54 w 108"/>
                  <a:gd name="T1" fmla="*/ 144 h 144"/>
                  <a:gd name="T2" fmla="*/ 50 w 108"/>
                  <a:gd name="T3" fmla="*/ 142 h 144"/>
                  <a:gd name="T4" fmla="*/ 0 w 108"/>
                  <a:gd name="T5" fmla="*/ 54 h 144"/>
                  <a:gd name="T6" fmla="*/ 54 w 108"/>
                  <a:gd name="T7" fmla="*/ 0 h 144"/>
                  <a:gd name="T8" fmla="*/ 108 w 108"/>
                  <a:gd name="T9" fmla="*/ 54 h 144"/>
                  <a:gd name="T10" fmla="*/ 59 w 108"/>
                  <a:gd name="T11" fmla="*/ 142 h 144"/>
                  <a:gd name="T12" fmla="*/ 54 w 108"/>
                  <a:gd name="T13" fmla="*/ 144 h 144"/>
                  <a:gd name="T14" fmla="*/ 54 w 108"/>
                  <a:gd name="T15" fmla="*/ 12 h 144"/>
                  <a:gd name="T16" fmla="*/ 12 w 108"/>
                  <a:gd name="T17" fmla="*/ 54 h 144"/>
                  <a:gd name="T18" fmla="*/ 54 w 108"/>
                  <a:gd name="T19" fmla="*/ 129 h 144"/>
                  <a:gd name="T20" fmla="*/ 96 w 108"/>
                  <a:gd name="T21" fmla="*/ 54 h 144"/>
                  <a:gd name="T22" fmla="*/ 54 w 108"/>
                  <a:gd name="T23" fmla="*/ 12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8" h="144">
                    <a:moveTo>
                      <a:pt x="54" y="144"/>
                    </a:moveTo>
                    <a:cubicBezTo>
                      <a:pt x="53" y="144"/>
                      <a:pt x="51" y="143"/>
                      <a:pt x="50" y="142"/>
                    </a:cubicBezTo>
                    <a:cubicBezTo>
                      <a:pt x="45" y="136"/>
                      <a:pt x="0" y="82"/>
                      <a:pt x="0" y="54"/>
                    </a:cubicBezTo>
                    <a:cubicBezTo>
                      <a:pt x="0" y="24"/>
                      <a:pt x="25" y="0"/>
                      <a:pt x="54" y="0"/>
                    </a:cubicBezTo>
                    <a:cubicBezTo>
                      <a:pt x="84" y="0"/>
                      <a:pt x="108" y="24"/>
                      <a:pt x="108" y="54"/>
                    </a:cubicBezTo>
                    <a:cubicBezTo>
                      <a:pt x="108" y="82"/>
                      <a:pt x="64" y="136"/>
                      <a:pt x="59" y="142"/>
                    </a:cubicBezTo>
                    <a:cubicBezTo>
                      <a:pt x="58" y="143"/>
                      <a:pt x="56" y="144"/>
                      <a:pt x="54" y="144"/>
                    </a:cubicBezTo>
                    <a:close/>
                    <a:moveTo>
                      <a:pt x="54" y="12"/>
                    </a:moveTo>
                    <a:cubicBezTo>
                      <a:pt x="31" y="12"/>
                      <a:pt x="12" y="31"/>
                      <a:pt x="12" y="54"/>
                    </a:cubicBezTo>
                    <a:cubicBezTo>
                      <a:pt x="12" y="72"/>
                      <a:pt x="40" y="110"/>
                      <a:pt x="54" y="129"/>
                    </a:cubicBezTo>
                    <a:cubicBezTo>
                      <a:pt x="69" y="110"/>
                      <a:pt x="96" y="72"/>
                      <a:pt x="96" y="54"/>
                    </a:cubicBezTo>
                    <a:cubicBezTo>
                      <a:pt x="96" y="31"/>
                      <a:pt x="78" y="12"/>
                      <a:pt x="5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6" name="Freeform 59">
                <a:extLst>
                  <a:ext uri="{FF2B5EF4-FFF2-40B4-BE49-F238E27FC236}">
                    <a16:creationId xmlns:a16="http://schemas.microsoft.com/office/drawing/2014/main" id="{CDF1E2C5-5044-EF2E-964D-C7FB4914BD11}"/>
                  </a:ext>
                </a:extLst>
              </p:cNvPr>
              <p:cNvSpPr>
                <a:spLocks noEditPoints="1"/>
              </p:cNvSpPr>
              <p:nvPr/>
            </p:nvSpPr>
            <p:spPr bwMode="auto">
              <a:xfrm>
                <a:off x="7032" y="857"/>
                <a:ext cx="71" cy="71"/>
              </a:xfrm>
              <a:custGeom>
                <a:avLst/>
                <a:gdLst>
                  <a:gd name="T0" fmla="*/ 24 w 48"/>
                  <a:gd name="T1" fmla="*/ 48 h 48"/>
                  <a:gd name="T2" fmla="*/ 0 w 48"/>
                  <a:gd name="T3" fmla="*/ 24 h 48"/>
                  <a:gd name="T4" fmla="*/ 24 w 48"/>
                  <a:gd name="T5" fmla="*/ 0 h 48"/>
                  <a:gd name="T6" fmla="*/ 48 w 48"/>
                  <a:gd name="T7" fmla="*/ 24 h 48"/>
                  <a:gd name="T8" fmla="*/ 24 w 48"/>
                  <a:gd name="T9" fmla="*/ 48 h 48"/>
                  <a:gd name="T10" fmla="*/ 24 w 48"/>
                  <a:gd name="T11" fmla="*/ 12 h 48"/>
                  <a:gd name="T12" fmla="*/ 12 w 48"/>
                  <a:gd name="T13" fmla="*/ 24 h 48"/>
                  <a:gd name="T14" fmla="*/ 24 w 48"/>
                  <a:gd name="T15" fmla="*/ 36 h 48"/>
                  <a:gd name="T16" fmla="*/ 36 w 48"/>
                  <a:gd name="T17" fmla="*/ 24 h 48"/>
                  <a:gd name="T18" fmla="*/ 24 w 48"/>
                  <a:gd name="T19" fmla="*/ 12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 h="48">
                    <a:moveTo>
                      <a:pt x="24" y="48"/>
                    </a:moveTo>
                    <a:cubicBezTo>
                      <a:pt x="11" y="48"/>
                      <a:pt x="0" y="37"/>
                      <a:pt x="0" y="24"/>
                    </a:cubicBezTo>
                    <a:cubicBezTo>
                      <a:pt x="0" y="11"/>
                      <a:pt x="11" y="0"/>
                      <a:pt x="24" y="0"/>
                    </a:cubicBezTo>
                    <a:cubicBezTo>
                      <a:pt x="38" y="0"/>
                      <a:pt x="48" y="11"/>
                      <a:pt x="48" y="24"/>
                    </a:cubicBezTo>
                    <a:cubicBezTo>
                      <a:pt x="48" y="37"/>
                      <a:pt x="38" y="48"/>
                      <a:pt x="24" y="48"/>
                    </a:cubicBezTo>
                    <a:close/>
                    <a:moveTo>
                      <a:pt x="24" y="12"/>
                    </a:moveTo>
                    <a:cubicBezTo>
                      <a:pt x="18" y="12"/>
                      <a:pt x="12" y="18"/>
                      <a:pt x="12" y="24"/>
                    </a:cubicBezTo>
                    <a:cubicBezTo>
                      <a:pt x="12" y="31"/>
                      <a:pt x="18" y="36"/>
                      <a:pt x="24" y="36"/>
                    </a:cubicBezTo>
                    <a:cubicBezTo>
                      <a:pt x="31" y="36"/>
                      <a:pt x="36" y="31"/>
                      <a:pt x="36" y="24"/>
                    </a:cubicBezTo>
                    <a:cubicBezTo>
                      <a:pt x="36" y="18"/>
                      <a:pt x="31" y="12"/>
                      <a:pt x="2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7" name="Freeform 60">
                <a:extLst>
                  <a:ext uri="{FF2B5EF4-FFF2-40B4-BE49-F238E27FC236}">
                    <a16:creationId xmlns:a16="http://schemas.microsoft.com/office/drawing/2014/main" id="{1C5FF4A9-0D6E-BFD3-8A21-7B8FB09D0CFE}"/>
                  </a:ext>
                </a:extLst>
              </p:cNvPr>
              <p:cNvSpPr>
                <a:spLocks/>
              </p:cNvSpPr>
              <p:nvPr/>
            </p:nvSpPr>
            <p:spPr bwMode="auto">
              <a:xfrm>
                <a:off x="6792" y="607"/>
                <a:ext cx="213" cy="313"/>
              </a:xfrm>
              <a:custGeom>
                <a:avLst/>
                <a:gdLst>
                  <a:gd name="T0" fmla="*/ 66 w 144"/>
                  <a:gd name="T1" fmla="*/ 211 h 211"/>
                  <a:gd name="T2" fmla="*/ 60 w 144"/>
                  <a:gd name="T3" fmla="*/ 205 h 211"/>
                  <a:gd name="T4" fmla="*/ 60 w 144"/>
                  <a:gd name="T5" fmla="*/ 178 h 211"/>
                  <a:gd name="T6" fmla="*/ 3 w 144"/>
                  <a:gd name="T7" fmla="*/ 132 h 211"/>
                  <a:gd name="T8" fmla="*/ 1 w 144"/>
                  <a:gd name="T9" fmla="*/ 124 h 211"/>
                  <a:gd name="T10" fmla="*/ 28 w 144"/>
                  <a:gd name="T11" fmla="*/ 82 h 211"/>
                  <a:gd name="T12" fmla="*/ 33 w 144"/>
                  <a:gd name="T13" fmla="*/ 79 h 211"/>
                  <a:gd name="T14" fmla="*/ 96 w 144"/>
                  <a:gd name="T15" fmla="*/ 79 h 211"/>
                  <a:gd name="T16" fmla="*/ 96 w 144"/>
                  <a:gd name="T17" fmla="*/ 52 h 211"/>
                  <a:gd name="T18" fmla="*/ 81 w 144"/>
                  <a:gd name="T19" fmla="*/ 42 h 211"/>
                  <a:gd name="T20" fmla="*/ 78 w 144"/>
                  <a:gd name="T21" fmla="*/ 37 h 211"/>
                  <a:gd name="T22" fmla="*/ 81 w 144"/>
                  <a:gd name="T23" fmla="*/ 32 h 211"/>
                  <a:gd name="T24" fmla="*/ 134 w 144"/>
                  <a:gd name="T25" fmla="*/ 2 h 211"/>
                  <a:gd name="T26" fmla="*/ 142 w 144"/>
                  <a:gd name="T27" fmla="*/ 4 h 211"/>
                  <a:gd name="T28" fmla="*/ 140 w 144"/>
                  <a:gd name="T29" fmla="*/ 12 h 211"/>
                  <a:gd name="T30" fmla="*/ 96 w 144"/>
                  <a:gd name="T31" fmla="*/ 38 h 211"/>
                  <a:gd name="T32" fmla="*/ 106 w 144"/>
                  <a:gd name="T33" fmla="*/ 44 h 211"/>
                  <a:gd name="T34" fmla="*/ 108 w 144"/>
                  <a:gd name="T35" fmla="*/ 49 h 211"/>
                  <a:gd name="T36" fmla="*/ 108 w 144"/>
                  <a:gd name="T37" fmla="*/ 85 h 211"/>
                  <a:gd name="T38" fmla="*/ 102 w 144"/>
                  <a:gd name="T39" fmla="*/ 91 h 211"/>
                  <a:gd name="T40" fmla="*/ 37 w 144"/>
                  <a:gd name="T41" fmla="*/ 91 h 211"/>
                  <a:gd name="T42" fmla="*/ 14 w 144"/>
                  <a:gd name="T43" fmla="*/ 126 h 211"/>
                  <a:gd name="T44" fmla="*/ 70 w 144"/>
                  <a:gd name="T45" fmla="*/ 171 h 211"/>
                  <a:gd name="T46" fmla="*/ 72 w 144"/>
                  <a:gd name="T47" fmla="*/ 175 h 211"/>
                  <a:gd name="T48" fmla="*/ 72 w 144"/>
                  <a:gd name="T49" fmla="*/ 205 h 211"/>
                  <a:gd name="T50" fmla="*/ 66 w 144"/>
                  <a:gd name="T51" fmla="*/ 211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44" h="211">
                    <a:moveTo>
                      <a:pt x="66" y="211"/>
                    </a:moveTo>
                    <a:cubicBezTo>
                      <a:pt x="63" y="211"/>
                      <a:pt x="60" y="209"/>
                      <a:pt x="60" y="205"/>
                    </a:cubicBezTo>
                    <a:cubicBezTo>
                      <a:pt x="60" y="178"/>
                      <a:pt x="60" y="178"/>
                      <a:pt x="60" y="178"/>
                    </a:cubicBezTo>
                    <a:cubicBezTo>
                      <a:pt x="3" y="132"/>
                      <a:pt x="3" y="132"/>
                      <a:pt x="3" y="132"/>
                    </a:cubicBezTo>
                    <a:cubicBezTo>
                      <a:pt x="0" y="130"/>
                      <a:pt x="0" y="127"/>
                      <a:pt x="1" y="124"/>
                    </a:cubicBezTo>
                    <a:cubicBezTo>
                      <a:pt x="28" y="82"/>
                      <a:pt x="28" y="82"/>
                      <a:pt x="28" y="82"/>
                    </a:cubicBezTo>
                    <a:cubicBezTo>
                      <a:pt x="30" y="80"/>
                      <a:pt x="31" y="79"/>
                      <a:pt x="33" y="79"/>
                    </a:cubicBezTo>
                    <a:cubicBezTo>
                      <a:pt x="96" y="79"/>
                      <a:pt x="96" y="79"/>
                      <a:pt x="96" y="79"/>
                    </a:cubicBezTo>
                    <a:cubicBezTo>
                      <a:pt x="96" y="52"/>
                      <a:pt x="96" y="52"/>
                      <a:pt x="96" y="52"/>
                    </a:cubicBezTo>
                    <a:cubicBezTo>
                      <a:pt x="81" y="42"/>
                      <a:pt x="81" y="42"/>
                      <a:pt x="81" y="42"/>
                    </a:cubicBezTo>
                    <a:cubicBezTo>
                      <a:pt x="79" y="41"/>
                      <a:pt x="78" y="39"/>
                      <a:pt x="78" y="37"/>
                    </a:cubicBezTo>
                    <a:cubicBezTo>
                      <a:pt x="79" y="35"/>
                      <a:pt x="80" y="33"/>
                      <a:pt x="81" y="32"/>
                    </a:cubicBezTo>
                    <a:cubicBezTo>
                      <a:pt x="134" y="2"/>
                      <a:pt x="134" y="2"/>
                      <a:pt x="134" y="2"/>
                    </a:cubicBezTo>
                    <a:cubicBezTo>
                      <a:pt x="137" y="0"/>
                      <a:pt x="140" y="1"/>
                      <a:pt x="142" y="4"/>
                    </a:cubicBezTo>
                    <a:cubicBezTo>
                      <a:pt x="144" y="7"/>
                      <a:pt x="143" y="11"/>
                      <a:pt x="140" y="12"/>
                    </a:cubicBezTo>
                    <a:cubicBezTo>
                      <a:pt x="96" y="38"/>
                      <a:pt x="96" y="38"/>
                      <a:pt x="96" y="38"/>
                    </a:cubicBezTo>
                    <a:cubicBezTo>
                      <a:pt x="106" y="44"/>
                      <a:pt x="106" y="44"/>
                      <a:pt x="106" y="44"/>
                    </a:cubicBezTo>
                    <a:cubicBezTo>
                      <a:pt x="107" y="45"/>
                      <a:pt x="108" y="47"/>
                      <a:pt x="108" y="49"/>
                    </a:cubicBezTo>
                    <a:cubicBezTo>
                      <a:pt x="108" y="85"/>
                      <a:pt x="108" y="85"/>
                      <a:pt x="108" y="85"/>
                    </a:cubicBezTo>
                    <a:cubicBezTo>
                      <a:pt x="108" y="89"/>
                      <a:pt x="106" y="91"/>
                      <a:pt x="102" y="91"/>
                    </a:cubicBezTo>
                    <a:cubicBezTo>
                      <a:pt x="37" y="91"/>
                      <a:pt x="37" y="91"/>
                      <a:pt x="37" y="91"/>
                    </a:cubicBezTo>
                    <a:cubicBezTo>
                      <a:pt x="14" y="126"/>
                      <a:pt x="14" y="126"/>
                      <a:pt x="14" y="126"/>
                    </a:cubicBezTo>
                    <a:cubicBezTo>
                      <a:pt x="70" y="171"/>
                      <a:pt x="70" y="171"/>
                      <a:pt x="70" y="171"/>
                    </a:cubicBezTo>
                    <a:cubicBezTo>
                      <a:pt x="72" y="172"/>
                      <a:pt x="72" y="173"/>
                      <a:pt x="72" y="175"/>
                    </a:cubicBezTo>
                    <a:cubicBezTo>
                      <a:pt x="72" y="205"/>
                      <a:pt x="72" y="205"/>
                      <a:pt x="72" y="205"/>
                    </a:cubicBezTo>
                    <a:cubicBezTo>
                      <a:pt x="72" y="209"/>
                      <a:pt x="70" y="211"/>
                      <a:pt x="66" y="2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8" name="Freeform 61">
                <a:extLst>
                  <a:ext uri="{FF2B5EF4-FFF2-40B4-BE49-F238E27FC236}">
                    <a16:creationId xmlns:a16="http://schemas.microsoft.com/office/drawing/2014/main" id="{1A0EE61E-8B26-59F5-935B-E64BF0BED93D}"/>
                  </a:ext>
                </a:extLst>
              </p:cNvPr>
              <p:cNvSpPr>
                <a:spLocks/>
              </p:cNvSpPr>
              <p:nvPr/>
            </p:nvSpPr>
            <p:spPr bwMode="auto">
              <a:xfrm>
                <a:off x="6983" y="665"/>
                <a:ext cx="112" cy="108"/>
              </a:xfrm>
              <a:custGeom>
                <a:avLst/>
                <a:gdLst>
                  <a:gd name="T0" fmla="*/ 6 w 76"/>
                  <a:gd name="T1" fmla="*/ 73 h 73"/>
                  <a:gd name="T2" fmla="*/ 2 w 76"/>
                  <a:gd name="T3" fmla="*/ 71 h 73"/>
                  <a:gd name="T4" fmla="*/ 2 w 76"/>
                  <a:gd name="T5" fmla="*/ 63 h 73"/>
                  <a:gd name="T6" fmla="*/ 23 w 76"/>
                  <a:gd name="T7" fmla="*/ 42 h 73"/>
                  <a:gd name="T8" fmla="*/ 27 w 76"/>
                  <a:gd name="T9" fmla="*/ 40 h 73"/>
                  <a:gd name="T10" fmla="*/ 45 w 76"/>
                  <a:gd name="T11" fmla="*/ 40 h 73"/>
                  <a:gd name="T12" fmla="*/ 64 w 76"/>
                  <a:gd name="T13" fmla="*/ 4 h 73"/>
                  <a:gd name="T14" fmla="*/ 72 w 76"/>
                  <a:gd name="T15" fmla="*/ 2 h 73"/>
                  <a:gd name="T16" fmla="*/ 75 w 76"/>
                  <a:gd name="T17" fmla="*/ 10 h 73"/>
                  <a:gd name="T18" fmla="*/ 54 w 76"/>
                  <a:gd name="T19" fmla="*/ 49 h 73"/>
                  <a:gd name="T20" fmla="*/ 48 w 76"/>
                  <a:gd name="T21" fmla="*/ 52 h 73"/>
                  <a:gd name="T22" fmla="*/ 30 w 76"/>
                  <a:gd name="T23" fmla="*/ 52 h 73"/>
                  <a:gd name="T24" fmla="*/ 11 w 76"/>
                  <a:gd name="T25" fmla="*/ 71 h 73"/>
                  <a:gd name="T26" fmla="*/ 6 w 76"/>
                  <a:gd name="T27" fmla="*/ 73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6" h="73">
                    <a:moveTo>
                      <a:pt x="6" y="73"/>
                    </a:moveTo>
                    <a:cubicBezTo>
                      <a:pt x="5" y="73"/>
                      <a:pt x="3" y="73"/>
                      <a:pt x="2" y="71"/>
                    </a:cubicBezTo>
                    <a:cubicBezTo>
                      <a:pt x="0" y="69"/>
                      <a:pt x="0" y="65"/>
                      <a:pt x="2" y="63"/>
                    </a:cubicBezTo>
                    <a:cubicBezTo>
                      <a:pt x="23" y="42"/>
                      <a:pt x="23" y="42"/>
                      <a:pt x="23" y="42"/>
                    </a:cubicBezTo>
                    <a:cubicBezTo>
                      <a:pt x="24" y="41"/>
                      <a:pt x="26" y="40"/>
                      <a:pt x="27" y="40"/>
                    </a:cubicBezTo>
                    <a:cubicBezTo>
                      <a:pt x="45" y="40"/>
                      <a:pt x="45" y="40"/>
                      <a:pt x="45" y="40"/>
                    </a:cubicBezTo>
                    <a:cubicBezTo>
                      <a:pt x="64" y="4"/>
                      <a:pt x="64" y="4"/>
                      <a:pt x="64" y="4"/>
                    </a:cubicBezTo>
                    <a:cubicBezTo>
                      <a:pt x="66" y="2"/>
                      <a:pt x="69" y="0"/>
                      <a:pt x="72" y="2"/>
                    </a:cubicBezTo>
                    <a:cubicBezTo>
                      <a:pt x="75" y="4"/>
                      <a:pt x="76" y="7"/>
                      <a:pt x="75" y="10"/>
                    </a:cubicBezTo>
                    <a:cubicBezTo>
                      <a:pt x="54" y="49"/>
                      <a:pt x="54" y="49"/>
                      <a:pt x="54" y="49"/>
                    </a:cubicBezTo>
                    <a:cubicBezTo>
                      <a:pt x="53" y="51"/>
                      <a:pt x="51" y="52"/>
                      <a:pt x="48" y="52"/>
                    </a:cubicBezTo>
                    <a:cubicBezTo>
                      <a:pt x="30" y="52"/>
                      <a:pt x="30" y="52"/>
                      <a:pt x="30" y="52"/>
                    </a:cubicBezTo>
                    <a:cubicBezTo>
                      <a:pt x="11" y="71"/>
                      <a:pt x="11" y="71"/>
                      <a:pt x="11" y="71"/>
                    </a:cubicBezTo>
                    <a:cubicBezTo>
                      <a:pt x="10" y="73"/>
                      <a:pt x="8" y="73"/>
                      <a:pt x="6" y="7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28" name="Freeform 116">
              <a:extLst>
                <a:ext uri="{FF2B5EF4-FFF2-40B4-BE49-F238E27FC236}">
                  <a16:creationId xmlns:a16="http://schemas.microsoft.com/office/drawing/2014/main" id="{4664F266-344B-FE24-A7D1-7A28025885C1}"/>
                </a:ext>
              </a:extLst>
            </p:cNvPr>
            <p:cNvSpPr>
              <a:spLocks noEditPoints="1"/>
            </p:cNvSpPr>
            <p:nvPr/>
          </p:nvSpPr>
          <p:spPr bwMode="auto">
            <a:xfrm>
              <a:off x="5747134" y="1593000"/>
              <a:ext cx="675700" cy="641074"/>
            </a:xfrm>
            <a:custGeom>
              <a:avLst/>
              <a:gdLst>
                <a:gd name="T0" fmla="*/ 275 w 303"/>
                <a:gd name="T1" fmla="*/ 162 h 288"/>
                <a:gd name="T2" fmla="*/ 278 w 303"/>
                <a:gd name="T3" fmla="*/ 162 h 288"/>
                <a:gd name="T4" fmla="*/ 139 w 303"/>
                <a:gd name="T5" fmla="*/ 22 h 288"/>
                <a:gd name="T6" fmla="*/ 113 w 303"/>
                <a:gd name="T7" fmla="*/ 0 h 288"/>
                <a:gd name="T8" fmla="*/ 91 w 303"/>
                <a:gd name="T9" fmla="*/ 37 h 288"/>
                <a:gd name="T10" fmla="*/ 43 w 303"/>
                <a:gd name="T11" fmla="*/ 84 h 288"/>
                <a:gd name="T12" fmla="*/ 34 w 303"/>
                <a:gd name="T13" fmla="*/ 83 h 288"/>
                <a:gd name="T14" fmla="*/ 26 w 303"/>
                <a:gd name="T15" fmla="*/ 150 h 288"/>
                <a:gd name="T16" fmla="*/ 77 w 303"/>
                <a:gd name="T17" fmla="*/ 249 h 288"/>
                <a:gd name="T18" fmla="*/ 97 w 303"/>
                <a:gd name="T19" fmla="*/ 288 h 288"/>
                <a:gd name="T20" fmla="*/ 121 w 303"/>
                <a:gd name="T21" fmla="*/ 271 h 288"/>
                <a:gd name="T22" fmla="*/ 253 w 303"/>
                <a:gd name="T23" fmla="*/ 225 h 288"/>
                <a:gd name="T24" fmla="*/ 269 w 303"/>
                <a:gd name="T25" fmla="*/ 229 h 288"/>
                <a:gd name="T26" fmla="*/ 253 w 303"/>
                <a:gd name="T27" fmla="*/ 165 h 288"/>
                <a:gd name="T28" fmla="*/ 247 w 303"/>
                <a:gd name="T29" fmla="*/ 170 h 288"/>
                <a:gd name="T30" fmla="*/ 238 w 303"/>
                <a:gd name="T31" fmla="*/ 209 h 288"/>
                <a:gd name="T32" fmla="*/ 115 w 303"/>
                <a:gd name="T33" fmla="*/ 224 h 288"/>
                <a:gd name="T34" fmla="*/ 45 w 303"/>
                <a:gd name="T35" fmla="*/ 148 h 288"/>
                <a:gd name="T36" fmla="*/ 66 w 303"/>
                <a:gd name="T37" fmla="*/ 104 h 288"/>
                <a:gd name="T38" fmla="*/ 170 w 303"/>
                <a:gd name="T39" fmla="*/ 134 h 288"/>
                <a:gd name="T40" fmla="*/ 253 w 303"/>
                <a:gd name="T41" fmla="*/ 165 h 288"/>
                <a:gd name="T42" fmla="*/ 250 w 303"/>
                <a:gd name="T43" fmla="*/ 168 h 288"/>
                <a:gd name="T44" fmla="*/ 247 w 303"/>
                <a:gd name="T45" fmla="*/ 170 h 288"/>
                <a:gd name="T46" fmla="*/ 243 w 303"/>
                <a:gd name="T47" fmla="*/ 174 h 288"/>
                <a:gd name="T48" fmla="*/ 241 w 303"/>
                <a:gd name="T49" fmla="*/ 177 h 288"/>
                <a:gd name="T50" fmla="*/ 239 w 303"/>
                <a:gd name="T51" fmla="*/ 181 h 288"/>
                <a:gd name="T52" fmla="*/ 237 w 303"/>
                <a:gd name="T53" fmla="*/ 186 h 288"/>
                <a:gd name="T54" fmla="*/ 236 w 303"/>
                <a:gd name="T55" fmla="*/ 190 h 288"/>
                <a:gd name="T56" fmla="*/ 139 w 303"/>
                <a:gd name="T57" fmla="*/ 91 h 288"/>
                <a:gd name="T58" fmla="*/ 170 w 303"/>
                <a:gd name="T59" fmla="*/ 123 h 288"/>
                <a:gd name="T60" fmla="*/ 128 w 303"/>
                <a:gd name="T61" fmla="*/ 25 h 288"/>
                <a:gd name="T62" fmla="*/ 110 w 303"/>
                <a:gd name="T63" fmla="*/ 39 h 288"/>
                <a:gd name="T64" fmla="*/ 52 w 303"/>
                <a:gd name="T65" fmla="*/ 88 h 288"/>
                <a:gd name="T66" fmla="*/ 60 w 303"/>
                <a:gd name="T67" fmla="*/ 77 h 288"/>
                <a:gd name="T68" fmla="*/ 99 w 303"/>
                <a:gd name="T69" fmla="*/ 45 h 288"/>
                <a:gd name="T70" fmla="*/ 137 w 303"/>
                <a:gd name="T71" fmla="*/ 33 h 288"/>
                <a:gd name="T72" fmla="*/ 137 w 303"/>
                <a:gd name="T73" fmla="*/ 32 h 288"/>
                <a:gd name="T74" fmla="*/ 152 w 303"/>
                <a:gd name="T75" fmla="*/ 31 h 288"/>
                <a:gd name="T76" fmla="*/ 184 w 303"/>
                <a:gd name="T77" fmla="*/ 36 h 288"/>
                <a:gd name="T78" fmla="*/ 269 w 303"/>
                <a:gd name="T79" fmla="*/ 140 h 288"/>
                <a:gd name="T80" fmla="*/ 269 w 303"/>
                <a:gd name="T81" fmla="*/ 148 h 288"/>
                <a:gd name="T82" fmla="*/ 213 w 303"/>
                <a:gd name="T83" fmla="*/ 91 h 288"/>
                <a:gd name="T84" fmla="*/ 60 w 303"/>
                <a:gd name="T85" fmla="*/ 94 h 288"/>
                <a:gd name="T86" fmla="*/ 59 w 303"/>
                <a:gd name="T87" fmla="*/ 94 h 288"/>
                <a:gd name="T88" fmla="*/ 52 w 303"/>
                <a:gd name="T89" fmla="*/ 88 h 288"/>
                <a:gd name="T90" fmla="*/ 47 w 303"/>
                <a:gd name="T91" fmla="*/ 97 h 288"/>
                <a:gd name="T92" fmla="*/ 34 w 303"/>
                <a:gd name="T93" fmla="*/ 140 h 288"/>
                <a:gd name="T94" fmla="*/ 83 w 303"/>
                <a:gd name="T95" fmla="*/ 263 h 288"/>
                <a:gd name="T96" fmla="*/ 109 w 303"/>
                <a:gd name="T97" fmla="*/ 255 h 288"/>
                <a:gd name="T98" fmla="*/ 97 w 303"/>
                <a:gd name="T99" fmla="*/ 278 h 288"/>
                <a:gd name="T100" fmla="*/ 122 w 303"/>
                <a:gd name="T101" fmla="*/ 261 h 288"/>
                <a:gd name="T102" fmla="*/ 121 w 303"/>
                <a:gd name="T103" fmla="*/ 260 h 288"/>
                <a:gd name="T104" fmla="*/ 84 w 303"/>
                <a:gd name="T105" fmla="*/ 242 h 288"/>
                <a:gd name="T106" fmla="*/ 56 w 303"/>
                <a:gd name="T107" fmla="*/ 213 h 288"/>
                <a:gd name="T108" fmla="*/ 38 w 303"/>
                <a:gd name="T109" fmla="*/ 165 h 288"/>
                <a:gd name="T110" fmla="*/ 112 w 303"/>
                <a:gd name="T111" fmla="*/ 233 h 288"/>
                <a:gd name="T112" fmla="*/ 243 w 303"/>
                <a:gd name="T113" fmla="*/ 218 h 288"/>
                <a:gd name="T114" fmla="*/ 245 w 303"/>
                <a:gd name="T115" fmla="*/ 219 h 288"/>
                <a:gd name="T116" fmla="*/ 246 w 303"/>
                <a:gd name="T117" fmla="*/ 195 h 288"/>
                <a:gd name="T118" fmla="*/ 270 w 303"/>
                <a:gd name="T119" fmla="*/ 219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03" h="288">
                  <a:moveTo>
                    <a:pt x="279" y="163"/>
                  </a:moveTo>
                  <a:cubicBezTo>
                    <a:pt x="279" y="163"/>
                    <a:pt x="279" y="163"/>
                    <a:pt x="279" y="163"/>
                  </a:cubicBezTo>
                  <a:cubicBezTo>
                    <a:pt x="278" y="162"/>
                    <a:pt x="277" y="162"/>
                    <a:pt x="275" y="162"/>
                  </a:cubicBezTo>
                  <a:cubicBezTo>
                    <a:pt x="277" y="162"/>
                    <a:pt x="278" y="162"/>
                    <a:pt x="279" y="163"/>
                  </a:cubicBezTo>
                  <a:cubicBezTo>
                    <a:pt x="278" y="162"/>
                    <a:pt x="278" y="162"/>
                    <a:pt x="278" y="162"/>
                  </a:cubicBezTo>
                  <a:cubicBezTo>
                    <a:pt x="278" y="162"/>
                    <a:pt x="278" y="162"/>
                    <a:pt x="278" y="162"/>
                  </a:cubicBezTo>
                  <a:cubicBezTo>
                    <a:pt x="279" y="157"/>
                    <a:pt x="279" y="152"/>
                    <a:pt x="279" y="148"/>
                  </a:cubicBezTo>
                  <a:cubicBezTo>
                    <a:pt x="279" y="78"/>
                    <a:pt x="223" y="21"/>
                    <a:pt x="153" y="21"/>
                  </a:cubicBezTo>
                  <a:cubicBezTo>
                    <a:pt x="148" y="21"/>
                    <a:pt x="144" y="21"/>
                    <a:pt x="139" y="22"/>
                  </a:cubicBezTo>
                  <a:cubicBezTo>
                    <a:pt x="139" y="22"/>
                    <a:pt x="139" y="22"/>
                    <a:pt x="139" y="22"/>
                  </a:cubicBezTo>
                  <a:cubicBezTo>
                    <a:pt x="138" y="21"/>
                    <a:pt x="138" y="21"/>
                    <a:pt x="138" y="21"/>
                  </a:cubicBezTo>
                  <a:cubicBezTo>
                    <a:pt x="136" y="9"/>
                    <a:pt x="125" y="0"/>
                    <a:pt x="113" y="0"/>
                  </a:cubicBezTo>
                  <a:cubicBezTo>
                    <a:pt x="100" y="0"/>
                    <a:pt x="88" y="11"/>
                    <a:pt x="88" y="25"/>
                  </a:cubicBezTo>
                  <a:cubicBezTo>
                    <a:pt x="88" y="29"/>
                    <a:pt x="89" y="33"/>
                    <a:pt x="91" y="36"/>
                  </a:cubicBezTo>
                  <a:cubicBezTo>
                    <a:pt x="91" y="37"/>
                    <a:pt x="91" y="37"/>
                    <a:pt x="91" y="37"/>
                  </a:cubicBezTo>
                  <a:cubicBezTo>
                    <a:pt x="91" y="37"/>
                    <a:pt x="91" y="37"/>
                    <a:pt x="91" y="37"/>
                  </a:cubicBezTo>
                  <a:cubicBezTo>
                    <a:pt x="71" y="48"/>
                    <a:pt x="55" y="64"/>
                    <a:pt x="44" y="83"/>
                  </a:cubicBezTo>
                  <a:cubicBezTo>
                    <a:pt x="43" y="84"/>
                    <a:pt x="43" y="84"/>
                    <a:pt x="43" y="84"/>
                  </a:cubicBezTo>
                  <a:cubicBezTo>
                    <a:pt x="43" y="84"/>
                    <a:pt x="43" y="84"/>
                    <a:pt x="43" y="84"/>
                  </a:cubicBezTo>
                  <a:cubicBezTo>
                    <a:pt x="41" y="84"/>
                    <a:pt x="39" y="83"/>
                    <a:pt x="38" y="83"/>
                  </a:cubicBezTo>
                  <a:cubicBezTo>
                    <a:pt x="37" y="83"/>
                    <a:pt x="36" y="83"/>
                    <a:pt x="34" y="83"/>
                  </a:cubicBezTo>
                  <a:cubicBezTo>
                    <a:pt x="15" y="83"/>
                    <a:pt x="0" y="98"/>
                    <a:pt x="0" y="117"/>
                  </a:cubicBezTo>
                  <a:cubicBezTo>
                    <a:pt x="0" y="132"/>
                    <a:pt x="11" y="146"/>
                    <a:pt x="25" y="150"/>
                  </a:cubicBezTo>
                  <a:cubicBezTo>
                    <a:pt x="26" y="150"/>
                    <a:pt x="26" y="150"/>
                    <a:pt x="26" y="150"/>
                  </a:cubicBezTo>
                  <a:cubicBezTo>
                    <a:pt x="26" y="151"/>
                    <a:pt x="26" y="151"/>
                    <a:pt x="26" y="151"/>
                  </a:cubicBezTo>
                  <a:cubicBezTo>
                    <a:pt x="27" y="189"/>
                    <a:pt x="45" y="226"/>
                    <a:pt x="76" y="249"/>
                  </a:cubicBezTo>
                  <a:cubicBezTo>
                    <a:pt x="77" y="249"/>
                    <a:pt x="77" y="249"/>
                    <a:pt x="77" y="249"/>
                  </a:cubicBezTo>
                  <a:cubicBezTo>
                    <a:pt x="76" y="250"/>
                    <a:pt x="76" y="250"/>
                    <a:pt x="76" y="250"/>
                  </a:cubicBezTo>
                  <a:cubicBezTo>
                    <a:pt x="73" y="255"/>
                    <a:pt x="72" y="259"/>
                    <a:pt x="72" y="263"/>
                  </a:cubicBezTo>
                  <a:cubicBezTo>
                    <a:pt x="72" y="278"/>
                    <a:pt x="83" y="288"/>
                    <a:pt x="97" y="288"/>
                  </a:cubicBezTo>
                  <a:cubicBezTo>
                    <a:pt x="108" y="288"/>
                    <a:pt x="117" y="282"/>
                    <a:pt x="120" y="272"/>
                  </a:cubicBezTo>
                  <a:cubicBezTo>
                    <a:pt x="121" y="271"/>
                    <a:pt x="121" y="271"/>
                    <a:pt x="121" y="271"/>
                  </a:cubicBezTo>
                  <a:cubicBezTo>
                    <a:pt x="121" y="271"/>
                    <a:pt x="121" y="271"/>
                    <a:pt x="121" y="271"/>
                  </a:cubicBezTo>
                  <a:cubicBezTo>
                    <a:pt x="131" y="273"/>
                    <a:pt x="141" y="275"/>
                    <a:pt x="153" y="275"/>
                  </a:cubicBezTo>
                  <a:cubicBezTo>
                    <a:pt x="191" y="275"/>
                    <a:pt x="228" y="257"/>
                    <a:pt x="253" y="226"/>
                  </a:cubicBezTo>
                  <a:cubicBezTo>
                    <a:pt x="253" y="225"/>
                    <a:pt x="253" y="225"/>
                    <a:pt x="253" y="225"/>
                  </a:cubicBezTo>
                  <a:cubicBezTo>
                    <a:pt x="254" y="226"/>
                    <a:pt x="254" y="226"/>
                    <a:pt x="254" y="226"/>
                  </a:cubicBezTo>
                  <a:cubicBezTo>
                    <a:pt x="256" y="227"/>
                    <a:pt x="259" y="228"/>
                    <a:pt x="262" y="228"/>
                  </a:cubicBezTo>
                  <a:cubicBezTo>
                    <a:pt x="265" y="229"/>
                    <a:pt x="267" y="229"/>
                    <a:pt x="269" y="229"/>
                  </a:cubicBezTo>
                  <a:cubicBezTo>
                    <a:pt x="288" y="229"/>
                    <a:pt x="303" y="214"/>
                    <a:pt x="303" y="195"/>
                  </a:cubicBezTo>
                  <a:cubicBezTo>
                    <a:pt x="303" y="180"/>
                    <a:pt x="293" y="167"/>
                    <a:pt x="279" y="163"/>
                  </a:cubicBezTo>
                  <a:close/>
                  <a:moveTo>
                    <a:pt x="253" y="165"/>
                  </a:moveTo>
                  <a:cubicBezTo>
                    <a:pt x="252" y="166"/>
                    <a:pt x="251" y="167"/>
                    <a:pt x="250" y="167"/>
                  </a:cubicBezTo>
                  <a:cubicBezTo>
                    <a:pt x="250" y="168"/>
                    <a:pt x="249" y="168"/>
                    <a:pt x="249" y="169"/>
                  </a:cubicBezTo>
                  <a:cubicBezTo>
                    <a:pt x="248" y="169"/>
                    <a:pt x="248" y="169"/>
                    <a:pt x="247" y="170"/>
                  </a:cubicBezTo>
                  <a:cubicBezTo>
                    <a:pt x="240" y="176"/>
                    <a:pt x="235" y="185"/>
                    <a:pt x="235" y="195"/>
                  </a:cubicBezTo>
                  <a:cubicBezTo>
                    <a:pt x="235" y="200"/>
                    <a:pt x="236" y="204"/>
                    <a:pt x="238" y="208"/>
                  </a:cubicBezTo>
                  <a:cubicBezTo>
                    <a:pt x="238" y="209"/>
                    <a:pt x="238" y="209"/>
                    <a:pt x="238" y="209"/>
                  </a:cubicBezTo>
                  <a:cubicBezTo>
                    <a:pt x="238" y="209"/>
                    <a:pt x="238" y="209"/>
                    <a:pt x="238" y="209"/>
                  </a:cubicBezTo>
                  <a:cubicBezTo>
                    <a:pt x="219" y="219"/>
                    <a:pt x="191" y="231"/>
                    <a:pt x="158" y="231"/>
                  </a:cubicBezTo>
                  <a:cubicBezTo>
                    <a:pt x="143" y="231"/>
                    <a:pt x="129" y="229"/>
                    <a:pt x="115" y="224"/>
                  </a:cubicBezTo>
                  <a:cubicBezTo>
                    <a:pt x="61" y="204"/>
                    <a:pt x="48" y="165"/>
                    <a:pt x="46" y="149"/>
                  </a:cubicBezTo>
                  <a:cubicBezTo>
                    <a:pt x="46" y="149"/>
                    <a:pt x="46" y="149"/>
                    <a:pt x="46" y="149"/>
                  </a:cubicBezTo>
                  <a:cubicBezTo>
                    <a:pt x="45" y="148"/>
                    <a:pt x="45" y="148"/>
                    <a:pt x="45" y="148"/>
                  </a:cubicBezTo>
                  <a:cubicBezTo>
                    <a:pt x="46" y="148"/>
                    <a:pt x="46" y="148"/>
                    <a:pt x="46" y="148"/>
                  </a:cubicBezTo>
                  <a:cubicBezTo>
                    <a:pt x="59" y="143"/>
                    <a:pt x="68" y="131"/>
                    <a:pt x="68" y="117"/>
                  </a:cubicBezTo>
                  <a:cubicBezTo>
                    <a:pt x="68" y="113"/>
                    <a:pt x="67" y="108"/>
                    <a:pt x="66" y="104"/>
                  </a:cubicBezTo>
                  <a:cubicBezTo>
                    <a:pt x="76" y="99"/>
                    <a:pt x="99" y="88"/>
                    <a:pt x="128" y="86"/>
                  </a:cubicBezTo>
                  <a:cubicBezTo>
                    <a:pt x="127" y="88"/>
                    <a:pt x="127" y="90"/>
                    <a:pt x="127" y="91"/>
                  </a:cubicBezTo>
                  <a:cubicBezTo>
                    <a:pt x="127" y="115"/>
                    <a:pt x="146" y="134"/>
                    <a:pt x="170" y="134"/>
                  </a:cubicBezTo>
                  <a:cubicBezTo>
                    <a:pt x="188" y="134"/>
                    <a:pt x="203" y="124"/>
                    <a:pt x="209" y="109"/>
                  </a:cubicBezTo>
                  <a:cubicBezTo>
                    <a:pt x="228" y="122"/>
                    <a:pt x="245" y="140"/>
                    <a:pt x="261" y="162"/>
                  </a:cubicBezTo>
                  <a:cubicBezTo>
                    <a:pt x="258" y="163"/>
                    <a:pt x="256" y="164"/>
                    <a:pt x="253" y="165"/>
                  </a:cubicBezTo>
                  <a:cubicBezTo>
                    <a:pt x="253" y="165"/>
                    <a:pt x="253" y="165"/>
                    <a:pt x="253" y="165"/>
                  </a:cubicBezTo>
                  <a:cubicBezTo>
                    <a:pt x="253" y="165"/>
                    <a:pt x="253" y="165"/>
                    <a:pt x="253" y="165"/>
                  </a:cubicBezTo>
                  <a:close/>
                  <a:moveTo>
                    <a:pt x="250" y="168"/>
                  </a:moveTo>
                  <a:cubicBezTo>
                    <a:pt x="250" y="168"/>
                    <a:pt x="249" y="168"/>
                    <a:pt x="249" y="168"/>
                  </a:cubicBezTo>
                  <a:cubicBezTo>
                    <a:pt x="249" y="168"/>
                    <a:pt x="250" y="168"/>
                    <a:pt x="250" y="168"/>
                  </a:cubicBezTo>
                  <a:close/>
                  <a:moveTo>
                    <a:pt x="247" y="170"/>
                  </a:moveTo>
                  <a:cubicBezTo>
                    <a:pt x="246" y="170"/>
                    <a:pt x="246" y="171"/>
                    <a:pt x="246" y="171"/>
                  </a:cubicBezTo>
                  <a:cubicBezTo>
                    <a:pt x="246" y="171"/>
                    <a:pt x="246" y="170"/>
                    <a:pt x="247" y="170"/>
                  </a:cubicBezTo>
                  <a:close/>
                  <a:moveTo>
                    <a:pt x="243" y="174"/>
                  </a:moveTo>
                  <a:cubicBezTo>
                    <a:pt x="243" y="174"/>
                    <a:pt x="243" y="174"/>
                    <a:pt x="243" y="174"/>
                  </a:cubicBezTo>
                  <a:cubicBezTo>
                    <a:pt x="243" y="174"/>
                    <a:pt x="243" y="174"/>
                    <a:pt x="243" y="174"/>
                  </a:cubicBezTo>
                  <a:close/>
                  <a:moveTo>
                    <a:pt x="241" y="177"/>
                  </a:moveTo>
                  <a:cubicBezTo>
                    <a:pt x="241" y="178"/>
                    <a:pt x="240" y="178"/>
                    <a:pt x="240" y="178"/>
                  </a:cubicBezTo>
                  <a:cubicBezTo>
                    <a:pt x="240" y="178"/>
                    <a:pt x="241" y="178"/>
                    <a:pt x="241" y="177"/>
                  </a:cubicBezTo>
                  <a:close/>
                  <a:moveTo>
                    <a:pt x="239" y="181"/>
                  </a:moveTo>
                  <a:cubicBezTo>
                    <a:pt x="239" y="181"/>
                    <a:pt x="238" y="182"/>
                    <a:pt x="238" y="182"/>
                  </a:cubicBezTo>
                  <a:cubicBezTo>
                    <a:pt x="238" y="182"/>
                    <a:pt x="239" y="181"/>
                    <a:pt x="239" y="181"/>
                  </a:cubicBezTo>
                  <a:close/>
                  <a:moveTo>
                    <a:pt x="237" y="186"/>
                  </a:moveTo>
                  <a:cubicBezTo>
                    <a:pt x="237" y="186"/>
                    <a:pt x="237" y="186"/>
                    <a:pt x="237" y="187"/>
                  </a:cubicBezTo>
                  <a:cubicBezTo>
                    <a:pt x="237" y="186"/>
                    <a:pt x="237" y="186"/>
                    <a:pt x="237" y="186"/>
                  </a:cubicBezTo>
                  <a:close/>
                  <a:moveTo>
                    <a:pt x="236" y="190"/>
                  </a:moveTo>
                  <a:cubicBezTo>
                    <a:pt x="236" y="190"/>
                    <a:pt x="236" y="191"/>
                    <a:pt x="236" y="191"/>
                  </a:cubicBezTo>
                  <a:cubicBezTo>
                    <a:pt x="236" y="191"/>
                    <a:pt x="236" y="190"/>
                    <a:pt x="236" y="190"/>
                  </a:cubicBezTo>
                  <a:close/>
                  <a:moveTo>
                    <a:pt x="139" y="91"/>
                  </a:moveTo>
                  <a:cubicBezTo>
                    <a:pt x="139" y="74"/>
                    <a:pt x="153" y="60"/>
                    <a:pt x="170" y="60"/>
                  </a:cubicBezTo>
                  <a:cubicBezTo>
                    <a:pt x="187" y="60"/>
                    <a:pt x="201" y="74"/>
                    <a:pt x="201" y="91"/>
                  </a:cubicBezTo>
                  <a:cubicBezTo>
                    <a:pt x="201" y="109"/>
                    <a:pt x="187" y="123"/>
                    <a:pt x="170" y="123"/>
                  </a:cubicBezTo>
                  <a:cubicBezTo>
                    <a:pt x="153" y="123"/>
                    <a:pt x="139" y="109"/>
                    <a:pt x="139" y="91"/>
                  </a:cubicBezTo>
                  <a:close/>
                  <a:moveTo>
                    <a:pt x="113" y="11"/>
                  </a:moveTo>
                  <a:cubicBezTo>
                    <a:pt x="122" y="11"/>
                    <a:pt x="128" y="17"/>
                    <a:pt x="128" y="25"/>
                  </a:cubicBezTo>
                  <a:cubicBezTo>
                    <a:pt x="128" y="28"/>
                    <a:pt x="127" y="32"/>
                    <a:pt x="124" y="35"/>
                  </a:cubicBezTo>
                  <a:cubicBezTo>
                    <a:pt x="122" y="38"/>
                    <a:pt x="118" y="40"/>
                    <a:pt x="113" y="40"/>
                  </a:cubicBezTo>
                  <a:cubicBezTo>
                    <a:pt x="112" y="40"/>
                    <a:pt x="111" y="40"/>
                    <a:pt x="110" y="39"/>
                  </a:cubicBezTo>
                  <a:cubicBezTo>
                    <a:pt x="103" y="38"/>
                    <a:pt x="99" y="31"/>
                    <a:pt x="99" y="25"/>
                  </a:cubicBezTo>
                  <a:cubicBezTo>
                    <a:pt x="99" y="17"/>
                    <a:pt x="105" y="11"/>
                    <a:pt x="113" y="11"/>
                  </a:cubicBezTo>
                  <a:close/>
                  <a:moveTo>
                    <a:pt x="52" y="88"/>
                  </a:moveTo>
                  <a:cubicBezTo>
                    <a:pt x="53" y="87"/>
                    <a:pt x="53" y="87"/>
                    <a:pt x="53" y="87"/>
                  </a:cubicBezTo>
                  <a:cubicBezTo>
                    <a:pt x="55" y="84"/>
                    <a:pt x="57" y="81"/>
                    <a:pt x="59" y="78"/>
                  </a:cubicBezTo>
                  <a:cubicBezTo>
                    <a:pt x="59" y="78"/>
                    <a:pt x="60" y="78"/>
                    <a:pt x="60" y="77"/>
                  </a:cubicBezTo>
                  <a:cubicBezTo>
                    <a:pt x="61" y="76"/>
                    <a:pt x="62" y="75"/>
                    <a:pt x="62" y="74"/>
                  </a:cubicBezTo>
                  <a:cubicBezTo>
                    <a:pt x="72" y="62"/>
                    <a:pt x="85" y="52"/>
                    <a:pt x="98" y="45"/>
                  </a:cubicBezTo>
                  <a:cubicBezTo>
                    <a:pt x="99" y="45"/>
                    <a:pt x="99" y="45"/>
                    <a:pt x="99" y="45"/>
                  </a:cubicBezTo>
                  <a:cubicBezTo>
                    <a:pt x="99" y="45"/>
                    <a:pt x="99" y="45"/>
                    <a:pt x="99" y="45"/>
                  </a:cubicBezTo>
                  <a:cubicBezTo>
                    <a:pt x="103" y="48"/>
                    <a:pt x="109" y="50"/>
                    <a:pt x="113" y="50"/>
                  </a:cubicBezTo>
                  <a:cubicBezTo>
                    <a:pt x="124" y="50"/>
                    <a:pt x="133" y="43"/>
                    <a:pt x="137" y="33"/>
                  </a:cubicBezTo>
                  <a:cubicBezTo>
                    <a:pt x="137" y="32"/>
                    <a:pt x="137" y="32"/>
                    <a:pt x="137" y="32"/>
                  </a:cubicBezTo>
                  <a:cubicBezTo>
                    <a:pt x="137" y="32"/>
                    <a:pt x="137" y="32"/>
                    <a:pt x="137" y="32"/>
                  </a:cubicBezTo>
                  <a:cubicBezTo>
                    <a:pt x="137" y="32"/>
                    <a:pt x="137" y="32"/>
                    <a:pt x="137" y="32"/>
                  </a:cubicBezTo>
                  <a:cubicBezTo>
                    <a:pt x="142" y="31"/>
                    <a:pt x="147" y="31"/>
                    <a:pt x="152" y="31"/>
                  </a:cubicBezTo>
                  <a:cubicBezTo>
                    <a:pt x="152" y="31"/>
                    <a:pt x="152" y="31"/>
                    <a:pt x="152" y="31"/>
                  </a:cubicBezTo>
                  <a:cubicBezTo>
                    <a:pt x="152" y="31"/>
                    <a:pt x="152" y="31"/>
                    <a:pt x="152" y="31"/>
                  </a:cubicBezTo>
                  <a:cubicBezTo>
                    <a:pt x="153" y="31"/>
                    <a:pt x="153" y="31"/>
                    <a:pt x="153" y="31"/>
                  </a:cubicBezTo>
                  <a:cubicBezTo>
                    <a:pt x="163" y="31"/>
                    <a:pt x="172" y="32"/>
                    <a:pt x="181" y="35"/>
                  </a:cubicBezTo>
                  <a:cubicBezTo>
                    <a:pt x="182" y="35"/>
                    <a:pt x="183" y="35"/>
                    <a:pt x="184" y="36"/>
                  </a:cubicBezTo>
                  <a:cubicBezTo>
                    <a:pt x="185" y="36"/>
                    <a:pt x="185" y="36"/>
                    <a:pt x="186" y="36"/>
                  </a:cubicBezTo>
                  <a:cubicBezTo>
                    <a:pt x="224" y="48"/>
                    <a:pt x="254" y="78"/>
                    <a:pt x="265" y="117"/>
                  </a:cubicBezTo>
                  <a:cubicBezTo>
                    <a:pt x="267" y="124"/>
                    <a:pt x="268" y="132"/>
                    <a:pt x="269" y="140"/>
                  </a:cubicBezTo>
                  <a:cubicBezTo>
                    <a:pt x="269" y="142"/>
                    <a:pt x="269" y="143"/>
                    <a:pt x="269" y="145"/>
                  </a:cubicBezTo>
                  <a:cubicBezTo>
                    <a:pt x="269" y="148"/>
                    <a:pt x="269" y="148"/>
                    <a:pt x="269" y="148"/>
                  </a:cubicBezTo>
                  <a:cubicBezTo>
                    <a:pt x="269" y="148"/>
                    <a:pt x="269" y="148"/>
                    <a:pt x="269" y="148"/>
                  </a:cubicBezTo>
                  <a:cubicBezTo>
                    <a:pt x="269" y="150"/>
                    <a:pt x="269" y="151"/>
                    <a:pt x="269" y="153"/>
                  </a:cubicBezTo>
                  <a:cubicBezTo>
                    <a:pt x="252" y="129"/>
                    <a:pt x="233" y="111"/>
                    <a:pt x="213" y="97"/>
                  </a:cubicBezTo>
                  <a:cubicBezTo>
                    <a:pt x="213" y="95"/>
                    <a:pt x="213" y="93"/>
                    <a:pt x="213" y="91"/>
                  </a:cubicBezTo>
                  <a:cubicBezTo>
                    <a:pt x="213" y="68"/>
                    <a:pt x="194" y="48"/>
                    <a:pt x="170" y="48"/>
                  </a:cubicBezTo>
                  <a:cubicBezTo>
                    <a:pt x="153" y="48"/>
                    <a:pt x="137" y="59"/>
                    <a:pt x="131" y="74"/>
                  </a:cubicBezTo>
                  <a:cubicBezTo>
                    <a:pt x="97" y="75"/>
                    <a:pt x="71" y="88"/>
                    <a:pt x="60" y="94"/>
                  </a:cubicBezTo>
                  <a:cubicBezTo>
                    <a:pt x="60" y="94"/>
                    <a:pt x="60" y="94"/>
                    <a:pt x="59" y="94"/>
                  </a:cubicBezTo>
                  <a:cubicBezTo>
                    <a:pt x="59" y="94"/>
                    <a:pt x="59" y="94"/>
                    <a:pt x="59" y="94"/>
                  </a:cubicBezTo>
                  <a:cubicBezTo>
                    <a:pt x="59" y="94"/>
                    <a:pt x="59" y="94"/>
                    <a:pt x="59" y="94"/>
                  </a:cubicBezTo>
                  <a:cubicBezTo>
                    <a:pt x="57" y="92"/>
                    <a:pt x="56" y="91"/>
                    <a:pt x="54" y="89"/>
                  </a:cubicBezTo>
                  <a:cubicBezTo>
                    <a:pt x="52" y="88"/>
                    <a:pt x="52" y="88"/>
                    <a:pt x="52" y="88"/>
                  </a:cubicBezTo>
                  <a:cubicBezTo>
                    <a:pt x="52" y="88"/>
                    <a:pt x="52" y="88"/>
                    <a:pt x="52" y="88"/>
                  </a:cubicBezTo>
                  <a:close/>
                  <a:moveTo>
                    <a:pt x="10" y="117"/>
                  </a:moveTo>
                  <a:cubicBezTo>
                    <a:pt x="10" y="104"/>
                    <a:pt x="21" y="93"/>
                    <a:pt x="34" y="93"/>
                  </a:cubicBezTo>
                  <a:cubicBezTo>
                    <a:pt x="39" y="93"/>
                    <a:pt x="44" y="95"/>
                    <a:pt x="47" y="97"/>
                  </a:cubicBezTo>
                  <a:cubicBezTo>
                    <a:pt x="54" y="102"/>
                    <a:pt x="58" y="109"/>
                    <a:pt x="58" y="117"/>
                  </a:cubicBezTo>
                  <a:cubicBezTo>
                    <a:pt x="58" y="129"/>
                    <a:pt x="48" y="139"/>
                    <a:pt x="36" y="140"/>
                  </a:cubicBezTo>
                  <a:cubicBezTo>
                    <a:pt x="36" y="140"/>
                    <a:pt x="35" y="140"/>
                    <a:pt x="34" y="140"/>
                  </a:cubicBezTo>
                  <a:cubicBezTo>
                    <a:pt x="21" y="140"/>
                    <a:pt x="10" y="130"/>
                    <a:pt x="10" y="117"/>
                  </a:cubicBezTo>
                  <a:close/>
                  <a:moveTo>
                    <a:pt x="97" y="278"/>
                  </a:moveTo>
                  <a:cubicBezTo>
                    <a:pt x="89" y="278"/>
                    <a:pt x="83" y="271"/>
                    <a:pt x="83" y="263"/>
                  </a:cubicBezTo>
                  <a:cubicBezTo>
                    <a:pt x="83" y="256"/>
                    <a:pt x="89" y="250"/>
                    <a:pt x="96" y="250"/>
                  </a:cubicBezTo>
                  <a:cubicBezTo>
                    <a:pt x="97" y="250"/>
                    <a:pt x="97" y="250"/>
                    <a:pt x="97" y="250"/>
                  </a:cubicBezTo>
                  <a:cubicBezTo>
                    <a:pt x="102" y="250"/>
                    <a:pt x="106" y="252"/>
                    <a:pt x="109" y="255"/>
                  </a:cubicBezTo>
                  <a:cubicBezTo>
                    <a:pt x="110" y="258"/>
                    <a:pt x="111" y="260"/>
                    <a:pt x="112" y="263"/>
                  </a:cubicBezTo>
                  <a:cubicBezTo>
                    <a:pt x="112" y="265"/>
                    <a:pt x="112" y="265"/>
                    <a:pt x="112" y="265"/>
                  </a:cubicBezTo>
                  <a:cubicBezTo>
                    <a:pt x="111" y="272"/>
                    <a:pt x="104" y="278"/>
                    <a:pt x="97" y="278"/>
                  </a:cubicBezTo>
                  <a:close/>
                  <a:moveTo>
                    <a:pt x="245" y="219"/>
                  </a:moveTo>
                  <a:cubicBezTo>
                    <a:pt x="222" y="248"/>
                    <a:pt x="189" y="264"/>
                    <a:pt x="153" y="264"/>
                  </a:cubicBezTo>
                  <a:cubicBezTo>
                    <a:pt x="141" y="264"/>
                    <a:pt x="131" y="263"/>
                    <a:pt x="122" y="261"/>
                  </a:cubicBezTo>
                  <a:cubicBezTo>
                    <a:pt x="121" y="261"/>
                    <a:pt x="121" y="261"/>
                    <a:pt x="121" y="261"/>
                  </a:cubicBezTo>
                  <a:cubicBezTo>
                    <a:pt x="121" y="260"/>
                    <a:pt x="121" y="260"/>
                    <a:pt x="121" y="260"/>
                  </a:cubicBezTo>
                  <a:cubicBezTo>
                    <a:pt x="121" y="260"/>
                    <a:pt x="121" y="260"/>
                    <a:pt x="121" y="260"/>
                  </a:cubicBezTo>
                  <a:cubicBezTo>
                    <a:pt x="119" y="248"/>
                    <a:pt x="110" y="239"/>
                    <a:pt x="97" y="239"/>
                  </a:cubicBezTo>
                  <a:cubicBezTo>
                    <a:pt x="93" y="239"/>
                    <a:pt x="89" y="240"/>
                    <a:pt x="85" y="242"/>
                  </a:cubicBezTo>
                  <a:cubicBezTo>
                    <a:pt x="84" y="242"/>
                    <a:pt x="84" y="242"/>
                    <a:pt x="84" y="242"/>
                  </a:cubicBezTo>
                  <a:cubicBezTo>
                    <a:pt x="84" y="242"/>
                    <a:pt x="84" y="242"/>
                    <a:pt x="84" y="242"/>
                  </a:cubicBezTo>
                  <a:cubicBezTo>
                    <a:pt x="84" y="242"/>
                    <a:pt x="84" y="242"/>
                    <a:pt x="84" y="242"/>
                  </a:cubicBezTo>
                  <a:cubicBezTo>
                    <a:pt x="73" y="234"/>
                    <a:pt x="63" y="224"/>
                    <a:pt x="56" y="213"/>
                  </a:cubicBezTo>
                  <a:cubicBezTo>
                    <a:pt x="55" y="211"/>
                    <a:pt x="54" y="209"/>
                    <a:pt x="52" y="207"/>
                  </a:cubicBezTo>
                  <a:cubicBezTo>
                    <a:pt x="45" y="195"/>
                    <a:pt x="40" y="181"/>
                    <a:pt x="38" y="166"/>
                  </a:cubicBezTo>
                  <a:cubicBezTo>
                    <a:pt x="38" y="165"/>
                    <a:pt x="38" y="165"/>
                    <a:pt x="38" y="165"/>
                  </a:cubicBezTo>
                  <a:cubicBezTo>
                    <a:pt x="39" y="165"/>
                    <a:pt x="39" y="165"/>
                    <a:pt x="39" y="165"/>
                  </a:cubicBezTo>
                  <a:cubicBezTo>
                    <a:pt x="40" y="166"/>
                    <a:pt x="40" y="166"/>
                    <a:pt x="40" y="166"/>
                  </a:cubicBezTo>
                  <a:cubicBezTo>
                    <a:pt x="45" y="183"/>
                    <a:pt x="62" y="216"/>
                    <a:pt x="112" y="233"/>
                  </a:cubicBezTo>
                  <a:cubicBezTo>
                    <a:pt x="126" y="238"/>
                    <a:pt x="141" y="241"/>
                    <a:pt x="159" y="241"/>
                  </a:cubicBezTo>
                  <a:cubicBezTo>
                    <a:pt x="197" y="241"/>
                    <a:pt x="228" y="227"/>
                    <a:pt x="243" y="218"/>
                  </a:cubicBezTo>
                  <a:cubicBezTo>
                    <a:pt x="243" y="218"/>
                    <a:pt x="243" y="218"/>
                    <a:pt x="243" y="218"/>
                  </a:cubicBezTo>
                  <a:cubicBezTo>
                    <a:pt x="244" y="218"/>
                    <a:pt x="244" y="218"/>
                    <a:pt x="244" y="218"/>
                  </a:cubicBezTo>
                  <a:cubicBezTo>
                    <a:pt x="246" y="218"/>
                    <a:pt x="246" y="218"/>
                    <a:pt x="246" y="218"/>
                  </a:cubicBezTo>
                  <a:cubicBezTo>
                    <a:pt x="245" y="219"/>
                    <a:pt x="245" y="219"/>
                    <a:pt x="245" y="219"/>
                  </a:cubicBezTo>
                  <a:close/>
                  <a:moveTo>
                    <a:pt x="270" y="219"/>
                  </a:moveTo>
                  <a:cubicBezTo>
                    <a:pt x="269" y="219"/>
                    <a:pt x="269" y="219"/>
                    <a:pt x="269" y="219"/>
                  </a:cubicBezTo>
                  <a:cubicBezTo>
                    <a:pt x="256" y="219"/>
                    <a:pt x="246" y="208"/>
                    <a:pt x="246" y="195"/>
                  </a:cubicBezTo>
                  <a:cubicBezTo>
                    <a:pt x="246" y="182"/>
                    <a:pt x="256" y="171"/>
                    <a:pt x="269" y="171"/>
                  </a:cubicBezTo>
                  <a:cubicBezTo>
                    <a:pt x="282" y="171"/>
                    <a:pt x="293" y="182"/>
                    <a:pt x="293" y="195"/>
                  </a:cubicBezTo>
                  <a:cubicBezTo>
                    <a:pt x="293" y="208"/>
                    <a:pt x="282" y="219"/>
                    <a:pt x="270" y="219"/>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grpSp>
          <p:nvGrpSpPr>
            <p:cNvPr id="29" name="Group 63">
              <a:extLst>
                <a:ext uri="{FF2B5EF4-FFF2-40B4-BE49-F238E27FC236}">
                  <a16:creationId xmlns:a16="http://schemas.microsoft.com/office/drawing/2014/main" id="{34BDE133-36DE-6DE6-438A-5B5693786109}"/>
                </a:ext>
              </a:extLst>
            </p:cNvPr>
            <p:cNvGrpSpPr>
              <a:grpSpLocks noChangeAspect="1"/>
            </p:cNvGrpSpPr>
            <p:nvPr/>
          </p:nvGrpSpPr>
          <p:grpSpPr bwMode="auto">
            <a:xfrm>
              <a:off x="8186855" y="1608185"/>
              <a:ext cx="577918" cy="579275"/>
              <a:chOff x="1372" y="2996"/>
              <a:chExt cx="426" cy="427"/>
            </a:xfrm>
            <a:solidFill>
              <a:schemeClr val="accent2"/>
            </a:solidFill>
          </p:grpSpPr>
          <p:sp>
            <p:nvSpPr>
              <p:cNvPr id="39" name="Freeform 64">
                <a:extLst>
                  <a:ext uri="{FF2B5EF4-FFF2-40B4-BE49-F238E27FC236}">
                    <a16:creationId xmlns:a16="http://schemas.microsoft.com/office/drawing/2014/main" id="{E2F059F6-BFF8-D97C-1C4E-8EE60F8EEFAC}"/>
                  </a:ext>
                </a:extLst>
              </p:cNvPr>
              <p:cNvSpPr>
                <a:spLocks noEditPoints="1"/>
              </p:cNvSpPr>
              <p:nvPr/>
            </p:nvSpPr>
            <p:spPr bwMode="auto">
              <a:xfrm>
                <a:off x="1478" y="3085"/>
                <a:ext cx="214" cy="107"/>
              </a:xfrm>
              <a:custGeom>
                <a:avLst/>
                <a:gdLst>
                  <a:gd name="T0" fmla="*/ 72 w 144"/>
                  <a:gd name="T1" fmla="*/ 72 h 72"/>
                  <a:gd name="T2" fmla="*/ 0 w 144"/>
                  <a:gd name="T3" fmla="*/ 36 h 72"/>
                  <a:gd name="T4" fmla="*/ 72 w 144"/>
                  <a:gd name="T5" fmla="*/ 0 h 72"/>
                  <a:gd name="T6" fmla="*/ 144 w 144"/>
                  <a:gd name="T7" fmla="*/ 36 h 72"/>
                  <a:gd name="T8" fmla="*/ 72 w 144"/>
                  <a:gd name="T9" fmla="*/ 72 h 72"/>
                  <a:gd name="T10" fmla="*/ 72 w 144"/>
                  <a:gd name="T11" fmla="*/ 12 h 72"/>
                  <a:gd name="T12" fmla="*/ 12 w 144"/>
                  <a:gd name="T13" fmla="*/ 36 h 72"/>
                  <a:gd name="T14" fmla="*/ 72 w 144"/>
                  <a:gd name="T15" fmla="*/ 60 h 72"/>
                  <a:gd name="T16" fmla="*/ 132 w 144"/>
                  <a:gd name="T17" fmla="*/ 36 h 72"/>
                  <a:gd name="T18" fmla="*/ 72 w 144"/>
                  <a:gd name="T19" fmla="*/ 1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44" h="72">
                    <a:moveTo>
                      <a:pt x="72" y="72"/>
                    </a:moveTo>
                    <a:cubicBezTo>
                      <a:pt x="31" y="72"/>
                      <a:pt x="0" y="56"/>
                      <a:pt x="0" y="36"/>
                    </a:cubicBezTo>
                    <a:cubicBezTo>
                      <a:pt x="0" y="15"/>
                      <a:pt x="31" y="0"/>
                      <a:pt x="72" y="0"/>
                    </a:cubicBezTo>
                    <a:cubicBezTo>
                      <a:pt x="113" y="0"/>
                      <a:pt x="144" y="15"/>
                      <a:pt x="144" y="36"/>
                    </a:cubicBezTo>
                    <a:cubicBezTo>
                      <a:pt x="144" y="56"/>
                      <a:pt x="113" y="72"/>
                      <a:pt x="72" y="72"/>
                    </a:cubicBezTo>
                    <a:close/>
                    <a:moveTo>
                      <a:pt x="72" y="12"/>
                    </a:moveTo>
                    <a:cubicBezTo>
                      <a:pt x="38" y="12"/>
                      <a:pt x="12" y="25"/>
                      <a:pt x="12" y="36"/>
                    </a:cubicBezTo>
                    <a:cubicBezTo>
                      <a:pt x="12" y="47"/>
                      <a:pt x="38" y="60"/>
                      <a:pt x="72" y="60"/>
                    </a:cubicBezTo>
                    <a:cubicBezTo>
                      <a:pt x="107" y="60"/>
                      <a:pt x="132" y="47"/>
                      <a:pt x="132" y="36"/>
                    </a:cubicBezTo>
                    <a:cubicBezTo>
                      <a:pt x="132" y="25"/>
                      <a:pt x="107" y="12"/>
                      <a:pt x="72"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 name="Freeform 65">
                <a:extLst>
                  <a:ext uri="{FF2B5EF4-FFF2-40B4-BE49-F238E27FC236}">
                    <a16:creationId xmlns:a16="http://schemas.microsoft.com/office/drawing/2014/main" id="{90EF4B67-6249-DDBC-2E60-66AC9A3AC042}"/>
                  </a:ext>
                </a:extLst>
              </p:cNvPr>
              <p:cNvSpPr>
                <a:spLocks noEditPoints="1"/>
              </p:cNvSpPr>
              <p:nvPr/>
            </p:nvSpPr>
            <p:spPr bwMode="auto">
              <a:xfrm>
                <a:off x="1692" y="2996"/>
                <a:ext cx="106" cy="71"/>
              </a:xfrm>
              <a:custGeom>
                <a:avLst/>
                <a:gdLst>
                  <a:gd name="T0" fmla="*/ 36 w 72"/>
                  <a:gd name="T1" fmla="*/ 48 h 48"/>
                  <a:gd name="T2" fmla="*/ 0 w 72"/>
                  <a:gd name="T3" fmla="*/ 24 h 48"/>
                  <a:gd name="T4" fmla="*/ 36 w 72"/>
                  <a:gd name="T5" fmla="*/ 0 h 48"/>
                  <a:gd name="T6" fmla="*/ 72 w 72"/>
                  <a:gd name="T7" fmla="*/ 24 h 48"/>
                  <a:gd name="T8" fmla="*/ 36 w 72"/>
                  <a:gd name="T9" fmla="*/ 48 h 48"/>
                  <a:gd name="T10" fmla="*/ 36 w 72"/>
                  <a:gd name="T11" fmla="*/ 12 h 48"/>
                  <a:gd name="T12" fmla="*/ 12 w 72"/>
                  <a:gd name="T13" fmla="*/ 24 h 48"/>
                  <a:gd name="T14" fmla="*/ 36 w 72"/>
                  <a:gd name="T15" fmla="*/ 36 h 48"/>
                  <a:gd name="T16" fmla="*/ 60 w 72"/>
                  <a:gd name="T17" fmla="*/ 24 h 48"/>
                  <a:gd name="T18" fmla="*/ 36 w 72"/>
                  <a:gd name="T19" fmla="*/ 12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2" h="48">
                    <a:moveTo>
                      <a:pt x="36" y="48"/>
                    </a:moveTo>
                    <a:cubicBezTo>
                      <a:pt x="16" y="48"/>
                      <a:pt x="0" y="37"/>
                      <a:pt x="0" y="24"/>
                    </a:cubicBezTo>
                    <a:cubicBezTo>
                      <a:pt x="0" y="10"/>
                      <a:pt x="16" y="0"/>
                      <a:pt x="36" y="0"/>
                    </a:cubicBezTo>
                    <a:cubicBezTo>
                      <a:pt x="56" y="0"/>
                      <a:pt x="72" y="10"/>
                      <a:pt x="72" y="24"/>
                    </a:cubicBezTo>
                    <a:cubicBezTo>
                      <a:pt x="72" y="37"/>
                      <a:pt x="56" y="48"/>
                      <a:pt x="36" y="48"/>
                    </a:cubicBezTo>
                    <a:close/>
                    <a:moveTo>
                      <a:pt x="36" y="12"/>
                    </a:moveTo>
                    <a:cubicBezTo>
                      <a:pt x="23" y="12"/>
                      <a:pt x="12" y="18"/>
                      <a:pt x="12" y="24"/>
                    </a:cubicBezTo>
                    <a:cubicBezTo>
                      <a:pt x="12" y="30"/>
                      <a:pt x="23" y="36"/>
                      <a:pt x="36" y="36"/>
                    </a:cubicBezTo>
                    <a:cubicBezTo>
                      <a:pt x="50" y="36"/>
                      <a:pt x="60" y="30"/>
                      <a:pt x="60" y="24"/>
                    </a:cubicBezTo>
                    <a:cubicBezTo>
                      <a:pt x="60" y="18"/>
                      <a:pt x="50" y="12"/>
                      <a:pt x="3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1" name="Freeform 66">
                <a:extLst>
                  <a:ext uri="{FF2B5EF4-FFF2-40B4-BE49-F238E27FC236}">
                    <a16:creationId xmlns:a16="http://schemas.microsoft.com/office/drawing/2014/main" id="{8FCFD9CE-08D1-216A-1C5B-6CE737FAB1D5}"/>
                  </a:ext>
                </a:extLst>
              </p:cNvPr>
              <p:cNvSpPr>
                <a:spLocks/>
              </p:cNvSpPr>
              <p:nvPr/>
            </p:nvSpPr>
            <p:spPr bwMode="auto">
              <a:xfrm>
                <a:off x="1692" y="3023"/>
                <a:ext cx="106" cy="98"/>
              </a:xfrm>
              <a:custGeom>
                <a:avLst/>
                <a:gdLst>
                  <a:gd name="T0" fmla="*/ 36 w 72"/>
                  <a:gd name="T1" fmla="*/ 66 h 66"/>
                  <a:gd name="T2" fmla="*/ 0 w 72"/>
                  <a:gd name="T3" fmla="*/ 42 h 66"/>
                  <a:gd name="T4" fmla="*/ 0 w 72"/>
                  <a:gd name="T5" fmla="*/ 6 h 66"/>
                  <a:gd name="T6" fmla="*/ 6 w 72"/>
                  <a:gd name="T7" fmla="*/ 0 h 66"/>
                  <a:gd name="T8" fmla="*/ 12 w 72"/>
                  <a:gd name="T9" fmla="*/ 6 h 66"/>
                  <a:gd name="T10" fmla="*/ 12 w 72"/>
                  <a:gd name="T11" fmla="*/ 42 h 66"/>
                  <a:gd name="T12" fmla="*/ 36 w 72"/>
                  <a:gd name="T13" fmla="*/ 54 h 66"/>
                  <a:gd name="T14" fmla="*/ 60 w 72"/>
                  <a:gd name="T15" fmla="*/ 42 h 66"/>
                  <a:gd name="T16" fmla="*/ 60 w 72"/>
                  <a:gd name="T17" fmla="*/ 6 h 66"/>
                  <a:gd name="T18" fmla="*/ 66 w 72"/>
                  <a:gd name="T19" fmla="*/ 0 h 66"/>
                  <a:gd name="T20" fmla="*/ 72 w 72"/>
                  <a:gd name="T21" fmla="*/ 6 h 66"/>
                  <a:gd name="T22" fmla="*/ 72 w 72"/>
                  <a:gd name="T23" fmla="*/ 42 h 66"/>
                  <a:gd name="T24" fmla="*/ 36 w 72"/>
                  <a:gd name="T25" fmla="*/ 66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2" h="66">
                    <a:moveTo>
                      <a:pt x="36" y="66"/>
                    </a:moveTo>
                    <a:cubicBezTo>
                      <a:pt x="16" y="66"/>
                      <a:pt x="0" y="55"/>
                      <a:pt x="0" y="42"/>
                    </a:cubicBezTo>
                    <a:cubicBezTo>
                      <a:pt x="0" y="6"/>
                      <a:pt x="0" y="6"/>
                      <a:pt x="0" y="6"/>
                    </a:cubicBezTo>
                    <a:cubicBezTo>
                      <a:pt x="0" y="3"/>
                      <a:pt x="3" y="0"/>
                      <a:pt x="6" y="0"/>
                    </a:cubicBezTo>
                    <a:cubicBezTo>
                      <a:pt x="10" y="0"/>
                      <a:pt x="12" y="3"/>
                      <a:pt x="12" y="6"/>
                    </a:cubicBezTo>
                    <a:cubicBezTo>
                      <a:pt x="12" y="42"/>
                      <a:pt x="12" y="42"/>
                      <a:pt x="12" y="42"/>
                    </a:cubicBezTo>
                    <a:cubicBezTo>
                      <a:pt x="12" y="48"/>
                      <a:pt x="23" y="54"/>
                      <a:pt x="36" y="54"/>
                    </a:cubicBezTo>
                    <a:cubicBezTo>
                      <a:pt x="50" y="54"/>
                      <a:pt x="60" y="48"/>
                      <a:pt x="60" y="42"/>
                    </a:cubicBezTo>
                    <a:cubicBezTo>
                      <a:pt x="60" y="6"/>
                      <a:pt x="60" y="6"/>
                      <a:pt x="60" y="6"/>
                    </a:cubicBezTo>
                    <a:cubicBezTo>
                      <a:pt x="60" y="3"/>
                      <a:pt x="63" y="0"/>
                      <a:pt x="66" y="0"/>
                    </a:cubicBezTo>
                    <a:cubicBezTo>
                      <a:pt x="70" y="0"/>
                      <a:pt x="72" y="3"/>
                      <a:pt x="72" y="6"/>
                    </a:cubicBezTo>
                    <a:cubicBezTo>
                      <a:pt x="72" y="42"/>
                      <a:pt x="72" y="42"/>
                      <a:pt x="72" y="42"/>
                    </a:cubicBezTo>
                    <a:cubicBezTo>
                      <a:pt x="72" y="55"/>
                      <a:pt x="56" y="66"/>
                      <a:pt x="36" y="6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2" name="Freeform 67">
                <a:extLst>
                  <a:ext uri="{FF2B5EF4-FFF2-40B4-BE49-F238E27FC236}">
                    <a16:creationId xmlns:a16="http://schemas.microsoft.com/office/drawing/2014/main" id="{0320C5A1-C690-0973-7471-BCB5B188DF1A}"/>
                  </a:ext>
                </a:extLst>
              </p:cNvPr>
              <p:cNvSpPr>
                <a:spLocks noEditPoints="1"/>
              </p:cNvSpPr>
              <p:nvPr/>
            </p:nvSpPr>
            <p:spPr bwMode="auto">
              <a:xfrm>
                <a:off x="1372" y="2996"/>
                <a:ext cx="106" cy="71"/>
              </a:xfrm>
              <a:custGeom>
                <a:avLst/>
                <a:gdLst>
                  <a:gd name="T0" fmla="*/ 36 w 72"/>
                  <a:gd name="T1" fmla="*/ 48 h 48"/>
                  <a:gd name="T2" fmla="*/ 0 w 72"/>
                  <a:gd name="T3" fmla="*/ 24 h 48"/>
                  <a:gd name="T4" fmla="*/ 36 w 72"/>
                  <a:gd name="T5" fmla="*/ 0 h 48"/>
                  <a:gd name="T6" fmla="*/ 72 w 72"/>
                  <a:gd name="T7" fmla="*/ 24 h 48"/>
                  <a:gd name="T8" fmla="*/ 36 w 72"/>
                  <a:gd name="T9" fmla="*/ 48 h 48"/>
                  <a:gd name="T10" fmla="*/ 36 w 72"/>
                  <a:gd name="T11" fmla="*/ 12 h 48"/>
                  <a:gd name="T12" fmla="*/ 12 w 72"/>
                  <a:gd name="T13" fmla="*/ 24 h 48"/>
                  <a:gd name="T14" fmla="*/ 36 w 72"/>
                  <a:gd name="T15" fmla="*/ 36 h 48"/>
                  <a:gd name="T16" fmla="*/ 60 w 72"/>
                  <a:gd name="T17" fmla="*/ 24 h 48"/>
                  <a:gd name="T18" fmla="*/ 36 w 72"/>
                  <a:gd name="T19" fmla="*/ 12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2" h="48">
                    <a:moveTo>
                      <a:pt x="36" y="48"/>
                    </a:moveTo>
                    <a:cubicBezTo>
                      <a:pt x="16" y="48"/>
                      <a:pt x="0" y="37"/>
                      <a:pt x="0" y="24"/>
                    </a:cubicBezTo>
                    <a:cubicBezTo>
                      <a:pt x="0" y="10"/>
                      <a:pt x="16" y="0"/>
                      <a:pt x="36" y="0"/>
                    </a:cubicBezTo>
                    <a:cubicBezTo>
                      <a:pt x="56" y="0"/>
                      <a:pt x="72" y="10"/>
                      <a:pt x="72" y="24"/>
                    </a:cubicBezTo>
                    <a:cubicBezTo>
                      <a:pt x="72" y="37"/>
                      <a:pt x="56" y="48"/>
                      <a:pt x="36" y="48"/>
                    </a:cubicBezTo>
                    <a:close/>
                    <a:moveTo>
                      <a:pt x="36" y="12"/>
                    </a:moveTo>
                    <a:cubicBezTo>
                      <a:pt x="23" y="12"/>
                      <a:pt x="12" y="18"/>
                      <a:pt x="12" y="24"/>
                    </a:cubicBezTo>
                    <a:cubicBezTo>
                      <a:pt x="12" y="30"/>
                      <a:pt x="23" y="36"/>
                      <a:pt x="36" y="36"/>
                    </a:cubicBezTo>
                    <a:cubicBezTo>
                      <a:pt x="50" y="36"/>
                      <a:pt x="60" y="30"/>
                      <a:pt x="60" y="24"/>
                    </a:cubicBezTo>
                    <a:cubicBezTo>
                      <a:pt x="60" y="18"/>
                      <a:pt x="50" y="12"/>
                      <a:pt x="3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3" name="Freeform 68">
                <a:extLst>
                  <a:ext uri="{FF2B5EF4-FFF2-40B4-BE49-F238E27FC236}">
                    <a16:creationId xmlns:a16="http://schemas.microsoft.com/office/drawing/2014/main" id="{7A076D1E-E469-7DA4-1166-CD45BAFFD968}"/>
                  </a:ext>
                </a:extLst>
              </p:cNvPr>
              <p:cNvSpPr>
                <a:spLocks/>
              </p:cNvSpPr>
              <p:nvPr/>
            </p:nvSpPr>
            <p:spPr bwMode="auto">
              <a:xfrm>
                <a:off x="1372" y="3023"/>
                <a:ext cx="106" cy="98"/>
              </a:xfrm>
              <a:custGeom>
                <a:avLst/>
                <a:gdLst>
                  <a:gd name="T0" fmla="*/ 36 w 72"/>
                  <a:gd name="T1" fmla="*/ 66 h 66"/>
                  <a:gd name="T2" fmla="*/ 0 w 72"/>
                  <a:gd name="T3" fmla="*/ 42 h 66"/>
                  <a:gd name="T4" fmla="*/ 0 w 72"/>
                  <a:gd name="T5" fmla="*/ 6 h 66"/>
                  <a:gd name="T6" fmla="*/ 6 w 72"/>
                  <a:gd name="T7" fmla="*/ 0 h 66"/>
                  <a:gd name="T8" fmla="*/ 12 w 72"/>
                  <a:gd name="T9" fmla="*/ 6 h 66"/>
                  <a:gd name="T10" fmla="*/ 12 w 72"/>
                  <a:gd name="T11" fmla="*/ 42 h 66"/>
                  <a:gd name="T12" fmla="*/ 36 w 72"/>
                  <a:gd name="T13" fmla="*/ 54 h 66"/>
                  <a:gd name="T14" fmla="*/ 60 w 72"/>
                  <a:gd name="T15" fmla="*/ 42 h 66"/>
                  <a:gd name="T16" fmla="*/ 60 w 72"/>
                  <a:gd name="T17" fmla="*/ 6 h 66"/>
                  <a:gd name="T18" fmla="*/ 66 w 72"/>
                  <a:gd name="T19" fmla="*/ 0 h 66"/>
                  <a:gd name="T20" fmla="*/ 72 w 72"/>
                  <a:gd name="T21" fmla="*/ 6 h 66"/>
                  <a:gd name="T22" fmla="*/ 72 w 72"/>
                  <a:gd name="T23" fmla="*/ 42 h 66"/>
                  <a:gd name="T24" fmla="*/ 36 w 72"/>
                  <a:gd name="T25" fmla="*/ 66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2" h="66">
                    <a:moveTo>
                      <a:pt x="36" y="66"/>
                    </a:moveTo>
                    <a:cubicBezTo>
                      <a:pt x="16" y="66"/>
                      <a:pt x="0" y="55"/>
                      <a:pt x="0" y="42"/>
                    </a:cubicBezTo>
                    <a:cubicBezTo>
                      <a:pt x="0" y="6"/>
                      <a:pt x="0" y="6"/>
                      <a:pt x="0" y="6"/>
                    </a:cubicBezTo>
                    <a:cubicBezTo>
                      <a:pt x="0" y="3"/>
                      <a:pt x="3" y="0"/>
                      <a:pt x="6" y="0"/>
                    </a:cubicBezTo>
                    <a:cubicBezTo>
                      <a:pt x="10" y="0"/>
                      <a:pt x="12" y="3"/>
                      <a:pt x="12" y="6"/>
                    </a:cubicBezTo>
                    <a:cubicBezTo>
                      <a:pt x="12" y="42"/>
                      <a:pt x="12" y="42"/>
                      <a:pt x="12" y="42"/>
                    </a:cubicBezTo>
                    <a:cubicBezTo>
                      <a:pt x="12" y="48"/>
                      <a:pt x="23" y="54"/>
                      <a:pt x="36" y="54"/>
                    </a:cubicBezTo>
                    <a:cubicBezTo>
                      <a:pt x="50" y="54"/>
                      <a:pt x="60" y="48"/>
                      <a:pt x="60" y="42"/>
                    </a:cubicBezTo>
                    <a:cubicBezTo>
                      <a:pt x="60" y="6"/>
                      <a:pt x="60" y="6"/>
                      <a:pt x="60" y="6"/>
                    </a:cubicBezTo>
                    <a:cubicBezTo>
                      <a:pt x="60" y="3"/>
                      <a:pt x="63" y="0"/>
                      <a:pt x="66" y="0"/>
                    </a:cubicBezTo>
                    <a:cubicBezTo>
                      <a:pt x="70" y="0"/>
                      <a:pt x="72" y="3"/>
                      <a:pt x="72" y="6"/>
                    </a:cubicBezTo>
                    <a:cubicBezTo>
                      <a:pt x="72" y="42"/>
                      <a:pt x="72" y="42"/>
                      <a:pt x="72" y="42"/>
                    </a:cubicBezTo>
                    <a:cubicBezTo>
                      <a:pt x="72" y="55"/>
                      <a:pt x="56" y="66"/>
                      <a:pt x="36" y="6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4" name="Freeform 69">
                <a:extLst>
                  <a:ext uri="{FF2B5EF4-FFF2-40B4-BE49-F238E27FC236}">
                    <a16:creationId xmlns:a16="http://schemas.microsoft.com/office/drawing/2014/main" id="{9D0BF324-0980-E6CE-574D-CC7DD1147899}"/>
                  </a:ext>
                </a:extLst>
              </p:cNvPr>
              <p:cNvSpPr>
                <a:spLocks noEditPoints="1"/>
              </p:cNvSpPr>
              <p:nvPr/>
            </p:nvSpPr>
            <p:spPr bwMode="auto">
              <a:xfrm>
                <a:off x="1692" y="3298"/>
                <a:ext cx="106" cy="71"/>
              </a:xfrm>
              <a:custGeom>
                <a:avLst/>
                <a:gdLst>
                  <a:gd name="T0" fmla="*/ 36 w 72"/>
                  <a:gd name="T1" fmla="*/ 48 h 48"/>
                  <a:gd name="T2" fmla="*/ 0 w 72"/>
                  <a:gd name="T3" fmla="*/ 24 h 48"/>
                  <a:gd name="T4" fmla="*/ 36 w 72"/>
                  <a:gd name="T5" fmla="*/ 0 h 48"/>
                  <a:gd name="T6" fmla="*/ 72 w 72"/>
                  <a:gd name="T7" fmla="*/ 24 h 48"/>
                  <a:gd name="T8" fmla="*/ 36 w 72"/>
                  <a:gd name="T9" fmla="*/ 48 h 48"/>
                  <a:gd name="T10" fmla="*/ 36 w 72"/>
                  <a:gd name="T11" fmla="*/ 12 h 48"/>
                  <a:gd name="T12" fmla="*/ 12 w 72"/>
                  <a:gd name="T13" fmla="*/ 24 h 48"/>
                  <a:gd name="T14" fmla="*/ 36 w 72"/>
                  <a:gd name="T15" fmla="*/ 36 h 48"/>
                  <a:gd name="T16" fmla="*/ 60 w 72"/>
                  <a:gd name="T17" fmla="*/ 24 h 48"/>
                  <a:gd name="T18" fmla="*/ 36 w 72"/>
                  <a:gd name="T19" fmla="*/ 12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2" h="48">
                    <a:moveTo>
                      <a:pt x="36" y="48"/>
                    </a:moveTo>
                    <a:cubicBezTo>
                      <a:pt x="16" y="48"/>
                      <a:pt x="0" y="37"/>
                      <a:pt x="0" y="24"/>
                    </a:cubicBezTo>
                    <a:cubicBezTo>
                      <a:pt x="0" y="10"/>
                      <a:pt x="16" y="0"/>
                      <a:pt x="36" y="0"/>
                    </a:cubicBezTo>
                    <a:cubicBezTo>
                      <a:pt x="56" y="0"/>
                      <a:pt x="72" y="10"/>
                      <a:pt x="72" y="24"/>
                    </a:cubicBezTo>
                    <a:cubicBezTo>
                      <a:pt x="72" y="37"/>
                      <a:pt x="56" y="48"/>
                      <a:pt x="36" y="48"/>
                    </a:cubicBezTo>
                    <a:close/>
                    <a:moveTo>
                      <a:pt x="36" y="12"/>
                    </a:moveTo>
                    <a:cubicBezTo>
                      <a:pt x="23" y="12"/>
                      <a:pt x="12" y="18"/>
                      <a:pt x="12" y="24"/>
                    </a:cubicBezTo>
                    <a:cubicBezTo>
                      <a:pt x="12" y="30"/>
                      <a:pt x="23" y="36"/>
                      <a:pt x="36" y="36"/>
                    </a:cubicBezTo>
                    <a:cubicBezTo>
                      <a:pt x="50" y="36"/>
                      <a:pt x="60" y="30"/>
                      <a:pt x="60" y="24"/>
                    </a:cubicBezTo>
                    <a:cubicBezTo>
                      <a:pt x="60" y="18"/>
                      <a:pt x="50" y="12"/>
                      <a:pt x="3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5" name="Freeform 70">
                <a:extLst>
                  <a:ext uri="{FF2B5EF4-FFF2-40B4-BE49-F238E27FC236}">
                    <a16:creationId xmlns:a16="http://schemas.microsoft.com/office/drawing/2014/main" id="{2F2C2E95-50CE-5B8E-0A2A-4DDEFC2D26D0}"/>
                  </a:ext>
                </a:extLst>
              </p:cNvPr>
              <p:cNvSpPr>
                <a:spLocks/>
              </p:cNvSpPr>
              <p:nvPr/>
            </p:nvSpPr>
            <p:spPr bwMode="auto">
              <a:xfrm>
                <a:off x="1692" y="3325"/>
                <a:ext cx="106" cy="98"/>
              </a:xfrm>
              <a:custGeom>
                <a:avLst/>
                <a:gdLst>
                  <a:gd name="T0" fmla="*/ 36 w 72"/>
                  <a:gd name="T1" fmla="*/ 66 h 66"/>
                  <a:gd name="T2" fmla="*/ 0 w 72"/>
                  <a:gd name="T3" fmla="*/ 42 h 66"/>
                  <a:gd name="T4" fmla="*/ 0 w 72"/>
                  <a:gd name="T5" fmla="*/ 6 h 66"/>
                  <a:gd name="T6" fmla="*/ 6 w 72"/>
                  <a:gd name="T7" fmla="*/ 0 h 66"/>
                  <a:gd name="T8" fmla="*/ 12 w 72"/>
                  <a:gd name="T9" fmla="*/ 6 h 66"/>
                  <a:gd name="T10" fmla="*/ 12 w 72"/>
                  <a:gd name="T11" fmla="*/ 42 h 66"/>
                  <a:gd name="T12" fmla="*/ 36 w 72"/>
                  <a:gd name="T13" fmla="*/ 54 h 66"/>
                  <a:gd name="T14" fmla="*/ 60 w 72"/>
                  <a:gd name="T15" fmla="*/ 42 h 66"/>
                  <a:gd name="T16" fmla="*/ 60 w 72"/>
                  <a:gd name="T17" fmla="*/ 6 h 66"/>
                  <a:gd name="T18" fmla="*/ 66 w 72"/>
                  <a:gd name="T19" fmla="*/ 0 h 66"/>
                  <a:gd name="T20" fmla="*/ 72 w 72"/>
                  <a:gd name="T21" fmla="*/ 6 h 66"/>
                  <a:gd name="T22" fmla="*/ 72 w 72"/>
                  <a:gd name="T23" fmla="*/ 42 h 66"/>
                  <a:gd name="T24" fmla="*/ 36 w 72"/>
                  <a:gd name="T25" fmla="*/ 66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2" h="66">
                    <a:moveTo>
                      <a:pt x="36" y="66"/>
                    </a:moveTo>
                    <a:cubicBezTo>
                      <a:pt x="16" y="66"/>
                      <a:pt x="0" y="55"/>
                      <a:pt x="0" y="42"/>
                    </a:cubicBezTo>
                    <a:cubicBezTo>
                      <a:pt x="0" y="6"/>
                      <a:pt x="0" y="6"/>
                      <a:pt x="0" y="6"/>
                    </a:cubicBezTo>
                    <a:cubicBezTo>
                      <a:pt x="0" y="3"/>
                      <a:pt x="3" y="0"/>
                      <a:pt x="6" y="0"/>
                    </a:cubicBezTo>
                    <a:cubicBezTo>
                      <a:pt x="10" y="0"/>
                      <a:pt x="12" y="3"/>
                      <a:pt x="12" y="6"/>
                    </a:cubicBezTo>
                    <a:cubicBezTo>
                      <a:pt x="12" y="42"/>
                      <a:pt x="12" y="42"/>
                      <a:pt x="12" y="42"/>
                    </a:cubicBezTo>
                    <a:cubicBezTo>
                      <a:pt x="12" y="48"/>
                      <a:pt x="23" y="54"/>
                      <a:pt x="36" y="54"/>
                    </a:cubicBezTo>
                    <a:cubicBezTo>
                      <a:pt x="50" y="54"/>
                      <a:pt x="60" y="48"/>
                      <a:pt x="60" y="42"/>
                    </a:cubicBezTo>
                    <a:cubicBezTo>
                      <a:pt x="60" y="6"/>
                      <a:pt x="60" y="6"/>
                      <a:pt x="60" y="6"/>
                    </a:cubicBezTo>
                    <a:cubicBezTo>
                      <a:pt x="60" y="3"/>
                      <a:pt x="63" y="0"/>
                      <a:pt x="66" y="0"/>
                    </a:cubicBezTo>
                    <a:cubicBezTo>
                      <a:pt x="70" y="0"/>
                      <a:pt x="72" y="3"/>
                      <a:pt x="72" y="6"/>
                    </a:cubicBezTo>
                    <a:cubicBezTo>
                      <a:pt x="72" y="42"/>
                      <a:pt x="72" y="42"/>
                      <a:pt x="72" y="42"/>
                    </a:cubicBezTo>
                    <a:cubicBezTo>
                      <a:pt x="72" y="55"/>
                      <a:pt x="56" y="66"/>
                      <a:pt x="36" y="6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6" name="Freeform 71">
                <a:extLst>
                  <a:ext uri="{FF2B5EF4-FFF2-40B4-BE49-F238E27FC236}">
                    <a16:creationId xmlns:a16="http://schemas.microsoft.com/office/drawing/2014/main" id="{6242E9B2-D1F6-53D5-3C7D-6BB8511124F7}"/>
                  </a:ext>
                </a:extLst>
              </p:cNvPr>
              <p:cNvSpPr>
                <a:spLocks noEditPoints="1"/>
              </p:cNvSpPr>
              <p:nvPr/>
            </p:nvSpPr>
            <p:spPr bwMode="auto">
              <a:xfrm>
                <a:off x="1372" y="3298"/>
                <a:ext cx="106" cy="71"/>
              </a:xfrm>
              <a:custGeom>
                <a:avLst/>
                <a:gdLst>
                  <a:gd name="T0" fmla="*/ 36 w 72"/>
                  <a:gd name="T1" fmla="*/ 48 h 48"/>
                  <a:gd name="T2" fmla="*/ 0 w 72"/>
                  <a:gd name="T3" fmla="*/ 24 h 48"/>
                  <a:gd name="T4" fmla="*/ 36 w 72"/>
                  <a:gd name="T5" fmla="*/ 0 h 48"/>
                  <a:gd name="T6" fmla="*/ 72 w 72"/>
                  <a:gd name="T7" fmla="*/ 24 h 48"/>
                  <a:gd name="T8" fmla="*/ 36 w 72"/>
                  <a:gd name="T9" fmla="*/ 48 h 48"/>
                  <a:gd name="T10" fmla="*/ 36 w 72"/>
                  <a:gd name="T11" fmla="*/ 12 h 48"/>
                  <a:gd name="T12" fmla="*/ 12 w 72"/>
                  <a:gd name="T13" fmla="*/ 24 h 48"/>
                  <a:gd name="T14" fmla="*/ 36 w 72"/>
                  <a:gd name="T15" fmla="*/ 36 h 48"/>
                  <a:gd name="T16" fmla="*/ 60 w 72"/>
                  <a:gd name="T17" fmla="*/ 24 h 48"/>
                  <a:gd name="T18" fmla="*/ 36 w 72"/>
                  <a:gd name="T19" fmla="*/ 12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2" h="48">
                    <a:moveTo>
                      <a:pt x="36" y="48"/>
                    </a:moveTo>
                    <a:cubicBezTo>
                      <a:pt x="16" y="48"/>
                      <a:pt x="0" y="37"/>
                      <a:pt x="0" y="24"/>
                    </a:cubicBezTo>
                    <a:cubicBezTo>
                      <a:pt x="0" y="10"/>
                      <a:pt x="16" y="0"/>
                      <a:pt x="36" y="0"/>
                    </a:cubicBezTo>
                    <a:cubicBezTo>
                      <a:pt x="56" y="0"/>
                      <a:pt x="72" y="10"/>
                      <a:pt x="72" y="24"/>
                    </a:cubicBezTo>
                    <a:cubicBezTo>
                      <a:pt x="72" y="37"/>
                      <a:pt x="56" y="48"/>
                      <a:pt x="36" y="48"/>
                    </a:cubicBezTo>
                    <a:close/>
                    <a:moveTo>
                      <a:pt x="36" y="12"/>
                    </a:moveTo>
                    <a:cubicBezTo>
                      <a:pt x="23" y="12"/>
                      <a:pt x="12" y="18"/>
                      <a:pt x="12" y="24"/>
                    </a:cubicBezTo>
                    <a:cubicBezTo>
                      <a:pt x="12" y="30"/>
                      <a:pt x="23" y="36"/>
                      <a:pt x="36" y="36"/>
                    </a:cubicBezTo>
                    <a:cubicBezTo>
                      <a:pt x="50" y="36"/>
                      <a:pt x="60" y="30"/>
                      <a:pt x="60" y="24"/>
                    </a:cubicBezTo>
                    <a:cubicBezTo>
                      <a:pt x="60" y="18"/>
                      <a:pt x="50" y="12"/>
                      <a:pt x="3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7" name="Freeform 72">
                <a:extLst>
                  <a:ext uri="{FF2B5EF4-FFF2-40B4-BE49-F238E27FC236}">
                    <a16:creationId xmlns:a16="http://schemas.microsoft.com/office/drawing/2014/main" id="{EBF6FB06-B2A4-5600-6FF5-348F0AFA8D2E}"/>
                  </a:ext>
                </a:extLst>
              </p:cNvPr>
              <p:cNvSpPr>
                <a:spLocks/>
              </p:cNvSpPr>
              <p:nvPr/>
            </p:nvSpPr>
            <p:spPr bwMode="auto">
              <a:xfrm>
                <a:off x="1372" y="3325"/>
                <a:ext cx="106" cy="98"/>
              </a:xfrm>
              <a:custGeom>
                <a:avLst/>
                <a:gdLst>
                  <a:gd name="T0" fmla="*/ 36 w 72"/>
                  <a:gd name="T1" fmla="*/ 66 h 66"/>
                  <a:gd name="T2" fmla="*/ 0 w 72"/>
                  <a:gd name="T3" fmla="*/ 42 h 66"/>
                  <a:gd name="T4" fmla="*/ 0 w 72"/>
                  <a:gd name="T5" fmla="*/ 6 h 66"/>
                  <a:gd name="T6" fmla="*/ 6 w 72"/>
                  <a:gd name="T7" fmla="*/ 0 h 66"/>
                  <a:gd name="T8" fmla="*/ 12 w 72"/>
                  <a:gd name="T9" fmla="*/ 6 h 66"/>
                  <a:gd name="T10" fmla="*/ 12 w 72"/>
                  <a:gd name="T11" fmla="*/ 42 h 66"/>
                  <a:gd name="T12" fmla="*/ 36 w 72"/>
                  <a:gd name="T13" fmla="*/ 54 h 66"/>
                  <a:gd name="T14" fmla="*/ 60 w 72"/>
                  <a:gd name="T15" fmla="*/ 42 h 66"/>
                  <a:gd name="T16" fmla="*/ 60 w 72"/>
                  <a:gd name="T17" fmla="*/ 6 h 66"/>
                  <a:gd name="T18" fmla="*/ 66 w 72"/>
                  <a:gd name="T19" fmla="*/ 0 h 66"/>
                  <a:gd name="T20" fmla="*/ 72 w 72"/>
                  <a:gd name="T21" fmla="*/ 6 h 66"/>
                  <a:gd name="T22" fmla="*/ 72 w 72"/>
                  <a:gd name="T23" fmla="*/ 42 h 66"/>
                  <a:gd name="T24" fmla="*/ 36 w 72"/>
                  <a:gd name="T25" fmla="*/ 66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2" h="66">
                    <a:moveTo>
                      <a:pt x="36" y="66"/>
                    </a:moveTo>
                    <a:cubicBezTo>
                      <a:pt x="16" y="66"/>
                      <a:pt x="0" y="55"/>
                      <a:pt x="0" y="42"/>
                    </a:cubicBezTo>
                    <a:cubicBezTo>
                      <a:pt x="0" y="6"/>
                      <a:pt x="0" y="6"/>
                      <a:pt x="0" y="6"/>
                    </a:cubicBezTo>
                    <a:cubicBezTo>
                      <a:pt x="0" y="3"/>
                      <a:pt x="3" y="0"/>
                      <a:pt x="6" y="0"/>
                    </a:cubicBezTo>
                    <a:cubicBezTo>
                      <a:pt x="10" y="0"/>
                      <a:pt x="12" y="3"/>
                      <a:pt x="12" y="6"/>
                    </a:cubicBezTo>
                    <a:cubicBezTo>
                      <a:pt x="12" y="42"/>
                      <a:pt x="12" y="42"/>
                      <a:pt x="12" y="42"/>
                    </a:cubicBezTo>
                    <a:cubicBezTo>
                      <a:pt x="12" y="48"/>
                      <a:pt x="23" y="54"/>
                      <a:pt x="36" y="54"/>
                    </a:cubicBezTo>
                    <a:cubicBezTo>
                      <a:pt x="50" y="54"/>
                      <a:pt x="60" y="48"/>
                      <a:pt x="60" y="42"/>
                    </a:cubicBezTo>
                    <a:cubicBezTo>
                      <a:pt x="60" y="6"/>
                      <a:pt x="60" y="6"/>
                      <a:pt x="60" y="6"/>
                    </a:cubicBezTo>
                    <a:cubicBezTo>
                      <a:pt x="60" y="3"/>
                      <a:pt x="63" y="0"/>
                      <a:pt x="66" y="0"/>
                    </a:cubicBezTo>
                    <a:cubicBezTo>
                      <a:pt x="70" y="0"/>
                      <a:pt x="72" y="3"/>
                      <a:pt x="72" y="6"/>
                    </a:cubicBezTo>
                    <a:cubicBezTo>
                      <a:pt x="72" y="42"/>
                      <a:pt x="72" y="42"/>
                      <a:pt x="72" y="42"/>
                    </a:cubicBezTo>
                    <a:cubicBezTo>
                      <a:pt x="72" y="55"/>
                      <a:pt x="56" y="66"/>
                      <a:pt x="36" y="6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8" name="Freeform 73">
                <a:extLst>
                  <a:ext uri="{FF2B5EF4-FFF2-40B4-BE49-F238E27FC236}">
                    <a16:creationId xmlns:a16="http://schemas.microsoft.com/office/drawing/2014/main" id="{4B735794-1F72-4A19-1538-1BFD21FF54F6}"/>
                  </a:ext>
                </a:extLst>
              </p:cNvPr>
              <p:cNvSpPr>
                <a:spLocks/>
              </p:cNvSpPr>
              <p:nvPr/>
            </p:nvSpPr>
            <p:spPr bwMode="auto">
              <a:xfrm>
                <a:off x="1478" y="3201"/>
                <a:ext cx="214" cy="62"/>
              </a:xfrm>
              <a:custGeom>
                <a:avLst/>
                <a:gdLst>
                  <a:gd name="T0" fmla="*/ 72 w 144"/>
                  <a:gd name="T1" fmla="*/ 42 h 42"/>
                  <a:gd name="T2" fmla="*/ 0 w 144"/>
                  <a:gd name="T3" fmla="*/ 6 h 42"/>
                  <a:gd name="T4" fmla="*/ 6 w 144"/>
                  <a:gd name="T5" fmla="*/ 0 h 42"/>
                  <a:gd name="T6" fmla="*/ 12 w 144"/>
                  <a:gd name="T7" fmla="*/ 6 h 42"/>
                  <a:gd name="T8" fmla="*/ 72 w 144"/>
                  <a:gd name="T9" fmla="*/ 30 h 42"/>
                  <a:gd name="T10" fmla="*/ 132 w 144"/>
                  <a:gd name="T11" fmla="*/ 6 h 42"/>
                  <a:gd name="T12" fmla="*/ 138 w 144"/>
                  <a:gd name="T13" fmla="*/ 0 h 42"/>
                  <a:gd name="T14" fmla="*/ 144 w 144"/>
                  <a:gd name="T15" fmla="*/ 6 h 42"/>
                  <a:gd name="T16" fmla="*/ 72 w 144"/>
                  <a:gd name="T17" fmla="*/ 42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4" h="42">
                    <a:moveTo>
                      <a:pt x="72" y="42"/>
                    </a:moveTo>
                    <a:cubicBezTo>
                      <a:pt x="31" y="42"/>
                      <a:pt x="0" y="26"/>
                      <a:pt x="0" y="6"/>
                    </a:cubicBezTo>
                    <a:cubicBezTo>
                      <a:pt x="0" y="3"/>
                      <a:pt x="3" y="0"/>
                      <a:pt x="6" y="0"/>
                    </a:cubicBezTo>
                    <a:cubicBezTo>
                      <a:pt x="10" y="0"/>
                      <a:pt x="12" y="3"/>
                      <a:pt x="12" y="6"/>
                    </a:cubicBezTo>
                    <a:cubicBezTo>
                      <a:pt x="12" y="17"/>
                      <a:pt x="38" y="30"/>
                      <a:pt x="72" y="30"/>
                    </a:cubicBezTo>
                    <a:cubicBezTo>
                      <a:pt x="107" y="30"/>
                      <a:pt x="132" y="17"/>
                      <a:pt x="132" y="6"/>
                    </a:cubicBezTo>
                    <a:cubicBezTo>
                      <a:pt x="132" y="3"/>
                      <a:pt x="135" y="0"/>
                      <a:pt x="138" y="0"/>
                    </a:cubicBezTo>
                    <a:cubicBezTo>
                      <a:pt x="142" y="0"/>
                      <a:pt x="144" y="3"/>
                      <a:pt x="144" y="6"/>
                    </a:cubicBezTo>
                    <a:cubicBezTo>
                      <a:pt x="144" y="26"/>
                      <a:pt x="113" y="42"/>
                      <a:pt x="72" y="4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9" name="Freeform 74">
                <a:extLst>
                  <a:ext uri="{FF2B5EF4-FFF2-40B4-BE49-F238E27FC236}">
                    <a16:creationId xmlns:a16="http://schemas.microsoft.com/office/drawing/2014/main" id="{9A093041-137F-26EE-5A68-B49ACF11EAC7}"/>
                  </a:ext>
                </a:extLst>
              </p:cNvPr>
              <p:cNvSpPr>
                <a:spLocks/>
              </p:cNvSpPr>
              <p:nvPr/>
            </p:nvSpPr>
            <p:spPr bwMode="auto">
              <a:xfrm>
                <a:off x="1478" y="3130"/>
                <a:ext cx="214" cy="204"/>
              </a:xfrm>
              <a:custGeom>
                <a:avLst/>
                <a:gdLst>
                  <a:gd name="T0" fmla="*/ 72 w 144"/>
                  <a:gd name="T1" fmla="*/ 138 h 138"/>
                  <a:gd name="T2" fmla="*/ 0 w 144"/>
                  <a:gd name="T3" fmla="*/ 102 h 138"/>
                  <a:gd name="T4" fmla="*/ 0 w 144"/>
                  <a:gd name="T5" fmla="*/ 6 h 138"/>
                  <a:gd name="T6" fmla="*/ 6 w 144"/>
                  <a:gd name="T7" fmla="*/ 0 h 138"/>
                  <a:gd name="T8" fmla="*/ 12 w 144"/>
                  <a:gd name="T9" fmla="*/ 6 h 138"/>
                  <a:gd name="T10" fmla="*/ 12 w 144"/>
                  <a:gd name="T11" fmla="*/ 102 h 138"/>
                  <a:gd name="T12" fmla="*/ 72 w 144"/>
                  <a:gd name="T13" fmla="*/ 126 h 138"/>
                  <a:gd name="T14" fmla="*/ 132 w 144"/>
                  <a:gd name="T15" fmla="*/ 102 h 138"/>
                  <a:gd name="T16" fmla="*/ 132 w 144"/>
                  <a:gd name="T17" fmla="*/ 6 h 138"/>
                  <a:gd name="T18" fmla="*/ 138 w 144"/>
                  <a:gd name="T19" fmla="*/ 0 h 138"/>
                  <a:gd name="T20" fmla="*/ 144 w 144"/>
                  <a:gd name="T21" fmla="*/ 6 h 138"/>
                  <a:gd name="T22" fmla="*/ 144 w 144"/>
                  <a:gd name="T23" fmla="*/ 102 h 138"/>
                  <a:gd name="T24" fmla="*/ 72 w 144"/>
                  <a:gd name="T25" fmla="*/ 138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44" h="138">
                    <a:moveTo>
                      <a:pt x="72" y="138"/>
                    </a:moveTo>
                    <a:cubicBezTo>
                      <a:pt x="31" y="138"/>
                      <a:pt x="0" y="122"/>
                      <a:pt x="0" y="102"/>
                    </a:cubicBezTo>
                    <a:cubicBezTo>
                      <a:pt x="0" y="6"/>
                      <a:pt x="0" y="6"/>
                      <a:pt x="0" y="6"/>
                    </a:cubicBezTo>
                    <a:cubicBezTo>
                      <a:pt x="0" y="3"/>
                      <a:pt x="3" y="0"/>
                      <a:pt x="6" y="0"/>
                    </a:cubicBezTo>
                    <a:cubicBezTo>
                      <a:pt x="10" y="0"/>
                      <a:pt x="12" y="3"/>
                      <a:pt x="12" y="6"/>
                    </a:cubicBezTo>
                    <a:cubicBezTo>
                      <a:pt x="12" y="102"/>
                      <a:pt x="12" y="102"/>
                      <a:pt x="12" y="102"/>
                    </a:cubicBezTo>
                    <a:cubicBezTo>
                      <a:pt x="12" y="113"/>
                      <a:pt x="38" y="126"/>
                      <a:pt x="72" y="126"/>
                    </a:cubicBezTo>
                    <a:cubicBezTo>
                      <a:pt x="107" y="126"/>
                      <a:pt x="132" y="113"/>
                      <a:pt x="132" y="102"/>
                    </a:cubicBezTo>
                    <a:cubicBezTo>
                      <a:pt x="132" y="6"/>
                      <a:pt x="132" y="6"/>
                      <a:pt x="132" y="6"/>
                    </a:cubicBezTo>
                    <a:cubicBezTo>
                      <a:pt x="132" y="3"/>
                      <a:pt x="135" y="0"/>
                      <a:pt x="138" y="0"/>
                    </a:cubicBezTo>
                    <a:cubicBezTo>
                      <a:pt x="142" y="0"/>
                      <a:pt x="144" y="3"/>
                      <a:pt x="144" y="6"/>
                    </a:cubicBezTo>
                    <a:cubicBezTo>
                      <a:pt x="144" y="102"/>
                      <a:pt x="144" y="102"/>
                      <a:pt x="144" y="102"/>
                    </a:cubicBezTo>
                    <a:cubicBezTo>
                      <a:pt x="144" y="122"/>
                      <a:pt x="113" y="138"/>
                      <a:pt x="72" y="13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0" name="Freeform 75">
                <a:extLst>
                  <a:ext uri="{FF2B5EF4-FFF2-40B4-BE49-F238E27FC236}">
                    <a16:creationId xmlns:a16="http://schemas.microsoft.com/office/drawing/2014/main" id="{87B92FF0-4F78-C0D2-158B-147BF7090D21}"/>
                  </a:ext>
                </a:extLst>
              </p:cNvPr>
              <p:cNvSpPr>
                <a:spLocks/>
              </p:cNvSpPr>
              <p:nvPr/>
            </p:nvSpPr>
            <p:spPr bwMode="auto">
              <a:xfrm>
                <a:off x="1416" y="3103"/>
                <a:ext cx="82" cy="80"/>
              </a:xfrm>
              <a:custGeom>
                <a:avLst/>
                <a:gdLst>
                  <a:gd name="T0" fmla="*/ 48 w 55"/>
                  <a:gd name="T1" fmla="*/ 54 h 54"/>
                  <a:gd name="T2" fmla="*/ 44 w 55"/>
                  <a:gd name="T3" fmla="*/ 52 h 54"/>
                  <a:gd name="T4" fmla="*/ 2 w 55"/>
                  <a:gd name="T5" fmla="*/ 10 h 54"/>
                  <a:gd name="T6" fmla="*/ 2 w 55"/>
                  <a:gd name="T7" fmla="*/ 2 h 54"/>
                  <a:gd name="T8" fmla="*/ 11 w 55"/>
                  <a:gd name="T9" fmla="*/ 2 h 54"/>
                  <a:gd name="T10" fmla="*/ 53 w 55"/>
                  <a:gd name="T11" fmla="*/ 44 h 54"/>
                  <a:gd name="T12" fmla="*/ 53 w 55"/>
                  <a:gd name="T13" fmla="*/ 52 h 54"/>
                  <a:gd name="T14" fmla="*/ 48 w 55"/>
                  <a:gd name="T15" fmla="*/ 54 h 5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5" h="54">
                    <a:moveTo>
                      <a:pt x="48" y="54"/>
                    </a:moveTo>
                    <a:cubicBezTo>
                      <a:pt x="47" y="54"/>
                      <a:pt x="45" y="53"/>
                      <a:pt x="44" y="52"/>
                    </a:cubicBezTo>
                    <a:cubicBezTo>
                      <a:pt x="2" y="10"/>
                      <a:pt x="2" y="10"/>
                      <a:pt x="2" y="10"/>
                    </a:cubicBezTo>
                    <a:cubicBezTo>
                      <a:pt x="0" y="8"/>
                      <a:pt x="0" y="4"/>
                      <a:pt x="2" y="2"/>
                    </a:cubicBezTo>
                    <a:cubicBezTo>
                      <a:pt x="5" y="0"/>
                      <a:pt x="8" y="0"/>
                      <a:pt x="11" y="2"/>
                    </a:cubicBezTo>
                    <a:cubicBezTo>
                      <a:pt x="53" y="44"/>
                      <a:pt x="53" y="44"/>
                      <a:pt x="53" y="44"/>
                    </a:cubicBezTo>
                    <a:cubicBezTo>
                      <a:pt x="55" y="46"/>
                      <a:pt x="55" y="50"/>
                      <a:pt x="53" y="52"/>
                    </a:cubicBezTo>
                    <a:cubicBezTo>
                      <a:pt x="51" y="53"/>
                      <a:pt x="50" y="54"/>
                      <a:pt x="48" y="5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1" name="Freeform 76">
                <a:extLst>
                  <a:ext uri="{FF2B5EF4-FFF2-40B4-BE49-F238E27FC236}">
                    <a16:creationId xmlns:a16="http://schemas.microsoft.com/office/drawing/2014/main" id="{A4EA14AA-0131-D3E2-19AE-1AD41103EA57}"/>
                  </a:ext>
                </a:extLst>
              </p:cNvPr>
              <p:cNvSpPr>
                <a:spLocks/>
              </p:cNvSpPr>
              <p:nvPr/>
            </p:nvSpPr>
            <p:spPr bwMode="auto">
              <a:xfrm>
                <a:off x="1416" y="3235"/>
                <a:ext cx="82" cy="80"/>
              </a:xfrm>
              <a:custGeom>
                <a:avLst/>
                <a:gdLst>
                  <a:gd name="T0" fmla="*/ 7 w 55"/>
                  <a:gd name="T1" fmla="*/ 54 h 54"/>
                  <a:gd name="T2" fmla="*/ 2 w 55"/>
                  <a:gd name="T3" fmla="*/ 53 h 54"/>
                  <a:gd name="T4" fmla="*/ 2 w 55"/>
                  <a:gd name="T5" fmla="*/ 44 h 54"/>
                  <a:gd name="T6" fmla="*/ 44 w 55"/>
                  <a:gd name="T7" fmla="*/ 3 h 54"/>
                  <a:gd name="T8" fmla="*/ 53 w 55"/>
                  <a:gd name="T9" fmla="*/ 3 h 54"/>
                  <a:gd name="T10" fmla="*/ 53 w 55"/>
                  <a:gd name="T11" fmla="*/ 11 h 54"/>
                  <a:gd name="T12" fmla="*/ 11 w 55"/>
                  <a:gd name="T13" fmla="*/ 53 h 54"/>
                  <a:gd name="T14" fmla="*/ 7 w 55"/>
                  <a:gd name="T15" fmla="*/ 54 h 5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5" h="54">
                    <a:moveTo>
                      <a:pt x="7" y="54"/>
                    </a:moveTo>
                    <a:cubicBezTo>
                      <a:pt x="5" y="54"/>
                      <a:pt x="4" y="54"/>
                      <a:pt x="2" y="53"/>
                    </a:cubicBezTo>
                    <a:cubicBezTo>
                      <a:pt x="0" y="50"/>
                      <a:pt x="0" y="47"/>
                      <a:pt x="2" y="44"/>
                    </a:cubicBezTo>
                    <a:cubicBezTo>
                      <a:pt x="44" y="3"/>
                      <a:pt x="44" y="3"/>
                      <a:pt x="44" y="3"/>
                    </a:cubicBezTo>
                    <a:cubicBezTo>
                      <a:pt x="46" y="0"/>
                      <a:pt x="50" y="0"/>
                      <a:pt x="53" y="3"/>
                    </a:cubicBezTo>
                    <a:cubicBezTo>
                      <a:pt x="55" y="5"/>
                      <a:pt x="55" y="9"/>
                      <a:pt x="53" y="11"/>
                    </a:cubicBezTo>
                    <a:cubicBezTo>
                      <a:pt x="11" y="53"/>
                      <a:pt x="11" y="53"/>
                      <a:pt x="11" y="53"/>
                    </a:cubicBezTo>
                    <a:cubicBezTo>
                      <a:pt x="10" y="54"/>
                      <a:pt x="8" y="54"/>
                      <a:pt x="7" y="5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2" name="Freeform 77">
                <a:extLst>
                  <a:ext uri="{FF2B5EF4-FFF2-40B4-BE49-F238E27FC236}">
                    <a16:creationId xmlns:a16="http://schemas.microsoft.com/office/drawing/2014/main" id="{349FE35E-4EC4-E2AA-ABAB-A0FB50DCBB2B}"/>
                  </a:ext>
                </a:extLst>
              </p:cNvPr>
              <p:cNvSpPr>
                <a:spLocks/>
              </p:cNvSpPr>
              <p:nvPr/>
            </p:nvSpPr>
            <p:spPr bwMode="auto">
              <a:xfrm>
                <a:off x="1674" y="3103"/>
                <a:ext cx="80" cy="80"/>
              </a:xfrm>
              <a:custGeom>
                <a:avLst/>
                <a:gdLst>
                  <a:gd name="T0" fmla="*/ 6 w 54"/>
                  <a:gd name="T1" fmla="*/ 54 h 54"/>
                  <a:gd name="T2" fmla="*/ 2 w 54"/>
                  <a:gd name="T3" fmla="*/ 52 h 54"/>
                  <a:gd name="T4" fmla="*/ 2 w 54"/>
                  <a:gd name="T5" fmla="*/ 44 h 54"/>
                  <a:gd name="T6" fmla="*/ 44 w 54"/>
                  <a:gd name="T7" fmla="*/ 2 h 54"/>
                  <a:gd name="T8" fmla="*/ 52 w 54"/>
                  <a:gd name="T9" fmla="*/ 2 h 54"/>
                  <a:gd name="T10" fmla="*/ 52 w 54"/>
                  <a:gd name="T11" fmla="*/ 10 h 54"/>
                  <a:gd name="T12" fmla="*/ 10 w 54"/>
                  <a:gd name="T13" fmla="*/ 52 h 54"/>
                  <a:gd name="T14" fmla="*/ 6 w 54"/>
                  <a:gd name="T15" fmla="*/ 54 h 5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4" h="54">
                    <a:moveTo>
                      <a:pt x="6" y="54"/>
                    </a:moveTo>
                    <a:cubicBezTo>
                      <a:pt x="5" y="54"/>
                      <a:pt x="3" y="53"/>
                      <a:pt x="2" y="52"/>
                    </a:cubicBezTo>
                    <a:cubicBezTo>
                      <a:pt x="0" y="50"/>
                      <a:pt x="0" y="46"/>
                      <a:pt x="2" y="44"/>
                    </a:cubicBezTo>
                    <a:cubicBezTo>
                      <a:pt x="44" y="2"/>
                      <a:pt x="44" y="2"/>
                      <a:pt x="44" y="2"/>
                    </a:cubicBezTo>
                    <a:cubicBezTo>
                      <a:pt x="46" y="0"/>
                      <a:pt x="50" y="0"/>
                      <a:pt x="52" y="2"/>
                    </a:cubicBezTo>
                    <a:cubicBezTo>
                      <a:pt x="54" y="4"/>
                      <a:pt x="54" y="8"/>
                      <a:pt x="52" y="10"/>
                    </a:cubicBezTo>
                    <a:cubicBezTo>
                      <a:pt x="10" y="52"/>
                      <a:pt x="10" y="52"/>
                      <a:pt x="10" y="52"/>
                    </a:cubicBezTo>
                    <a:cubicBezTo>
                      <a:pt x="9" y="53"/>
                      <a:pt x="8" y="54"/>
                      <a:pt x="6" y="5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3" name="Freeform 78">
                <a:extLst>
                  <a:ext uri="{FF2B5EF4-FFF2-40B4-BE49-F238E27FC236}">
                    <a16:creationId xmlns:a16="http://schemas.microsoft.com/office/drawing/2014/main" id="{2D620C2A-A071-55E5-4617-1C2731494658}"/>
                  </a:ext>
                </a:extLst>
              </p:cNvPr>
              <p:cNvSpPr>
                <a:spLocks/>
              </p:cNvSpPr>
              <p:nvPr/>
            </p:nvSpPr>
            <p:spPr bwMode="auto">
              <a:xfrm>
                <a:off x="1674" y="3235"/>
                <a:ext cx="80" cy="80"/>
              </a:xfrm>
              <a:custGeom>
                <a:avLst/>
                <a:gdLst>
                  <a:gd name="T0" fmla="*/ 48 w 54"/>
                  <a:gd name="T1" fmla="*/ 54 h 54"/>
                  <a:gd name="T2" fmla="*/ 44 w 54"/>
                  <a:gd name="T3" fmla="*/ 53 h 54"/>
                  <a:gd name="T4" fmla="*/ 2 w 54"/>
                  <a:gd name="T5" fmla="*/ 11 h 54"/>
                  <a:gd name="T6" fmla="*/ 2 w 54"/>
                  <a:gd name="T7" fmla="*/ 3 h 54"/>
                  <a:gd name="T8" fmla="*/ 10 w 54"/>
                  <a:gd name="T9" fmla="*/ 3 h 54"/>
                  <a:gd name="T10" fmla="*/ 52 w 54"/>
                  <a:gd name="T11" fmla="*/ 44 h 54"/>
                  <a:gd name="T12" fmla="*/ 52 w 54"/>
                  <a:gd name="T13" fmla="*/ 53 h 54"/>
                  <a:gd name="T14" fmla="*/ 48 w 54"/>
                  <a:gd name="T15" fmla="*/ 54 h 5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4" h="54">
                    <a:moveTo>
                      <a:pt x="48" y="54"/>
                    </a:moveTo>
                    <a:cubicBezTo>
                      <a:pt x="46" y="54"/>
                      <a:pt x="45" y="54"/>
                      <a:pt x="44" y="53"/>
                    </a:cubicBezTo>
                    <a:cubicBezTo>
                      <a:pt x="2" y="11"/>
                      <a:pt x="2" y="11"/>
                      <a:pt x="2" y="11"/>
                    </a:cubicBezTo>
                    <a:cubicBezTo>
                      <a:pt x="0" y="9"/>
                      <a:pt x="0" y="5"/>
                      <a:pt x="2" y="3"/>
                    </a:cubicBezTo>
                    <a:cubicBezTo>
                      <a:pt x="4" y="0"/>
                      <a:pt x="8" y="0"/>
                      <a:pt x="10" y="3"/>
                    </a:cubicBezTo>
                    <a:cubicBezTo>
                      <a:pt x="52" y="44"/>
                      <a:pt x="52" y="44"/>
                      <a:pt x="52" y="44"/>
                    </a:cubicBezTo>
                    <a:cubicBezTo>
                      <a:pt x="54" y="47"/>
                      <a:pt x="54" y="50"/>
                      <a:pt x="52" y="53"/>
                    </a:cubicBezTo>
                    <a:cubicBezTo>
                      <a:pt x="51" y="54"/>
                      <a:pt x="49" y="54"/>
                      <a:pt x="48" y="5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30" name="Rectangle 29">
              <a:extLst>
                <a:ext uri="{FF2B5EF4-FFF2-40B4-BE49-F238E27FC236}">
                  <a16:creationId xmlns:a16="http://schemas.microsoft.com/office/drawing/2014/main" id="{22EFE883-DE8A-3EE3-20F3-F8748247436C}"/>
                </a:ext>
              </a:extLst>
            </p:cNvPr>
            <p:cNvSpPr/>
            <p:nvPr/>
          </p:nvSpPr>
          <p:spPr>
            <a:xfrm>
              <a:off x="9887296" y="3685224"/>
              <a:ext cx="2224001" cy="1834761"/>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chorCtr="0">
              <a:spAutoFit/>
            </a:bodyPr>
            <a:lstStyle/>
            <a:p>
              <a:pPr marL="171450" indent="-171450">
                <a:lnSpc>
                  <a:spcPct val="110000"/>
                </a:lnSpc>
                <a:spcBef>
                  <a:spcPts val="600"/>
                </a:spcBef>
                <a:buClr>
                  <a:schemeClr val="tx1"/>
                </a:buClr>
                <a:buFont typeface="Wingdings" panose="05000000000000000000" pitchFamily="2" charset="2"/>
                <a:buChar char="§"/>
              </a:pPr>
              <a:r>
                <a:rPr lang="en-US" sz="1050">
                  <a:solidFill>
                    <a:schemeClr val="tx1"/>
                  </a:solidFill>
                </a:rPr>
                <a:t>Minimal ramp‑up and relearning, allowing immediate focus on value realization Lower execution risk across network, vendor, IT, and operational cost levers</a:t>
              </a:r>
            </a:p>
            <a:p>
              <a:pPr marL="171450" indent="-171450">
                <a:lnSpc>
                  <a:spcPct val="110000"/>
                </a:lnSpc>
                <a:spcBef>
                  <a:spcPts val="600"/>
                </a:spcBef>
                <a:buClr>
                  <a:schemeClr val="bg1"/>
                </a:buClr>
                <a:buFont typeface="Wingdings" panose="05000000000000000000" pitchFamily="2" charset="2"/>
                <a:buChar char="§"/>
              </a:pPr>
              <a:r>
                <a:rPr lang="en-US" sz="1050">
                  <a:solidFill>
                    <a:schemeClr val="tx1"/>
                  </a:solidFill>
                </a:rPr>
                <a:t>Ability to engage as a credible, execution‑oriented partner from Day 1</a:t>
              </a:r>
            </a:p>
          </p:txBody>
        </p:sp>
        <p:sp>
          <p:nvSpPr>
            <p:cNvPr id="31" name="TextBox 2">
              <a:extLst>
                <a:ext uri="{FF2B5EF4-FFF2-40B4-BE49-F238E27FC236}">
                  <a16:creationId xmlns:a16="http://schemas.microsoft.com/office/drawing/2014/main" id="{CC9BCFB7-13ED-8297-6FA5-7ED541B84EF4}"/>
                </a:ext>
              </a:extLst>
            </p:cNvPr>
            <p:cNvSpPr txBox="1"/>
            <p:nvPr/>
          </p:nvSpPr>
          <p:spPr>
            <a:xfrm>
              <a:off x="9859597" y="3098553"/>
              <a:ext cx="2070004" cy="449190"/>
            </a:xfrm>
            <a:prstGeom prst="rect">
              <a:avLst/>
            </a:prstGeom>
            <a:noFill/>
            <a:ln w="12700">
              <a:noFill/>
            </a:ln>
            <a:effectLst/>
          </p:spPr>
          <p:txBody>
            <a:bodyPr wrap="square" lIns="0" tIns="0" rIns="0" bIns="0" rtlCol="0" anchor="t" anchorCtr="0">
              <a:spAutoFit/>
            </a:bodyPr>
            <a:lstStyle>
              <a:defPPr>
                <a:defRPr lang="pt-PT"/>
              </a:defPPr>
              <a:lvl1pPr>
                <a:lnSpc>
                  <a:spcPct val="80000"/>
                </a:lnSpc>
                <a:defRPr sz="1100" b="1">
                  <a:solidFill>
                    <a:schemeClr val="accent2"/>
                  </a:solidFill>
                </a:defRPr>
              </a:lvl1pPr>
            </a:lstStyle>
            <a:p>
              <a:pPr algn="ctr"/>
              <a:r>
                <a:rPr lang="en-US"/>
                <a:t>What this history enables for liberty networks’ cost transformation</a:t>
              </a:r>
            </a:p>
          </p:txBody>
        </p:sp>
        <p:sp>
          <p:nvSpPr>
            <p:cNvPr id="32" name="Freeform 8">
              <a:extLst>
                <a:ext uri="{FF2B5EF4-FFF2-40B4-BE49-F238E27FC236}">
                  <a16:creationId xmlns:a16="http://schemas.microsoft.com/office/drawing/2014/main" id="{744F0F1F-D905-6BDC-EB50-FCB3606A3E3F}"/>
                </a:ext>
              </a:extLst>
            </p:cNvPr>
            <p:cNvSpPr>
              <a:spLocks/>
            </p:cNvSpPr>
            <p:nvPr/>
          </p:nvSpPr>
          <p:spPr bwMode="auto">
            <a:xfrm>
              <a:off x="10130623" y="1052654"/>
              <a:ext cx="1502074" cy="1577730"/>
            </a:xfrm>
            <a:custGeom>
              <a:avLst/>
              <a:gdLst>
                <a:gd name="T0" fmla="*/ 444 w 888"/>
                <a:gd name="T1" fmla="*/ 0 h 1026"/>
                <a:gd name="T2" fmla="*/ 888 w 888"/>
                <a:gd name="T3" fmla="*/ 253 h 1026"/>
                <a:gd name="T4" fmla="*/ 888 w 888"/>
                <a:gd name="T5" fmla="*/ 768 h 1026"/>
                <a:gd name="T6" fmla="*/ 444 w 888"/>
                <a:gd name="T7" fmla="*/ 1026 h 1026"/>
                <a:gd name="T8" fmla="*/ 0 w 888"/>
                <a:gd name="T9" fmla="*/ 768 h 1026"/>
                <a:gd name="T10" fmla="*/ 0 w 888"/>
                <a:gd name="T11" fmla="*/ 255 h 1026"/>
                <a:gd name="T12" fmla="*/ 444 w 888"/>
                <a:gd name="T13" fmla="*/ 0 h 1026"/>
              </a:gdLst>
              <a:ahLst/>
              <a:cxnLst>
                <a:cxn ang="0">
                  <a:pos x="T0" y="T1"/>
                </a:cxn>
                <a:cxn ang="0">
                  <a:pos x="T2" y="T3"/>
                </a:cxn>
                <a:cxn ang="0">
                  <a:pos x="T4" y="T5"/>
                </a:cxn>
                <a:cxn ang="0">
                  <a:pos x="T6" y="T7"/>
                </a:cxn>
                <a:cxn ang="0">
                  <a:pos x="T8" y="T9"/>
                </a:cxn>
                <a:cxn ang="0">
                  <a:pos x="T10" y="T11"/>
                </a:cxn>
                <a:cxn ang="0">
                  <a:pos x="T12" y="T13"/>
                </a:cxn>
              </a:cxnLst>
              <a:rect l="0" t="0" r="r" b="b"/>
              <a:pathLst>
                <a:path w="888" h="1026">
                  <a:moveTo>
                    <a:pt x="444" y="0"/>
                  </a:moveTo>
                  <a:lnTo>
                    <a:pt x="888" y="253"/>
                  </a:lnTo>
                  <a:lnTo>
                    <a:pt x="888" y="768"/>
                  </a:lnTo>
                  <a:lnTo>
                    <a:pt x="444" y="1026"/>
                  </a:lnTo>
                  <a:lnTo>
                    <a:pt x="0" y="768"/>
                  </a:lnTo>
                  <a:lnTo>
                    <a:pt x="0" y="255"/>
                  </a:lnTo>
                  <a:lnTo>
                    <a:pt x="444" y="0"/>
                  </a:lnTo>
                  <a:close/>
                </a:path>
              </a:pathLst>
            </a:custGeom>
            <a:solidFill>
              <a:schemeClr val="accent1">
                <a:lumMod val="50000"/>
              </a:schemeClr>
            </a:solidFill>
            <a:ln w="12700">
              <a:solidFill>
                <a:schemeClr val="accent2"/>
              </a:solidFill>
              <a:round/>
              <a:headEnd/>
              <a:tailEnd/>
            </a:ln>
          </p:spPr>
          <p:txBody>
            <a:bodyPr vert="horz" wrap="square" lIns="91419" tIns="45709" rIns="91419" bIns="45709" numCol="1" anchor="ctr" anchorCtr="0" compatLnSpc="1">
              <a:prstTxWarp prst="textNoShape">
                <a:avLst/>
              </a:prstTxWarp>
            </a:bodyPr>
            <a:lstStyle/>
            <a:p>
              <a:pPr algn="ctr"/>
              <a:endParaRPr lang="en-US" sz="2400">
                <a:latin typeface="+mj-lt"/>
                <a:cs typeface="Segoe UI" panose="020B0502040204020203" pitchFamily="34" charset="0"/>
              </a:endParaRPr>
            </a:p>
          </p:txBody>
        </p:sp>
        <p:cxnSp>
          <p:nvCxnSpPr>
            <p:cNvPr id="33" name="Straight Connector 4">
              <a:extLst>
                <a:ext uri="{FF2B5EF4-FFF2-40B4-BE49-F238E27FC236}">
                  <a16:creationId xmlns:a16="http://schemas.microsoft.com/office/drawing/2014/main" id="{38746DC2-91B1-5D2E-AF34-5970085AB360}"/>
                </a:ext>
              </a:extLst>
            </p:cNvPr>
            <p:cNvCxnSpPr/>
            <p:nvPr/>
          </p:nvCxnSpPr>
          <p:spPr>
            <a:xfrm>
              <a:off x="10881660" y="2690558"/>
              <a:ext cx="0" cy="243880"/>
            </a:xfrm>
            <a:prstGeom prst="line">
              <a:avLst/>
            </a:prstGeom>
            <a:ln w="9525">
              <a:solidFill>
                <a:schemeClr val="accent1"/>
              </a:solidFill>
              <a:prstDash val="dash"/>
              <a:tailEnd type="oval"/>
            </a:ln>
          </p:spPr>
          <p:style>
            <a:lnRef idx="1">
              <a:schemeClr val="accent1"/>
            </a:lnRef>
            <a:fillRef idx="0">
              <a:schemeClr val="accent1"/>
            </a:fillRef>
            <a:effectRef idx="0">
              <a:schemeClr val="accent1"/>
            </a:effectRef>
            <a:fontRef idx="minor">
              <a:schemeClr val="tx1"/>
            </a:fontRef>
          </p:style>
        </p:cxnSp>
        <p:sp>
          <p:nvSpPr>
            <p:cNvPr id="34" name="Freeform 8">
              <a:extLst>
                <a:ext uri="{FF2B5EF4-FFF2-40B4-BE49-F238E27FC236}">
                  <a16:creationId xmlns:a16="http://schemas.microsoft.com/office/drawing/2014/main" id="{8741934F-03C0-40D3-C57D-20BE2F05E062}"/>
                </a:ext>
              </a:extLst>
            </p:cNvPr>
            <p:cNvSpPr>
              <a:spLocks/>
            </p:cNvSpPr>
            <p:nvPr/>
          </p:nvSpPr>
          <p:spPr bwMode="auto">
            <a:xfrm>
              <a:off x="10636937" y="939298"/>
              <a:ext cx="489447" cy="565509"/>
            </a:xfrm>
            <a:custGeom>
              <a:avLst/>
              <a:gdLst>
                <a:gd name="T0" fmla="*/ 444 w 888"/>
                <a:gd name="T1" fmla="*/ 0 h 1026"/>
                <a:gd name="T2" fmla="*/ 888 w 888"/>
                <a:gd name="T3" fmla="*/ 253 h 1026"/>
                <a:gd name="T4" fmla="*/ 888 w 888"/>
                <a:gd name="T5" fmla="*/ 768 h 1026"/>
                <a:gd name="T6" fmla="*/ 444 w 888"/>
                <a:gd name="T7" fmla="*/ 1026 h 1026"/>
                <a:gd name="T8" fmla="*/ 0 w 888"/>
                <a:gd name="T9" fmla="*/ 768 h 1026"/>
                <a:gd name="T10" fmla="*/ 0 w 888"/>
                <a:gd name="T11" fmla="*/ 255 h 1026"/>
                <a:gd name="T12" fmla="*/ 444 w 888"/>
                <a:gd name="T13" fmla="*/ 0 h 1026"/>
              </a:gdLst>
              <a:ahLst/>
              <a:cxnLst>
                <a:cxn ang="0">
                  <a:pos x="T0" y="T1"/>
                </a:cxn>
                <a:cxn ang="0">
                  <a:pos x="T2" y="T3"/>
                </a:cxn>
                <a:cxn ang="0">
                  <a:pos x="T4" y="T5"/>
                </a:cxn>
                <a:cxn ang="0">
                  <a:pos x="T6" y="T7"/>
                </a:cxn>
                <a:cxn ang="0">
                  <a:pos x="T8" y="T9"/>
                </a:cxn>
                <a:cxn ang="0">
                  <a:pos x="T10" y="T11"/>
                </a:cxn>
                <a:cxn ang="0">
                  <a:pos x="T12" y="T13"/>
                </a:cxn>
              </a:cxnLst>
              <a:rect l="0" t="0" r="r" b="b"/>
              <a:pathLst>
                <a:path w="888" h="1026">
                  <a:moveTo>
                    <a:pt x="444" y="0"/>
                  </a:moveTo>
                  <a:lnTo>
                    <a:pt x="888" y="253"/>
                  </a:lnTo>
                  <a:lnTo>
                    <a:pt x="888" y="768"/>
                  </a:lnTo>
                  <a:lnTo>
                    <a:pt x="444" y="1026"/>
                  </a:lnTo>
                  <a:lnTo>
                    <a:pt x="0" y="768"/>
                  </a:lnTo>
                  <a:lnTo>
                    <a:pt x="0" y="255"/>
                  </a:lnTo>
                  <a:lnTo>
                    <a:pt x="444" y="0"/>
                  </a:lnTo>
                  <a:close/>
                </a:path>
              </a:pathLst>
            </a:custGeom>
            <a:solidFill>
              <a:schemeClr val="accent2"/>
            </a:solidFill>
            <a:ln w="12700">
              <a:solidFill>
                <a:schemeClr val="bg1"/>
              </a:solidFill>
              <a:round/>
              <a:headEnd/>
              <a:tailEnd/>
            </a:ln>
          </p:spPr>
          <p:txBody>
            <a:bodyPr vert="horz" wrap="square" lIns="91419" tIns="45709" rIns="91419" bIns="45709" numCol="1" anchor="ctr" anchorCtr="0" compatLnSpc="1">
              <a:prstTxWarp prst="textNoShape">
                <a:avLst/>
              </a:prstTxWarp>
            </a:bodyPr>
            <a:lstStyle/>
            <a:p>
              <a:pPr algn="ctr"/>
              <a:r>
                <a:rPr lang="en-US" sz="2400" b="1">
                  <a:latin typeface="Graphik Black" panose="020B0A03030202060203" pitchFamily="34" charset="0"/>
                </a:rPr>
                <a:t>5</a:t>
              </a:r>
            </a:p>
          </p:txBody>
        </p:sp>
        <p:grpSp>
          <p:nvGrpSpPr>
            <p:cNvPr id="35" name="Group 77">
              <a:extLst>
                <a:ext uri="{FF2B5EF4-FFF2-40B4-BE49-F238E27FC236}">
                  <a16:creationId xmlns:a16="http://schemas.microsoft.com/office/drawing/2014/main" id="{8D22D9E6-2E7B-3A40-73A6-A12405D7F114}"/>
                </a:ext>
              </a:extLst>
            </p:cNvPr>
            <p:cNvGrpSpPr>
              <a:grpSpLocks noChangeAspect="1"/>
            </p:cNvGrpSpPr>
            <p:nvPr/>
          </p:nvGrpSpPr>
          <p:grpSpPr bwMode="auto">
            <a:xfrm>
              <a:off x="10562227" y="1676978"/>
              <a:ext cx="625925" cy="535068"/>
              <a:chOff x="3613" y="1954"/>
              <a:chExt cx="434" cy="371"/>
            </a:xfrm>
            <a:solidFill>
              <a:schemeClr val="accent2"/>
            </a:solidFill>
          </p:grpSpPr>
          <p:sp>
            <p:nvSpPr>
              <p:cNvPr id="36" name="Freeform 78">
                <a:extLst>
                  <a:ext uri="{FF2B5EF4-FFF2-40B4-BE49-F238E27FC236}">
                    <a16:creationId xmlns:a16="http://schemas.microsoft.com/office/drawing/2014/main" id="{56131F9B-EA1F-FDF2-5F4D-9F875B947907}"/>
                  </a:ext>
                </a:extLst>
              </p:cNvPr>
              <p:cNvSpPr>
                <a:spLocks noEditPoints="1"/>
              </p:cNvSpPr>
              <p:nvPr/>
            </p:nvSpPr>
            <p:spPr bwMode="auto">
              <a:xfrm>
                <a:off x="3614" y="2078"/>
                <a:ext cx="343" cy="247"/>
              </a:xfrm>
              <a:custGeom>
                <a:avLst/>
                <a:gdLst>
                  <a:gd name="T0" fmla="*/ 224 w 224"/>
                  <a:gd name="T1" fmla="*/ 109 h 165"/>
                  <a:gd name="T2" fmla="*/ 224 w 224"/>
                  <a:gd name="T3" fmla="*/ 108 h 165"/>
                  <a:gd name="T4" fmla="*/ 224 w 224"/>
                  <a:gd name="T5" fmla="*/ 107 h 165"/>
                  <a:gd name="T6" fmla="*/ 223 w 224"/>
                  <a:gd name="T7" fmla="*/ 107 h 165"/>
                  <a:gd name="T8" fmla="*/ 223 w 224"/>
                  <a:gd name="T9" fmla="*/ 106 h 165"/>
                  <a:gd name="T10" fmla="*/ 175 w 224"/>
                  <a:gd name="T11" fmla="*/ 58 h 165"/>
                  <a:gd name="T12" fmla="*/ 170 w 224"/>
                  <a:gd name="T13" fmla="*/ 56 h 165"/>
                  <a:gd name="T14" fmla="*/ 166 w 224"/>
                  <a:gd name="T15" fmla="*/ 58 h 165"/>
                  <a:gd name="T16" fmla="*/ 166 w 224"/>
                  <a:gd name="T17" fmla="*/ 67 h 165"/>
                  <a:gd name="T18" fmla="*/ 204 w 224"/>
                  <a:gd name="T19" fmla="*/ 104 h 165"/>
                  <a:gd name="T20" fmla="*/ 48 w 224"/>
                  <a:gd name="T21" fmla="*/ 104 h 165"/>
                  <a:gd name="T22" fmla="*/ 12 w 224"/>
                  <a:gd name="T23" fmla="*/ 68 h 165"/>
                  <a:gd name="T24" fmla="*/ 48 w 224"/>
                  <a:gd name="T25" fmla="*/ 32 h 165"/>
                  <a:gd name="T26" fmla="*/ 111 w 224"/>
                  <a:gd name="T27" fmla="*/ 32 h 165"/>
                  <a:gd name="T28" fmla="*/ 111 w 224"/>
                  <a:gd name="T29" fmla="*/ 44 h 165"/>
                  <a:gd name="T30" fmla="*/ 117 w 224"/>
                  <a:gd name="T31" fmla="*/ 50 h 165"/>
                  <a:gd name="T32" fmla="*/ 155 w 224"/>
                  <a:gd name="T33" fmla="*/ 50 h 165"/>
                  <a:gd name="T34" fmla="*/ 161 w 224"/>
                  <a:gd name="T35" fmla="*/ 44 h 165"/>
                  <a:gd name="T36" fmla="*/ 161 w 224"/>
                  <a:gd name="T37" fmla="*/ 6 h 165"/>
                  <a:gd name="T38" fmla="*/ 155 w 224"/>
                  <a:gd name="T39" fmla="*/ 0 h 165"/>
                  <a:gd name="T40" fmla="*/ 117 w 224"/>
                  <a:gd name="T41" fmla="*/ 0 h 165"/>
                  <a:gd name="T42" fmla="*/ 111 w 224"/>
                  <a:gd name="T43" fmla="*/ 6 h 165"/>
                  <a:gd name="T44" fmla="*/ 111 w 224"/>
                  <a:gd name="T45" fmla="*/ 21 h 165"/>
                  <a:gd name="T46" fmla="*/ 48 w 224"/>
                  <a:gd name="T47" fmla="*/ 21 h 165"/>
                  <a:gd name="T48" fmla="*/ 0 w 224"/>
                  <a:gd name="T49" fmla="*/ 68 h 165"/>
                  <a:gd name="T50" fmla="*/ 48 w 224"/>
                  <a:gd name="T51" fmla="*/ 116 h 165"/>
                  <a:gd name="T52" fmla="*/ 204 w 224"/>
                  <a:gd name="T53" fmla="*/ 116 h 165"/>
                  <a:gd name="T54" fmla="*/ 166 w 224"/>
                  <a:gd name="T55" fmla="*/ 154 h 165"/>
                  <a:gd name="T56" fmla="*/ 166 w 224"/>
                  <a:gd name="T57" fmla="*/ 163 h 165"/>
                  <a:gd name="T58" fmla="*/ 175 w 224"/>
                  <a:gd name="T59" fmla="*/ 163 h 165"/>
                  <a:gd name="T60" fmla="*/ 223 w 224"/>
                  <a:gd name="T61" fmla="*/ 115 h 165"/>
                  <a:gd name="T62" fmla="*/ 223 w 224"/>
                  <a:gd name="T63" fmla="*/ 114 h 165"/>
                  <a:gd name="T64" fmla="*/ 224 w 224"/>
                  <a:gd name="T65" fmla="*/ 113 h 165"/>
                  <a:gd name="T66" fmla="*/ 224 w 224"/>
                  <a:gd name="T67" fmla="*/ 113 h 165"/>
                  <a:gd name="T68" fmla="*/ 224 w 224"/>
                  <a:gd name="T69" fmla="*/ 112 h 165"/>
                  <a:gd name="T70" fmla="*/ 224 w 224"/>
                  <a:gd name="T71" fmla="*/ 112 h 165"/>
                  <a:gd name="T72" fmla="*/ 224 w 224"/>
                  <a:gd name="T73" fmla="*/ 109 h 165"/>
                  <a:gd name="T74" fmla="*/ 224 w 224"/>
                  <a:gd name="T75" fmla="*/ 109 h 165"/>
                  <a:gd name="T76" fmla="*/ 122 w 224"/>
                  <a:gd name="T77" fmla="*/ 12 h 165"/>
                  <a:gd name="T78" fmla="*/ 149 w 224"/>
                  <a:gd name="T79" fmla="*/ 12 h 165"/>
                  <a:gd name="T80" fmla="*/ 149 w 224"/>
                  <a:gd name="T81" fmla="*/ 38 h 165"/>
                  <a:gd name="T82" fmla="*/ 122 w 224"/>
                  <a:gd name="T83" fmla="*/ 38 h 165"/>
                  <a:gd name="T84" fmla="*/ 122 w 224"/>
                  <a:gd name="T85" fmla="*/ 12 h 1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24" h="165">
                    <a:moveTo>
                      <a:pt x="224" y="109"/>
                    </a:moveTo>
                    <a:cubicBezTo>
                      <a:pt x="224" y="108"/>
                      <a:pt x="224" y="108"/>
                      <a:pt x="224" y="108"/>
                    </a:cubicBezTo>
                    <a:cubicBezTo>
                      <a:pt x="224" y="108"/>
                      <a:pt x="224" y="108"/>
                      <a:pt x="224" y="107"/>
                    </a:cubicBezTo>
                    <a:cubicBezTo>
                      <a:pt x="224" y="107"/>
                      <a:pt x="223" y="107"/>
                      <a:pt x="223" y="107"/>
                    </a:cubicBezTo>
                    <a:cubicBezTo>
                      <a:pt x="223" y="107"/>
                      <a:pt x="223" y="106"/>
                      <a:pt x="223" y="106"/>
                    </a:cubicBezTo>
                    <a:cubicBezTo>
                      <a:pt x="175" y="58"/>
                      <a:pt x="175" y="58"/>
                      <a:pt x="175" y="58"/>
                    </a:cubicBezTo>
                    <a:cubicBezTo>
                      <a:pt x="174" y="57"/>
                      <a:pt x="172" y="56"/>
                      <a:pt x="170" y="56"/>
                    </a:cubicBezTo>
                    <a:cubicBezTo>
                      <a:pt x="169" y="56"/>
                      <a:pt x="167" y="57"/>
                      <a:pt x="166" y="58"/>
                    </a:cubicBezTo>
                    <a:cubicBezTo>
                      <a:pt x="164" y="61"/>
                      <a:pt x="164" y="64"/>
                      <a:pt x="166" y="67"/>
                    </a:cubicBezTo>
                    <a:cubicBezTo>
                      <a:pt x="204" y="104"/>
                      <a:pt x="204" y="104"/>
                      <a:pt x="204" y="104"/>
                    </a:cubicBezTo>
                    <a:cubicBezTo>
                      <a:pt x="48" y="104"/>
                      <a:pt x="48" y="104"/>
                      <a:pt x="48" y="104"/>
                    </a:cubicBezTo>
                    <a:cubicBezTo>
                      <a:pt x="28" y="104"/>
                      <a:pt x="12" y="88"/>
                      <a:pt x="12" y="68"/>
                    </a:cubicBezTo>
                    <a:cubicBezTo>
                      <a:pt x="12" y="49"/>
                      <a:pt x="28" y="32"/>
                      <a:pt x="48" y="32"/>
                    </a:cubicBezTo>
                    <a:cubicBezTo>
                      <a:pt x="111" y="32"/>
                      <a:pt x="111" y="32"/>
                      <a:pt x="111" y="32"/>
                    </a:cubicBezTo>
                    <a:cubicBezTo>
                      <a:pt x="111" y="44"/>
                      <a:pt x="111" y="44"/>
                      <a:pt x="111" y="44"/>
                    </a:cubicBezTo>
                    <a:cubicBezTo>
                      <a:pt x="111" y="48"/>
                      <a:pt x="113" y="50"/>
                      <a:pt x="117" y="50"/>
                    </a:cubicBezTo>
                    <a:cubicBezTo>
                      <a:pt x="155" y="50"/>
                      <a:pt x="155" y="50"/>
                      <a:pt x="155" y="50"/>
                    </a:cubicBezTo>
                    <a:cubicBezTo>
                      <a:pt x="158" y="50"/>
                      <a:pt x="161" y="48"/>
                      <a:pt x="161" y="44"/>
                    </a:cubicBezTo>
                    <a:cubicBezTo>
                      <a:pt x="161" y="6"/>
                      <a:pt x="161" y="6"/>
                      <a:pt x="161" y="6"/>
                    </a:cubicBezTo>
                    <a:cubicBezTo>
                      <a:pt x="161" y="3"/>
                      <a:pt x="158" y="0"/>
                      <a:pt x="155" y="0"/>
                    </a:cubicBezTo>
                    <a:cubicBezTo>
                      <a:pt x="117" y="0"/>
                      <a:pt x="117" y="0"/>
                      <a:pt x="117" y="0"/>
                    </a:cubicBezTo>
                    <a:cubicBezTo>
                      <a:pt x="113" y="0"/>
                      <a:pt x="111" y="3"/>
                      <a:pt x="111" y="6"/>
                    </a:cubicBezTo>
                    <a:cubicBezTo>
                      <a:pt x="111" y="21"/>
                      <a:pt x="111" y="21"/>
                      <a:pt x="111" y="21"/>
                    </a:cubicBezTo>
                    <a:cubicBezTo>
                      <a:pt x="48" y="21"/>
                      <a:pt x="48" y="21"/>
                      <a:pt x="48" y="21"/>
                    </a:cubicBezTo>
                    <a:cubicBezTo>
                      <a:pt x="21" y="21"/>
                      <a:pt x="0" y="42"/>
                      <a:pt x="0" y="68"/>
                    </a:cubicBezTo>
                    <a:cubicBezTo>
                      <a:pt x="0" y="95"/>
                      <a:pt x="21" y="116"/>
                      <a:pt x="48" y="116"/>
                    </a:cubicBezTo>
                    <a:cubicBezTo>
                      <a:pt x="204" y="116"/>
                      <a:pt x="204" y="116"/>
                      <a:pt x="204" y="116"/>
                    </a:cubicBezTo>
                    <a:cubicBezTo>
                      <a:pt x="166" y="154"/>
                      <a:pt x="166" y="154"/>
                      <a:pt x="166" y="154"/>
                    </a:cubicBezTo>
                    <a:cubicBezTo>
                      <a:pt x="164" y="156"/>
                      <a:pt x="164" y="160"/>
                      <a:pt x="166" y="163"/>
                    </a:cubicBezTo>
                    <a:cubicBezTo>
                      <a:pt x="169" y="165"/>
                      <a:pt x="172" y="165"/>
                      <a:pt x="175" y="163"/>
                    </a:cubicBezTo>
                    <a:cubicBezTo>
                      <a:pt x="223" y="115"/>
                      <a:pt x="223" y="115"/>
                      <a:pt x="223" y="115"/>
                    </a:cubicBezTo>
                    <a:cubicBezTo>
                      <a:pt x="223" y="114"/>
                      <a:pt x="223" y="114"/>
                      <a:pt x="223" y="114"/>
                    </a:cubicBezTo>
                    <a:cubicBezTo>
                      <a:pt x="223" y="114"/>
                      <a:pt x="224" y="113"/>
                      <a:pt x="224" y="113"/>
                    </a:cubicBezTo>
                    <a:cubicBezTo>
                      <a:pt x="224" y="113"/>
                      <a:pt x="224" y="113"/>
                      <a:pt x="224" y="113"/>
                    </a:cubicBezTo>
                    <a:cubicBezTo>
                      <a:pt x="224" y="113"/>
                      <a:pt x="224" y="112"/>
                      <a:pt x="224" y="112"/>
                    </a:cubicBezTo>
                    <a:cubicBezTo>
                      <a:pt x="224" y="112"/>
                      <a:pt x="224" y="112"/>
                      <a:pt x="224" y="112"/>
                    </a:cubicBezTo>
                    <a:cubicBezTo>
                      <a:pt x="224" y="111"/>
                      <a:pt x="224" y="110"/>
                      <a:pt x="224" y="109"/>
                    </a:cubicBezTo>
                    <a:cubicBezTo>
                      <a:pt x="224" y="109"/>
                      <a:pt x="224" y="109"/>
                      <a:pt x="224" y="109"/>
                    </a:cubicBezTo>
                    <a:close/>
                    <a:moveTo>
                      <a:pt x="122" y="12"/>
                    </a:moveTo>
                    <a:cubicBezTo>
                      <a:pt x="149" y="12"/>
                      <a:pt x="149" y="12"/>
                      <a:pt x="149" y="12"/>
                    </a:cubicBezTo>
                    <a:cubicBezTo>
                      <a:pt x="149" y="38"/>
                      <a:pt x="149" y="38"/>
                      <a:pt x="149" y="38"/>
                    </a:cubicBezTo>
                    <a:cubicBezTo>
                      <a:pt x="122" y="38"/>
                      <a:pt x="122" y="38"/>
                      <a:pt x="122" y="38"/>
                    </a:cubicBezTo>
                    <a:lnTo>
                      <a:pt x="122"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7" name="Freeform 79">
                <a:extLst>
                  <a:ext uri="{FF2B5EF4-FFF2-40B4-BE49-F238E27FC236}">
                    <a16:creationId xmlns:a16="http://schemas.microsoft.com/office/drawing/2014/main" id="{C5FB0BEA-D099-2DFE-3C8A-B6D41F9D3D38}"/>
                  </a:ext>
                </a:extLst>
              </p:cNvPr>
              <p:cNvSpPr>
                <a:spLocks noEditPoints="1"/>
              </p:cNvSpPr>
              <p:nvPr/>
            </p:nvSpPr>
            <p:spPr bwMode="auto">
              <a:xfrm>
                <a:off x="3971" y="2203"/>
                <a:ext cx="76" cy="75"/>
              </a:xfrm>
              <a:custGeom>
                <a:avLst/>
                <a:gdLst>
                  <a:gd name="T0" fmla="*/ 44 w 50"/>
                  <a:gd name="T1" fmla="*/ 0 h 50"/>
                  <a:gd name="T2" fmla="*/ 6 w 50"/>
                  <a:gd name="T3" fmla="*/ 0 h 50"/>
                  <a:gd name="T4" fmla="*/ 0 w 50"/>
                  <a:gd name="T5" fmla="*/ 6 h 50"/>
                  <a:gd name="T6" fmla="*/ 0 w 50"/>
                  <a:gd name="T7" fmla="*/ 44 h 50"/>
                  <a:gd name="T8" fmla="*/ 6 w 50"/>
                  <a:gd name="T9" fmla="*/ 50 h 50"/>
                  <a:gd name="T10" fmla="*/ 44 w 50"/>
                  <a:gd name="T11" fmla="*/ 50 h 50"/>
                  <a:gd name="T12" fmla="*/ 50 w 50"/>
                  <a:gd name="T13" fmla="*/ 44 h 50"/>
                  <a:gd name="T14" fmla="*/ 50 w 50"/>
                  <a:gd name="T15" fmla="*/ 6 h 50"/>
                  <a:gd name="T16" fmla="*/ 44 w 50"/>
                  <a:gd name="T17" fmla="*/ 0 h 50"/>
                  <a:gd name="T18" fmla="*/ 38 w 50"/>
                  <a:gd name="T19" fmla="*/ 38 h 50"/>
                  <a:gd name="T20" fmla="*/ 12 w 50"/>
                  <a:gd name="T21" fmla="*/ 38 h 50"/>
                  <a:gd name="T22" fmla="*/ 12 w 50"/>
                  <a:gd name="T23" fmla="*/ 12 h 50"/>
                  <a:gd name="T24" fmla="*/ 38 w 50"/>
                  <a:gd name="T25" fmla="*/ 12 h 50"/>
                  <a:gd name="T26" fmla="*/ 38 w 50"/>
                  <a:gd name="T27" fmla="*/ 38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0" h="50">
                    <a:moveTo>
                      <a:pt x="44" y="0"/>
                    </a:moveTo>
                    <a:cubicBezTo>
                      <a:pt x="6" y="0"/>
                      <a:pt x="6" y="0"/>
                      <a:pt x="6" y="0"/>
                    </a:cubicBezTo>
                    <a:cubicBezTo>
                      <a:pt x="3" y="0"/>
                      <a:pt x="0" y="3"/>
                      <a:pt x="0" y="6"/>
                    </a:cubicBezTo>
                    <a:cubicBezTo>
                      <a:pt x="0" y="44"/>
                      <a:pt x="0" y="44"/>
                      <a:pt x="0" y="44"/>
                    </a:cubicBezTo>
                    <a:cubicBezTo>
                      <a:pt x="0" y="47"/>
                      <a:pt x="3" y="50"/>
                      <a:pt x="6" y="50"/>
                    </a:cubicBezTo>
                    <a:cubicBezTo>
                      <a:pt x="44" y="50"/>
                      <a:pt x="44" y="50"/>
                      <a:pt x="44" y="50"/>
                    </a:cubicBezTo>
                    <a:cubicBezTo>
                      <a:pt x="48" y="50"/>
                      <a:pt x="50" y="47"/>
                      <a:pt x="50" y="44"/>
                    </a:cubicBezTo>
                    <a:cubicBezTo>
                      <a:pt x="50" y="6"/>
                      <a:pt x="50" y="6"/>
                      <a:pt x="50" y="6"/>
                    </a:cubicBezTo>
                    <a:cubicBezTo>
                      <a:pt x="50" y="3"/>
                      <a:pt x="48" y="0"/>
                      <a:pt x="44" y="0"/>
                    </a:cubicBezTo>
                    <a:close/>
                    <a:moveTo>
                      <a:pt x="38" y="38"/>
                    </a:moveTo>
                    <a:cubicBezTo>
                      <a:pt x="12" y="38"/>
                      <a:pt x="12" y="38"/>
                      <a:pt x="12" y="38"/>
                    </a:cubicBezTo>
                    <a:cubicBezTo>
                      <a:pt x="12" y="12"/>
                      <a:pt x="12" y="12"/>
                      <a:pt x="12" y="12"/>
                    </a:cubicBezTo>
                    <a:cubicBezTo>
                      <a:pt x="38" y="12"/>
                      <a:pt x="38" y="12"/>
                      <a:pt x="38" y="12"/>
                    </a:cubicBezTo>
                    <a:lnTo>
                      <a:pt x="38" y="3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8" name="Freeform 80">
                <a:extLst>
                  <a:ext uri="{FF2B5EF4-FFF2-40B4-BE49-F238E27FC236}">
                    <a16:creationId xmlns:a16="http://schemas.microsoft.com/office/drawing/2014/main" id="{4E0E238C-71A9-B7E1-EFF6-70CBEB572D1B}"/>
                  </a:ext>
                </a:extLst>
              </p:cNvPr>
              <p:cNvSpPr>
                <a:spLocks noEditPoints="1"/>
              </p:cNvSpPr>
              <p:nvPr/>
            </p:nvSpPr>
            <p:spPr bwMode="auto">
              <a:xfrm>
                <a:off x="3613" y="1954"/>
                <a:ext cx="434" cy="243"/>
              </a:xfrm>
              <a:custGeom>
                <a:avLst/>
                <a:gdLst>
                  <a:gd name="T0" fmla="*/ 193 w 284"/>
                  <a:gd name="T1" fmla="*/ 115 h 163"/>
                  <a:gd name="T2" fmla="*/ 236 w 284"/>
                  <a:gd name="T3" fmla="*/ 115 h 163"/>
                  <a:gd name="T4" fmla="*/ 284 w 284"/>
                  <a:gd name="T5" fmla="*/ 68 h 163"/>
                  <a:gd name="T6" fmla="*/ 236 w 284"/>
                  <a:gd name="T7" fmla="*/ 20 h 163"/>
                  <a:gd name="T8" fmla="*/ 50 w 284"/>
                  <a:gd name="T9" fmla="*/ 20 h 163"/>
                  <a:gd name="T10" fmla="*/ 50 w 284"/>
                  <a:gd name="T11" fmla="*/ 5 h 163"/>
                  <a:gd name="T12" fmla="*/ 44 w 284"/>
                  <a:gd name="T13" fmla="*/ 0 h 163"/>
                  <a:gd name="T14" fmla="*/ 6 w 284"/>
                  <a:gd name="T15" fmla="*/ 0 h 163"/>
                  <a:gd name="T16" fmla="*/ 0 w 284"/>
                  <a:gd name="T17" fmla="*/ 5 h 163"/>
                  <a:gd name="T18" fmla="*/ 0 w 284"/>
                  <a:gd name="T19" fmla="*/ 44 h 163"/>
                  <a:gd name="T20" fmla="*/ 6 w 284"/>
                  <a:gd name="T21" fmla="*/ 49 h 163"/>
                  <a:gd name="T22" fmla="*/ 44 w 284"/>
                  <a:gd name="T23" fmla="*/ 49 h 163"/>
                  <a:gd name="T24" fmla="*/ 50 w 284"/>
                  <a:gd name="T25" fmla="*/ 44 h 163"/>
                  <a:gd name="T26" fmla="*/ 50 w 284"/>
                  <a:gd name="T27" fmla="*/ 32 h 163"/>
                  <a:gd name="T28" fmla="*/ 236 w 284"/>
                  <a:gd name="T29" fmla="*/ 32 h 163"/>
                  <a:gd name="T30" fmla="*/ 272 w 284"/>
                  <a:gd name="T31" fmla="*/ 68 h 163"/>
                  <a:gd name="T32" fmla="*/ 236 w 284"/>
                  <a:gd name="T33" fmla="*/ 104 h 163"/>
                  <a:gd name="T34" fmla="*/ 192 w 284"/>
                  <a:gd name="T35" fmla="*/ 104 h 163"/>
                  <a:gd name="T36" fmla="*/ 192 w 284"/>
                  <a:gd name="T37" fmla="*/ 102 h 163"/>
                  <a:gd name="T38" fmla="*/ 229 w 284"/>
                  <a:gd name="T39" fmla="*/ 65 h 163"/>
                  <a:gd name="T40" fmla="*/ 229 w 284"/>
                  <a:gd name="T41" fmla="*/ 56 h 163"/>
                  <a:gd name="T42" fmla="*/ 225 w 284"/>
                  <a:gd name="T43" fmla="*/ 54 h 163"/>
                  <a:gd name="T44" fmla="*/ 221 w 284"/>
                  <a:gd name="T45" fmla="*/ 56 h 163"/>
                  <a:gd name="T46" fmla="*/ 173 w 284"/>
                  <a:gd name="T47" fmla="*/ 104 h 163"/>
                  <a:gd name="T48" fmla="*/ 172 w 284"/>
                  <a:gd name="T49" fmla="*/ 105 h 163"/>
                  <a:gd name="T50" fmla="*/ 172 w 284"/>
                  <a:gd name="T51" fmla="*/ 105 h 163"/>
                  <a:gd name="T52" fmla="*/ 171 w 284"/>
                  <a:gd name="T53" fmla="*/ 106 h 163"/>
                  <a:gd name="T54" fmla="*/ 171 w 284"/>
                  <a:gd name="T55" fmla="*/ 107 h 163"/>
                  <a:gd name="T56" fmla="*/ 171 w 284"/>
                  <a:gd name="T57" fmla="*/ 107 h 163"/>
                  <a:gd name="T58" fmla="*/ 171 w 284"/>
                  <a:gd name="T59" fmla="*/ 109 h 163"/>
                  <a:gd name="T60" fmla="*/ 171 w 284"/>
                  <a:gd name="T61" fmla="*/ 110 h 163"/>
                  <a:gd name="T62" fmla="*/ 171 w 284"/>
                  <a:gd name="T63" fmla="*/ 111 h 163"/>
                  <a:gd name="T64" fmla="*/ 172 w 284"/>
                  <a:gd name="T65" fmla="*/ 111 h 163"/>
                  <a:gd name="T66" fmla="*/ 172 w 284"/>
                  <a:gd name="T67" fmla="*/ 112 h 163"/>
                  <a:gd name="T68" fmla="*/ 173 w 284"/>
                  <a:gd name="T69" fmla="*/ 113 h 163"/>
                  <a:gd name="T70" fmla="*/ 221 w 284"/>
                  <a:gd name="T71" fmla="*/ 160 h 163"/>
                  <a:gd name="T72" fmla="*/ 229 w 284"/>
                  <a:gd name="T73" fmla="*/ 160 h 163"/>
                  <a:gd name="T74" fmla="*/ 229 w 284"/>
                  <a:gd name="T75" fmla="*/ 152 h 163"/>
                  <a:gd name="T76" fmla="*/ 193 w 284"/>
                  <a:gd name="T77" fmla="*/ 115 h 163"/>
                  <a:gd name="T78" fmla="*/ 38 w 284"/>
                  <a:gd name="T79" fmla="*/ 38 h 163"/>
                  <a:gd name="T80" fmla="*/ 12 w 284"/>
                  <a:gd name="T81" fmla="*/ 38 h 163"/>
                  <a:gd name="T82" fmla="*/ 12 w 284"/>
                  <a:gd name="T83" fmla="*/ 11 h 163"/>
                  <a:gd name="T84" fmla="*/ 38 w 284"/>
                  <a:gd name="T85" fmla="*/ 11 h 163"/>
                  <a:gd name="T86" fmla="*/ 38 w 284"/>
                  <a:gd name="T87" fmla="*/ 38 h 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284" h="163">
                    <a:moveTo>
                      <a:pt x="193" y="115"/>
                    </a:moveTo>
                    <a:cubicBezTo>
                      <a:pt x="236" y="115"/>
                      <a:pt x="236" y="115"/>
                      <a:pt x="236" y="115"/>
                    </a:cubicBezTo>
                    <a:cubicBezTo>
                      <a:pt x="262" y="115"/>
                      <a:pt x="284" y="94"/>
                      <a:pt x="284" y="68"/>
                    </a:cubicBezTo>
                    <a:cubicBezTo>
                      <a:pt x="284" y="41"/>
                      <a:pt x="262" y="20"/>
                      <a:pt x="236" y="20"/>
                    </a:cubicBezTo>
                    <a:cubicBezTo>
                      <a:pt x="50" y="20"/>
                      <a:pt x="50" y="20"/>
                      <a:pt x="50" y="20"/>
                    </a:cubicBezTo>
                    <a:cubicBezTo>
                      <a:pt x="50" y="5"/>
                      <a:pt x="50" y="5"/>
                      <a:pt x="50" y="5"/>
                    </a:cubicBezTo>
                    <a:cubicBezTo>
                      <a:pt x="50" y="2"/>
                      <a:pt x="47" y="0"/>
                      <a:pt x="44" y="0"/>
                    </a:cubicBezTo>
                    <a:cubicBezTo>
                      <a:pt x="6" y="0"/>
                      <a:pt x="6" y="0"/>
                      <a:pt x="6" y="0"/>
                    </a:cubicBezTo>
                    <a:cubicBezTo>
                      <a:pt x="3" y="0"/>
                      <a:pt x="0" y="2"/>
                      <a:pt x="0" y="5"/>
                    </a:cubicBezTo>
                    <a:cubicBezTo>
                      <a:pt x="0" y="44"/>
                      <a:pt x="0" y="44"/>
                      <a:pt x="0" y="44"/>
                    </a:cubicBezTo>
                    <a:cubicBezTo>
                      <a:pt x="0" y="47"/>
                      <a:pt x="3" y="49"/>
                      <a:pt x="6" y="49"/>
                    </a:cubicBezTo>
                    <a:cubicBezTo>
                      <a:pt x="44" y="49"/>
                      <a:pt x="44" y="49"/>
                      <a:pt x="44" y="49"/>
                    </a:cubicBezTo>
                    <a:cubicBezTo>
                      <a:pt x="47" y="49"/>
                      <a:pt x="50" y="47"/>
                      <a:pt x="50" y="44"/>
                    </a:cubicBezTo>
                    <a:cubicBezTo>
                      <a:pt x="50" y="32"/>
                      <a:pt x="50" y="32"/>
                      <a:pt x="50" y="32"/>
                    </a:cubicBezTo>
                    <a:cubicBezTo>
                      <a:pt x="236" y="32"/>
                      <a:pt x="236" y="32"/>
                      <a:pt x="236" y="32"/>
                    </a:cubicBezTo>
                    <a:cubicBezTo>
                      <a:pt x="256" y="32"/>
                      <a:pt x="272" y="48"/>
                      <a:pt x="272" y="68"/>
                    </a:cubicBezTo>
                    <a:cubicBezTo>
                      <a:pt x="272" y="87"/>
                      <a:pt x="256" y="104"/>
                      <a:pt x="236" y="104"/>
                    </a:cubicBezTo>
                    <a:cubicBezTo>
                      <a:pt x="192" y="104"/>
                      <a:pt x="192" y="104"/>
                      <a:pt x="192" y="104"/>
                    </a:cubicBezTo>
                    <a:cubicBezTo>
                      <a:pt x="192" y="102"/>
                      <a:pt x="192" y="102"/>
                      <a:pt x="192" y="102"/>
                    </a:cubicBezTo>
                    <a:cubicBezTo>
                      <a:pt x="229" y="65"/>
                      <a:pt x="229" y="65"/>
                      <a:pt x="229" y="65"/>
                    </a:cubicBezTo>
                    <a:cubicBezTo>
                      <a:pt x="232" y="62"/>
                      <a:pt x="232" y="58"/>
                      <a:pt x="229" y="56"/>
                    </a:cubicBezTo>
                    <a:cubicBezTo>
                      <a:pt x="228" y="55"/>
                      <a:pt x="227" y="54"/>
                      <a:pt x="225" y="54"/>
                    </a:cubicBezTo>
                    <a:cubicBezTo>
                      <a:pt x="223" y="54"/>
                      <a:pt x="222" y="55"/>
                      <a:pt x="221" y="56"/>
                    </a:cubicBezTo>
                    <a:cubicBezTo>
                      <a:pt x="173" y="104"/>
                      <a:pt x="173" y="104"/>
                      <a:pt x="173" y="104"/>
                    </a:cubicBezTo>
                    <a:cubicBezTo>
                      <a:pt x="173" y="104"/>
                      <a:pt x="172" y="105"/>
                      <a:pt x="172" y="105"/>
                    </a:cubicBezTo>
                    <a:cubicBezTo>
                      <a:pt x="172" y="105"/>
                      <a:pt x="172" y="105"/>
                      <a:pt x="172" y="105"/>
                    </a:cubicBezTo>
                    <a:cubicBezTo>
                      <a:pt x="172" y="106"/>
                      <a:pt x="172" y="106"/>
                      <a:pt x="171" y="106"/>
                    </a:cubicBezTo>
                    <a:cubicBezTo>
                      <a:pt x="171" y="106"/>
                      <a:pt x="171" y="106"/>
                      <a:pt x="171" y="107"/>
                    </a:cubicBezTo>
                    <a:cubicBezTo>
                      <a:pt x="171" y="107"/>
                      <a:pt x="171" y="107"/>
                      <a:pt x="171" y="107"/>
                    </a:cubicBezTo>
                    <a:cubicBezTo>
                      <a:pt x="171" y="108"/>
                      <a:pt x="171" y="109"/>
                      <a:pt x="171" y="109"/>
                    </a:cubicBezTo>
                    <a:cubicBezTo>
                      <a:pt x="171" y="110"/>
                      <a:pt x="171" y="110"/>
                      <a:pt x="171" y="110"/>
                    </a:cubicBezTo>
                    <a:cubicBezTo>
                      <a:pt x="171" y="110"/>
                      <a:pt x="171" y="110"/>
                      <a:pt x="171" y="111"/>
                    </a:cubicBezTo>
                    <a:cubicBezTo>
                      <a:pt x="172" y="111"/>
                      <a:pt x="172" y="111"/>
                      <a:pt x="172" y="111"/>
                    </a:cubicBezTo>
                    <a:cubicBezTo>
                      <a:pt x="172" y="111"/>
                      <a:pt x="172" y="111"/>
                      <a:pt x="172" y="112"/>
                    </a:cubicBezTo>
                    <a:cubicBezTo>
                      <a:pt x="172" y="112"/>
                      <a:pt x="173" y="112"/>
                      <a:pt x="173" y="113"/>
                    </a:cubicBezTo>
                    <a:cubicBezTo>
                      <a:pt x="221" y="160"/>
                      <a:pt x="221" y="160"/>
                      <a:pt x="221" y="160"/>
                    </a:cubicBezTo>
                    <a:cubicBezTo>
                      <a:pt x="223" y="163"/>
                      <a:pt x="227" y="163"/>
                      <a:pt x="229" y="160"/>
                    </a:cubicBezTo>
                    <a:cubicBezTo>
                      <a:pt x="232" y="158"/>
                      <a:pt x="232" y="154"/>
                      <a:pt x="229" y="152"/>
                    </a:cubicBezTo>
                    <a:lnTo>
                      <a:pt x="193" y="115"/>
                    </a:lnTo>
                    <a:close/>
                    <a:moveTo>
                      <a:pt x="38" y="38"/>
                    </a:moveTo>
                    <a:cubicBezTo>
                      <a:pt x="12" y="38"/>
                      <a:pt x="12" y="38"/>
                      <a:pt x="12" y="38"/>
                    </a:cubicBezTo>
                    <a:cubicBezTo>
                      <a:pt x="12" y="11"/>
                      <a:pt x="12" y="11"/>
                      <a:pt x="12" y="11"/>
                    </a:cubicBezTo>
                    <a:cubicBezTo>
                      <a:pt x="38" y="11"/>
                      <a:pt x="38" y="11"/>
                      <a:pt x="38" y="11"/>
                    </a:cubicBezTo>
                    <a:lnTo>
                      <a:pt x="38" y="3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sp>
        <p:nvSpPr>
          <p:cNvPr id="62" name="TextBox 61">
            <a:extLst>
              <a:ext uri="{FF2B5EF4-FFF2-40B4-BE49-F238E27FC236}">
                <a16:creationId xmlns:a16="http://schemas.microsoft.com/office/drawing/2014/main" id="{28EBCD86-8DC3-6700-1EF8-3A3C8BDB647F}"/>
              </a:ext>
            </a:extLst>
          </p:cNvPr>
          <p:cNvSpPr txBox="1"/>
          <p:nvPr/>
        </p:nvSpPr>
        <p:spPr>
          <a:xfrm>
            <a:off x="354936" y="88384"/>
            <a:ext cx="11690347" cy="738664"/>
          </a:xfrm>
          <a:prstGeom prst="rect">
            <a:avLst/>
          </a:prstGeom>
          <a:noFill/>
        </p:spPr>
        <p:txBody>
          <a:bodyPr wrap="square">
            <a:spAutoFit/>
          </a:bodyPr>
          <a:lstStyle/>
          <a:p>
            <a:r>
              <a:rPr lang="en-US" sz="2400" dirty="0">
                <a:latin typeface="+mj-lt"/>
                <a:ea typeface="+mj-ea"/>
                <a:cs typeface="+mj-cs"/>
              </a:rPr>
              <a:t>Capgemini’s long‑standing partnership across the Liberty ecosystem</a:t>
            </a:r>
            <a:br>
              <a:rPr lang="en-US" sz="2400" dirty="0">
                <a:latin typeface="+mj-lt"/>
                <a:ea typeface="+mj-ea"/>
                <a:cs typeface="+mj-cs"/>
              </a:rPr>
            </a:br>
            <a:r>
              <a:rPr lang="en-US" dirty="0">
                <a:latin typeface="+mj-lt"/>
                <a:ea typeface="+mj-ea"/>
                <a:cs typeface="+mj-cs"/>
              </a:rPr>
              <a:t>A proven association built over time, across </a:t>
            </a:r>
            <a:r>
              <a:rPr lang="en-US" dirty="0" err="1">
                <a:latin typeface="+mj-lt"/>
                <a:ea typeface="+mj-ea"/>
                <a:cs typeface="+mj-cs"/>
              </a:rPr>
              <a:t>OpCos</a:t>
            </a:r>
            <a:r>
              <a:rPr lang="en-US" dirty="0">
                <a:latin typeface="+mj-lt"/>
                <a:ea typeface="+mj-ea"/>
                <a:cs typeface="+mj-cs"/>
              </a:rPr>
              <a:t> and platforms</a:t>
            </a:r>
            <a:endParaRPr lang="en-IN" dirty="0">
              <a:latin typeface="+mj-lt"/>
              <a:ea typeface="+mj-ea"/>
              <a:cs typeface="+mj-cs"/>
            </a:endParaRPr>
          </a:p>
        </p:txBody>
      </p:sp>
      <p:sp>
        <p:nvSpPr>
          <p:cNvPr id="63" name="Rectangle: Rounded Corners 62">
            <a:extLst>
              <a:ext uri="{FF2B5EF4-FFF2-40B4-BE49-F238E27FC236}">
                <a16:creationId xmlns:a16="http://schemas.microsoft.com/office/drawing/2014/main" id="{0B2A1697-8A9F-CAF8-9406-AB3D6515EAA6}"/>
              </a:ext>
            </a:extLst>
          </p:cNvPr>
          <p:cNvSpPr/>
          <p:nvPr/>
        </p:nvSpPr>
        <p:spPr>
          <a:xfrm>
            <a:off x="354937" y="6098060"/>
            <a:ext cx="11331774" cy="406265"/>
          </a:xfrm>
          <a:prstGeom prst="roundRect">
            <a:avLst>
              <a:gd name="adj" fmla="val 38448"/>
            </a:avLst>
          </a:prstGeom>
          <a:solidFill>
            <a:schemeClr val="accent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b="1" noProof="0">
                <a:solidFill>
                  <a:schemeClr val="tx1"/>
                </a:solidFill>
              </a:rPr>
              <a:t>Capgemini</a:t>
            </a:r>
            <a:r>
              <a:rPr lang="en-US" sz="1200" b="1" noProof="0">
                <a:solidFill>
                  <a:schemeClr val="bg2"/>
                </a:solidFill>
              </a:rPr>
              <a:t> </a:t>
            </a:r>
            <a:r>
              <a:rPr lang="en-US" sz="1200" b="1" noProof="0">
                <a:solidFill>
                  <a:schemeClr val="tx1"/>
                </a:solidFill>
              </a:rPr>
              <a:t>brings deep, lived knowledge of the Liberty ecosystem—built over 17+ years—and applies it</a:t>
            </a:r>
            <a:br>
              <a:rPr lang="en-US" sz="1200" b="1" noProof="0">
                <a:solidFill>
                  <a:schemeClr val="tx1"/>
                </a:solidFill>
              </a:rPr>
            </a:br>
            <a:r>
              <a:rPr lang="en-US" sz="1200" b="1" noProof="0">
                <a:solidFill>
                  <a:schemeClr val="tx1"/>
                </a:solidFill>
              </a:rPr>
              <a:t> directly to deliver faster, lower‑risk cost transformation for Liberty Networks.</a:t>
            </a:r>
          </a:p>
        </p:txBody>
      </p:sp>
    </p:spTree>
    <p:extLst>
      <p:ext uri="{BB962C8B-B14F-4D97-AF65-F5344CB8AC3E}">
        <p14:creationId xmlns:p14="http://schemas.microsoft.com/office/powerpoint/2010/main" val="28856379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E91779-F807-A83F-F98C-DA3315532177}"/>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01423EFA-ABBF-083B-C28F-89F652B3AEB5}"/>
              </a:ext>
            </a:extLst>
          </p:cNvPr>
          <p:cNvSpPr>
            <a:spLocks noGrp="1"/>
          </p:cNvSpPr>
          <p:nvPr>
            <p:ph type="title"/>
          </p:nvPr>
        </p:nvSpPr>
        <p:spPr/>
        <p:txBody>
          <a:bodyPr/>
          <a:lstStyle/>
          <a:p>
            <a:r>
              <a:rPr lang="en-IN"/>
              <a:t>Our understanding of the RFP and Value Proposition</a:t>
            </a:r>
            <a:endParaRPr lang="en-US"/>
          </a:p>
        </p:txBody>
      </p:sp>
    </p:spTree>
    <p:extLst>
      <p:ext uri="{BB962C8B-B14F-4D97-AF65-F5344CB8AC3E}">
        <p14:creationId xmlns:p14="http://schemas.microsoft.com/office/powerpoint/2010/main" val="10465504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B17382-3266-6949-B203-5DB209B8E96F}"/>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32D3EBA9-009E-5816-C671-09B0C4ADE2E3}"/>
              </a:ext>
            </a:extLst>
          </p:cNvPr>
          <p:cNvSpPr/>
          <p:nvPr/>
        </p:nvSpPr>
        <p:spPr>
          <a:xfrm>
            <a:off x="8907" y="1313986"/>
            <a:ext cx="12174186" cy="434109"/>
          </a:xfrm>
          <a:prstGeom prst="rect">
            <a:avLst/>
          </a:prstGeom>
          <a:solidFill>
            <a:schemeClr val="accent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16" name="Rounded Rectangle 34">
            <a:extLst>
              <a:ext uri="{FF2B5EF4-FFF2-40B4-BE49-F238E27FC236}">
                <a16:creationId xmlns:a16="http://schemas.microsoft.com/office/drawing/2014/main" id="{D559EC28-FC48-C1E5-897C-D75487154489}"/>
              </a:ext>
            </a:extLst>
          </p:cNvPr>
          <p:cNvSpPr/>
          <p:nvPr/>
        </p:nvSpPr>
        <p:spPr>
          <a:xfrm>
            <a:off x="6763914" y="1396603"/>
            <a:ext cx="5237197" cy="270414"/>
          </a:xfrm>
          <a:prstGeom prst="roundRect">
            <a:avLst/>
          </a:prstGeom>
          <a:noFill/>
          <a:ln>
            <a:noFill/>
          </a:ln>
        </p:spPr>
        <p:txBody>
          <a:bodyPr lIns="72000" tIns="72000" rIns="72000" bIns="72000" anchor="t"/>
          <a:lstStyle/>
          <a:p>
            <a:pPr marL="0" marR="0" lvl="0" indent="0" defTabSz="914400" rtl="0" eaLnBrk="1" fontAlgn="auto" latinLnBrk="0" hangingPunct="1">
              <a:lnSpc>
                <a:spcPts val="1100"/>
              </a:lnSpc>
              <a:spcBef>
                <a:spcPts val="900"/>
              </a:spcBef>
              <a:spcAft>
                <a:spcPts val="1200"/>
              </a:spcAft>
              <a:buClrTx/>
              <a:buSzTx/>
              <a:buFontTx/>
              <a:buNone/>
              <a:tabLst/>
              <a:defRPr/>
            </a:pPr>
            <a:r>
              <a:rPr kumimoji="0" lang="en-US" sz="1400" b="1" i="0" u="none" strike="noStrike" kern="1200" cap="none" spc="0" normalizeH="0" baseline="0" noProof="0">
                <a:ln>
                  <a:noFill/>
                </a:ln>
                <a:effectLst/>
                <a:uLnTx/>
                <a:uFillTx/>
                <a:ea typeface="+mn-ea"/>
                <a:cs typeface="+mn-cs"/>
              </a:rPr>
              <a:t>Key Challenges to be Addressed</a:t>
            </a:r>
          </a:p>
        </p:txBody>
      </p:sp>
      <p:sp>
        <p:nvSpPr>
          <p:cNvPr id="24" name="Rectangle 23">
            <a:extLst>
              <a:ext uri="{FF2B5EF4-FFF2-40B4-BE49-F238E27FC236}">
                <a16:creationId xmlns:a16="http://schemas.microsoft.com/office/drawing/2014/main" id="{3673AEC6-EEEE-B109-9C0F-162D07974B5D}"/>
              </a:ext>
            </a:extLst>
          </p:cNvPr>
          <p:cNvSpPr/>
          <p:nvPr/>
        </p:nvSpPr>
        <p:spPr>
          <a:xfrm>
            <a:off x="2402536" y="2413151"/>
            <a:ext cx="1245193" cy="1012371"/>
          </a:xfrm>
          <a:prstGeom prst="rect">
            <a:avLst/>
          </a:prstGeom>
          <a:solidFill>
            <a:schemeClr val="bg1">
              <a:lumMod val="95000"/>
            </a:schemeClr>
          </a:solidFill>
          <a:ln w="9525">
            <a:solidFill>
              <a:schemeClr val="accent2"/>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050" dirty="0">
                <a:solidFill>
                  <a:schemeClr val="tx1"/>
                </a:solidFill>
              </a:rPr>
              <a:t> Sustainable Cost Transformation &amp; Value Realization across </a:t>
            </a:r>
            <a:r>
              <a:rPr lang="en-US" sz="1050" b="1" dirty="0">
                <a:solidFill>
                  <a:schemeClr val="tx1"/>
                </a:solidFill>
              </a:rPr>
              <a:t>$250mn </a:t>
            </a:r>
            <a:r>
              <a:rPr lang="en-US" sz="1050" dirty="0">
                <a:solidFill>
                  <a:schemeClr val="tx1"/>
                </a:solidFill>
              </a:rPr>
              <a:t>cost base</a:t>
            </a:r>
            <a:endParaRPr lang="en-GB" sz="1050" dirty="0">
              <a:solidFill>
                <a:schemeClr val="tx1"/>
              </a:solidFill>
            </a:endParaRPr>
          </a:p>
        </p:txBody>
      </p:sp>
      <p:sp>
        <p:nvSpPr>
          <p:cNvPr id="25" name="Oval 76">
            <a:extLst>
              <a:ext uri="{FF2B5EF4-FFF2-40B4-BE49-F238E27FC236}">
                <a16:creationId xmlns:a16="http://schemas.microsoft.com/office/drawing/2014/main" id="{75B07572-EE57-E0CD-E083-0C8DE81998B4}"/>
              </a:ext>
            </a:extLst>
          </p:cNvPr>
          <p:cNvSpPr/>
          <p:nvPr/>
        </p:nvSpPr>
        <p:spPr>
          <a:xfrm>
            <a:off x="2173103" y="2197168"/>
            <a:ext cx="350291" cy="349451"/>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a:ln>
                  <a:noFill/>
                </a:ln>
                <a:solidFill>
                  <a:srgbClr val="FFFFFF"/>
                </a:solidFill>
                <a:effectLst/>
                <a:uLnTx/>
                <a:uFillTx/>
                <a:cs typeface="Arial" panose="020B0604020202020204" pitchFamily="34" charset="0"/>
              </a:rPr>
              <a:t>1</a:t>
            </a:r>
          </a:p>
        </p:txBody>
      </p:sp>
      <p:sp>
        <p:nvSpPr>
          <p:cNvPr id="26" name="Rectangle 25">
            <a:extLst>
              <a:ext uri="{FF2B5EF4-FFF2-40B4-BE49-F238E27FC236}">
                <a16:creationId xmlns:a16="http://schemas.microsoft.com/office/drawing/2014/main" id="{ED6CA02D-A3C3-1673-B6D8-D345E9E0AFD7}"/>
              </a:ext>
            </a:extLst>
          </p:cNvPr>
          <p:cNvSpPr/>
          <p:nvPr/>
        </p:nvSpPr>
        <p:spPr>
          <a:xfrm>
            <a:off x="4410175" y="2413151"/>
            <a:ext cx="1245193" cy="1012371"/>
          </a:xfrm>
          <a:prstGeom prst="rect">
            <a:avLst/>
          </a:prstGeom>
          <a:solidFill>
            <a:schemeClr val="bg1">
              <a:lumMod val="95000"/>
            </a:schemeClr>
          </a:solidFill>
          <a:ln w="9525">
            <a:solidFill>
              <a:schemeClr val="accent2"/>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050">
                <a:solidFill>
                  <a:schemeClr val="tx1"/>
                </a:solidFill>
              </a:rPr>
              <a:t>Vendor Spend Rationalization &amp; Network Unit Cost Optimization</a:t>
            </a:r>
          </a:p>
        </p:txBody>
      </p:sp>
      <p:sp>
        <p:nvSpPr>
          <p:cNvPr id="27" name="Oval 76">
            <a:extLst>
              <a:ext uri="{FF2B5EF4-FFF2-40B4-BE49-F238E27FC236}">
                <a16:creationId xmlns:a16="http://schemas.microsoft.com/office/drawing/2014/main" id="{50964E4E-0A4D-3320-31FE-9F376F54F81E}"/>
              </a:ext>
            </a:extLst>
          </p:cNvPr>
          <p:cNvSpPr/>
          <p:nvPr/>
        </p:nvSpPr>
        <p:spPr>
          <a:xfrm>
            <a:off x="4195608" y="2206762"/>
            <a:ext cx="350291" cy="349451"/>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1">
                <a:solidFill>
                  <a:srgbClr val="FFFFFF"/>
                </a:solidFill>
                <a:cs typeface="Arial" panose="020B0604020202020204" pitchFamily="34" charset="0"/>
              </a:rPr>
              <a:t>2</a:t>
            </a:r>
            <a:endParaRPr kumimoji="0" lang="en-GB" sz="1200" b="1" i="0" u="none" strike="noStrike" kern="1200" cap="none" spc="0" normalizeH="0" baseline="0" noProof="0">
              <a:ln>
                <a:noFill/>
              </a:ln>
              <a:solidFill>
                <a:srgbClr val="FFFFFF"/>
              </a:solidFill>
              <a:effectLst/>
              <a:uLnTx/>
              <a:uFillTx/>
              <a:cs typeface="Arial" panose="020B0604020202020204" pitchFamily="34" charset="0"/>
            </a:endParaRPr>
          </a:p>
        </p:txBody>
      </p:sp>
      <p:sp>
        <p:nvSpPr>
          <p:cNvPr id="30" name="Rectangle 29">
            <a:extLst>
              <a:ext uri="{FF2B5EF4-FFF2-40B4-BE49-F238E27FC236}">
                <a16:creationId xmlns:a16="http://schemas.microsoft.com/office/drawing/2014/main" id="{6BE03DED-C449-EF58-3C45-A03CEA582DAD}"/>
              </a:ext>
            </a:extLst>
          </p:cNvPr>
          <p:cNvSpPr/>
          <p:nvPr/>
        </p:nvSpPr>
        <p:spPr>
          <a:xfrm>
            <a:off x="4410175" y="3731512"/>
            <a:ext cx="1245193" cy="799035"/>
          </a:xfrm>
          <a:prstGeom prst="rect">
            <a:avLst/>
          </a:prstGeom>
          <a:solidFill>
            <a:schemeClr val="bg1">
              <a:lumMod val="95000"/>
            </a:schemeClr>
          </a:solidFill>
          <a:ln w="9525">
            <a:solidFill>
              <a:schemeClr val="accent2"/>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IN" sz="1050">
                <a:solidFill>
                  <a:schemeClr val="tx1"/>
                </a:solidFill>
              </a:rPr>
              <a:t>AI solutions implemented &amp; adopted</a:t>
            </a:r>
          </a:p>
        </p:txBody>
      </p:sp>
      <p:sp>
        <p:nvSpPr>
          <p:cNvPr id="31" name="Oval 76">
            <a:extLst>
              <a:ext uri="{FF2B5EF4-FFF2-40B4-BE49-F238E27FC236}">
                <a16:creationId xmlns:a16="http://schemas.microsoft.com/office/drawing/2014/main" id="{FFAD8482-530B-321D-F0B6-0E3880637BA4}"/>
              </a:ext>
            </a:extLst>
          </p:cNvPr>
          <p:cNvSpPr/>
          <p:nvPr/>
        </p:nvSpPr>
        <p:spPr>
          <a:xfrm>
            <a:off x="4217920" y="3578760"/>
            <a:ext cx="350291" cy="349451"/>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1">
                <a:solidFill>
                  <a:srgbClr val="FFFFFF"/>
                </a:solidFill>
                <a:cs typeface="Arial" panose="020B0604020202020204" pitchFamily="34" charset="0"/>
              </a:rPr>
              <a:t>4</a:t>
            </a:r>
            <a:endParaRPr kumimoji="0" lang="en-GB" sz="1200" b="1" i="0" u="none" strike="noStrike" kern="1200" cap="none" spc="0" normalizeH="0" baseline="0" noProof="0">
              <a:ln>
                <a:noFill/>
              </a:ln>
              <a:solidFill>
                <a:srgbClr val="FFFFFF"/>
              </a:solidFill>
              <a:effectLst/>
              <a:uLnTx/>
              <a:uFillTx/>
              <a:cs typeface="Arial" panose="020B0604020202020204" pitchFamily="34" charset="0"/>
            </a:endParaRPr>
          </a:p>
        </p:txBody>
      </p:sp>
      <p:sp>
        <p:nvSpPr>
          <p:cNvPr id="32" name="Rectangle 31">
            <a:extLst>
              <a:ext uri="{FF2B5EF4-FFF2-40B4-BE49-F238E27FC236}">
                <a16:creationId xmlns:a16="http://schemas.microsoft.com/office/drawing/2014/main" id="{EAF557EB-D286-8D6C-0975-579CD5DDC431}"/>
              </a:ext>
            </a:extLst>
          </p:cNvPr>
          <p:cNvSpPr/>
          <p:nvPr/>
        </p:nvSpPr>
        <p:spPr>
          <a:xfrm>
            <a:off x="2402536" y="5066808"/>
            <a:ext cx="1245193" cy="933576"/>
          </a:xfrm>
          <a:prstGeom prst="rect">
            <a:avLst/>
          </a:prstGeom>
          <a:solidFill>
            <a:schemeClr val="bg1">
              <a:lumMod val="95000"/>
            </a:schemeClr>
          </a:solidFill>
          <a:ln w="9525">
            <a:solidFill>
              <a:schemeClr val="accent2"/>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IN" sz="1050">
                <a:solidFill>
                  <a:schemeClr val="tx1"/>
                </a:solidFill>
              </a:rPr>
              <a:t>Strong KPIs, Governance office setup + Change Management</a:t>
            </a:r>
          </a:p>
        </p:txBody>
      </p:sp>
      <p:sp>
        <p:nvSpPr>
          <p:cNvPr id="33" name="Oval 76">
            <a:extLst>
              <a:ext uri="{FF2B5EF4-FFF2-40B4-BE49-F238E27FC236}">
                <a16:creationId xmlns:a16="http://schemas.microsoft.com/office/drawing/2014/main" id="{E203D272-915F-ED32-F789-3FB9753BFBEA}"/>
              </a:ext>
            </a:extLst>
          </p:cNvPr>
          <p:cNvSpPr/>
          <p:nvPr/>
        </p:nvSpPr>
        <p:spPr>
          <a:xfrm>
            <a:off x="2207351" y="4897584"/>
            <a:ext cx="350291" cy="349451"/>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1">
                <a:solidFill>
                  <a:srgbClr val="FFFFFF"/>
                </a:solidFill>
                <a:cs typeface="Arial" panose="020B0604020202020204" pitchFamily="34" charset="0"/>
              </a:rPr>
              <a:t>5</a:t>
            </a:r>
            <a:endParaRPr kumimoji="0" lang="en-GB" sz="1200" b="1" i="0" u="none" strike="noStrike" kern="1200" cap="none" spc="0" normalizeH="0" baseline="0" noProof="0">
              <a:ln>
                <a:noFill/>
              </a:ln>
              <a:solidFill>
                <a:srgbClr val="FFFFFF"/>
              </a:solidFill>
              <a:effectLst/>
              <a:uLnTx/>
              <a:uFillTx/>
              <a:cs typeface="Arial" panose="020B0604020202020204" pitchFamily="34" charset="0"/>
            </a:endParaRPr>
          </a:p>
        </p:txBody>
      </p:sp>
      <p:sp>
        <p:nvSpPr>
          <p:cNvPr id="34" name="Rectangle 33">
            <a:extLst>
              <a:ext uri="{FF2B5EF4-FFF2-40B4-BE49-F238E27FC236}">
                <a16:creationId xmlns:a16="http://schemas.microsoft.com/office/drawing/2014/main" id="{B342CCC6-3394-C34A-3DD0-27C5566FCFDA}"/>
              </a:ext>
            </a:extLst>
          </p:cNvPr>
          <p:cNvSpPr/>
          <p:nvPr/>
        </p:nvSpPr>
        <p:spPr>
          <a:xfrm>
            <a:off x="4410175" y="5066808"/>
            <a:ext cx="1245193" cy="933576"/>
          </a:xfrm>
          <a:prstGeom prst="rect">
            <a:avLst/>
          </a:prstGeom>
          <a:solidFill>
            <a:schemeClr val="bg1">
              <a:lumMod val="95000"/>
            </a:schemeClr>
          </a:solidFill>
          <a:ln w="9525">
            <a:solidFill>
              <a:schemeClr val="accent2"/>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IN" sz="1050">
                <a:solidFill>
                  <a:schemeClr val="tx1"/>
                </a:solidFill>
              </a:rPr>
              <a:t>Savings‑linked fee alignment</a:t>
            </a:r>
          </a:p>
        </p:txBody>
      </p:sp>
      <p:sp>
        <p:nvSpPr>
          <p:cNvPr id="35" name="Oval 76">
            <a:extLst>
              <a:ext uri="{FF2B5EF4-FFF2-40B4-BE49-F238E27FC236}">
                <a16:creationId xmlns:a16="http://schemas.microsoft.com/office/drawing/2014/main" id="{DAA1FD43-1BEF-E14E-9C83-8AD3B4EA9184}"/>
              </a:ext>
            </a:extLst>
          </p:cNvPr>
          <p:cNvSpPr/>
          <p:nvPr/>
        </p:nvSpPr>
        <p:spPr>
          <a:xfrm>
            <a:off x="4217920" y="4914642"/>
            <a:ext cx="350291" cy="349451"/>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1">
                <a:solidFill>
                  <a:srgbClr val="FFFFFF"/>
                </a:solidFill>
                <a:cs typeface="Arial" panose="020B0604020202020204" pitchFamily="34" charset="0"/>
              </a:rPr>
              <a:t>6</a:t>
            </a:r>
            <a:endParaRPr kumimoji="0" lang="en-GB" sz="1200" b="1" i="0" u="none" strike="noStrike" kern="1200" cap="none" spc="0" normalizeH="0" baseline="0" noProof="0">
              <a:ln>
                <a:noFill/>
              </a:ln>
              <a:solidFill>
                <a:srgbClr val="FFFFFF"/>
              </a:solidFill>
              <a:effectLst/>
              <a:uLnTx/>
              <a:uFillTx/>
              <a:cs typeface="Arial" panose="020B0604020202020204" pitchFamily="34" charset="0"/>
            </a:endParaRPr>
          </a:p>
        </p:txBody>
      </p:sp>
      <p:sp>
        <p:nvSpPr>
          <p:cNvPr id="39" name="Rectangle 38">
            <a:extLst>
              <a:ext uri="{FF2B5EF4-FFF2-40B4-BE49-F238E27FC236}">
                <a16:creationId xmlns:a16="http://schemas.microsoft.com/office/drawing/2014/main" id="{FED28DD0-2A35-CE59-45B9-8CF5A4EF7D30}"/>
              </a:ext>
            </a:extLst>
          </p:cNvPr>
          <p:cNvSpPr/>
          <p:nvPr/>
        </p:nvSpPr>
        <p:spPr>
          <a:xfrm>
            <a:off x="2382160" y="3731512"/>
            <a:ext cx="1245193" cy="799035"/>
          </a:xfrm>
          <a:prstGeom prst="rect">
            <a:avLst/>
          </a:prstGeom>
          <a:solidFill>
            <a:schemeClr val="bg1">
              <a:lumMod val="95000"/>
            </a:schemeClr>
          </a:solidFill>
          <a:ln w="9525">
            <a:solidFill>
              <a:schemeClr val="accent2"/>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050">
                <a:solidFill>
                  <a:schemeClr val="tx1"/>
                </a:solidFill>
              </a:rPr>
              <a:t>Rapid in year savings coupled with quick wins</a:t>
            </a:r>
            <a:endParaRPr lang="en-US" sz="1050" err="1">
              <a:solidFill>
                <a:schemeClr val="tx1"/>
              </a:solidFill>
            </a:endParaRPr>
          </a:p>
        </p:txBody>
      </p:sp>
      <p:sp>
        <p:nvSpPr>
          <p:cNvPr id="40" name="Oval 76">
            <a:extLst>
              <a:ext uri="{FF2B5EF4-FFF2-40B4-BE49-F238E27FC236}">
                <a16:creationId xmlns:a16="http://schemas.microsoft.com/office/drawing/2014/main" id="{B879EE78-2D36-DB7C-73F4-65F616A2A5AF}"/>
              </a:ext>
            </a:extLst>
          </p:cNvPr>
          <p:cNvSpPr/>
          <p:nvPr/>
        </p:nvSpPr>
        <p:spPr>
          <a:xfrm>
            <a:off x="2173103" y="3563404"/>
            <a:ext cx="350291" cy="349451"/>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1">
                <a:solidFill>
                  <a:srgbClr val="FFFFFF"/>
                </a:solidFill>
                <a:cs typeface="Arial" panose="020B0604020202020204" pitchFamily="34" charset="0"/>
              </a:rPr>
              <a:t>3</a:t>
            </a:r>
            <a:endParaRPr kumimoji="0" lang="en-GB" sz="1200" b="1" i="0" u="none" strike="noStrike" kern="1200" cap="none" spc="0" normalizeH="0" baseline="0" noProof="0">
              <a:ln>
                <a:noFill/>
              </a:ln>
              <a:solidFill>
                <a:srgbClr val="FFFFFF"/>
              </a:solidFill>
              <a:effectLst/>
              <a:uLnTx/>
              <a:uFillTx/>
              <a:cs typeface="Arial" panose="020B0604020202020204" pitchFamily="34" charset="0"/>
            </a:endParaRPr>
          </a:p>
        </p:txBody>
      </p:sp>
      <p:grpSp>
        <p:nvGrpSpPr>
          <p:cNvPr id="70" name="Group 69">
            <a:extLst>
              <a:ext uri="{FF2B5EF4-FFF2-40B4-BE49-F238E27FC236}">
                <a16:creationId xmlns:a16="http://schemas.microsoft.com/office/drawing/2014/main" id="{2B69A4B2-3B2D-BF14-96CD-C568ECE62003}"/>
              </a:ext>
            </a:extLst>
          </p:cNvPr>
          <p:cNvGrpSpPr/>
          <p:nvPr/>
        </p:nvGrpSpPr>
        <p:grpSpPr>
          <a:xfrm>
            <a:off x="1965386" y="5370588"/>
            <a:ext cx="962164" cy="814857"/>
            <a:chOff x="1440445" y="5395989"/>
            <a:chExt cx="962164" cy="814857"/>
          </a:xfrm>
        </p:grpSpPr>
        <p:sp>
          <p:nvSpPr>
            <p:cNvPr id="42" name="Rectangle 41">
              <a:extLst>
                <a:ext uri="{FF2B5EF4-FFF2-40B4-BE49-F238E27FC236}">
                  <a16:creationId xmlns:a16="http://schemas.microsoft.com/office/drawing/2014/main" id="{D697B0FB-4F2C-BE6B-6B3B-197F4105F162}"/>
                </a:ext>
              </a:extLst>
            </p:cNvPr>
            <p:cNvSpPr/>
            <p:nvPr/>
          </p:nvSpPr>
          <p:spPr>
            <a:xfrm>
              <a:off x="1440445" y="5395989"/>
              <a:ext cx="78205" cy="7854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err="1"/>
            </a:p>
          </p:txBody>
        </p:sp>
        <p:sp>
          <p:nvSpPr>
            <p:cNvPr id="43" name="Rectangle 42">
              <a:extLst>
                <a:ext uri="{FF2B5EF4-FFF2-40B4-BE49-F238E27FC236}">
                  <a16:creationId xmlns:a16="http://schemas.microsoft.com/office/drawing/2014/main" id="{27811981-A2D5-BDDE-E715-FE50355F3444}"/>
                </a:ext>
              </a:extLst>
            </p:cNvPr>
            <p:cNvSpPr/>
            <p:nvPr/>
          </p:nvSpPr>
          <p:spPr>
            <a:xfrm rot="16200000">
              <a:off x="1891864" y="5700101"/>
              <a:ext cx="71095" cy="9503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err="1"/>
            </a:p>
          </p:txBody>
        </p:sp>
      </p:grpSp>
      <p:grpSp>
        <p:nvGrpSpPr>
          <p:cNvPr id="45" name="Group 44">
            <a:extLst>
              <a:ext uri="{FF2B5EF4-FFF2-40B4-BE49-F238E27FC236}">
                <a16:creationId xmlns:a16="http://schemas.microsoft.com/office/drawing/2014/main" id="{96B4E16B-ED2A-6199-9BE3-1F9A8577DCB3}"/>
              </a:ext>
            </a:extLst>
          </p:cNvPr>
          <p:cNvGrpSpPr/>
          <p:nvPr/>
        </p:nvGrpSpPr>
        <p:grpSpPr>
          <a:xfrm rot="10800000" flipV="1">
            <a:off x="4908938" y="5433253"/>
            <a:ext cx="1051257" cy="745879"/>
            <a:chOff x="270568" y="5113164"/>
            <a:chExt cx="1539147" cy="902514"/>
          </a:xfrm>
        </p:grpSpPr>
        <p:sp>
          <p:nvSpPr>
            <p:cNvPr id="46" name="Rectangle 45">
              <a:extLst>
                <a:ext uri="{FF2B5EF4-FFF2-40B4-BE49-F238E27FC236}">
                  <a16:creationId xmlns:a16="http://schemas.microsoft.com/office/drawing/2014/main" id="{AACBB2FD-4628-C45B-E33B-87C80D83C2D2}"/>
                </a:ext>
              </a:extLst>
            </p:cNvPr>
            <p:cNvSpPr/>
            <p:nvPr/>
          </p:nvSpPr>
          <p:spPr>
            <a:xfrm>
              <a:off x="270568" y="5113164"/>
              <a:ext cx="78205" cy="86399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err="1"/>
            </a:p>
          </p:txBody>
        </p:sp>
        <p:sp>
          <p:nvSpPr>
            <p:cNvPr id="47" name="Rectangle 46">
              <a:extLst>
                <a:ext uri="{FF2B5EF4-FFF2-40B4-BE49-F238E27FC236}">
                  <a16:creationId xmlns:a16="http://schemas.microsoft.com/office/drawing/2014/main" id="{C80F3C7B-7C27-438B-2D59-55DCE7783E77}"/>
                </a:ext>
              </a:extLst>
            </p:cNvPr>
            <p:cNvSpPr/>
            <p:nvPr/>
          </p:nvSpPr>
          <p:spPr>
            <a:xfrm rot="16200000">
              <a:off x="1005302" y="5211266"/>
              <a:ext cx="78205" cy="15306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err="1"/>
            </a:p>
          </p:txBody>
        </p:sp>
      </p:grpSp>
      <p:grpSp>
        <p:nvGrpSpPr>
          <p:cNvPr id="48" name="Group 47">
            <a:extLst>
              <a:ext uri="{FF2B5EF4-FFF2-40B4-BE49-F238E27FC236}">
                <a16:creationId xmlns:a16="http://schemas.microsoft.com/office/drawing/2014/main" id="{9B7A4B87-392F-61B5-12AE-E5A0F17D1909}"/>
              </a:ext>
            </a:extLst>
          </p:cNvPr>
          <p:cNvGrpSpPr/>
          <p:nvPr/>
        </p:nvGrpSpPr>
        <p:grpSpPr>
          <a:xfrm flipV="1">
            <a:off x="1932644" y="1995329"/>
            <a:ext cx="1051257" cy="893264"/>
            <a:chOff x="270568" y="4826744"/>
            <a:chExt cx="1539147" cy="1188934"/>
          </a:xfrm>
        </p:grpSpPr>
        <p:sp>
          <p:nvSpPr>
            <p:cNvPr id="49" name="Rectangle 48">
              <a:extLst>
                <a:ext uri="{FF2B5EF4-FFF2-40B4-BE49-F238E27FC236}">
                  <a16:creationId xmlns:a16="http://schemas.microsoft.com/office/drawing/2014/main" id="{8921B366-AA6F-5034-7B81-B8E78157B283}"/>
                </a:ext>
              </a:extLst>
            </p:cNvPr>
            <p:cNvSpPr/>
            <p:nvPr/>
          </p:nvSpPr>
          <p:spPr>
            <a:xfrm>
              <a:off x="270568" y="4826744"/>
              <a:ext cx="78205" cy="114997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err="1"/>
            </a:p>
          </p:txBody>
        </p:sp>
        <p:sp>
          <p:nvSpPr>
            <p:cNvPr id="50" name="Rectangle 49">
              <a:extLst>
                <a:ext uri="{FF2B5EF4-FFF2-40B4-BE49-F238E27FC236}">
                  <a16:creationId xmlns:a16="http://schemas.microsoft.com/office/drawing/2014/main" id="{B1E63808-9CF6-6468-56E2-F7CDC9B47730}"/>
                </a:ext>
              </a:extLst>
            </p:cNvPr>
            <p:cNvSpPr/>
            <p:nvPr/>
          </p:nvSpPr>
          <p:spPr>
            <a:xfrm rot="16200000">
              <a:off x="1005302" y="5211266"/>
              <a:ext cx="78205" cy="15306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err="1"/>
            </a:p>
          </p:txBody>
        </p:sp>
      </p:grpSp>
      <p:grpSp>
        <p:nvGrpSpPr>
          <p:cNvPr id="51" name="Group 50">
            <a:extLst>
              <a:ext uri="{FF2B5EF4-FFF2-40B4-BE49-F238E27FC236}">
                <a16:creationId xmlns:a16="http://schemas.microsoft.com/office/drawing/2014/main" id="{F045A12D-FC77-73B6-0B7D-625C97E15590}"/>
              </a:ext>
            </a:extLst>
          </p:cNvPr>
          <p:cNvGrpSpPr/>
          <p:nvPr/>
        </p:nvGrpSpPr>
        <p:grpSpPr>
          <a:xfrm rot="10800000">
            <a:off x="4894689" y="1987788"/>
            <a:ext cx="1051259" cy="754349"/>
            <a:chOff x="270568" y="5102915"/>
            <a:chExt cx="1539147" cy="912763"/>
          </a:xfrm>
        </p:grpSpPr>
        <p:sp>
          <p:nvSpPr>
            <p:cNvPr id="52" name="Rectangle 51">
              <a:extLst>
                <a:ext uri="{FF2B5EF4-FFF2-40B4-BE49-F238E27FC236}">
                  <a16:creationId xmlns:a16="http://schemas.microsoft.com/office/drawing/2014/main" id="{8BBAF5A0-18DD-79AC-B25A-7A0F0109E29B}"/>
                </a:ext>
              </a:extLst>
            </p:cNvPr>
            <p:cNvSpPr/>
            <p:nvPr/>
          </p:nvSpPr>
          <p:spPr>
            <a:xfrm>
              <a:off x="270568" y="5102915"/>
              <a:ext cx="78205" cy="863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err="1"/>
            </a:p>
          </p:txBody>
        </p:sp>
        <p:sp>
          <p:nvSpPr>
            <p:cNvPr id="53" name="Rectangle 52">
              <a:extLst>
                <a:ext uri="{FF2B5EF4-FFF2-40B4-BE49-F238E27FC236}">
                  <a16:creationId xmlns:a16="http://schemas.microsoft.com/office/drawing/2014/main" id="{86BE3B33-F865-7F59-AC8B-6DC643369C60}"/>
                </a:ext>
              </a:extLst>
            </p:cNvPr>
            <p:cNvSpPr/>
            <p:nvPr/>
          </p:nvSpPr>
          <p:spPr>
            <a:xfrm rot="16200000">
              <a:off x="1005302" y="5211266"/>
              <a:ext cx="78205" cy="15306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err="1"/>
            </a:p>
          </p:txBody>
        </p:sp>
      </p:grpSp>
      <p:sp>
        <p:nvSpPr>
          <p:cNvPr id="54" name="Title 3">
            <a:extLst>
              <a:ext uri="{FF2B5EF4-FFF2-40B4-BE49-F238E27FC236}">
                <a16:creationId xmlns:a16="http://schemas.microsoft.com/office/drawing/2014/main" id="{090CF1A6-7989-E298-C580-23310C6B582F}"/>
              </a:ext>
            </a:extLst>
          </p:cNvPr>
          <p:cNvSpPr txBox="1">
            <a:spLocks noGrp="1"/>
          </p:cNvSpPr>
          <p:nvPr>
            <p:ph type="title"/>
          </p:nvPr>
        </p:nvSpPr>
        <p:spPr>
          <a:xfrm>
            <a:off x="2655191" y="1397135"/>
            <a:ext cx="2352179" cy="286232"/>
          </a:xfrm>
          <a:prstGeom prst="rect">
            <a:avLst/>
          </a:prstGeom>
          <a:noFill/>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en-US" sz="1400" b="1" cap="none">
                <a:solidFill>
                  <a:srgbClr val="FFFFFF"/>
                </a:solidFill>
                <a:latin typeface="+mn-lt"/>
              </a:rPr>
              <a:t>Business Objectives</a:t>
            </a:r>
            <a:endParaRPr lang="en-US" sz="1400" b="1">
              <a:latin typeface="+mn-lt"/>
            </a:endParaRPr>
          </a:p>
        </p:txBody>
      </p:sp>
      <p:sp>
        <p:nvSpPr>
          <p:cNvPr id="55" name="Textplatzhalter 7">
            <a:extLst>
              <a:ext uri="{FF2B5EF4-FFF2-40B4-BE49-F238E27FC236}">
                <a16:creationId xmlns:a16="http://schemas.microsoft.com/office/drawing/2014/main" id="{2A4FEE19-685A-135E-A003-50BEBD8346C1}"/>
              </a:ext>
            </a:extLst>
          </p:cNvPr>
          <p:cNvSpPr txBox="1">
            <a:spLocks/>
          </p:cNvSpPr>
          <p:nvPr/>
        </p:nvSpPr>
        <p:spPr bwMode="gray">
          <a:xfrm>
            <a:off x="6844230" y="1775242"/>
            <a:ext cx="5219171" cy="1002563"/>
          </a:xfrm>
          <a:prstGeom prst="rect">
            <a:avLst/>
          </a:prstGeom>
        </p:spPr>
        <p:txBody>
          <a:bodyPr lIns="0" tIns="0" rIns="0" bIns="0" anchor="ctr"/>
          <a:lstStyle>
            <a:lvl1pPr marL="0" indent="0" algn="l" defTabSz="914400" rtl="0" eaLnBrk="1" latinLnBrk="0" hangingPunct="1">
              <a:spcBef>
                <a:spcPts val="0"/>
              </a:spcBef>
              <a:spcAft>
                <a:spcPts val="600"/>
              </a:spcAft>
              <a:buFont typeface="Arial" panose="020B0604020202020204" pitchFamily="34" charset="0"/>
              <a:buNone/>
              <a:defRPr sz="1400" kern="1200" cap="none" baseline="0">
                <a:solidFill>
                  <a:schemeClr val="tx1"/>
                </a:solidFill>
                <a:latin typeface="+mn-lt"/>
                <a:ea typeface="+mn-ea"/>
                <a:cs typeface="+mn-cs"/>
              </a:defRPr>
            </a:lvl1pPr>
            <a:lvl2pPr marL="0" indent="0" algn="l" defTabSz="914400" rtl="0" eaLnBrk="1" latinLnBrk="0" hangingPunct="1">
              <a:spcBef>
                <a:spcPts val="0"/>
              </a:spcBef>
              <a:spcAft>
                <a:spcPts val="600"/>
              </a:spcAft>
              <a:buFont typeface="Arial" panose="020B0604020202020204" pitchFamily="34" charset="0"/>
              <a:buNone/>
              <a:defRPr sz="1400" kern="1200" cap="none">
                <a:solidFill>
                  <a:schemeClr val="tx1"/>
                </a:solidFill>
                <a:latin typeface="+mn-lt"/>
                <a:ea typeface="+mn-ea"/>
                <a:cs typeface="+mn-cs"/>
              </a:defRPr>
            </a:lvl2pPr>
            <a:lvl3pPr marL="0" indent="0" algn="l" defTabSz="914400" rtl="0" eaLnBrk="1" latinLnBrk="0" hangingPunct="1">
              <a:spcBef>
                <a:spcPts val="0"/>
              </a:spcBef>
              <a:spcAft>
                <a:spcPts val="600"/>
              </a:spcAft>
              <a:buClr>
                <a:schemeClr val="bg2"/>
              </a:buClr>
              <a:buFont typeface="Symbol" panose="05050102010706020507" pitchFamily="18" charset="2"/>
              <a:buNone/>
              <a:defRPr sz="1400" kern="1200" cap="none">
                <a:solidFill>
                  <a:schemeClr val="tx1"/>
                </a:solidFill>
                <a:latin typeface="+mn-lt"/>
                <a:ea typeface="+mn-ea"/>
                <a:cs typeface="+mn-cs"/>
              </a:defRPr>
            </a:lvl3pPr>
            <a:lvl4pPr marL="0" indent="0" algn="l" defTabSz="914400" rtl="0" eaLnBrk="1" latinLnBrk="0" hangingPunct="1">
              <a:spcBef>
                <a:spcPts val="0"/>
              </a:spcBef>
              <a:spcAft>
                <a:spcPts val="600"/>
              </a:spcAft>
              <a:buClr>
                <a:schemeClr val="bg1">
                  <a:lumMod val="65000"/>
                </a:schemeClr>
              </a:buClr>
              <a:buFont typeface="Symbol" panose="05050102010706020507" pitchFamily="18" charset="2"/>
              <a:buNone/>
              <a:defRPr sz="1400" kern="1200" cap="none">
                <a:solidFill>
                  <a:schemeClr val="tx1"/>
                </a:solidFill>
                <a:latin typeface="+mn-lt"/>
                <a:ea typeface="+mn-ea"/>
                <a:cs typeface="+mn-cs"/>
              </a:defRPr>
            </a:lvl4pPr>
            <a:lvl5pPr marL="0" indent="0" algn="l" defTabSz="914400" rtl="0" eaLnBrk="1" latinLnBrk="0" hangingPunct="1">
              <a:spcBef>
                <a:spcPts val="0"/>
              </a:spcBef>
              <a:spcAft>
                <a:spcPts val="600"/>
              </a:spcAft>
              <a:buClr>
                <a:schemeClr val="bg1">
                  <a:lumMod val="65000"/>
                </a:schemeClr>
              </a:buClr>
              <a:buFont typeface="Symbol" panose="05050102010706020507" pitchFamily="18" charset="2"/>
              <a:buNone/>
              <a:defRPr sz="1400" kern="1200" cap="none">
                <a:solidFill>
                  <a:schemeClr val="tx1"/>
                </a:solidFill>
                <a:latin typeface="+mn-lt"/>
                <a:ea typeface="+mn-ea"/>
                <a:cs typeface="+mn-cs"/>
              </a:defRPr>
            </a:lvl5pPr>
            <a:lvl6pPr marL="0" indent="0" algn="l" defTabSz="914400" rtl="0" eaLnBrk="1" latinLnBrk="0" hangingPunct="1">
              <a:spcBef>
                <a:spcPts val="0"/>
              </a:spcBef>
              <a:spcAft>
                <a:spcPts val="600"/>
              </a:spcAft>
              <a:buClr>
                <a:schemeClr val="bg1">
                  <a:lumMod val="65000"/>
                </a:schemeClr>
              </a:buClr>
              <a:buFont typeface="Symbol" panose="05050102010706020507" pitchFamily="18" charset="2"/>
              <a:buNone/>
              <a:defRPr sz="1400" kern="1200" cap="none">
                <a:solidFill>
                  <a:schemeClr val="tx1"/>
                </a:solidFill>
                <a:latin typeface="+mn-lt"/>
                <a:ea typeface="+mn-ea"/>
                <a:cs typeface="+mn-cs"/>
              </a:defRPr>
            </a:lvl6pPr>
            <a:lvl7pPr marL="0" indent="0" algn="l" defTabSz="914400" rtl="0" eaLnBrk="1" latinLnBrk="0" hangingPunct="1">
              <a:spcBef>
                <a:spcPts val="0"/>
              </a:spcBef>
              <a:spcAft>
                <a:spcPts val="600"/>
              </a:spcAft>
              <a:buClr>
                <a:schemeClr val="bg1">
                  <a:lumMod val="65000"/>
                </a:schemeClr>
              </a:buClr>
              <a:buFont typeface="Symbol" panose="05050102010706020507" pitchFamily="18" charset="2"/>
              <a:buNone/>
              <a:defRPr sz="1400" kern="1200" cap="none">
                <a:solidFill>
                  <a:schemeClr val="tx1"/>
                </a:solidFill>
                <a:latin typeface="+mn-lt"/>
                <a:ea typeface="+mn-ea"/>
                <a:cs typeface="+mn-cs"/>
              </a:defRPr>
            </a:lvl7pPr>
            <a:lvl8pPr marL="0" indent="0" algn="l" defTabSz="914400" rtl="0" eaLnBrk="1" latinLnBrk="0" hangingPunct="1">
              <a:spcBef>
                <a:spcPts val="0"/>
              </a:spcBef>
              <a:spcAft>
                <a:spcPts val="600"/>
              </a:spcAft>
              <a:buClr>
                <a:schemeClr val="bg1">
                  <a:lumMod val="65000"/>
                </a:schemeClr>
              </a:buClr>
              <a:buFont typeface="Symbol" panose="05050102010706020507" pitchFamily="18" charset="2"/>
              <a:buNone/>
              <a:defRPr sz="1400" kern="1200" cap="none">
                <a:solidFill>
                  <a:schemeClr val="tx1"/>
                </a:solidFill>
                <a:latin typeface="+mn-lt"/>
                <a:ea typeface="+mn-ea"/>
                <a:cs typeface="+mn-cs"/>
              </a:defRPr>
            </a:lvl8pPr>
            <a:lvl9pPr marL="0" indent="0" algn="l" defTabSz="914400" rtl="0" eaLnBrk="1" latinLnBrk="0" hangingPunct="1">
              <a:spcBef>
                <a:spcPts val="0"/>
              </a:spcBef>
              <a:spcAft>
                <a:spcPts val="600"/>
              </a:spcAft>
              <a:buClr>
                <a:schemeClr val="bg1">
                  <a:lumMod val="65000"/>
                </a:schemeClr>
              </a:buClr>
              <a:buFont typeface="Symbol" panose="05050102010706020507" pitchFamily="18" charset="2"/>
              <a:buNone/>
              <a:defRPr sz="1400" kern="1200" cap="none">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1200" b="1" i="0" u="none" strike="noStrike" kern="1200" cap="all" spc="0" normalizeH="0" baseline="0" noProof="0">
                <a:ln>
                  <a:noFill/>
                </a:ln>
                <a:solidFill>
                  <a:schemeClr val="accent2"/>
                </a:solidFill>
                <a:effectLst/>
                <a:uLnTx/>
                <a:uFillTx/>
                <a:cs typeface="Arial" panose="020B0604020202020204" pitchFamily="34" charset="0"/>
              </a:rPr>
              <a:t>Higher Addressable Network Costs</a:t>
            </a:r>
          </a:p>
          <a:p>
            <a:pPr marR="0" indent="0" algn="just" fontAlgn="auto">
              <a:lnSpc>
                <a:spcPct val="100000"/>
              </a:lnSpc>
              <a:spcBef>
                <a:spcPts val="0"/>
              </a:spcBef>
              <a:buClrTx/>
              <a:buSzTx/>
              <a:buFont typeface="Arial" panose="020B0604020202020204" pitchFamily="34" charset="0"/>
              <a:buNone/>
              <a:tabLst/>
              <a:defRPr/>
            </a:pPr>
            <a:r>
              <a:rPr lang="en-US" sz="1100">
                <a:solidFill>
                  <a:srgbClr val="FFFFFF"/>
                </a:solidFill>
                <a:cs typeface="Arial" panose="020B0604020202020204" pitchFamily="34" charset="0"/>
              </a:rPr>
              <a:t>High costs incurred across categories (COGS, Labor &amp; Benefits, Network, Facilities &amp; Real Estate, Professional Fees &amp; IT, Others (</a:t>
            </a:r>
            <a:r>
              <a:rPr lang="pt-BR" sz="1100">
                <a:solidFill>
                  <a:srgbClr val="FFFFFF"/>
                </a:solidFill>
                <a:cs typeface="Arial" panose="020B0604020202020204" pitchFamily="34" charset="0"/>
              </a:rPr>
              <a:t>(incl. S&amp;M, travel, etc.)</a:t>
            </a:r>
            <a:r>
              <a:rPr lang="en-US" sz="1100">
                <a:solidFill>
                  <a:srgbClr val="FFFFFF"/>
                </a:solidFill>
                <a:cs typeface="Arial" panose="020B0604020202020204" pitchFamily="34" charset="0"/>
              </a:rPr>
              <a:t>, Capex). Higher than industry benchmarks &amp;  best in class targets</a:t>
            </a:r>
          </a:p>
        </p:txBody>
      </p:sp>
      <p:pic>
        <p:nvPicPr>
          <p:cNvPr id="56" name="Picture 10" descr="address logo 10 free Cliparts | Download images on Clipground 2025">
            <a:extLst>
              <a:ext uri="{FF2B5EF4-FFF2-40B4-BE49-F238E27FC236}">
                <a16:creationId xmlns:a16="http://schemas.microsoft.com/office/drawing/2014/main" id="{0D5B5C90-F24C-D2B7-E3C5-4A36189D728E}"/>
              </a:ext>
            </a:extLst>
          </p:cNvPr>
          <p:cNvPicPr>
            <a:picLocks noChangeAspect="1" noChangeArrowheads="1"/>
          </p:cNvPicPr>
          <p:nvPr/>
        </p:nvPicPr>
        <p:blipFill rotWithShape="1">
          <a:blip r:embed="rId3">
            <a:duotone>
              <a:schemeClr val="accent1">
                <a:shade val="45000"/>
                <a:satMod val="135000"/>
              </a:schemeClr>
              <a:prstClr val="white"/>
            </a:duotone>
            <a:extLst>
              <a:ext uri="{BEBA8EAE-BF5A-486C-A8C5-ECC9F3942E4B}">
                <a14:imgProps xmlns:a14="http://schemas.microsoft.com/office/drawing/2010/main">
                  <a14:imgLayer r:embed="rId4">
                    <a14:imgEffect>
                      <a14:backgroundRemoval t="3308" b="89967" l="10000" r="90000">
                        <a14:foregroundMark x1="34615" y1="21830" x2="34615" y2="21830"/>
                        <a14:foregroundMark x1="52308" y1="56670" x2="52308" y2="56670"/>
                        <a14:foregroundMark x1="55934" y1="26792" x2="55934" y2="26792"/>
                        <a14:foregroundMark x1="65385" y1="36825" x2="65385" y2="36825"/>
                        <a14:foregroundMark x1="53407" y1="51709" x2="40879" y2="38479"/>
                        <a14:foregroundMark x1="40879" y1="38479" x2="36484" y2="26240"/>
                        <a14:foregroundMark x1="36484" y1="26240" x2="36154" y2="18302"/>
                        <a14:foregroundMark x1="33956" y1="15877" x2="30549" y2="23374"/>
                        <a14:foregroundMark x1="30549" y1="23374" x2="30879" y2="31863"/>
                        <a14:foregroundMark x1="30879" y1="31863" x2="44725" y2="71003"/>
                        <a14:foregroundMark x1="44725" y1="71003" x2="44945" y2="74642"/>
                        <a14:foregroundMark x1="52308" y1="64829" x2="66703" y2="33186"/>
                        <a14:foregroundMark x1="66703" y1="33186" x2="66923" y2="33186"/>
                        <a14:foregroundMark x1="68022" y1="27343" x2="63956" y2="17530"/>
                        <a14:foregroundMark x1="63956" y1="17530" x2="58791" y2="12789"/>
                        <a14:foregroundMark x1="58791" y1="12789" x2="47692" y2="8710"/>
                        <a14:foregroundMark x1="47692" y1="8710" x2="40220" y2="12459"/>
                        <a14:foregroundMark x1="40220" y1="12459" x2="36374" y2="17310"/>
                        <a14:foregroundMark x1="33297" y1="12018" x2="40769" y2="5513"/>
                        <a14:foregroundMark x1="40769" y1="5513" x2="48901" y2="3859"/>
                        <a14:foregroundMark x1="48901" y1="3859" x2="58791" y2="6505"/>
                        <a14:foregroundMark x1="58791" y1="6505" x2="65495" y2="14223"/>
                        <a14:foregroundMark x1="65495" y1="14223" x2="68681" y2="34509"/>
                        <a14:foregroundMark x1="68681" y1="34509" x2="68571" y2="35281"/>
                        <a14:foregroundMark x1="55385" y1="3638" x2="41099" y2="3308"/>
                      </a14:backgroundRemoval>
                    </a14:imgEffect>
                    <a14:imgEffect>
                      <a14:brightnessContrast bright="100000" contrast="100000"/>
                    </a14:imgEffect>
                  </a14:imgLayer>
                </a14:imgProps>
              </a:ext>
              <a:ext uri="{28A0092B-C50C-407E-A947-70E740481C1C}">
                <a14:useLocalDpi xmlns:a14="http://schemas.microsoft.com/office/drawing/2010/main" val="0"/>
              </a:ext>
            </a:extLst>
          </a:blip>
          <a:srcRect l="21877" r="22146" b="18167"/>
          <a:stretch>
            <a:fillRect/>
          </a:stretch>
        </p:blipFill>
        <p:spPr bwMode="auto">
          <a:xfrm>
            <a:off x="6461099" y="4200013"/>
            <a:ext cx="262306" cy="341641"/>
          </a:xfrm>
          <a:prstGeom prst="rect">
            <a:avLst/>
          </a:prstGeom>
          <a:noFill/>
          <a:extLst>
            <a:ext uri="{909E8E84-426E-40DD-AFC4-6F175D3DCCD1}">
              <a14:hiddenFill xmlns:a14="http://schemas.microsoft.com/office/drawing/2010/main">
                <a:solidFill>
                  <a:srgbClr val="FFFFFF"/>
                </a:solidFill>
              </a14:hiddenFill>
            </a:ext>
          </a:extLst>
        </p:spPr>
      </p:pic>
      <p:sp>
        <p:nvSpPr>
          <p:cNvPr id="58" name="TextBox 57">
            <a:extLst>
              <a:ext uri="{FF2B5EF4-FFF2-40B4-BE49-F238E27FC236}">
                <a16:creationId xmlns:a16="http://schemas.microsoft.com/office/drawing/2014/main" id="{55B6BFEA-8870-CF94-D7E2-E709365502E1}"/>
              </a:ext>
            </a:extLst>
          </p:cNvPr>
          <p:cNvSpPr txBox="1"/>
          <p:nvPr/>
        </p:nvSpPr>
        <p:spPr>
          <a:xfrm>
            <a:off x="6763914" y="2895407"/>
            <a:ext cx="5410272" cy="1031051"/>
          </a:xfrm>
          <a:prstGeom prst="rect">
            <a:avLst/>
          </a:prstGeom>
          <a:noFill/>
        </p:spPr>
        <p:txBody>
          <a:bodyPr wrap="square">
            <a:spAutoFit/>
          </a:bodyPr>
          <a:lstStyle/>
          <a:p>
            <a:pPr marL="0" marR="0" lvl="0" indent="0" algn="just"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1200" b="1" i="0" u="none" strike="noStrike" kern="1200" cap="all" spc="0" normalizeH="0" baseline="0" noProof="0">
                <a:ln>
                  <a:noFill/>
                </a:ln>
                <a:solidFill>
                  <a:srgbClr val="12ABDB"/>
                </a:solidFill>
                <a:effectLst/>
                <a:uLnTx/>
                <a:uFillTx/>
                <a:cs typeface="Arial" panose="020B0604020202020204" pitchFamily="34" charset="0"/>
              </a:rPr>
              <a:t>Fragmented supplier Data  &amp; No single source of truth</a:t>
            </a:r>
          </a:p>
          <a:p>
            <a:pPr lvl="0" algn="just">
              <a:spcAft>
                <a:spcPts val="600"/>
              </a:spcAft>
              <a:defRPr/>
            </a:pPr>
            <a:r>
              <a:rPr lang="en-US" sz="1100">
                <a:solidFill>
                  <a:srgbClr val="FFFFFF"/>
                </a:solidFill>
                <a:cs typeface="Arial" panose="020B0604020202020204" pitchFamily="34" charset="0"/>
              </a:rPr>
              <a:t>Missing consolidated</a:t>
            </a:r>
            <a:r>
              <a:rPr kumimoji="0" lang="en-US" sz="1100" i="0" u="none" strike="noStrike" kern="1200" cap="none" spc="0" normalizeH="0" baseline="0" noProof="0">
                <a:ln>
                  <a:noFill/>
                </a:ln>
                <a:solidFill>
                  <a:srgbClr val="FFFFFF"/>
                </a:solidFill>
                <a:effectLst/>
                <a:uLnTx/>
                <a:uFillTx/>
                <a:cs typeface="Arial" panose="020B0604020202020204" pitchFamily="34" charset="0"/>
              </a:rPr>
              <a:t> Vendor spend view due to missing single source of </a:t>
            </a:r>
            <a:r>
              <a:rPr lang="en-US" sz="1100">
                <a:solidFill>
                  <a:srgbClr val="FFFFFF"/>
                </a:solidFill>
                <a:cs typeface="Arial" panose="020B0604020202020204" pitchFamily="34" charset="0"/>
              </a:rPr>
              <a:t>data view/ repository </a:t>
            </a:r>
            <a:r>
              <a:rPr kumimoji="0" lang="en-US" sz="1100" i="0" u="none" strike="noStrike" kern="1200" cap="none" spc="0" normalizeH="0" baseline="0" noProof="0">
                <a:ln>
                  <a:noFill/>
                </a:ln>
                <a:solidFill>
                  <a:srgbClr val="FFFFFF"/>
                </a:solidFill>
                <a:effectLst/>
                <a:uLnTx/>
                <a:uFillTx/>
                <a:cs typeface="Arial" panose="020B0604020202020204" pitchFamily="34" charset="0"/>
              </a:rPr>
              <a:t>(contracts, contact information, invoices and key commercial terms). Large vendor landscape resulting in higher vendor spend &amp; missing economies of scale in network costs</a:t>
            </a:r>
            <a:endParaRPr kumimoji="0" lang="en-US" sz="1100" i="0" u="none" strike="noStrike" kern="1200" cap="none" spc="0" normalizeH="0" baseline="0" noProof="0">
              <a:ln>
                <a:noFill/>
              </a:ln>
              <a:solidFill>
                <a:schemeClr val="bg1"/>
              </a:solidFill>
              <a:effectLst/>
              <a:uLnTx/>
              <a:uFillTx/>
              <a:cs typeface="Arial" panose="020B0604020202020204" pitchFamily="34" charset="0"/>
            </a:endParaRPr>
          </a:p>
        </p:txBody>
      </p:sp>
      <p:pic>
        <p:nvPicPr>
          <p:cNvPr id="59" name="Picture 4" descr="Search opportunity icon simple vector. Business success 15015035 Vector ...">
            <a:extLst>
              <a:ext uri="{FF2B5EF4-FFF2-40B4-BE49-F238E27FC236}">
                <a16:creationId xmlns:a16="http://schemas.microsoft.com/office/drawing/2014/main" id="{FE29D98D-8533-1649-488F-30EF45407C42}"/>
              </a:ext>
            </a:extLst>
          </p:cNvPr>
          <p:cNvPicPr>
            <a:picLocks noChangeAspect="1" noChangeArrowheads="1"/>
          </p:cNvPicPr>
          <p:nvPr/>
        </p:nvPicPr>
        <p:blipFill>
          <a:blip r:embed="rId5">
            <a:clrChange>
              <a:clrFrom>
                <a:srgbClr val="000000">
                  <a:alpha val="0"/>
                </a:srgbClr>
              </a:clrFrom>
              <a:clrTo>
                <a:srgbClr val="000000">
                  <a:alpha val="0"/>
                </a:srgbClr>
              </a:clrTo>
            </a:clrChange>
            <a:duotone>
              <a:schemeClr val="accent1">
                <a:shade val="45000"/>
                <a:satMod val="135000"/>
              </a:schemeClr>
              <a:prstClr val="white"/>
            </a:duotone>
            <a:extLst>
              <a:ext uri="{BEBA8EAE-BF5A-486C-A8C5-ECC9F3942E4B}">
                <a14:imgProps xmlns:a14="http://schemas.microsoft.com/office/drawing/2010/main">
                  <a14:imgLayer r:embed="rId6">
                    <a14:imgEffect>
                      <a14:backgroundRemoval t="7083" b="93958" l="6615" r="90104">
                        <a14:foregroundMark x1="37604" y1="24479" x2="37604" y2="24479"/>
                        <a14:foregroundMark x1="59115" y1="14688" x2="59115" y2="14688"/>
                        <a14:foregroundMark x1="74792" y1="24479" x2="74792" y2="24479"/>
                        <a14:foregroundMark x1="90260" y1="46146" x2="90260" y2="46146"/>
                        <a14:foregroundMark x1="55625" y1="7187" x2="55625" y2="7187"/>
                        <a14:foregroundMark x1="23958" y1="44479" x2="23958" y2="44479"/>
                        <a14:foregroundMark x1="29427" y1="66667" x2="29427" y2="66667"/>
                        <a14:foregroundMark x1="40260" y1="59688" x2="40260" y2="59688"/>
                        <a14:foregroundMark x1="54948" y1="77188" x2="54948" y2="77188"/>
                        <a14:foregroundMark x1="75469" y1="63854" x2="75469" y2="63854"/>
                        <a14:foregroundMark x1="10938" y1="94010" x2="10938" y2="94010"/>
                        <a14:foregroundMark x1="6615" y1="90521" x2="6615" y2="90521"/>
                      </a14:backgroundRemoval>
                    </a14:imgEffect>
                    <a14:imgEffect>
                      <a14:colorTemperature colorTemp="8800"/>
                    </a14:imgEffect>
                    <a14:imgEffect>
                      <a14:brightnessContrast bright="100000"/>
                    </a14:imgEffect>
                  </a14:imgLayer>
                </a14:imgProps>
              </a:ext>
              <a:ext uri="{28A0092B-C50C-407E-A947-70E740481C1C}">
                <a14:useLocalDpi xmlns:a14="http://schemas.microsoft.com/office/drawing/2010/main" val="0"/>
              </a:ext>
            </a:extLst>
          </a:blip>
          <a:srcRect/>
          <a:stretch>
            <a:fillRect/>
          </a:stretch>
        </p:blipFill>
        <p:spPr bwMode="auto">
          <a:xfrm flipH="1">
            <a:off x="6359267" y="2906466"/>
            <a:ext cx="356732" cy="356732"/>
          </a:xfrm>
          <a:prstGeom prst="rect">
            <a:avLst/>
          </a:prstGeom>
          <a:noFill/>
          <a:extLst>
            <a:ext uri="{909E8E84-426E-40DD-AFC4-6F175D3DCCD1}">
              <a14:hiddenFill xmlns:a14="http://schemas.microsoft.com/office/drawing/2010/main">
                <a:solidFill>
                  <a:srgbClr val="FFFFFF"/>
                </a:solidFill>
              </a14:hiddenFill>
            </a:ext>
          </a:extLst>
        </p:spPr>
      </p:pic>
      <p:sp>
        <p:nvSpPr>
          <p:cNvPr id="60" name="Textplatzhalter 7">
            <a:extLst>
              <a:ext uri="{FF2B5EF4-FFF2-40B4-BE49-F238E27FC236}">
                <a16:creationId xmlns:a16="http://schemas.microsoft.com/office/drawing/2014/main" id="{44781FA5-D330-00AD-7526-C05546B18646}"/>
              </a:ext>
            </a:extLst>
          </p:cNvPr>
          <p:cNvSpPr txBox="1">
            <a:spLocks/>
          </p:cNvSpPr>
          <p:nvPr/>
        </p:nvSpPr>
        <p:spPr bwMode="gray">
          <a:xfrm>
            <a:off x="6861151" y="5134567"/>
            <a:ext cx="5185327" cy="1002563"/>
          </a:xfrm>
          <a:prstGeom prst="rect">
            <a:avLst/>
          </a:prstGeom>
        </p:spPr>
        <p:txBody>
          <a:bodyPr lIns="0" tIns="0" rIns="0" bIns="0" anchor="ctr"/>
          <a:lstStyle>
            <a:lvl1pPr marL="0" indent="0" algn="l" defTabSz="914400" rtl="0" eaLnBrk="1" latinLnBrk="0" hangingPunct="1">
              <a:spcBef>
                <a:spcPts val="0"/>
              </a:spcBef>
              <a:spcAft>
                <a:spcPts val="600"/>
              </a:spcAft>
              <a:buFont typeface="Arial" panose="020B0604020202020204" pitchFamily="34" charset="0"/>
              <a:buNone/>
              <a:defRPr sz="1400" kern="1200" cap="none" baseline="0">
                <a:solidFill>
                  <a:schemeClr val="tx1"/>
                </a:solidFill>
                <a:latin typeface="+mn-lt"/>
                <a:ea typeface="+mn-ea"/>
                <a:cs typeface="+mn-cs"/>
              </a:defRPr>
            </a:lvl1pPr>
            <a:lvl2pPr marL="0" indent="0" algn="l" defTabSz="914400" rtl="0" eaLnBrk="1" latinLnBrk="0" hangingPunct="1">
              <a:spcBef>
                <a:spcPts val="0"/>
              </a:spcBef>
              <a:spcAft>
                <a:spcPts val="600"/>
              </a:spcAft>
              <a:buFont typeface="Arial" panose="020B0604020202020204" pitchFamily="34" charset="0"/>
              <a:buNone/>
              <a:defRPr sz="1400" kern="1200" cap="none">
                <a:solidFill>
                  <a:schemeClr val="tx1"/>
                </a:solidFill>
                <a:latin typeface="+mn-lt"/>
                <a:ea typeface="+mn-ea"/>
                <a:cs typeface="+mn-cs"/>
              </a:defRPr>
            </a:lvl2pPr>
            <a:lvl3pPr marL="0" indent="0" algn="l" defTabSz="914400" rtl="0" eaLnBrk="1" latinLnBrk="0" hangingPunct="1">
              <a:spcBef>
                <a:spcPts val="0"/>
              </a:spcBef>
              <a:spcAft>
                <a:spcPts val="600"/>
              </a:spcAft>
              <a:buClr>
                <a:schemeClr val="bg2"/>
              </a:buClr>
              <a:buFont typeface="Symbol" panose="05050102010706020507" pitchFamily="18" charset="2"/>
              <a:buNone/>
              <a:defRPr sz="1400" kern="1200" cap="none">
                <a:solidFill>
                  <a:schemeClr val="tx1"/>
                </a:solidFill>
                <a:latin typeface="+mn-lt"/>
                <a:ea typeface="+mn-ea"/>
                <a:cs typeface="+mn-cs"/>
              </a:defRPr>
            </a:lvl3pPr>
            <a:lvl4pPr marL="0" indent="0" algn="l" defTabSz="914400" rtl="0" eaLnBrk="1" latinLnBrk="0" hangingPunct="1">
              <a:spcBef>
                <a:spcPts val="0"/>
              </a:spcBef>
              <a:spcAft>
                <a:spcPts val="600"/>
              </a:spcAft>
              <a:buClr>
                <a:schemeClr val="bg1">
                  <a:lumMod val="65000"/>
                </a:schemeClr>
              </a:buClr>
              <a:buFont typeface="Symbol" panose="05050102010706020507" pitchFamily="18" charset="2"/>
              <a:buNone/>
              <a:defRPr sz="1400" kern="1200" cap="none">
                <a:solidFill>
                  <a:schemeClr val="tx1"/>
                </a:solidFill>
                <a:latin typeface="+mn-lt"/>
                <a:ea typeface="+mn-ea"/>
                <a:cs typeface="+mn-cs"/>
              </a:defRPr>
            </a:lvl4pPr>
            <a:lvl5pPr marL="0" indent="0" algn="l" defTabSz="914400" rtl="0" eaLnBrk="1" latinLnBrk="0" hangingPunct="1">
              <a:spcBef>
                <a:spcPts val="0"/>
              </a:spcBef>
              <a:spcAft>
                <a:spcPts val="600"/>
              </a:spcAft>
              <a:buClr>
                <a:schemeClr val="bg1">
                  <a:lumMod val="65000"/>
                </a:schemeClr>
              </a:buClr>
              <a:buFont typeface="Symbol" panose="05050102010706020507" pitchFamily="18" charset="2"/>
              <a:buNone/>
              <a:defRPr sz="1400" kern="1200" cap="none">
                <a:solidFill>
                  <a:schemeClr val="tx1"/>
                </a:solidFill>
                <a:latin typeface="+mn-lt"/>
                <a:ea typeface="+mn-ea"/>
                <a:cs typeface="+mn-cs"/>
              </a:defRPr>
            </a:lvl5pPr>
            <a:lvl6pPr marL="0" indent="0" algn="l" defTabSz="914400" rtl="0" eaLnBrk="1" latinLnBrk="0" hangingPunct="1">
              <a:spcBef>
                <a:spcPts val="0"/>
              </a:spcBef>
              <a:spcAft>
                <a:spcPts val="600"/>
              </a:spcAft>
              <a:buClr>
                <a:schemeClr val="bg1">
                  <a:lumMod val="65000"/>
                </a:schemeClr>
              </a:buClr>
              <a:buFont typeface="Symbol" panose="05050102010706020507" pitchFamily="18" charset="2"/>
              <a:buNone/>
              <a:defRPr sz="1400" kern="1200" cap="none">
                <a:solidFill>
                  <a:schemeClr val="tx1"/>
                </a:solidFill>
                <a:latin typeface="+mn-lt"/>
                <a:ea typeface="+mn-ea"/>
                <a:cs typeface="+mn-cs"/>
              </a:defRPr>
            </a:lvl6pPr>
            <a:lvl7pPr marL="0" indent="0" algn="l" defTabSz="914400" rtl="0" eaLnBrk="1" latinLnBrk="0" hangingPunct="1">
              <a:spcBef>
                <a:spcPts val="0"/>
              </a:spcBef>
              <a:spcAft>
                <a:spcPts val="600"/>
              </a:spcAft>
              <a:buClr>
                <a:schemeClr val="bg1">
                  <a:lumMod val="65000"/>
                </a:schemeClr>
              </a:buClr>
              <a:buFont typeface="Symbol" panose="05050102010706020507" pitchFamily="18" charset="2"/>
              <a:buNone/>
              <a:defRPr sz="1400" kern="1200" cap="none">
                <a:solidFill>
                  <a:schemeClr val="tx1"/>
                </a:solidFill>
                <a:latin typeface="+mn-lt"/>
                <a:ea typeface="+mn-ea"/>
                <a:cs typeface="+mn-cs"/>
              </a:defRPr>
            </a:lvl7pPr>
            <a:lvl8pPr marL="0" indent="0" algn="l" defTabSz="914400" rtl="0" eaLnBrk="1" latinLnBrk="0" hangingPunct="1">
              <a:spcBef>
                <a:spcPts val="0"/>
              </a:spcBef>
              <a:spcAft>
                <a:spcPts val="600"/>
              </a:spcAft>
              <a:buClr>
                <a:schemeClr val="bg1">
                  <a:lumMod val="65000"/>
                </a:schemeClr>
              </a:buClr>
              <a:buFont typeface="Symbol" panose="05050102010706020507" pitchFamily="18" charset="2"/>
              <a:buNone/>
              <a:defRPr sz="1400" kern="1200" cap="none">
                <a:solidFill>
                  <a:schemeClr val="tx1"/>
                </a:solidFill>
                <a:latin typeface="+mn-lt"/>
                <a:ea typeface="+mn-ea"/>
                <a:cs typeface="+mn-cs"/>
              </a:defRPr>
            </a:lvl8pPr>
            <a:lvl9pPr marL="0" indent="0" algn="l" defTabSz="914400" rtl="0" eaLnBrk="1" latinLnBrk="0" hangingPunct="1">
              <a:spcBef>
                <a:spcPts val="0"/>
              </a:spcBef>
              <a:spcAft>
                <a:spcPts val="600"/>
              </a:spcAft>
              <a:buClr>
                <a:schemeClr val="bg1">
                  <a:lumMod val="65000"/>
                </a:schemeClr>
              </a:buClr>
              <a:buFont typeface="Symbol" panose="05050102010706020507" pitchFamily="18" charset="2"/>
              <a:buNone/>
              <a:defRPr sz="1400" kern="1200" cap="none">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1200" b="1" i="0" u="none" strike="noStrike" kern="1200" cap="all" spc="0" normalizeH="0" baseline="0" noProof="0">
                <a:ln>
                  <a:noFill/>
                </a:ln>
                <a:solidFill>
                  <a:schemeClr val="accent2"/>
                </a:solidFill>
                <a:effectLst/>
                <a:uLnTx/>
                <a:uFillTx/>
                <a:cs typeface="Arial" panose="020B0604020202020204" pitchFamily="34" charset="0"/>
              </a:rPr>
              <a:t>Missing  well-defined local  procurement organization </a:t>
            </a:r>
          </a:p>
          <a:p>
            <a:pPr lvl="0" algn="just">
              <a:defRPr/>
            </a:pPr>
            <a:r>
              <a:rPr lang="en-US" sz="1100">
                <a:solidFill>
                  <a:srgbClr val="FFFFFF"/>
                </a:solidFill>
                <a:cs typeface="Arial" panose="020B0604020202020204" pitchFamily="34" charset="0"/>
              </a:rPr>
              <a:t>A comprehensive local vendor procurement organization with well defined operating model, ways of working &amp; forward-looking procurement view is missing in current landscape</a:t>
            </a:r>
          </a:p>
        </p:txBody>
      </p:sp>
      <p:sp>
        <p:nvSpPr>
          <p:cNvPr id="61" name="TextBox 60">
            <a:extLst>
              <a:ext uri="{FF2B5EF4-FFF2-40B4-BE49-F238E27FC236}">
                <a16:creationId xmlns:a16="http://schemas.microsoft.com/office/drawing/2014/main" id="{8F39688D-84AC-8A7C-997A-9472E552FA6E}"/>
              </a:ext>
            </a:extLst>
          </p:cNvPr>
          <p:cNvSpPr txBox="1"/>
          <p:nvPr/>
        </p:nvSpPr>
        <p:spPr>
          <a:xfrm>
            <a:off x="6745236" y="4131029"/>
            <a:ext cx="5288197" cy="692497"/>
          </a:xfrm>
          <a:prstGeom prst="rect">
            <a:avLst/>
          </a:prstGeom>
          <a:noFill/>
        </p:spPr>
        <p:txBody>
          <a:bodyPr wrap="square">
            <a:spAutoFit/>
          </a:bodyPr>
          <a:lstStyle/>
          <a:p>
            <a:pPr>
              <a:spcAft>
                <a:spcPts val="600"/>
              </a:spcAft>
              <a:defRPr/>
            </a:pPr>
            <a:r>
              <a:rPr lang="en-US" sz="1200" b="1" cap="all">
                <a:solidFill>
                  <a:srgbClr val="12ABDB"/>
                </a:solidFill>
                <a:cs typeface="Arial" panose="020B0604020202020204" pitchFamily="34" charset="0"/>
              </a:rPr>
              <a:t>Opportunity Areas for AI  solutions </a:t>
            </a:r>
          </a:p>
          <a:p>
            <a:pPr marR="0" algn="just" fontAlgn="auto">
              <a:lnSpc>
                <a:spcPct val="100000"/>
              </a:lnSpc>
              <a:spcAft>
                <a:spcPts val="600"/>
              </a:spcAft>
              <a:buClrTx/>
              <a:buSzTx/>
              <a:tabLst/>
              <a:defRPr/>
            </a:pPr>
            <a:r>
              <a:rPr lang="en-US" sz="1100">
                <a:solidFill>
                  <a:srgbClr val="FFFFFF"/>
                </a:solidFill>
                <a:cs typeface="Arial" panose="020B0604020202020204" pitchFamily="34" charset="0"/>
              </a:rPr>
              <a:t>Opportunity for AI solutions across a list of platforms &amp; vendors and implement transformational AI solutions and processes. </a:t>
            </a:r>
          </a:p>
        </p:txBody>
      </p:sp>
      <p:pic>
        <p:nvPicPr>
          <p:cNvPr id="62" name="Picture 6" descr="financial modeling glyph icon vector illustration 10331341 Vector Art ...">
            <a:extLst>
              <a:ext uri="{FF2B5EF4-FFF2-40B4-BE49-F238E27FC236}">
                <a16:creationId xmlns:a16="http://schemas.microsoft.com/office/drawing/2014/main" id="{FFBB6761-E041-4466-EBB7-D18245A535B8}"/>
              </a:ext>
            </a:extLst>
          </p:cNvPr>
          <p:cNvPicPr>
            <a:picLocks noChangeAspect="1" noChangeArrowheads="1"/>
          </p:cNvPicPr>
          <p:nvPr/>
        </p:nvPicPr>
        <p:blipFill rotWithShape="1">
          <a:blip r:embed="rId7">
            <a:duotone>
              <a:schemeClr val="accent1">
                <a:shade val="45000"/>
                <a:satMod val="135000"/>
              </a:schemeClr>
              <a:prstClr val="white"/>
            </a:duotone>
            <a:extLst>
              <a:ext uri="{BEBA8EAE-BF5A-486C-A8C5-ECC9F3942E4B}">
                <a14:imgProps xmlns:a14="http://schemas.microsoft.com/office/drawing/2010/main">
                  <a14:imgLayer r:embed="rId8">
                    <a14:imgEffect>
                      <a14:backgroundRemoval t="10000" b="90000" l="10000" r="90000">
                        <a14:foregroundMark x1="32245" y1="22551" x2="32245" y2="22551"/>
                        <a14:foregroundMark x1="66735" y1="45306" x2="66735" y2="45306"/>
                        <a14:foregroundMark x1="47245" y1="39796" x2="47245" y2="39796"/>
                      </a14:backgroundRemoval>
                    </a14:imgEffect>
                    <a14:imgEffect>
                      <a14:brightnessContrast bright="100000"/>
                    </a14:imgEffect>
                  </a14:imgLayer>
                </a14:imgProps>
              </a:ext>
              <a:ext uri="{28A0092B-C50C-407E-A947-70E740481C1C}">
                <a14:useLocalDpi xmlns:a14="http://schemas.microsoft.com/office/drawing/2010/main" val="0"/>
              </a:ext>
            </a:extLst>
          </a:blip>
          <a:srcRect l="19483" t="16068" r="18555" b="15843"/>
          <a:stretch>
            <a:fillRect/>
          </a:stretch>
        </p:blipFill>
        <p:spPr bwMode="auto">
          <a:xfrm>
            <a:off x="6411113" y="1926423"/>
            <a:ext cx="324623" cy="356732"/>
          </a:xfrm>
          <a:prstGeom prst="rect">
            <a:avLst/>
          </a:prstGeom>
          <a:noFill/>
          <a:extLst>
            <a:ext uri="{909E8E84-426E-40DD-AFC4-6F175D3DCCD1}">
              <a14:hiddenFill xmlns:a14="http://schemas.microsoft.com/office/drawing/2010/main">
                <a:solidFill>
                  <a:srgbClr val="FFFFFF"/>
                </a:solidFill>
              </a14:hiddenFill>
            </a:ext>
          </a:extLst>
        </p:spPr>
      </p:pic>
      <p:pic>
        <p:nvPicPr>
          <p:cNvPr id="63" name="Picture 2" descr="Shape&#10;&#10;Description automatically generated with low confidence">
            <a:extLst>
              <a:ext uri="{FF2B5EF4-FFF2-40B4-BE49-F238E27FC236}">
                <a16:creationId xmlns:a16="http://schemas.microsoft.com/office/drawing/2014/main" id="{7029A174-7D28-0778-AA58-45F4300CDF14}"/>
              </a:ext>
            </a:extLst>
          </p:cNvPr>
          <p:cNvPicPr>
            <a:picLocks noChangeAspect="1" noChangeArrowheads="1"/>
          </p:cNvPicPr>
          <p:nvPr/>
        </p:nvPicPr>
        <p:blipFill>
          <a:blip r:embed="rId9">
            <a:duotone>
              <a:schemeClr val="accent1">
                <a:shade val="45000"/>
                <a:satMod val="135000"/>
              </a:schemeClr>
              <a:prstClr val="white"/>
            </a:duotone>
            <a:extLst>
              <a:ext uri="{BEBA8EAE-BF5A-486C-A8C5-ECC9F3942E4B}">
                <a14:imgProps xmlns:a14="http://schemas.microsoft.com/office/drawing/2010/main">
                  <a14:imgLayer r:embed="rId10">
                    <a14:imgEffect>
                      <a14:brightnessContrast bright="100000" contrast="100000"/>
                    </a14:imgEffect>
                  </a14:imgLayer>
                </a14:imgProps>
              </a:ext>
              <a:ext uri="{28A0092B-C50C-407E-A947-70E740481C1C}">
                <a14:useLocalDpi xmlns:a14="http://schemas.microsoft.com/office/drawing/2010/main" val="0"/>
              </a:ext>
            </a:extLst>
          </a:blip>
          <a:srcRect/>
          <a:stretch>
            <a:fillRect/>
          </a:stretch>
        </p:blipFill>
        <p:spPr bwMode="auto">
          <a:xfrm>
            <a:off x="6420934" y="5319139"/>
            <a:ext cx="324302" cy="324302"/>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64" name="Left Brace 63">
            <a:extLst>
              <a:ext uri="{FF2B5EF4-FFF2-40B4-BE49-F238E27FC236}">
                <a16:creationId xmlns:a16="http://schemas.microsoft.com/office/drawing/2014/main" id="{F73385EC-27C4-C6EC-1377-0AAF243EC513}"/>
              </a:ext>
            </a:extLst>
          </p:cNvPr>
          <p:cNvSpPr/>
          <p:nvPr/>
        </p:nvSpPr>
        <p:spPr>
          <a:xfrm rot="10800000">
            <a:off x="6074126" y="2029549"/>
            <a:ext cx="254048" cy="3970835"/>
          </a:xfrm>
          <a:prstGeom prst="leftBrace">
            <a:avLst>
              <a:gd name="adj1" fmla="val 40295"/>
              <a:gd name="adj2" fmla="val 50000"/>
            </a:avLst>
          </a:prstGeom>
          <a:noFill/>
          <a:ln w="28575" cap="flat" cmpd="sng" algn="ctr">
            <a:solidFill>
              <a:schemeClr val="tx1"/>
            </a:solidFill>
            <a:prstDash val="solid"/>
          </a:ln>
          <a:effectLst/>
        </p:spPr>
        <p:txBody>
          <a:bodyPr anchor="ctr"/>
          <a:lstStyle>
            <a:defPPr>
              <a:defRPr lang="en-GB"/>
            </a:defPPr>
            <a:lvl1pPr marL="216000" indent="-216000" algn="l" defTabSz="685800" rtl="0" eaLnBrk="1" latinLnBrk="0" hangingPunct="1">
              <a:lnSpc>
                <a:spcPct val="103000"/>
              </a:lnSpc>
              <a:spcBef>
                <a:spcPts val="200"/>
              </a:spcBef>
              <a:spcAft>
                <a:spcPts val="200"/>
              </a:spcAft>
              <a:buFont typeface="Wingdings 3" panose="05040102010807070707" pitchFamily="18" charset="2"/>
              <a:buChar char=""/>
              <a:defRPr sz="1400" kern="1200">
                <a:solidFill>
                  <a:schemeClr val="tx1"/>
                </a:solidFill>
                <a:latin typeface="+mn-lt"/>
                <a:ea typeface="+mn-ea"/>
                <a:cs typeface="+mn-cs"/>
              </a:defRPr>
            </a:lvl1pPr>
            <a:lvl2pPr marL="396000" indent="-180000" algn="l" defTabSz="685800" rtl="0" eaLnBrk="1" latinLnBrk="0" hangingPunct="1">
              <a:lnSpc>
                <a:spcPct val="103000"/>
              </a:lnSpc>
              <a:spcBef>
                <a:spcPts val="200"/>
              </a:spcBef>
              <a:spcAft>
                <a:spcPts val="200"/>
              </a:spcAft>
              <a:buFont typeface="Arial" panose="020B0604020202020204" pitchFamily="34" charset="0"/>
              <a:buChar char="•"/>
              <a:defRPr sz="1200" kern="1200">
                <a:solidFill>
                  <a:schemeClr val="tx1"/>
                </a:solidFill>
                <a:latin typeface="+mn-lt"/>
                <a:ea typeface="+mn-ea"/>
                <a:cs typeface="+mn-cs"/>
              </a:defRPr>
            </a:lvl2pPr>
            <a:lvl3pPr marL="558000" indent="-144000" algn="l" defTabSz="685800" rtl="0" eaLnBrk="1" latinLnBrk="0" hangingPunct="1">
              <a:lnSpc>
                <a:spcPct val="103000"/>
              </a:lnSpc>
              <a:spcBef>
                <a:spcPts val="200"/>
              </a:spcBef>
              <a:spcAft>
                <a:spcPts val="200"/>
              </a:spcAft>
              <a:buFont typeface="Arial" panose="020B0604030504040204" pitchFamily="34" charset="0"/>
              <a:buChar char="-"/>
              <a:defRPr sz="1000" kern="1200">
                <a:solidFill>
                  <a:schemeClr val="tx1"/>
                </a:solidFill>
                <a:latin typeface="+mn-lt"/>
                <a:ea typeface="+mn-ea"/>
                <a:cs typeface="+mn-cs"/>
              </a:defRPr>
            </a:lvl3pPr>
            <a:lvl4pPr marL="720000" indent="-144000" algn="l" defTabSz="685800" rtl="0" eaLnBrk="1" latinLnBrk="0" hangingPunct="1">
              <a:lnSpc>
                <a:spcPct val="103000"/>
              </a:lnSpc>
              <a:spcBef>
                <a:spcPts val="200"/>
              </a:spcBef>
              <a:spcAft>
                <a:spcPts val="200"/>
              </a:spcAft>
              <a:buFont typeface="Arial" panose="020B0604030504040204" pitchFamily="34" charset="0"/>
              <a:buChar char="-"/>
              <a:defRPr sz="1000" kern="1200">
                <a:solidFill>
                  <a:schemeClr val="tx1"/>
                </a:solidFill>
                <a:latin typeface="+mn-lt"/>
                <a:ea typeface="+mn-ea"/>
                <a:cs typeface="+mn-cs"/>
              </a:defRPr>
            </a:lvl4pPr>
            <a:lvl5pPr marL="882000" indent="-144000" algn="l" defTabSz="685800" rtl="0" eaLnBrk="1" latinLnBrk="0" hangingPunct="1">
              <a:lnSpc>
                <a:spcPct val="103000"/>
              </a:lnSpc>
              <a:spcBef>
                <a:spcPts val="200"/>
              </a:spcBef>
              <a:spcAft>
                <a:spcPts val="200"/>
              </a:spcAft>
              <a:buFont typeface="Arial" panose="020B0604030504040204" pitchFamily="34" charset="0"/>
              <a:buChar char="-"/>
              <a:defRPr sz="1000" kern="1200">
                <a:solidFill>
                  <a:schemeClr val="tx1"/>
                </a:solidFill>
                <a:latin typeface="+mn-lt"/>
                <a:ea typeface="+mn-ea"/>
                <a:cs typeface="+mn-cs"/>
              </a:defRPr>
            </a:lvl5pPr>
            <a:lvl6pPr marL="1044000" indent="-144000" algn="l" defTabSz="685800" rtl="0" eaLnBrk="1" latinLnBrk="0" hangingPunct="1">
              <a:lnSpc>
                <a:spcPct val="103000"/>
              </a:lnSpc>
              <a:spcBef>
                <a:spcPts val="200"/>
              </a:spcBef>
              <a:spcAft>
                <a:spcPts val="200"/>
              </a:spcAft>
              <a:buFont typeface="Arial" panose="020B0604020202020204" pitchFamily="34" charset="0"/>
              <a:buChar char="-"/>
              <a:defRPr sz="1000" kern="1200">
                <a:solidFill>
                  <a:schemeClr val="tx1"/>
                </a:solidFill>
                <a:latin typeface="+mn-lt"/>
                <a:ea typeface="+mn-ea"/>
                <a:cs typeface="+mn-cs"/>
              </a:defRPr>
            </a:lvl6pPr>
            <a:lvl7pPr marL="1206000" indent="-144000" algn="l" defTabSz="685800" rtl="0" eaLnBrk="1" latinLnBrk="0" hangingPunct="1">
              <a:lnSpc>
                <a:spcPct val="103000"/>
              </a:lnSpc>
              <a:spcBef>
                <a:spcPts val="200"/>
              </a:spcBef>
              <a:spcAft>
                <a:spcPts val="200"/>
              </a:spcAft>
              <a:buFont typeface="Arial" panose="020B0604020202020204" pitchFamily="34" charset="0"/>
              <a:buChar char="-"/>
              <a:defRPr sz="1000" kern="1200">
                <a:solidFill>
                  <a:schemeClr val="tx1"/>
                </a:solidFill>
                <a:latin typeface="+mn-lt"/>
                <a:ea typeface="+mn-ea"/>
                <a:cs typeface="+mn-cs"/>
              </a:defRPr>
            </a:lvl7pPr>
            <a:lvl8pPr marL="1368000" indent="-144000" algn="l" defTabSz="685800" rtl="0" eaLnBrk="1" latinLnBrk="0" hangingPunct="1">
              <a:lnSpc>
                <a:spcPct val="103000"/>
              </a:lnSpc>
              <a:spcBef>
                <a:spcPts val="200"/>
              </a:spcBef>
              <a:spcAft>
                <a:spcPts val="200"/>
              </a:spcAft>
              <a:buFont typeface="Arial" panose="020B0604020202020204" pitchFamily="34" charset="0"/>
              <a:buChar char="-"/>
              <a:defRPr sz="1000" kern="1200">
                <a:solidFill>
                  <a:schemeClr val="tx1"/>
                </a:solidFill>
                <a:latin typeface="+mn-lt"/>
                <a:ea typeface="+mn-ea"/>
                <a:cs typeface="+mn-cs"/>
              </a:defRPr>
            </a:lvl8pPr>
            <a:lvl9pPr marL="1530000" indent="-144000" algn="l" defTabSz="685800" rtl="0" eaLnBrk="1" latinLnBrk="0" hangingPunct="1">
              <a:lnSpc>
                <a:spcPct val="103000"/>
              </a:lnSpc>
              <a:spcBef>
                <a:spcPts val="200"/>
              </a:spcBef>
              <a:spcAft>
                <a:spcPts val="200"/>
              </a:spcAft>
              <a:buFont typeface="Arial" panose="020B0604020202020204" pitchFamily="34" charset="0"/>
              <a:buChar char="-"/>
              <a:defRPr sz="1000" kern="1200">
                <a:solidFill>
                  <a:schemeClr val="tx1"/>
                </a:solidFill>
                <a:latin typeface="+mn-lt"/>
                <a:ea typeface="+mn-ea"/>
                <a:cs typeface="+mn-cs"/>
              </a:defRPr>
            </a:lvl9pPr>
          </a:lstStyle>
          <a:p>
            <a:pPr marL="0" indent="0" algn="ctr" defTabSz="914400">
              <a:lnSpc>
                <a:spcPct val="100000"/>
              </a:lnSpc>
              <a:spcBef>
                <a:spcPts val="0"/>
              </a:spcBef>
              <a:spcAft>
                <a:spcPts val="0"/>
              </a:spcAft>
              <a:buFont typeface="Wingdings 3" panose="05040102010807070707" pitchFamily="18" charset="2"/>
              <a:buNone/>
              <a:defRPr/>
            </a:pPr>
            <a:endParaRPr lang="en-US" kern="0" noProof="0">
              <a:solidFill>
                <a:prstClr val="black"/>
              </a:solidFill>
            </a:endParaRPr>
          </a:p>
        </p:txBody>
      </p:sp>
      <p:sp>
        <p:nvSpPr>
          <p:cNvPr id="65" name="Title 2">
            <a:extLst>
              <a:ext uri="{FF2B5EF4-FFF2-40B4-BE49-F238E27FC236}">
                <a16:creationId xmlns:a16="http://schemas.microsoft.com/office/drawing/2014/main" id="{459D8830-05A4-2768-5E4F-39160D8AB9DA}"/>
              </a:ext>
            </a:extLst>
          </p:cNvPr>
          <p:cNvSpPr txBox="1">
            <a:spLocks/>
          </p:cNvSpPr>
          <p:nvPr/>
        </p:nvSpPr>
        <p:spPr>
          <a:xfrm>
            <a:off x="411541" y="196071"/>
            <a:ext cx="11015397" cy="792163"/>
          </a:xfrm>
          <a:prstGeom prst="rect">
            <a:avLst/>
          </a:prstGeom>
        </p:spPr>
        <p:txBody>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2800" b="0" i="0" u="none" strike="noStrike" kern="1200" cap="none" spc="0" normalizeH="0" baseline="0" noProof="0">
                <a:ln>
                  <a:noFill/>
                </a:ln>
                <a:solidFill>
                  <a:schemeClr val="bg1"/>
                </a:solidFill>
                <a:effectLst/>
                <a:uLnTx/>
                <a:uFillTx/>
                <a:latin typeface="+mj-lt"/>
                <a:ea typeface="+mj-ea"/>
                <a:cs typeface="+mj-cs"/>
              </a:defRPr>
            </a:lvl1pPr>
          </a:lstStyle>
          <a:p>
            <a:r>
              <a:rPr lang="en-US" sz="2400">
                <a:solidFill>
                  <a:schemeClr val="tx1"/>
                </a:solidFill>
              </a:rPr>
              <a:t>Our understanding of the RFP</a:t>
            </a:r>
          </a:p>
        </p:txBody>
      </p:sp>
      <p:sp>
        <p:nvSpPr>
          <p:cNvPr id="66" name="Title 1">
            <a:extLst>
              <a:ext uri="{FF2B5EF4-FFF2-40B4-BE49-F238E27FC236}">
                <a16:creationId xmlns:a16="http://schemas.microsoft.com/office/drawing/2014/main" id="{FC3E7162-D89F-0720-973F-BB1429C65BF8}"/>
              </a:ext>
            </a:extLst>
          </p:cNvPr>
          <p:cNvSpPr txBox="1">
            <a:spLocks/>
          </p:cNvSpPr>
          <p:nvPr/>
        </p:nvSpPr>
        <p:spPr>
          <a:xfrm>
            <a:off x="411541" y="549091"/>
            <a:ext cx="11140625" cy="51106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defTabSz="914400" rtl="0" eaLnBrk="1" fontAlgn="auto" latinLnBrk="0" hangingPunct="1">
              <a:lnSpc>
                <a:spcPct val="90000"/>
              </a:lnSpc>
              <a:spcBef>
                <a:spcPct val="0"/>
              </a:spcBef>
              <a:spcAft>
                <a:spcPts val="0"/>
              </a:spcAft>
              <a:buClrTx/>
              <a:buSzTx/>
              <a:buFontTx/>
              <a:buNone/>
              <a:tabLst/>
              <a:defRPr/>
            </a:pPr>
            <a:r>
              <a:rPr lang="en-US" sz="1300">
                <a:solidFill>
                  <a:sysClr val="window" lastClr="FFFFFF"/>
                </a:solidFill>
                <a:latin typeface="+mn-lt"/>
              </a:rPr>
              <a:t>Our approach is</a:t>
            </a:r>
            <a:r>
              <a:rPr kumimoji="0" lang="en-US" sz="1300" b="0" i="0" u="none" strike="noStrike" kern="1200" cap="none" spc="0" normalizeH="0" baseline="0" noProof="0">
                <a:ln>
                  <a:noFill/>
                </a:ln>
                <a:solidFill>
                  <a:sysClr val="window" lastClr="FFFFFF"/>
                </a:solidFill>
                <a:effectLst/>
                <a:uLnTx/>
                <a:uFillTx/>
                <a:latin typeface="+mn-lt"/>
                <a:ea typeface="+mj-ea"/>
                <a:cs typeface="+mj-cs"/>
              </a:rPr>
              <a:t> centered towards </a:t>
            </a:r>
            <a:r>
              <a:rPr lang="en-US" sz="1300">
                <a:solidFill>
                  <a:sysClr val="window" lastClr="FFFFFF"/>
                </a:solidFill>
                <a:latin typeface="+mn-lt"/>
              </a:rPr>
              <a:t>addressing the key challenges &amp;</a:t>
            </a:r>
            <a:r>
              <a:rPr kumimoji="0" lang="en-US" sz="1300" b="0" i="0" u="none" strike="noStrike" kern="1200" cap="none" spc="0" normalizeH="0" baseline="0" noProof="0">
                <a:ln>
                  <a:noFill/>
                </a:ln>
                <a:solidFill>
                  <a:sysClr val="window" lastClr="FFFFFF"/>
                </a:solidFill>
                <a:effectLst/>
                <a:uLnTx/>
                <a:uFillTx/>
                <a:latin typeface="+mn-lt"/>
                <a:ea typeface="+mj-ea"/>
                <a:cs typeface="+mj-cs"/>
              </a:rPr>
              <a:t> helping to consolidate, simplify &amp; o</a:t>
            </a:r>
            <a:r>
              <a:rPr lang="en-US" sz="1300" err="1">
                <a:solidFill>
                  <a:sysClr val="window" lastClr="FFFFFF"/>
                </a:solidFill>
                <a:latin typeface="+mn-lt"/>
              </a:rPr>
              <a:t>ptimize</a:t>
            </a:r>
            <a:r>
              <a:rPr lang="en-US" sz="1300">
                <a:solidFill>
                  <a:sysClr val="window" lastClr="FFFFFF"/>
                </a:solidFill>
                <a:latin typeface="+mn-lt"/>
              </a:rPr>
              <a:t> Liberty Networks</a:t>
            </a:r>
            <a:r>
              <a:rPr kumimoji="0" lang="en-US" sz="1300" b="0" i="0" u="none" strike="noStrike" kern="1200" cap="none" spc="0" normalizeH="0" baseline="0" noProof="0">
                <a:ln>
                  <a:noFill/>
                </a:ln>
                <a:solidFill>
                  <a:sysClr val="window" lastClr="FFFFFF"/>
                </a:solidFill>
                <a:effectLst/>
                <a:uLnTx/>
                <a:uFillTx/>
                <a:latin typeface="+mn-lt"/>
                <a:ea typeface="+mj-ea"/>
                <a:cs typeface="+mj-cs"/>
              </a:rPr>
              <a:t> landscape </a:t>
            </a:r>
          </a:p>
          <a:p>
            <a:pPr marL="0" marR="0" lvl="0" indent="0" defTabSz="914400" rtl="0" eaLnBrk="1" fontAlgn="auto" latinLnBrk="0" hangingPunct="1">
              <a:lnSpc>
                <a:spcPct val="90000"/>
              </a:lnSpc>
              <a:spcBef>
                <a:spcPct val="0"/>
              </a:spcBef>
              <a:spcAft>
                <a:spcPts val="0"/>
              </a:spcAft>
              <a:buClrTx/>
              <a:buSzTx/>
              <a:buFontTx/>
              <a:buNone/>
              <a:tabLst/>
              <a:defRPr/>
            </a:pPr>
            <a:r>
              <a:rPr kumimoji="0" lang="en-US" sz="1300" b="0" i="0" u="none" strike="noStrike" kern="1200" cap="none" spc="0" normalizeH="0" baseline="0" noProof="0">
                <a:ln>
                  <a:noFill/>
                </a:ln>
                <a:solidFill>
                  <a:sysClr val="window" lastClr="FFFFFF"/>
                </a:solidFill>
                <a:effectLst/>
                <a:uLnTx/>
                <a:uFillTx/>
                <a:latin typeface="+mn-lt"/>
                <a:ea typeface="+mj-ea"/>
                <a:cs typeface="+mj-cs"/>
              </a:rPr>
              <a:t>across Wholesale &amp; Business Solutions. </a:t>
            </a:r>
          </a:p>
        </p:txBody>
      </p:sp>
      <p:sp>
        <p:nvSpPr>
          <p:cNvPr id="71" name="Rectangle: Rounded Corners 70">
            <a:extLst>
              <a:ext uri="{FF2B5EF4-FFF2-40B4-BE49-F238E27FC236}">
                <a16:creationId xmlns:a16="http://schemas.microsoft.com/office/drawing/2014/main" id="{D1BB8877-5769-1AAB-7CC6-C734B11AA6D0}"/>
              </a:ext>
            </a:extLst>
          </p:cNvPr>
          <p:cNvSpPr/>
          <p:nvPr/>
        </p:nvSpPr>
        <p:spPr>
          <a:xfrm>
            <a:off x="187867" y="2064568"/>
            <a:ext cx="1325437" cy="530339"/>
          </a:xfrm>
          <a:prstGeom prst="roundRect">
            <a:avLst>
              <a:gd name="adj" fmla="val 19790"/>
            </a:avLst>
          </a:prstGeom>
          <a:noFill/>
          <a:ln w="12700" cap="flat" cmpd="sng" algn="ctr">
            <a:solidFill>
              <a:schemeClr val="accent2"/>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a:ln>
                  <a:noFill/>
                </a:ln>
                <a:effectLst/>
                <a:uLnTx/>
                <a:uFillTx/>
              </a:rPr>
              <a:t>Wholesale Solutions</a:t>
            </a:r>
          </a:p>
        </p:txBody>
      </p:sp>
      <p:sp>
        <p:nvSpPr>
          <p:cNvPr id="72" name="TextBox 31">
            <a:extLst>
              <a:ext uri="{FF2B5EF4-FFF2-40B4-BE49-F238E27FC236}">
                <a16:creationId xmlns:a16="http://schemas.microsoft.com/office/drawing/2014/main" id="{69075F45-9EEE-7778-2F86-D64276703AE0}"/>
              </a:ext>
            </a:extLst>
          </p:cNvPr>
          <p:cNvSpPr txBox="1"/>
          <p:nvPr/>
        </p:nvSpPr>
        <p:spPr>
          <a:xfrm>
            <a:off x="164074" y="2563615"/>
            <a:ext cx="1369712" cy="977298"/>
          </a:xfrm>
          <a:prstGeom prst="roundRect">
            <a:avLst>
              <a:gd name="adj" fmla="val 6499"/>
            </a:avLst>
          </a:prstGeom>
          <a:noFill/>
          <a:ln>
            <a:noFill/>
          </a:ln>
        </p:spPr>
        <p:txBody>
          <a:bodyPr vert="horz" wrap="square" lIns="90000" tIns="46800" rIns="90000" bIns="46800"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1" i="0" u="none" strike="noStrike" kern="0" cap="none" spc="0" normalizeH="0" baseline="0" noProof="0">
                <a:ln>
                  <a:noFill/>
                </a:ln>
                <a:solidFill>
                  <a:schemeClr val="accent6">
                    <a:lumMod val="20000"/>
                    <a:lumOff val="80000"/>
                  </a:schemeClr>
                </a:solidFill>
                <a:effectLst/>
                <a:uLnTx/>
                <a:uFillTx/>
                <a:ea typeface="+mn-ea"/>
                <a:cs typeface="+mn-cs"/>
              </a:rPr>
              <a:t>N/W Infra</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500" b="0" i="0" u="none" strike="noStrike" kern="1200" cap="none" spc="0" normalizeH="0" baseline="0" noProof="0">
              <a:ln>
                <a:noFill/>
              </a:ln>
              <a:solidFill>
                <a:schemeClr val="accent6">
                  <a:lumMod val="20000"/>
                  <a:lumOff val="80000"/>
                </a:schemeClr>
              </a:solidFill>
              <a:effectLst/>
              <a:uLnTx/>
              <a:uFillTx/>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1" i="0" u="none" strike="noStrike" kern="1200" cap="none" spc="0" normalizeH="0" baseline="0" noProof="0">
                <a:ln>
                  <a:noFill/>
                </a:ln>
                <a:solidFill>
                  <a:schemeClr val="accent6">
                    <a:lumMod val="20000"/>
                    <a:lumOff val="80000"/>
                  </a:schemeClr>
                </a:solidFill>
                <a:effectLst/>
                <a:uLnTx/>
                <a:uFillTx/>
                <a:ea typeface="+mn-ea"/>
                <a:cs typeface="+mn-cs"/>
              </a:rPr>
              <a:t>Connectivity</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500" b="1" i="0" u="none" strike="noStrike" kern="1200" cap="none" spc="0" normalizeH="0" baseline="0" noProof="0">
              <a:ln>
                <a:noFill/>
              </a:ln>
              <a:solidFill>
                <a:schemeClr val="accent6">
                  <a:lumMod val="20000"/>
                  <a:lumOff val="80000"/>
                </a:schemeClr>
              </a:solidFill>
              <a:effectLst/>
              <a:uLnTx/>
              <a:uFillTx/>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1" i="0" u="none" strike="noStrike" kern="1200" cap="none" spc="0" normalizeH="0" baseline="0" noProof="0">
                <a:ln>
                  <a:noFill/>
                </a:ln>
                <a:solidFill>
                  <a:schemeClr val="accent6">
                    <a:lumMod val="20000"/>
                    <a:lumOff val="80000"/>
                  </a:schemeClr>
                </a:solidFill>
                <a:effectLst/>
                <a:uLnTx/>
                <a:uFillTx/>
                <a:ea typeface="+mn-ea"/>
                <a:cs typeface="+mn-cs"/>
              </a:rPr>
              <a:t>Cybersecurity</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500" b="1" i="0" u="none" strike="noStrike" kern="1200" cap="none" spc="0" normalizeH="0" baseline="0" noProof="0">
              <a:ln>
                <a:noFill/>
              </a:ln>
              <a:solidFill>
                <a:schemeClr val="accent6">
                  <a:lumMod val="20000"/>
                  <a:lumOff val="80000"/>
                </a:schemeClr>
              </a:solidFill>
              <a:effectLst/>
              <a:uLnTx/>
              <a:uFillTx/>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000" b="0" i="0" u="none" strike="noStrike" kern="1200" cap="none" spc="0" normalizeH="0" baseline="0" noProof="0">
              <a:ln>
                <a:noFill/>
              </a:ln>
              <a:solidFill>
                <a:schemeClr val="accent6">
                  <a:lumMod val="20000"/>
                  <a:lumOff val="80000"/>
                </a:schemeClr>
              </a:solidFill>
              <a:effectLst/>
              <a:uLnTx/>
              <a:uFillTx/>
              <a:ea typeface="+mn-ea"/>
              <a:cs typeface="+mn-cs"/>
            </a:endParaRPr>
          </a:p>
        </p:txBody>
      </p:sp>
      <p:sp>
        <p:nvSpPr>
          <p:cNvPr id="73" name="Rectangle: Rounded Corners 72">
            <a:extLst>
              <a:ext uri="{FF2B5EF4-FFF2-40B4-BE49-F238E27FC236}">
                <a16:creationId xmlns:a16="http://schemas.microsoft.com/office/drawing/2014/main" id="{7ADEE317-D361-BB63-5AA8-82EBCD13D843}"/>
              </a:ext>
            </a:extLst>
          </p:cNvPr>
          <p:cNvSpPr/>
          <p:nvPr/>
        </p:nvSpPr>
        <p:spPr>
          <a:xfrm>
            <a:off x="187867" y="3935551"/>
            <a:ext cx="1325437" cy="491802"/>
          </a:xfrm>
          <a:prstGeom prst="roundRect">
            <a:avLst>
              <a:gd name="adj" fmla="val 22912"/>
            </a:avLst>
          </a:prstGeom>
          <a:noFill/>
          <a:ln w="12700" cap="flat" cmpd="sng" algn="ctr">
            <a:solidFill>
              <a:schemeClr val="accent2"/>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a:ln>
                  <a:noFill/>
                </a:ln>
                <a:effectLst/>
                <a:uLnTx/>
                <a:uFillTx/>
              </a:rPr>
              <a:t>Business</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a:ln>
                  <a:noFill/>
                </a:ln>
                <a:effectLst/>
                <a:uLnTx/>
                <a:uFillTx/>
              </a:rPr>
              <a:t>Solutions</a:t>
            </a:r>
          </a:p>
        </p:txBody>
      </p:sp>
      <p:sp>
        <p:nvSpPr>
          <p:cNvPr id="74" name="TextBox 31">
            <a:extLst>
              <a:ext uri="{FF2B5EF4-FFF2-40B4-BE49-F238E27FC236}">
                <a16:creationId xmlns:a16="http://schemas.microsoft.com/office/drawing/2014/main" id="{561B6FF2-295F-6070-1E69-DB1CECF05D46}"/>
              </a:ext>
            </a:extLst>
          </p:cNvPr>
          <p:cNvSpPr txBox="1"/>
          <p:nvPr/>
        </p:nvSpPr>
        <p:spPr>
          <a:xfrm>
            <a:off x="167520" y="4428955"/>
            <a:ext cx="1369712" cy="1522434"/>
          </a:xfrm>
          <a:prstGeom prst="roundRect">
            <a:avLst>
              <a:gd name="adj" fmla="val 5934"/>
            </a:avLst>
          </a:prstGeom>
          <a:noFill/>
          <a:ln>
            <a:noFill/>
          </a:ln>
        </p:spPr>
        <p:txBody>
          <a:bodyPr vert="horz" wrap="square" lIns="90000" tIns="46800" rIns="90000" bIns="46800"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1" i="0" u="none" strike="noStrike" kern="1200" cap="none" spc="0" normalizeH="0" baseline="0" noProof="0">
                <a:ln>
                  <a:noFill/>
                </a:ln>
                <a:solidFill>
                  <a:schemeClr val="accent6">
                    <a:lumMod val="20000"/>
                    <a:lumOff val="80000"/>
                  </a:schemeClr>
                </a:solidFill>
                <a:effectLst/>
                <a:uLnTx/>
                <a:uFillTx/>
              </a:rPr>
              <a:t>Connectivity</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500" b="1" i="0" u="none" strike="noStrike" kern="1200" cap="none" spc="0" normalizeH="0" baseline="0" noProof="0">
              <a:ln>
                <a:noFill/>
              </a:ln>
              <a:solidFill>
                <a:schemeClr val="accent6">
                  <a:lumMod val="20000"/>
                  <a:lumOff val="80000"/>
                </a:schemeClr>
              </a:solidFill>
              <a:effectLst/>
              <a:uLnTx/>
              <a:uFillTx/>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1" i="0" u="none" strike="noStrike" kern="1200" cap="none" spc="0" normalizeH="0" baseline="0" noProof="0">
                <a:ln>
                  <a:noFill/>
                </a:ln>
                <a:solidFill>
                  <a:schemeClr val="accent6">
                    <a:lumMod val="20000"/>
                    <a:lumOff val="80000"/>
                  </a:schemeClr>
                </a:solidFill>
                <a:effectLst/>
                <a:uLnTx/>
                <a:uFillTx/>
              </a:rPr>
              <a:t>Cybersecurity as a Service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500" b="1" i="0" u="none" strike="noStrike" kern="1200" cap="none" spc="0" normalizeH="0" baseline="0" noProof="0">
              <a:ln>
                <a:noFill/>
              </a:ln>
              <a:solidFill>
                <a:schemeClr val="accent6">
                  <a:lumMod val="20000"/>
                  <a:lumOff val="80000"/>
                </a:schemeClr>
              </a:solidFill>
              <a:effectLst/>
              <a:uLnTx/>
              <a:uFillTx/>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1" i="0" u="none" strike="noStrike" kern="1200" cap="none" spc="0" normalizeH="0" baseline="0" noProof="0">
                <a:ln>
                  <a:noFill/>
                </a:ln>
                <a:solidFill>
                  <a:schemeClr val="accent6">
                    <a:lumMod val="20000"/>
                    <a:lumOff val="80000"/>
                  </a:schemeClr>
                </a:solidFill>
                <a:effectLst/>
                <a:uLnTx/>
                <a:uFillTx/>
              </a:rPr>
              <a:t>Data Centers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500" b="1" i="0" u="none" strike="noStrike" kern="1200" cap="none" spc="0" normalizeH="0" baseline="0" noProof="0">
              <a:ln>
                <a:noFill/>
              </a:ln>
              <a:solidFill>
                <a:schemeClr val="accent6">
                  <a:lumMod val="20000"/>
                  <a:lumOff val="80000"/>
                </a:schemeClr>
              </a:solidFill>
              <a:effectLst/>
              <a:uLnTx/>
              <a:uFillTx/>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00" b="1">
                <a:solidFill>
                  <a:schemeClr val="accent6">
                    <a:lumMod val="20000"/>
                    <a:lumOff val="80000"/>
                  </a:schemeClr>
                </a:solidFill>
              </a:rPr>
              <a:t>IT Solutions</a:t>
            </a:r>
            <a:endParaRPr kumimoji="0" lang="en-US" sz="1000" b="1" i="0" u="none" strike="noStrike" kern="1200" cap="none" spc="0" normalizeH="0" baseline="0" noProof="0">
              <a:ln>
                <a:noFill/>
              </a:ln>
              <a:solidFill>
                <a:schemeClr val="accent6">
                  <a:lumMod val="20000"/>
                  <a:lumOff val="80000"/>
                </a:schemeClr>
              </a:solidFill>
              <a:effectLst/>
              <a:uLnTx/>
              <a:uFillTx/>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500" b="1" i="0" u="none" strike="noStrike" kern="1200" cap="none" spc="0" normalizeH="0" baseline="0" noProof="0">
              <a:ln>
                <a:noFill/>
              </a:ln>
              <a:solidFill>
                <a:schemeClr val="accent6">
                  <a:lumMod val="20000"/>
                  <a:lumOff val="80000"/>
                </a:schemeClr>
              </a:solidFill>
              <a:effectLst/>
              <a:uLnTx/>
              <a:uFillTx/>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1" i="0" u="none" strike="noStrike" kern="1200" cap="none" spc="0" normalizeH="0" baseline="0" noProof="0">
                <a:ln>
                  <a:noFill/>
                </a:ln>
                <a:solidFill>
                  <a:schemeClr val="accent6">
                    <a:lumMod val="20000"/>
                    <a:lumOff val="80000"/>
                  </a:schemeClr>
                </a:solidFill>
                <a:effectLst/>
                <a:uLnTx/>
                <a:uFillTx/>
              </a:rPr>
              <a:t>UCC</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000" b="0" i="0" u="none" strike="noStrike" kern="1200" cap="none" spc="0" normalizeH="0" baseline="0" noProof="0">
              <a:ln>
                <a:noFill/>
              </a:ln>
              <a:solidFill>
                <a:schemeClr val="accent6">
                  <a:lumMod val="20000"/>
                  <a:lumOff val="80000"/>
                </a:schemeClr>
              </a:solidFill>
              <a:effectLst/>
              <a:uLnTx/>
              <a:uFillTx/>
            </a:endParaRPr>
          </a:p>
        </p:txBody>
      </p:sp>
      <p:sp>
        <p:nvSpPr>
          <p:cNvPr id="75" name="Rectangle 74">
            <a:extLst>
              <a:ext uri="{FF2B5EF4-FFF2-40B4-BE49-F238E27FC236}">
                <a16:creationId xmlns:a16="http://schemas.microsoft.com/office/drawing/2014/main" id="{C6CA0FAD-6C26-284D-3E91-ECE16D3C00BB}"/>
              </a:ext>
            </a:extLst>
          </p:cNvPr>
          <p:cNvSpPr/>
          <p:nvPr/>
        </p:nvSpPr>
        <p:spPr>
          <a:xfrm>
            <a:off x="36321" y="1815911"/>
            <a:ext cx="1726278" cy="4428365"/>
          </a:xfrm>
          <a:prstGeom prst="rect">
            <a:avLst/>
          </a:prstGeom>
          <a:noFill/>
          <a:ln w="28575">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IN" sz="1400" err="1">
              <a:solidFill>
                <a:schemeClr val="tx1"/>
              </a:solidFill>
            </a:endParaRPr>
          </a:p>
        </p:txBody>
      </p:sp>
      <p:sp>
        <p:nvSpPr>
          <p:cNvPr id="76" name="Title 3">
            <a:extLst>
              <a:ext uri="{FF2B5EF4-FFF2-40B4-BE49-F238E27FC236}">
                <a16:creationId xmlns:a16="http://schemas.microsoft.com/office/drawing/2014/main" id="{DEF5DC12-203E-B214-B7B7-445F49082CBB}"/>
              </a:ext>
            </a:extLst>
          </p:cNvPr>
          <p:cNvSpPr txBox="1">
            <a:spLocks/>
          </p:cNvSpPr>
          <p:nvPr/>
        </p:nvSpPr>
        <p:spPr>
          <a:xfrm>
            <a:off x="0" y="1381802"/>
            <a:ext cx="2094848" cy="286232"/>
          </a:xfrm>
          <a:prstGeom prst="rect">
            <a:avLst/>
          </a:prstGeom>
          <a:noFill/>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lvl1pPr marR="0" indent="0" algn="ctr" fontAlgn="auto">
              <a:lnSpc>
                <a:spcPct val="90000"/>
              </a:lnSpc>
              <a:spcBef>
                <a:spcPct val="0"/>
              </a:spcBef>
              <a:spcAft>
                <a:spcPts val="0"/>
              </a:spcAft>
              <a:buClrTx/>
              <a:buSzTx/>
              <a:buFontTx/>
              <a:buNone/>
              <a:tabLst/>
              <a:defRPr kumimoji="0" lang="en-US" sz="1600" b="0" i="0" u="none" strike="noStrike" cap="none" spc="0" normalizeH="0" baseline="0" noProof="0">
                <a:ln>
                  <a:noFill/>
                </a:ln>
                <a:solidFill>
                  <a:srgbClr val="FFFFFF"/>
                </a:solidFill>
                <a:effectLst/>
                <a:uLnTx/>
                <a:uFillTx/>
                <a:latin typeface="Ubuntu Medium"/>
                <a:ea typeface="+mj-ea"/>
                <a:cs typeface="+mj-cs"/>
              </a:defRPr>
            </a:lvl1pPr>
          </a:lstStyle>
          <a:p>
            <a:r>
              <a:rPr lang="en-IN" sz="1400" b="1">
                <a:latin typeface="+mn-lt"/>
              </a:rPr>
              <a:t>Business Coverage</a:t>
            </a:r>
          </a:p>
        </p:txBody>
      </p:sp>
      <p:cxnSp>
        <p:nvCxnSpPr>
          <p:cNvPr id="13" name="Straight Connector 12">
            <a:extLst>
              <a:ext uri="{FF2B5EF4-FFF2-40B4-BE49-F238E27FC236}">
                <a16:creationId xmlns:a16="http://schemas.microsoft.com/office/drawing/2014/main" id="{EAC45A65-45BB-0858-F677-6E0F97EBCA6B}"/>
              </a:ext>
            </a:extLst>
          </p:cNvPr>
          <p:cNvCxnSpPr/>
          <p:nvPr/>
        </p:nvCxnSpPr>
        <p:spPr>
          <a:xfrm flipV="1">
            <a:off x="8907" y="6179133"/>
            <a:ext cx="12165279" cy="270828"/>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3" name="Straight Connector 2">
            <a:extLst>
              <a:ext uri="{FF2B5EF4-FFF2-40B4-BE49-F238E27FC236}">
                <a16:creationId xmlns:a16="http://schemas.microsoft.com/office/drawing/2014/main" id="{5F83DD3A-0860-C40C-8EFB-019889A84563}"/>
              </a:ext>
            </a:extLst>
          </p:cNvPr>
          <p:cNvCxnSpPr/>
          <p:nvPr/>
        </p:nvCxnSpPr>
        <p:spPr>
          <a:xfrm>
            <a:off x="164074" y="3595524"/>
            <a:ext cx="1494605" cy="0"/>
          </a:xfrm>
          <a:prstGeom prst="line">
            <a:avLst/>
          </a:prstGeom>
          <a:ln w="12700">
            <a:solidFill>
              <a:schemeClr val="tx1"/>
            </a:solidFill>
            <a:prstDash val="sysDot"/>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279759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509DC5-2741-6B30-FA0B-89CC06B87820}"/>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E62D71F2-A172-8E5B-856A-4B37C312ECD0}"/>
              </a:ext>
            </a:extLst>
          </p:cNvPr>
          <p:cNvSpPr/>
          <p:nvPr/>
        </p:nvSpPr>
        <p:spPr>
          <a:xfrm>
            <a:off x="6506971" y="4533009"/>
            <a:ext cx="5220000" cy="1980000"/>
          </a:xfrm>
          <a:prstGeom prst="rect">
            <a:avLst/>
          </a:prstGeom>
          <a:solidFill>
            <a:schemeClr val="accent3">
              <a:lumMod val="90000"/>
              <a:lumOff val="10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IN" sz="1400" err="1">
              <a:solidFill>
                <a:schemeClr val="tx1"/>
              </a:solidFill>
            </a:endParaRPr>
          </a:p>
        </p:txBody>
      </p:sp>
      <p:sp>
        <p:nvSpPr>
          <p:cNvPr id="8" name="TextBox 7">
            <a:extLst>
              <a:ext uri="{FF2B5EF4-FFF2-40B4-BE49-F238E27FC236}">
                <a16:creationId xmlns:a16="http://schemas.microsoft.com/office/drawing/2014/main" id="{A5A84C61-E907-2248-8AC7-7E4C0774D614}"/>
              </a:ext>
            </a:extLst>
          </p:cNvPr>
          <p:cNvSpPr txBox="1"/>
          <p:nvPr/>
        </p:nvSpPr>
        <p:spPr>
          <a:xfrm>
            <a:off x="6503528" y="4609210"/>
            <a:ext cx="5306964" cy="1785104"/>
          </a:xfrm>
          <a:prstGeom prst="rect">
            <a:avLst/>
          </a:prstGeom>
          <a:noFill/>
        </p:spPr>
        <p:txBody>
          <a:bodyPr wrap="square">
            <a:spAutoFit/>
          </a:bodyPr>
          <a:lstStyle/>
          <a:p>
            <a:pPr marL="171450" indent="-171450">
              <a:buFont typeface="Arial" panose="020B0604020202020204" pitchFamily="34" charset="0"/>
              <a:buChar char="•"/>
            </a:pPr>
            <a:r>
              <a:rPr lang="en-IN" sz="1000"/>
              <a:t>COST VIEW</a:t>
            </a:r>
          </a:p>
          <a:p>
            <a:pPr marL="628650" lvl="1" indent="-171450">
              <a:buFont typeface="Arial" panose="020B0604020202020204" pitchFamily="34" charset="0"/>
              <a:buChar char="•"/>
            </a:pPr>
            <a:r>
              <a:rPr lang="en-IN" sz="1000"/>
              <a:t>Engagement aligned to shared‑value model</a:t>
            </a:r>
          </a:p>
          <a:p>
            <a:pPr marL="628650" lvl="1" indent="-171450">
              <a:buFont typeface="Arial" panose="020B0604020202020204" pitchFamily="34" charset="0"/>
              <a:buChar char="•"/>
            </a:pPr>
            <a:r>
              <a:rPr lang="en-IN" sz="1000"/>
              <a:t>Fees linked to verified &amp; realized savings</a:t>
            </a:r>
          </a:p>
          <a:p>
            <a:pPr marL="628650" lvl="1" indent="-171450">
              <a:buFont typeface="Arial" panose="020B0604020202020204" pitchFamily="34" charset="0"/>
              <a:buChar char="•"/>
            </a:pPr>
            <a:r>
              <a:rPr lang="en-IN" sz="1000"/>
              <a:t>Phase1 Cost – Fixed</a:t>
            </a:r>
          </a:p>
          <a:p>
            <a:pPr marL="628650" lvl="1" indent="-171450">
              <a:buFont typeface="Arial" panose="020B0604020202020204" pitchFamily="34" charset="0"/>
              <a:buChar char="•"/>
            </a:pPr>
            <a:r>
              <a:rPr lang="en-IN" sz="1000"/>
              <a:t>Phase2 Cost – Realization linked Cost (To be confirmed after Phase 1)</a:t>
            </a:r>
          </a:p>
          <a:p>
            <a:pPr marL="171450" indent="-171450">
              <a:buFont typeface="Arial" panose="020B0604020202020204" pitchFamily="34" charset="0"/>
              <a:buChar char="•"/>
            </a:pPr>
            <a:endParaRPr lang="en-IN" sz="1000" b="1"/>
          </a:p>
          <a:p>
            <a:pPr marL="171450" indent="-171450">
              <a:buFont typeface="Arial" panose="020B0604020202020204" pitchFamily="34" charset="0"/>
              <a:buChar char="•"/>
            </a:pPr>
            <a:r>
              <a:rPr lang="en-IN" sz="1000"/>
              <a:t>QUANTITATIVE BENEFITS VIEW</a:t>
            </a:r>
          </a:p>
          <a:p>
            <a:pPr marL="628650" lvl="1" indent="-171450">
              <a:buFont typeface="Arial" panose="020B0604020202020204" pitchFamily="34" charset="0"/>
              <a:buChar char="•"/>
            </a:pPr>
            <a:r>
              <a:rPr lang="en-IN" sz="1000"/>
              <a:t>Expected savings potential: (To be confirmed after Phase 1).</a:t>
            </a:r>
          </a:p>
          <a:p>
            <a:pPr marL="628650" lvl="1" indent="-171450">
              <a:buFont typeface="Arial" panose="020B0604020202020204" pitchFamily="34" charset="0"/>
              <a:buChar char="•"/>
            </a:pPr>
            <a:endParaRPr lang="en-IN" sz="1000" b="1"/>
          </a:p>
          <a:p>
            <a:pPr marL="171450" indent="-171450">
              <a:buFont typeface="Arial" panose="020B0604020202020204" pitchFamily="34" charset="0"/>
              <a:buChar char="•"/>
            </a:pPr>
            <a:r>
              <a:rPr lang="en-IN" sz="1000" b="1"/>
              <a:t>ROI</a:t>
            </a:r>
          </a:p>
          <a:p>
            <a:pPr marL="628650" lvl="1" indent="-171450">
              <a:buFont typeface="Arial" panose="020B0604020202020204" pitchFamily="34" charset="0"/>
              <a:buChar char="•"/>
            </a:pPr>
            <a:r>
              <a:rPr lang="en-IN" sz="1000"/>
              <a:t>Expected based on cost benchmarks for telecom cost transformations.</a:t>
            </a:r>
          </a:p>
        </p:txBody>
      </p:sp>
      <p:sp>
        <p:nvSpPr>
          <p:cNvPr id="66" name="Rectangle 65">
            <a:extLst>
              <a:ext uri="{FF2B5EF4-FFF2-40B4-BE49-F238E27FC236}">
                <a16:creationId xmlns:a16="http://schemas.microsoft.com/office/drawing/2014/main" id="{ABAEDB1A-AB43-56A7-D05C-776F0762F387}"/>
              </a:ext>
            </a:extLst>
          </p:cNvPr>
          <p:cNvSpPr/>
          <p:nvPr/>
        </p:nvSpPr>
        <p:spPr>
          <a:xfrm>
            <a:off x="343203" y="4533010"/>
            <a:ext cx="5618120" cy="1980000"/>
          </a:xfrm>
          <a:prstGeom prst="rect">
            <a:avLst/>
          </a:prstGeom>
          <a:solidFill>
            <a:schemeClr val="accent3">
              <a:lumMod val="90000"/>
              <a:lumOff val="10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IN" sz="1400" err="1">
              <a:solidFill>
                <a:schemeClr val="tx1"/>
              </a:solidFill>
            </a:endParaRPr>
          </a:p>
        </p:txBody>
      </p:sp>
      <p:sp>
        <p:nvSpPr>
          <p:cNvPr id="65" name="Rectangle 64">
            <a:extLst>
              <a:ext uri="{FF2B5EF4-FFF2-40B4-BE49-F238E27FC236}">
                <a16:creationId xmlns:a16="http://schemas.microsoft.com/office/drawing/2014/main" id="{E448C82A-E9DE-5F51-105D-FA4138E99E96}"/>
              </a:ext>
            </a:extLst>
          </p:cNvPr>
          <p:cNvSpPr/>
          <p:nvPr/>
        </p:nvSpPr>
        <p:spPr>
          <a:xfrm>
            <a:off x="343203" y="1841124"/>
            <a:ext cx="5618120" cy="2514339"/>
          </a:xfrm>
          <a:prstGeom prst="rect">
            <a:avLst/>
          </a:prstGeom>
          <a:solidFill>
            <a:schemeClr val="accent3">
              <a:lumMod val="90000"/>
              <a:lumOff val="10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IN" sz="1400" err="1">
              <a:solidFill>
                <a:schemeClr val="tx1"/>
              </a:solidFill>
            </a:endParaRPr>
          </a:p>
        </p:txBody>
      </p:sp>
      <p:sp>
        <p:nvSpPr>
          <p:cNvPr id="31" name="Rectangle 30">
            <a:extLst>
              <a:ext uri="{FF2B5EF4-FFF2-40B4-BE49-F238E27FC236}">
                <a16:creationId xmlns:a16="http://schemas.microsoft.com/office/drawing/2014/main" id="{D43B4124-B04C-3BEF-5FE8-D6BDC27CBC5C}"/>
              </a:ext>
            </a:extLst>
          </p:cNvPr>
          <p:cNvSpPr/>
          <p:nvPr/>
        </p:nvSpPr>
        <p:spPr>
          <a:xfrm>
            <a:off x="390361" y="715774"/>
            <a:ext cx="11393651" cy="884906"/>
          </a:xfrm>
          <a:prstGeom prst="rect">
            <a:avLst/>
          </a:prstGeom>
          <a:solidFill>
            <a:schemeClr val="accent1">
              <a:lumMod val="7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IN" sz="1400" err="1">
              <a:solidFill>
                <a:schemeClr val="tx1"/>
              </a:solidFill>
            </a:endParaRPr>
          </a:p>
        </p:txBody>
      </p:sp>
      <p:sp>
        <p:nvSpPr>
          <p:cNvPr id="2" name="Title 1">
            <a:extLst>
              <a:ext uri="{FF2B5EF4-FFF2-40B4-BE49-F238E27FC236}">
                <a16:creationId xmlns:a16="http://schemas.microsoft.com/office/drawing/2014/main" id="{C4CF058B-19B3-233F-84CF-BCAA135B7055}"/>
              </a:ext>
            </a:extLst>
          </p:cNvPr>
          <p:cNvSpPr>
            <a:spLocks noGrp="1"/>
          </p:cNvSpPr>
          <p:nvPr>
            <p:ph type="title"/>
          </p:nvPr>
        </p:nvSpPr>
        <p:spPr/>
        <p:txBody>
          <a:bodyPr anchor="t"/>
          <a:lstStyle/>
          <a:p>
            <a:r>
              <a:rPr lang="en-IN" sz="2400"/>
              <a:t>Executive Summary – </a:t>
            </a:r>
            <a:r>
              <a:rPr lang="en-IN" sz="2400" i="1"/>
              <a:t>program on a page</a:t>
            </a:r>
            <a:endParaRPr lang="en-GB" sz="2400" i="1"/>
          </a:p>
        </p:txBody>
      </p:sp>
      <p:sp>
        <p:nvSpPr>
          <p:cNvPr id="6" name="TextBox 5">
            <a:extLst>
              <a:ext uri="{FF2B5EF4-FFF2-40B4-BE49-F238E27FC236}">
                <a16:creationId xmlns:a16="http://schemas.microsoft.com/office/drawing/2014/main" id="{2C64318E-92B5-A450-41E6-C060EAADC3B8}"/>
              </a:ext>
            </a:extLst>
          </p:cNvPr>
          <p:cNvSpPr txBox="1"/>
          <p:nvPr/>
        </p:nvSpPr>
        <p:spPr>
          <a:xfrm>
            <a:off x="414971" y="744791"/>
            <a:ext cx="6830955" cy="830997"/>
          </a:xfrm>
          <a:prstGeom prst="rect">
            <a:avLst/>
          </a:prstGeom>
          <a:noFill/>
        </p:spPr>
        <p:txBody>
          <a:bodyPr wrap="square">
            <a:spAutoFit/>
          </a:bodyPr>
          <a:lstStyle/>
          <a:p>
            <a:pPr marL="171450" indent="-171450">
              <a:buFont typeface="Arial" panose="020B0604020202020204" pitchFamily="34" charset="0"/>
              <a:buChar char="•"/>
            </a:pPr>
            <a:r>
              <a:rPr lang="en-IN" sz="1200"/>
              <a:t>A ~18 month transformation to unlock</a:t>
            </a:r>
            <a:r>
              <a:rPr lang="en-IN" sz="1200" b="1"/>
              <a:t> sustainable annual savings</a:t>
            </a:r>
          </a:p>
          <a:p>
            <a:pPr marL="171450" indent="-171450">
              <a:buFont typeface="Arial" panose="020B0604020202020204" pitchFamily="34" charset="0"/>
              <a:buChar char="•"/>
            </a:pPr>
            <a:r>
              <a:rPr lang="en-IN" sz="1200"/>
              <a:t>Focused on Network, COGS, Labor, IT &amp; Procurement optimization	</a:t>
            </a:r>
          </a:p>
          <a:p>
            <a:pPr marL="171450" indent="-171450">
              <a:buFont typeface="Arial" panose="020B0604020202020204" pitchFamily="34" charset="0"/>
              <a:buChar char="•"/>
            </a:pPr>
            <a:r>
              <a:rPr lang="en-IN" sz="1200"/>
              <a:t>Introduction of AI-enabled operations and centralized spend analytics</a:t>
            </a:r>
          </a:p>
          <a:p>
            <a:pPr marL="171450" indent="-171450">
              <a:buFont typeface="Arial" panose="020B0604020202020204" pitchFamily="34" charset="0"/>
              <a:buChar char="•"/>
            </a:pPr>
            <a:r>
              <a:rPr lang="en-IN" sz="1200"/>
              <a:t>Shared-value, outcome-linked model with quick wins </a:t>
            </a:r>
          </a:p>
        </p:txBody>
      </p:sp>
      <p:graphicFrame>
        <p:nvGraphicFramePr>
          <p:cNvPr id="7" name="Table 6">
            <a:extLst>
              <a:ext uri="{FF2B5EF4-FFF2-40B4-BE49-F238E27FC236}">
                <a16:creationId xmlns:a16="http://schemas.microsoft.com/office/drawing/2014/main" id="{0CB16F4C-E0B1-DBF0-6B58-AF28638DD5CD}"/>
              </a:ext>
            </a:extLst>
          </p:cNvPr>
          <p:cNvGraphicFramePr>
            <a:graphicFrameLocks noGrp="1"/>
          </p:cNvGraphicFramePr>
          <p:nvPr>
            <p:extLst>
              <p:ext uri="{D42A27DB-BD31-4B8C-83A1-F6EECF244321}">
                <p14:modId xmlns:p14="http://schemas.microsoft.com/office/powerpoint/2010/main" val="3237109411"/>
              </p:ext>
            </p:extLst>
          </p:nvPr>
        </p:nvGraphicFramePr>
        <p:xfrm>
          <a:off x="458864" y="2510186"/>
          <a:ext cx="5384154" cy="1767840"/>
        </p:xfrm>
        <a:graphic>
          <a:graphicData uri="http://schemas.openxmlformats.org/drawingml/2006/table">
            <a:tbl>
              <a:tblPr firstRow="1" bandRow="1">
                <a:tableStyleId>{5940675A-B579-460E-94D1-54222C63F5DA}</a:tableStyleId>
              </a:tblPr>
              <a:tblGrid>
                <a:gridCol w="2692077">
                  <a:extLst>
                    <a:ext uri="{9D8B030D-6E8A-4147-A177-3AD203B41FA5}">
                      <a16:colId xmlns:a16="http://schemas.microsoft.com/office/drawing/2014/main" val="3168111148"/>
                    </a:ext>
                  </a:extLst>
                </a:gridCol>
                <a:gridCol w="2692077">
                  <a:extLst>
                    <a:ext uri="{9D8B030D-6E8A-4147-A177-3AD203B41FA5}">
                      <a16:colId xmlns:a16="http://schemas.microsoft.com/office/drawing/2014/main" val="667146583"/>
                    </a:ext>
                  </a:extLst>
                </a:gridCol>
              </a:tblGrid>
              <a:tr h="0">
                <a:tc>
                  <a:txBody>
                    <a:bodyPr/>
                    <a:lstStyle/>
                    <a:p>
                      <a:r>
                        <a:rPr lang="en-IN" sz="1000" b="1">
                          <a:solidFill>
                            <a:schemeClr val="tx1"/>
                          </a:solidFill>
                        </a:rPr>
                        <a:t>Foundational Initiatives – PHASE 1</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3"/>
                    </a:solidFill>
                  </a:tcPr>
                </a:tc>
                <a:tc>
                  <a:txBody>
                    <a:bodyPr/>
                    <a:lstStyle/>
                    <a:p>
                      <a:r>
                        <a:rPr lang="en-IN" sz="1000" b="1">
                          <a:solidFill>
                            <a:schemeClr val="tx1"/>
                          </a:solidFill>
                        </a:rPr>
                        <a:t>Transformation Initiatives – PHASE 2</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3"/>
                    </a:solidFill>
                  </a:tcPr>
                </a:tc>
                <a:extLst>
                  <a:ext uri="{0D108BD9-81ED-4DB2-BD59-A6C34878D82A}">
                    <a16:rowId xmlns:a16="http://schemas.microsoft.com/office/drawing/2014/main" val="4075404950"/>
                  </a:ext>
                </a:extLst>
              </a:tr>
              <a:tr h="0">
                <a:tc>
                  <a:txBody>
                    <a:bodyPr/>
                    <a:lstStyle/>
                    <a:p>
                      <a:r>
                        <a:rPr lang="en-IN" sz="1000">
                          <a:solidFill>
                            <a:schemeClr val="tx1"/>
                          </a:solidFill>
                        </a:rPr>
                        <a:t>A - Spend baseline &amp; contract consolidation</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r>
                        <a:rPr lang="en-IN" sz="1000">
                          <a:solidFill>
                            <a:schemeClr val="tx1"/>
                          </a:solidFill>
                        </a:rPr>
                        <a:t>F - Supplier renegotiations</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27312022"/>
                  </a:ext>
                </a:extLst>
              </a:tr>
              <a:tr h="0">
                <a:tc>
                  <a:txBody>
                    <a:bodyPr/>
                    <a:lstStyle/>
                    <a:p>
                      <a:r>
                        <a:rPr lang="en-IN" sz="1000">
                          <a:solidFill>
                            <a:schemeClr val="tx1"/>
                          </a:solidFill>
                        </a:rPr>
                        <a:t>B - Network capacity/cost analysis</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1D2959"/>
                    </a:solidFill>
                  </a:tcPr>
                </a:tc>
                <a:tc>
                  <a:txBody>
                    <a:bodyPr/>
                    <a:lstStyle/>
                    <a:p>
                      <a:r>
                        <a:rPr lang="en-IN" sz="1000">
                          <a:solidFill>
                            <a:schemeClr val="tx1"/>
                          </a:solidFill>
                        </a:rPr>
                        <a:t>G - AI-enabled network optimization</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1D2959"/>
                    </a:solidFill>
                  </a:tcPr>
                </a:tc>
                <a:extLst>
                  <a:ext uri="{0D108BD9-81ED-4DB2-BD59-A6C34878D82A}">
                    <a16:rowId xmlns:a16="http://schemas.microsoft.com/office/drawing/2014/main" val="2151212221"/>
                  </a:ext>
                </a:extLst>
              </a:tr>
              <a:tr h="129887">
                <a:tc>
                  <a:txBody>
                    <a:bodyPr/>
                    <a:lstStyle/>
                    <a:p>
                      <a:r>
                        <a:rPr lang="en-IN" sz="1000">
                          <a:solidFill>
                            <a:schemeClr val="tx1"/>
                          </a:solidFill>
                        </a:rPr>
                        <a:t>C - Labor productivity assessment</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r>
                        <a:rPr lang="en-IN" sz="1000">
                          <a:solidFill>
                            <a:schemeClr val="tx1"/>
                          </a:solidFill>
                        </a:rPr>
                        <a:t>H - Opex reduction across facilities, IT, field ops</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28368976"/>
                  </a:ext>
                </a:extLst>
              </a:tr>
              <a:tr h="0">
                <a:tc>
                  <a:txBody>
                    <a:bodyPr/>
                    <a:lstStyle/>
                    <a:p>
                      <a:r>
                        <a:rPr lang="en-IN" sz="1000">
                          <a:solidFill>
                            <a:schemeClr val="tx1"/>
                          </a:solidFill>
                        </a:rPr>
                        <a:t>D - Capex governance framework</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1D2959"/>
                    </a:solidFill>
                  </a:tcPr>
                </a:tc>
                <a:tc>
                  <a:txBody>
                    <a:bodyPr/>
                    <a:lstStyle/>
                    <a:p>
                      <a:r>
                        <a:rPr lang="en-IN" sz="1000">
                          <a:solidFill>
                            <a:schemeClr val="tx1"/>
                          </a:solidFill>
                        </a:rPr>
                        <a:t>I - Labor &amp; org redesign</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1D2959"/>
                    </a:solidFill>
                  </a:tcPr>
                </a:tc>
                <a:extLst>
                  <a:ext uri="{0D108BD9-81ED-4DB2-BD59-A6C34878D82A}">
                    <a16:rowId xmlns:a16="http://schemas.microsoft.com/office/drawing/2014/main" val="3182276816"/>
                  </a:ext>
                </a:extLst>
              </a:tr>
              <a:tr h="129887">
                <a:tc>
                  <a:txBody>
                    <a:bodyPr/>
                    <a:lstStyle/>
                    <a:p>
                      <a:r>
                        <a:rPr lang="en-IN" sz="1000">
                          <a:solidFill>
                            <a:schemeClr val="tx1"/>
                          </a:solidFill>
                        </a:rPr>
                        <a:t>E - AI feasibility assessment</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r>
                        <a:rPr lang="en-IN" sz="1000">
                          <a:solidFill>
                            <a:schemeClr val="tx1"/>
                          </a:solidFill>
                        </a:rPr>
                        <a:t>J - Implementation of spend intelligence platform</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58065682"/>
                  </a:ext>
                </a:extLst>
              </a:tr>
            </a:tbl>
          </a:graphicData>
        </a:graphic>
      </p:graphicFrame>
      <p:sp>
        <p:nvSpPr>
          <p:cNvPr id="10" name="TextBox 9">
            <a:extLst>
              <a:ext uri="{FF2B5EF4-FFF2-40B4-BE49-F238E27FC236}">
                <a16:creationId xmlns:a16="http://schemas.microsoft.com/office/drawing/2014/main" id="{89648617-24D1-580D-69B9-AAAE9C7E0D23}"/>
              </a:ext>
            </a:extLst>
          </p:cNvPr>
          <p:cNvSpPr txBox="1"/>
          <p:nvPr/>
        </p:nvSpPr>
        <p:spPr>
          <a:xfrm>
            <a:off x="414972" y="1833822"/>
            <a:ext cx="5516146" cy="600164"/>
          </a:xfrm>
          <a:prstGeom prst="rect">
            <a:avLst/>
          </a:prstGeom>
          <a:noFill/>
        </p:spPr>
        <p:txBody>
          <a:bodyPr wrap="square">
            <a:spAutoFit/>
          </a:bodyPr>
          <a:lstStyle/>
          <a:p>
            <a:r>
              <a:rPr lang="en-US" sz="1100">
                <a:ea typeface="Open Sans" panose="020B0606030504020204" pitchFamily="34" charset="0"/>
                <a:cs typeface="Calibri" panose="020F0502020204030204" pitchFamily="34" charset="0"/>
              </a:rPr>
              <a:t>The initiatives are classified into two categories:-</a:t>
            </a:r>
          </a:p>
          <a:p>
            <a:pPr marL="228600" indent="-228600">
              <a:buAutoNum type="arabicParenR"/>
            </a:pPr>
            <a:r>
              <a:rPr lang="en-US" sz="1100" b="1">
                <a:ea typeface="Open Sans" panose="020B0606030504020204" pitchFamily="34" charset="0"/>
                <a:cs typeface="Calibri" panose="020F0502020204030204" pitchFamily="34" charset="0"/>
              </a:rPr>
              <a:t>Foundational initiatives: </a:t>
            </a:r>
            <a:r>
              <a:rPr lang="en-US" sz="1100">
                <a:ea typeface="Open Sans" panose="020B0606030504020204" pitchFamily="34" charset="0"/>
                <a:cs typeface="Calibri" panose="020F0502020204030204" pitchFamily="34" charset="0"/>
              </a:rPr>
              <a:t>These are the enablers for the Cost transformation  </a:t>
            </a:r>
            <a:endParaRPr lang="en-US" sz="1100" b="1">
              <a:ea typeface="Open Sans" panose="020B0606030504020204" pitchFamily="34" charset="0"/>
              <a:cs typeface="Calibri" panose="020F0502020204030204" pitchFamily="34" charset="0"/>
            </a:endParaRPr>
          </a:p>
          <a:p>
            <a:pPr marL="228600" indent="-228600">
              <a:buAutoNum type="arabicParenR"/>
            </a:pPr>
            <a:r>
              <a:rPr lang="en-US" sz="1100" b="1">
                <a:ea typeface="Open Sans" panose="020B0606030504020204" pitchFamily="34" charset="0"/>
                <a:cs typeface="Calibri" panose="020F0502020204030204" pitchFamily="34" charset="0"/>
              </a:rPr>
              <a:t>Transformation initiatives: </a:t>
            </a:r>
            <a:r>
              <a:rPr lang="en-US" sz="1100">
                <a:ea typeface="Open Sans" panose="020B0606030504020204" pitchFamily="34" charset="0"/>
                <a:cs typeface="Calibri" panose="020F0502020204030204" pitchFamily="34" charset="0"/>
              </a:rPr>
              <a:t>These will drive savings</a:t>
            </a:r>
            <a:endParaRPr lang="en-IN" sz="1100">
              <a:ea typeface="Open Sans" panose="020B0606030504020204" pitchFamily="34" charset="0"/>
              <a:cs typeface="Calibri" panose="020F0502020204030204" pitchFamily="34" charset="0"/>
            </a:endParaRPr>
          </a:p>
        </p:txBody>
      </p:sp>
      <p:sp>
        <p:nvSpPr>
          <p:cNvPr id="14" name="TextBox 13">
            <a:extLst>
              <a:ext uri="{FF2B5EF4-FFF2-40B4-BE49-F238E27FC236}">
                <a16:creationId xmlns:a16="http://schemas.microsoft.com/office/drawing/2014/main" id="{AFDD5577-3DFD-9F6C-2229-BA3D4622195E}"/>
              </a:ext>
            </a:extLst>
          </p:cNvPr>
          <p:cNvSpPr txBox="1"/>
          <p:nvPr/>
        </p:nvSpPr>
        <p:spPr>
          <a:xfrm>
            <a:off x="1826653" y="4596396"/>
            <a:ext cx="3655314" cy="307777"/>
          </a:xfrm>
          <a:prstGeom prst="rect">
            <a:avLst/>
          </a:prstGeom>
          <a:noFill/>
        </p:spPr>
        <p:txBody>
          <a:bodyPr wrap="square">
            <a:spAutoFit/>
          </a:bodyPr>
          <a:lstStyle/>
          <a:p>
            <a:r>
              <a:rPr lang="en-US" sz="1400"/>
              <a:t>Implementation Roadmap</a:t>
            </a:r>
            <a:endParaRPr lang="en-IN" sz="1400"/>
          </a:p>
        </p:txBody>
      </p:sp>
      <p:sp>
        <p:nvSpPr>
          <p:cNvPr id="67" name="Rectangle 66">
            <a:extLst>
              <a:ext uri="{FF2B5EF4-FFF2-40B4-BE49-F238E27FC236}">
                <a16:creationId xmlns:a16="http://schemas.microsoft.com/office/drawing/2014/main" id="{2498C59B-5078-5F0E-2049-6DE30C4218AE}"/>
              </a:ext>
            </a:extLst>
          </p:cNvPr>
          <p:cNvSpPr/>
          <p:nvPr/>
        </p:nvSpPr>
        <p:spPr>
          <a:xfrm>
            <a:off x="6503528" y="1833822"/>
            <a:ext cx="5233327" cy="2521641"/>
          </a:xfrm>
          <a:prstGeom prst="rect">
            <a:avLst/>
          </a:prstGeom>
          <a:solidFill>
            <a:schemeClr val="accent3">
              <a:lumMod val="90000"/>
              <a:lumOff val="10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IN" sz="1400" err="1">
              <a:solidFill>
                <a:schemeClr val="tx1"/>
              </a:solidFill>
            </a:endParaRPr>
          </a:p>
        </p:txBody>
      </p:sp>
      <p:sp>
        <p:nvSpPr>
          <p:cNvPr id="73" name="Rectangle 72">
            <a:extLst>
              <a:ext uri="{FF2B5EF4-FFF2-40B4-BE49-F238E27FC236}">
                <a16:creationId xmlns:a16="http://schemas.microsoft.com/office/drawing/2014/main" id="{E8038FFD-44AD-75AB-1787-C01C61CA586A}"/>
              </a:ext>
            </a:extLst>
          </p:cNvPr>
          <p:cNvSpPr/>
          <p:nvPr/>
        </p:nvSpPr>
        <p:spPr>
          <a:xfrm>
            <a:off x="7618466" y="1959370"/>
            <a:ext cx="3361422" cy="1741157"/>
          </a:xfrm>
          <a:prstGeom prst="rect">
            <a:avLst/>
          </a:prstGeom>
          <a:solidFill>
            <a:schemeClr val="accent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IN" sz="1400" err="1">
              <a:solidFill>
                <a:schemeClr val="tx1"/>
              </a:solidFill>
            </a:endParaRPr>
          </a:p>
        </p:txBody>
      </p:sp>
      <p:cxnSp>
        <p:nvCxnSpPr>
          <p:cNvPr id="16" name="Straight Arrow Connector 15">
            <a:extLst>
              <a:ext uri="{FF2B5EF4-FFF2-40B4-BE49-F238E27FC236}">
                <a16:creationId xmlns:a16="http://schemas.microsoft.com/office/drawing/2014/main" id="{D3CEB404-19C4-03CD-F619-C344B0114A8F}"/>
              </a:ext>
            </a:extLst>
          </p:cNvPr>
          <p:cNvCxnSpPr>
            <a:cxnSpLocks/>
          </p:cNvCxnSpPr>
          <p:nvPr/>
        </p:nvCxnSpPr>
        <p:spPr>
          <a:xfrm>
            <a:off x="7171543" y="3971488"/>
            <a:ext cx="3882053"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E7D16909-C8E9-0A00-5F92-258C7C9D478C}"/>
              </a:ext>
            </a:extLst>
          </p:cNvPr>
          <p:cNvCxnSpPr>
            <a:cxnSpLocks/>
          </p:cNvCxnSpPr>
          <p:nvPr/>
        </p:nvCxnSpPr>
        <p:spPr>
          <a:xfrm flipV="1">
            <a:off x="7157295" y="1900178"/>
            <a:ext cx="0" cy="2071311"/>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1EFBECC4-D483-1579-5E49-F3F4137FBA47}"/>
              </a:ext>
            </a:extLst>
          </p:cNvPr>
          <p:cNvSpPr txBox="1"/>
          <p:nvPr/>
        </p:nvSpPr>
        <p:spPr>
          <a:xfrm>
            <a:off x="8155178" y="4046188"/>
            <a:ext cx="3655314" cy="276999"/>
          </a:xfrm>
          <a:prstGeom prst="rect">
            <a:avLst/>
          </a:prstGeom>
          <a:noFill/>
        </p:spPr>
        <p:txBody>
          <a:bodyPr wrap="square">
            <a:spAutoFit/>
          </a:bodyPr>
          <a:lstStyle/>
          <a:p>
            <a:r>
              <a:rPr lang="en-US" sz="1200"/>
              <a:t>Strategic Alignment</a:t>
            </a:r>
            <a:endParaRPr lang="en-IN" sz="1200"/>
          </a:p>
        </p:txBody>
      </p:sp>
      <p:sp>
        <p:nvSpPr>
          <p:cNvPr id="22" name="TextBox 21">
            <a:extLst>
              <a:ext uri="{FF2B5EF4-FFF2-40B4-BE49-F238E27FC236}">
                <a16:creationId xmlns:a16="http://schemas.microsoft.com/office/drawing/2014/main" id="{F23F1A3B-826C-7FF2-3D02-3448F0F6C4C8}"/>
              </a:ext>
            </a:extLst>
          </p:cNvPr>
          <p:cNvSpPr txBox="1"/>
          <p:nvPr/>
        </p:nvSpPr>
        <p:spPr>
          <a:xfrm rot="16200000">
            <a:off x="6108080" y="2777551"/>
            <a:ext cx="1474693" cy="276999"/>
          </a:xfrm>
          <a:prstGeom prst="rect">
            <a:avLst/>
          </a:prstGeom>
          <a:noFill/>
        </p:spPr>
        <p:txBody>
          <a:bodyPr wrap="square">
            <a:spAutoFit/>
          </a:bodyPr>
          <a:lstStyle/>
          <a:p>
            <a:pPr algn="ctr"/>
            <a:r>
              <a:rPr lang="en-US" sz="1200"/>
              <a:t>Savings Potential</a:t>
            </a:r>
            <a:endParaRPr lang="en-IN" sz="1200"/>
          </a:p>
        </p:txBody>
      </p:sp>
      <p:cxnSp>
        <p:nvCxnSpPr>
          <p:cNvPr id="24" name="Straight Connector 23">
            <a:extLst>
              <a:ext uri="{FF2B5EF4-FFF2-40B4-BE49-F238E27FC236}">
                <a16:creationId xmlns:a16="http://schemas.microsoft.com/office/drawing/2014/main" id="{DD331E8A-E713-2016-56F6-C68FF774C070}"/>
              </a:ext>
            </a:extLst>
          </p:cNvPr>
          <p:cNvCxnSpPr>
            <a:cxnSpLocks/>
            <a:endCxn id="73" idx="2"/>
          </p:cNvCxnSpPr>
          <p:nvPr/>
        </p:nvCxnSpPr>
        <p:spPr>
          <a:xfrm>
            <a:off x="9277286" y="1956354"/>
            <a:ext cx="21891" cy="1744174"/>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B0A51586-09DE-4B47-D165-E1D654FDBFAE}"/>
              </a:ext>
            </a:extLst>
          </p:cNvPr>
          <p:cNvCxnSpPr>
            <a:cxnSpLocks/>
          </p:cNvCxnSpPr>
          <p:nvPr/>
        </p:nvCxnSpPr>
        <p:spPr>
          <a:xfrm>
            <a:off x="7618466" y="2838168"/>
            <a:ext cx="3361422"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68" name="TextBox 67">
            <a:extLst>
              <a:ext uri="{FF2B5EF4-FFF2-40B4-BE49-F238E27FC236}">
                <a16:creationId xmlns:a16="http://schemas.microsoft.com/office/drawing/2014/main" id="{65D17888-074E-D5BB-A791-C771A69D3E9E}"/>
              </a:ext>
            </a:extLst>
          </p:cNvPr>
          <p:cNvSpPr txBox="1"/>
          <p:nvPr/>
        </p:nvSpPr>
        <p:spPr>
          <a:xfrm rot="16200000">
            <a:off x="7193088" y="3174458"/>
            <a:ext cx="538830" cy="246221"/>
          </a:xfrm>
          <a:prstGeom prst="rect">
            <a:avLst/>
          </a:prstGeom>
          <a:noFill/>
        </p:spPr>
        <p:txBody>
          <a:bodyPr wrap="square">
            <a:spAutoFit/>
          </a:bodyPr>
          <a:lstStyle/>
          <a:p>
            <a:pPr algn="ctr"/>
            <a:r>
              <a:rPr lang="en-US" sz="1000"/>
              <a:t>Low</a:t>
            </a:r>
            <a:endParaRPr lang="en-IN" sz="1000"/>
          </a:p>
        </p:txBody>
      </p:sp>
      <p:sp>
        <p:nvSpPr>
          <p:cNvPr id="69" name="TextBox 68">
            <a:extLst>
              <a:ext uri="{FF2B5EF4-FFF2-40B4-BE49-F238E27FC236}">
                <a16:creationId xmlns:a16="http://schemas.microsoft.com/office/drawing/2014/main" id="{42A1BEE8-36A0-3E0E-30F0-E41D35E3A2FD}"/>
              </a:ext>
            </a:extLst>
          </p:cNvPr>
          <p:cNvSpPr txBox="1"/>
          <p:nvPr/>
        </p:nvSpPr>
        <p:spPr>
          <a:xfrm rot="16200000">
            <a:off x="7172299" y="2338382"/>
            <a:ext cx="538830" cy="246221"/>
          </a:xfrm>
          <a:prstGeom prst="rect">
            <a:avLst/>
          </a:prstGeom>
          <a:noFill/>
        </p:spPr>
        <p:txBody>
          <a:bodyPr wrap="square">
            <a:spAutoFit/>
          </a:bodyPr>
          <a:lstStyle/>
          <a:p>
            <a:pPr algn="ctr"/>
            <a:r>
              <a:rPr lang="en-US" sz="1000"/>
              <a:t>High</a:t>
            </a:r>
            <a:endParaRPr lang="en-IN" sz="1000"/>
          </a:p>
        </p:txBody>
      </p:sp>
      <p:sp>
        <p:nvSpPr>
          <p:cNvPr id="71" name="TextBox 70">
            <a:extLst>
              <a:ext uri="{FF2B5EF4-FFF2-40B4-BE49-F238E27FC236}">
                <a16:creationId xmlns:a16="http://schemas.microsoft.com/office/drawing/2014/main" id="{B9497C6C-2DCE-F665-C82A-48C8AA2E5046}"/>
              </a:ext>
            </a:extLst>
          </p:cNvPr>
          <p:cNvSpPr txBox="1"/>
          <p:nvPr/>
        </p:nvSpPr>
        <p:spPr>
          <a:xfrm>
            <a:off x="7931177" y="3735806"/>
            <a:ext cx="1368000" cy="246221"/>
          </a:xfrm>
          <a:prstGeom prst="rect">
            <a:avLst/>
          </a:prstGeom>
          <a:noFill/>
        </p:spPr>
        <p:txBody>
          <a:bodyPr wrap="square">
            <a:spAutoFit/>
          </a:bodyPr>
          <a:lstStyle/>
          <a:p>
            <a:r>
              <a:rPr lang="en-US" sz="1000"/>
              <a:t>Foundational</a:t>
            </a:r>
            <a:endParaRPr lang="en-IN" sz="1000"/>
          </a:p>
        </p:txBody>
      </p:sp>
      <p:sp>
        <p:nvSpPr>
          <p:cNvPr id="72" name="TextBox 71">
            <a:extLst>
              <a:ext uri="{FF2B5EF4-FFF2-40B4-BE49-F238E27FC236}">
                <a16:creationId xmlns:a16="http://schemas.microsoft.com/office/drawing/2014/main" id="{EF219108-73AE-D42A-04C4-9F52E3B9A5C6}"/>
              </a:ext>
            </a:extLst>
          </p:cNvPr>
          <p:cNvSpPr txBox="1"/>
          <p:nvPr/>
        </p:nvSpPr>
        <p:spPr>
          <a:xfrm>
            <a:off x="9530325" y="3735805"/>
            <a:ext cx="1368000" cy="246221"/>
          </a:xfrm>
          <a:prstGeom prst="rect">
            <a:avLst/>
          </a:prstGeom>
          <a:noFill/>
        </p:spPr>
        <p:txBody>
          <a:bodyPr wrap="square">
            <a:spAutoFit/>
          </a:bodyPr>
          <a:lstStyle/>
          <a:p>
            <a:r>
              <a:rPr lang="en-US" sz="1000"/>
              <a:t>Transformation</a:t>
            </a:r>
            <a:endParaRPr lang="en-IN" sz="1000"/>
          </a:p>
        </p:txBody>
      </p:sp>
      <p:sp>
        <p:nvSpPr>
          <p:cNvPr id="76" name="Oval 75">
            <a:extLst>
              <a:ext uri="{FF2B5EF4-FFF2-40B4-BE49-F238E27FC236}">
                <a16:creationId xmlns:a16="http://schemas.microsoft.com/office/drawing/2014/main" id="{7AF2E225-D296-119C-CFAB-13E3B6110A33}"/>
              </a:ext>
            </a:extLst>
          </p:cNvPr>
          <p:cNvSpPr/>
          <p:nvPr/>
        </p:nvSpPr>
        <p:spPr>
          <a:xfrm>
            <a:off x="7814936" y="2951493"/>
            <a:ext cx="252000" cy="252000"/>
          </a:xfrm>
          <a:prstGeom prst="ellipse">
            <a:avLst/>
          </a:prstGeom>
          <a:solidFill>
            <a:schemeClr val="bg2">
              <a:lumMod val="50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IN" sz="1200">
                <a:solidFill>
                  <a:schemeClr val="tx1"/>
                </a:solidFill>
              </a:rPr>
              <a:t>A</a:t>
            </a:r>
          </a:p>
        </p:txBody>
      </p:sp>
      <p:sp>
        <p:nvSpPr>
          <p:cNvPr id="77" name="Oval 76">
            <a:extLst>
              <a:ext uri="{FF2B5EF4-FFF2-40B4-BE49-F238E27FC236}">
                <a16:creationId xmlns:a16="http://schemas.microsoft.com/office/drawing/2014/main" id="{ABECB295-528D-CDE9-F32A-AD5EEA2CF8B7}"/>
              </a:ext>
            </a:extLst>
          </p:cNvPr>
          <p:cNvSpPr/>
          <p:nvPr/>
        </p:nvSpPr>
        <p:spPr>
          <a:xfrm>
            <a:off x="8158720" y="3071548"/>
            <a:ext cx="252000" cy="252000"/>
          </a:xfrm>
          <a:prstGeom prst="ellipse">
            <a:avLst/>
          </a:prstGeom>
          <a:solidFill>
            <a:schemeClr val="bg2">
              <a:lumMod val="50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IN" sz="1200">
                <a:solidFill>
                  <a:schemeClr val="tx1"/>
                </a:solidFill>
              </a:rPr>
              <a:t>B</a:t>
            </a:r>
          </a:p>
        </p:txBody>
      </p:sp>
      <p:sp>
        <p:nvSpPr>
          <p:cNvPr id="78" name="Oval 77">
            <a:extLst>
              <a:ext uri="{FF2B5EF4-FFF2-40B4-BE49-F238E27FC236}">
                <a16:creationId xmlns:a16="http://schemas.microsoft.com/office/drawing/2014/main" id="{82A42C74-3281-F92C-5603-309E53F6DFDC}"/>
              </a:ext>
            </a:extLst>
          </p:cNvPr>
          <p:cNvSpPr/>
          <p:nvPr/>
        </p:nvSpPr>
        <p:spPr>
          <a:xfrm>
            <a:off x="8566299" y="3169268"/>
            <a:ext cx="252000" cy="252000"/>
          </a:xfrm>
          <a:prstGeom prst="ellipse">
            <a:avLst/>
          </a:prstGeom>
          <a:solidFill>
            <a:schemeClr val="bg2">
              <a:lumMod val="50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IN" sz="1200">
                <a:solidFill>
                  <a:schemeClr val="tx1"/>
                </a:solidFill>
              </a:rPr>
              <a:t>C</a:t>
            </a:r>
          </a:p>
        </p:txBody>
      </p:sp>
      <p:sp>
        <p:nvSpPr>
          <p:cNvPr id="79" name="Oval 78">
            <a:extLst>
              <a:ext uri="{FF2B5EF4-FFF2-40B4-BE49-F238E27FC236}">
                <a16:creationId xmlns:a16="http://schemas.microsoft.com/office/drawing/2014/main" id="{401ECBD4-5345-2A60-442A-F1F1CF159FB1}"/>
              </a:ext>
            </a:extLst>
          </p:cNvPr>
          <p:cNvSpPr/>
          <p:nvPr/>
        </p:nvSpPr>
        <p:spPr>
          <a:xfrm>
            <a:off x="8881730" y="2797939"/>
            <a:ext cx="252000" cy="252000"/>
          </a:xfrm>
          <a:prstGeom prst="ellipse">
            <a:avLst/>
          </a:prstGeom>
          <a:solidFill>
            <a:schemeClr val="bg2">
              <a:lumMod val="50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IN" sz="1200">
                <a:solidFill>
                  <a:schemeClr val="tx1"/>
                </a:solidFill>
              </a:rPr>
              <a:t>E</a:t>
            </a:r>
          </a:p>
        </p:txBody>
      </p:sp>
      <p:sp>
        <p:nvSpPr>
          <p:cNvPr id="83" name="Oval 82">
            <a:extLst>
              <a:ext uri="{FF2B5EF4-FFF2-40B4-BE49-F238E27FC236}">
                <a16:creationId xmlns:a16="http://schemas.microsoft.com/office/drawing/2014/main" id="{B503A44C-0B14-131C-8542-FB2406EB5263}"/>
              </a:ext>
            </a:extLst>
          </p:cNvPr>
          <p:cNvSpPr/>
          <p:nvPr/>
        </p:nvSpPr>
        <p:spPr>
          <a:xfrm>
            <a:off x="8481239" y="2890073"/>
            <a:ext cx="252000" cy="252000"/>
          </a:xfrm>
          <a:prstGeom prst="ellipse">
            <a:avLst/>
          </a:prstGeom>
          <a:solidFill>
            <a:schemeClr val="bg2">
              <a:lumMod val="50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IN" sz="1200">
                <a:solidFill>
                  <a:schemeClr val="tx1"/>
                </a:solidFill>
              </a:rPr>
              <a:t>D</a:t>
            </a:r>
          </a:p>
        </p:txBody>
      </p:sp>
      <p:sp>
        <p:nvSpPr>
          <p:cNvPr id="87" name="Oval 86">
            <a:extLst>
              <a:ext uri="{FF2B5EF4-FFF2-40B4-BE49-F238E27FC236}">
                <a16:creationId xmlns:a16="http://schemas.microsoft.com/office/drawing/2014/main" id="{43987B3F-1D51-5E59-2210-53BAD33CF3FC}"/>
              </a:ext>
            </a:extLst>
          </p:cNvPr>
          <p:cNvSpPr/>
          <p:nvPr/>
        </p:nvSpPr>
        <p:spPr>
          <a:xfrm>
            <a:off x="9512597" y="2423818"/>
            <a:ext cx="252000" cy="252000"/>
          </a:xfrm>
          <a:prstGeom prst="ellipse">
            <a:avLst/>
          </a:prstGeom>
          <a:solidFill>
            <a:schemeClr val="bg2">
              <a:lumMod val="50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IN" sz="1200">
                <a:solidFill>
                  <a:schemeClr val="tx1"/>
                </a:solidFill>
              </a:rPr>
              <a:t>I</a:t>
            </a:r>
          </a:p>
        </p:txBody>
      </p:sp>
      <p:sp>
        <p:nvSpPr>
          <p:cNvPr id="88" name="Oval 87">
            <a:extLst>
              <a:ext uri="{FF2B5EF4-FFF2-40B4-BE49-F238E27FC236}">
                <a16:creationId xmlns:a16="http://schemas.microsoft.com/office/drawing/2014/main" id="{A4407393-48F5-1207-7646-561C514B06DB}"/>
              </a:ext>
            </a:extLst>
          </p:cNvPr>
          <p:cNvSpPr/>
          <p:nvPr/>
        </p:nvSpPr>
        <p:spPr>
          <a:xfrm>
            <a:off x="9664997" y="2672303"/>
            <a:ext cx="252000" cy="252000"/>
          </a:xfrm>
          <a:prstGeom prst="ellipse">
            <a:avLst/>
          </a:prstGeom>
          <a:solidFill>
            <a:schemeClr val="bg2">
              <a:lumMod val="50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IN" sz="1200">
                <a:solidFill>
                  <a:schemeClr val="tx1"/>
                </a:solidFill>
              </a:rPr>
              <a:t>F</a:t>
            </a:r>
          </a:p>
        </p:txBody>
      </p:sp>
      <p:sp>
        <p:nvSpPr>
          <p:cNvPr id="89" name="Oval 88">
            <a:extLst>
              <a:ext uri="{FF2B5EF4-FFF2-40B4-BE49-F238E27FC236}">
                <a16:creationId xmlns:a16="http://schemas.microsoft.com/office/drawing/2014/main" id="{D1E481F0-5430-944C-A65B-D38D0E35DFED}"/>
              </a:ext>
            </a:extLst>
          </p:cNvPr>
          <p:cNvSpPr/>
          <p:nvPr/>
        </p:nvSpPr>
        <p:spPr>
          <a:xfrm>
            <a:off x="10228520" y="2669513"/>
            <a:ext cx="252000" cy="252000"/>
          </a:xfrm>
          <a:prstGeom prst="ellipse">
            <a:avLst/>
          </a:prstGeom>
          <a:solidFill>
            <a:schemeClr val="bg2">
              <a:lumMod val="50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IN" sz="1200">
                <a:solidFill>
                  <a:schemeClr val="tx1"/>
                </a:solidFill>
              </a:rPr>
              <a:t>J</a:t>
            </a:r>
          </a:p>
        </p:txBody>
      </p:sp>
      <p:sp>
        <p:nvSpPr>
          <p:cNvPr id="90" name="Oval 89">
            <a:extLst>
              <a:ext uri="{FF2B5EF4-FFF2-40B4-BE49-F238E27FC236}">
                <a16:creationId xmlns:a16="http://schemas.microsoft.com/office/drawing/2014/main" id="{CC7022FC-B0E1-2ABC-E338-B8A2AC3816C7}"/>
              </a:ext>
            </a:extLst>
          </p:cNvPr>
          <p:cNvSpPr/>
          <p:nvPr/>
        </p:nvSpPr>
        <p:spPr>
          <a:xfrm>
            <a:off x="10380920" y="2370772"/>
            <a:ext cx="252000" cy="252000"/>
          </a:xfrm>
          <a:prstGeom prst="ellipse">
            <a:avLst/>
          </a:prstGeom>
          <a:solidFill>
            <a:schemeClr val="bg2">
              <a:lumMod val="50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IN" sz="1200">
                <a:solidFill>
                  <a:schemeClr val="tx1"/>
                </a:solidFill>
              </a:rPr>
              <a:t>G</a:t>
            </a:r>
          </a:p>
        </p:txBody>
      </p:sp>
      <p:sp>
        <p:nvSpPr>
          <p:cNvPr id="91" name="Oval 90">
            <a:extLst>
              <a:ext uri="{FF2B5EF4-FFF2-40B4-BE49-F238E27FC236}">
                <a16:creationId xmlns:a16="http://schemas.microsoft.com/office/drawing/2014/main" id="{778510F1-081D-87AA-6405-573152C42EB0}"/>
              </a:ext>
            </a:extLst>
          </p:cNvPr>
          <p:cNvSpPr/>
          <p:nvPr/>
        </p:nvSpPr>
        <p:spPr>
          <a:xfrm>
            <a:off x="9952078" y="2233966"/>
            <a:ext cx="252000" cy="252000"/>
          </a:xfrm>
          <a:prstGeom prst="ellipse">
            <a:avLst/>
          </a:prstGeom>
          <a:solidFill>
            <a:schemeClr val="bg2">
              <a:lumMod val="50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IN" sz="1200">
                <a:solidFill>
                  <a:schemeClr val="tx1"/>
                </a:solidFill>
              </a:rPr>
              <a:t>H</a:t>
            </a:r>
          </a:p>
        </p:txBody>
      </p:sp>
      <p:grpSp>
        <p:nvGrpSpPr>
          <p:cNvPr id="93" name="Group 92">
            <a:extLst>
              <a:ext uri="{FF2B5EF4-FFF2-40B4-BE49-F238E27FC236}">
                <a16:creationId xmlns:a16="http://schemas.microsoft.com/office/drawing/2014/main" id="{CADB4507-FE1A-5551-5E27-493FD5879321}"/>
              </a:ext>
            </a:extLst>
          </p:cNvPr>
          <p:cNvGrpSpPr/>
          <p:nvPr/>
        </p:nvGrpSpPr>
        <p:grpSpPr>
          <a:xfrm>
            <a:off x="6146107" y="2703540"/>
            <a:ext cx="201842" cy="494008"/>
            <a:chOff x="2762251" y="3184220"/>
            <a:chExt cx="192063" cy="380313"/>
          </a:xfrm>
          <a:solidFill>
            <a:schemeClr val="tx2"/>
          </a:solidFill>
        </p:grpSpPr>
        <p:sp>
          <p:nvSpPr>
            <p:cNvPr id="94" name="Chevron 965">
              <a:extLst>
                <a:ext uri="{FF2B5EF4-FFF2-40B4-BE49-F238E27FC236}">
                  <a16:creationId xmlns:a16="http://schemas.microsoft.com/office/drawing/2014/main" id="{64AAED4D-AAEB-F994-3677-3D8C0CEF5CB5}"/>
                </a:ext>
              </a:extLst>
            </p:cNvPr>
            <p:cNvSpPr/>
            <p:nvPr/>
          </p:nvSpPr>
          <p:spPr bwMode="gray">
            <a:xfrm>
              <a:off x="2813153" y="3184220"/>
              <a:ext cx="141161" cy="380313"/>
            </a:xfrm>
            <a:prstGeom prst="chevron">
              <a:avLst>
                <a:gd name="adj" fmla="val 50887"/>
              </a:avLst>
            </a:prstGeom>
            <a:grpFill/>
            <a:ln w="25400" cap="flat" cmpd="sng" algn="ctr">
              <a:noFill/>
              <a:prstDash val="solid"/>
            </a:ln>
            <a:effectLst/>
          </p:spPr>
          <p:txBody>
            <a:bodyPr lIns="69129" tIns="34564" rIns="69129" bIns="34564" rtlCol="0" anchor="ctr"/>
            <a:lstStyle/>
            <a:p>
              <a:pPr algn="ctr" defTabSz="1218987"/>
              <a:endParaRPr lang="de-DE" b="1" kern="0"/>
            </a:p>
          </p:txBody>
        </p:sp>
        <p:sp>
          <p:nvSpPr>
            <p:cNvPr id="95" name="Chevron 965">
              <a:extLst>
                <a:ext uri="{FF2B5EF4-FFF2-40B4-BE49-F238E27FC236}">
                  <a16:creationId xmlns:a16="http://schemas.microsoft.com/office/drawing/2014/main" id="{B0824DDC-88E9-0AF8-5C4C-473F7D46228B}"/>
                </a:ext>
              </a:extLst>
            </p:cNvPr>
            <p:cNvSpPr/>
            <p:nvPr/>
          </p:nvSpPr>
          <p:spPr bwMode="gray">
            <a:xfrm>
              <a:off x="2762251" y="3235714"/>
              <a:ext cx="102933" cy="277321"/>
            </a:xfrm>
            <a:prstGeom prst="chevron">
              <a:avLst>
                <a:gd name="adj" fmla="val 50887"/>
              </a:avLst>
            </a:prstGeom>
            <a:grpFill/>
            <a:ln w="25400" cap="flat" cmpd="sng" algn="ctr">
              <a:noFill/>
              <a:prstDash val="solid"/>
            </a:ln>
            <a:effectLst/>
          </p:spPr>
          <p:txBody>
            <a:bodyPr lIns="69129" tIns="34564" rIns="69129" bIns="34564" rtlCol="0" anchor="ctr"/>
            <a:lstStyle/>
            <a:p>
              <a:pPr algn="ctr" defTabSz="1218987"/>
              <a:endParaRPr lang="de-DE" b="1" kern="0"/>
            </a:p>
          </p:txBody>
        </p:sp>
      </p:grpSp>
      <p:graphicFrame>
        <p:nvGraphicFramePr>
          <p:cNvPr id="96" name="Table 95">
            <a:extLst>
              <a:ext uri="{FF2B5EF4-FFF2-40B4-BE49-F238E27FC236}">
                <a16:creationId xmlns:a16="http://schemas.microsoft.com/office/drawing/2014/main" id="{88B70D32-135B-81CC-2B30-73D5553D2FBD}"/>
              </a:ext>
            </a:extLst>
          </p:cNvPr>
          <p:cNvGraphicFramePr>
            <a:graphicFrameLocks noGrp="1"/>
          </p:cNvGraphicFramePr>
          <p:nvPr>
            <p:extLst>
              <p:ext uri="{D42A27DB-BD31-4B8C-83A1-F6EECF244321}">
                <p14:modId xmlns:p14="http://schemas.microsoft.com/office/powerpoint/2010/main" val="379275708"/>
              </p:ext>
            </p:extLst>
          </p:nvPr>
        </p:nvGraphicFramePr>
        <p:xfrm>
          <a:off x="1391694" y="6013833"/>
          <a:ext cx="3966858" cy="370840"/>
        </p:xfrm>
        <a:graphic>
          <a:graphicData uri="http://schemas.openxmlformats.org/drawingml/2006/table">
            <a:tbl>
              <a:tblPr firstRow="1" bandRow="1">
                <a:tableStyleId>{5C22544A-7EE6-4342-B048-85BDC9FD1C3A}</a:tableStyleId>
              </a:tblPr>
              <a:tblGrid>
                <a:gridCol w="1983429">
                  <a:extLst>
                    <a:ext uri="{9D8B030D-6E8A-4147-A177-3AD203B41FA5}">
                      <a16:colId xmlns:a16="http://schemas.microsoft.com/office/drawing/2014/main" val="3609460790"/>
                    </a:ext>
                  </a:extLst>
                </a:gridCol>
                <a:gridCol w="1983429">
                  <a:extLst>
                    <a:ext uri="{9D8B030D-6E8A-4147-A177-3AD203B41FA5}">
                      <a16:colId xmlns:a16="http://schemas.microsoft.com/office/drawing/2014/main" val="1571630213"/>
                    </a:ext>
                  </a:extLst>
                </a:gridCol>
              </a:tblGrid>
              <a:tr h="370840">
                <a:tc>
                  <a:txBody>
                    <a:bodyPr/>
                    <a:lstStyle/>
                    <a:p>
                      <a:pPr algn="ctr"/>
                      <a:r>
                        <a:rPr lang="en-IN" sz="1050" b="0"/>
                        <a:t>Q1</a:t>
                      </a:r>
                    </a:p>
                  </a:txBody>
                  <a:tcPr anchor="ctr">
                    <a:solidFill>
                      <a:schemeClr val="accent2"/>
                    </a:solidFill>
                  </a:tcPr>
                </a:tc>
                <a:tc>
                  <a:txBody>
                    <a:bodyPr/>
                    <a:lstStyle/>
                    <a:p>
                      <a:pPr algn="ctr"/>
                      <a:r>
                        <a:rPr lang="en-IN" sz="1050" b="0"/>
                        <a:t>Q2 – Q6</a:t>
                      </a:r>
                    </a:p>
                  </a:txBody>
                  <a:tcPr anchor="ctr">
                    <a:solidFill>
                      <a:schemeClr val="accent2"/>
                    </a:solidFill>
                  </a:tcPr>
                </a:tc>
                <a:extLst>
                  <a:ext uri="{0D108BD9-81ED-4DB2-BD59-A6C34878D82A}">
                    <a16:rowId xmlns:a16="http://schemas.microsoft.com/office/drawing/2014/main" val="1378385334"/>
                  </a:ext>
                </a:extLst>
              </a:tr>
            </a:tbl>
          </a:graphicData>
        </a:graphic>
      </p:graphicFrame>
      <p:cxnSp>
        <p:nvCxnSpPr>
          <p:cNvPr id="98" name="Straight Arrow Connector 97">
            <a:extLst>
              <a:ext uri="{FF2B5EF4-FFF2-40B4-BE49-F238E27FC236}">
                <a16:creationId xmlns:a16="http://schemas.microsoft.com/office/drawing/2014/main" id="{6B3BE2CD-6831-1DBA-53C8-1E4D7BBF5C8C}"/>
              </a:ext>
            </a:extLst>
          </p:cNvPr>
          <p:cNvCxnSpPr/>
          <p:nvPr/>
        </p:nvCxnSpPr>
        <p:spPr>
          <a:xfrm>
            <a:off x="1391694" y="5126217"/>
            <a:ext cx="0" cy="887616"/>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9" name="TextBox 98">
            <a:extLst>
              <a:ext uri="{FF2B5EF4-FFF2-40B4-BE49-F238E27FC236}">
                <a16:creationId xmlns:a16="http://schemas.microsoft.com/office/drawing/2014/main" id="{DC5B3435-05A3-4E20-A092-042E8C759931}"/>
              </a:ext>
            </a:extLst>
          </p:cNvPr>
          <p:cNvSpPr txBox="1"/>
          <p:nvPr/>
        </p:nvSpPr>
        <p:spPr>
          <a:xfrm>
            <a:off x="604061" y="5126217"/>
            <a:ext cx="720000" cy="276999"/>
          </a:xfrm>
          <a:prstGeom prst="rect">
            <a:avLst/>
          </a:prstGeom>
          <a:noFill/>
        </p:spPr>
        <p:txBody>
          <a:bodyPr wrap="square">
            <a:spAutoFit/>
          </a:bodyPr>
          <a:lstStyle/>
          <a:p>
            <a:r>
              <a:rPr lang="en-US" sz="1200"/>
              <a:t>Phase 1</a:t>
            </a:r>
            <a:endParaRPr lang="en-IN" sz="1200"/>
          </a:p>
        </p:txBody>
      </p:sp>
      <p:sp>
        <p:nvSpPr>
          <p:cNvPr id="100" name="TextBox 99">
            <a:extLst>
              <a:ext uri="{FF2B5EF4-FFF2-40B4-BE49-F238E27FC236}">
                <a16:creationId xmlns:a16="http://schemas.microsoft.com/office/drawing/2014/main" id="{2A43F79A-9C42-E4B5-2039-7AA802CC7922}"/>
              </a:ext>
            </a:extLst>
          </p:cNvPr>
          <p:cNvSpPr txBox="1"/>
          <p:nvPr/>
        </p:nvSpPr>
        <p:spPr>
          <a:xfrm>
            <a:off x="607603" y="5565698"/>
            <a:ext cx="720000" cy="276999"/>
          </a:xfrm>
          <a:prstGeom prst="rect">
            <a:avLst/>
          </a:prstGeom>
          <a:noFill/>
        </p:spPr>
        <p:txBody>
          <a:bodyPr wrap="square">
            <a:spAutoFit/>
          </a:bodyPr>
          <a:lstStyle/>
          <a:p>
            <a:r>
              <a:rPr lang="en-US" sz="1200"/>
              <a:t>Phase 2</a:t>
            </a:r>
            <a:endParaRPr lang="en-IN" sz="1200"/>
          </a:p>
        </p:txBody>
      </p:sp>
      <p:sp>
        <p:nvSpPr>
          <p:cNvPr id="101" name="Arrow: Right 100">
            <a:extLst>
              <a:ext uri="{FF2B5EF4-FFF2-40B4-BE49-F238E27FC236}">
                <a16:creationId xmlns:a16="http://schemas.microsoft.com/office/drawing/2014/main" id="{0DDAA7ED-4427-2DD4-A866-728BD29DD1C4}"/>
              </a:ext>
            </a:extLst>
          </p:cNvPr>
          <p:cNvSpPr/>
          <p:nvPr/>
        </p:nvSpPr>
        <p:spPr>
          <a:xfrm>
            <a:off x="1382655" y="5145768"/>
            <a:ext cx="1775688" cy="300982"/>
          </a:xfrm>
          <a:prstGeom prst="rightArrow">
            <a:avLst/>
          </a:prstGeom>
          <a:solidFill>
            <a:schemeClr val="accent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IN" sz="1200">
                <a:solidFill>
                  <a:schemeClr val="tx1"/>
                </a:solidFill>
              </a:rPr>
              <a:t>A,    B,    C,    D,    E</a:t>
            </a:r>
          </a:p>
        </p:txBody>
      </p:sp>
      <p:sp>
        <p:nvSpPr>
          <p:cNvPr id="102" name="Arrow: Right 101">
            <a:extLst>
              <a:ext uri="{FF2B5EF4-FFF2-40B4-BE49-F238E27FC236}">
                <a16:creationId xmlns:a16="http://schemas.microsoft.com/office/drawing/2014/main" id="{E730F2F6-99DC-2E70-393E-767B85AE9F0F}"/>
              </a:ext>
            </a:extLst>
          </p:cNvPr>
          <p:cNvSpPr/>
          <p:nvPr/>
        </p:nvSpPr>
        <p:spPr>
          <a:xfrm>
            <a:off x="3435923" y="5478925"/>
            <a:ext cx="1775688" cy="300982"/>
          </a:xfrm>
          <a:prstGeom prst="rightArrow">
            <a:avLst/>
          </a:prstGeom>
          <a:solidFill>
            <a:schemeClr val="accent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IN" sz="1200">
                <a:solidFill>
                  <a:schemeClr val="tx1"/>
                </a:solidFill>
              </a:rPr>
              <a:t>F,    G,    H,    I,    J</a:t>
            </a:r>
          </a:p>
        </p:txBody>
      </p:sp>
      <p:cxnSp>
        <p:nvCxnSpPr>
          <p:cNvPr id="104" name="Straight Connector 103">
            <a:extLst>
              <a:ext uri="{FF2B5EF4-FFF2-40B4-BE49-F238E27FC236}">
                <a16:creationId xmlns:a16="http://schemas.microsoft.com/office/drawing/2014/main" id="{FFB1C177-3B38-0A9C-F26F-B09AD9EE6841}"/>
              </a:ext>
            </a:extLst>
          </p:cNvPr>
          <p:cNvCxnSpPr/>
          <p:nvPr/>
        </p:nvCxnSpPr>
        <p:spPr>
          <a:xfrm>
            <a:off x="1391694" y="5642116"/>
            <a:ext cx="2052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288073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20D722-B723-A38E-83D9-A32AA62F801E}"/>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BAD3F7B2-FBAD-2865-7B92-6790F50B7F27}"/>
              </a:ext>
            </a:extLst>
          </p:cNvPr>
          <p:cNvSpPr/>
          <p:nvPr/>
        </p:nvSpPr>
        <p:spPr>
          <a:xfrm>
            <a:off x="108155" y="1311078"/>
            <a:ext cx="729946" cy="5179073"/>
          </a:xfrm>
          <a:prstGeom prst="rect">
            <a:avLst/>
          </a:prstGeom>
          <a:solidFill>
            <a:schemeClr val="accent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5" name="Title 1">
            <a:extLst>
              <a:ext uri="{FF2B5EF4-FFF2-40B4-BE49-F238E27FC236}">
                <a16:creationId xmlns:a16="http://schemas.microsoft.com/office/drawing/2014/main" id="{822308ED-3C5B-B45C-D770-862BF305CB27}"/>
              </a:ext>
            </a:extLst>
          </p:cNvPr>
          <p:cNvSpPr txBox="1">
            <a:spLocks/>
          </p:cNvSpPr>
          <p:nvPr/>
        </p:nvSpPr>
        <p:spPr bwMode="auto">
          <a:xfrm>
            <a:off x="396306" y="131403"/>
            <a:ext cx="9836817" cy="278568"/>
          </a:xfrm>
          <a:prstGeom prst="rect">
            <a:avLst/>
          </a:prstGeom>
        </p:spPr>
        <p:txBody>
          <a:bodyPr anchor="t"/>
          <a:lstStyle>
            <a:lvl1pPr marR="0" indent="0" fontAlgn="auto">
              <a:lnSpc>
                <a:spcPct val="90000"/>
              </a:lnSpc>
              <a:spcBef>
                <a:spcPct val="0"/>
              </a:spcBef>
              <a:spcAft>
                <a:spcPts val="0"/>
              </a:spcAft>
              <a:buClrTx/>
              <a:buSzTx/>
              <a:buFontTx/>
              <a:buNone/>
              <a:tabLst/>
              <a:defRPr kumimoji="0" lang="en-US" sz="2400" b="0" i="0" u="none" strike="noStrike" cap="none" spc="0" normalizeH="0" baseline="0" noProof="0">
                <a:ln>
                  <a:noFill/>
                </a:ln>
                <a:solidFill>
                  <a:schemeClr val="bg1"/>
                </a:solidFill>
                <a:effectLst/>
                <a:uLnTx/>
                <a:uFillTx/>
                <a:latin typeface="+mj-lt"/>
                <a:ea typeface="+mj-ea"/>
                <a:cs typeface="+mj-cs"/>
              </a:defRPr>
            </a:lvl1pPr>
            <a:lvl2pPr algn="l" rtl="0" eaLnBrk="1" fontAlgn="base" hangingPunct="1">
              <a:spcBef>
                <a:spcPct val="0"/>
              </a:spcBef>
              <a:spcAft>
                <a:spcPct val="0"/>
              </a:spcAft>
              <a:defRPr sz="3600" b="1">
                <a:solidFill>
                  <a:schemeClr val="tx2"/>
                </a:solidFill>
                <a:latin typeface="Arial" charset="0"/>
                <a:cs typeface="Arial" charset="0"/>
              </a:defRPr>
            </a:lvl2pPr>
            <a:lvl3pPr algn="l" rtl="0" eaLnBrk="1" fontAlgn="base" hangingPunct="1">
              <a:spcBef>
                <a:spcPct val="0"/>
              </a:spcBef>
              <a:spcAft>
                <a:spcPct val="0"/>
              </a:spcAft>
              <a:defRPr sz="3600" b="1">
                <a:solidFill>
                  <a:schemeClr val="tx2"/>
                </a:solidFill>
                <a:latin typeface="Arial" charset="0"/>
                <a:cs typeface="Arial" charset="0"/>
              </a:defRPr>
            </a:lvl3pPr>
            <a:lvl4pPr algn="l" rtl="0" eaLnBrk="1" fontAlgn="base" hangingPunct="1">
              <a:spcBef>
                <a:spcPct val="0"/>
              </a:spcBef>
              <a:spcAft>
                <a:spcPct val="0"/>
              </a:spcAft>
              <a:defRPr sz="3600" b="1">
                <a:solidFill>
                  <a:schemeClr val="tx2"/>
                </a:solidFill>
                <a:latin typeface="Arial" charset="0"/>
                <a:cs typeface="Arial" charset="0"/>
              </a:defRPr>
            </a:lvl4pPr>
            <a:lvl5pPr algn="l" rtl="0" eaLnBrk="1" fontAlgn="base" hangingPunct="1">
              <a:spcBef>
                <a:spcPct val="0"/>
              </a:spcBef>
              <a:spcAft>
                <a:spcPct val="0"/>
              </a:spcAft>
              <a:defRPr sz="3600" b="1">
                <a:solidFill>
                  <a:schemeClr val="tx2"/>
                </a:solidFill>
                <a:latin typeface="Arial" charset="0"/>
                <a:cs typeface="Arial" charset="0"/>
              </a:defRPr>
            </a:lvl5pPr>
            <a:lvl6pPr marL="507915" algn="l" rtl="0" eaLnBrk="1" fontAlgn="base" hangingPunct="1">
              <a:spcBef>
                <a:spcPct val="0"/>
              </a:spcBef>
              <a:spcAft>
                <a:spcPct val="0"/>
              </a:spcAft>
              <a:defRPr sz="3600" b="1">
                <a:solidFill>
                  <a:schemeClr val="tx2"/>
                </a:solidFill>
                <a:latin typeface="Arial" charset="0"/>
                <a:cs typeface="Arial" charset="0"/>
              </a:defRPr>
            </a:lvl6pPr>
            <a:lvl7pPr marL="1015829" algn="l" rtl="0" eaLnBrk="1" fontAlgn="base" hangingPunct="1">
              <a:spcBef>
                <a:spcPct val="0"/>
              </a:spcBef>
              <a:spcAft>
                <a:spcPct val="0"/>
              </a:spcAft>
              <a:defRPr sz="3600" b="1">
                <a:solidFill>
                  <a:schemeClr val="tx2"/>
                </a:solidFill>
                <a:latin typeface="Arial" charset="0"/>
                <a:cs typeface="Arial" charset="0"/>
              </a:defRPr>
            </a:lvl7pPr>
            <a:lvl8pPr marL="1523741" algn="l" rtl="0" eaLnBrk="1" fontAlgn="base" hangingPunct="1">
              <a:spcBef>
                <a:spcPct val="0"/>
              </a:spcBef>
              <a:spcAft>
                <a:spcPct val="0"/>
              </a:spcAft>
              <a:defRPr sz="3600" b="1">
                <a:solidFill>
                  <a:schemeClr val="tx2"/>
                </a:solidFill>
                <a:latin typeface="Arial" charset="0"/>
                <a:cs typeface="Arial" charset="0"/>
              </a:defRPr>
            </a:lvl8pPr>
            <a:lvl9pPr marL="2031655" algn="l" rtl="0" eaLnBrk="1" fontAlgn="base" hangingPunct="1">
              <a:spcBef>
                <a:spcPct val="0"/>
              </a:spcBef>
              <a:spcAft>
                <a:spcPct val="0"/>
              </a:spcAft>
              <a:defRPr sz="3600" b="1">
                <a:solidFill>
                  <a:schemeClr val="tx2"/>
                </a:solidFill>
                <a:latin typeface="Arial" charset="0"/>
                <a:cs typeface="Arial" charset="0"/>
              </a:defRPr>
            </a:lvl9pPr>
          </a:lstStyle>
          <a:p>
            <a:r>
              <a:rPr lang="en-US">
                <a:solidFill>
                  <a:schemeClr val="tx1"/>
                </a:solidFill>
              </a:rPr>
              <a:t>We bring a capability‑led cost transformation for sustainable value realization at Liberty Networks</a:t>
            </a:r>
          </a:p>
        </p:txBody>
      </p:sp>
      <p:sp>
        <p:nvSpPr>
          <p:cNvPr id="8" name="Plus 34">
            <a:extLst>
              <a:ext uri="{FF2B5EF4-FFF2-40B4-BE49-F238E27FC236}">
                <a16:creationId xmlns:a16="http://schemas.microsoft.com/office/drawing/2014/main" id="{01C1A9D4-C468-6D53-1020-85B0AD7EA5E0}"/>
              </a:ext>
            </a:extLst>
          </p:cNvPr>
          <p:cNvSpPr/>
          <p:nvPr/>
        </p:nvSpPr>
        <p:spPr>
          <a:xfrm>
            <a:off x="2040468" y="2341290"/>
            <a:ext cx="478367" cy="505883"/>
          </a:xfrm>
          <a:prstGeom prst="mathPlus">
            <a:avLst/>
          </a:prstGeom>
          <a:solidFill>
            <a:schemeClr val="tx2"/>
          </a:solidFill>
          <a:ln>
            <a:solidFill>
              <a:schemeClr val="bg2"/>
            </a:solidFill>
          </a:ln>
        </p:spPr>
        <p:style>
          <a:lnRef idx="1">
            <a:schemeClr val="accent1"/>
          </a:lnRef>
          <a:fillRef idx="0">
            <a:schemeClr val="accent1"/>
          </a:fillRef>
          <a:effectRef idx="0">
            <a:schemeClr val="accent1"/>
          </a:effectRef>
          <a:fontRef idx="minor">
            <a:schemeClr val="tx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132" b="0" i="0" u="none" strike="noStrike" kern="1200" cap="none" spc="0" normalizeH="0" baseline="0" noProof="0">
              <a:ln>
                <a:noFill/>
              </a:ln>
              <a:effectLst/>
              <a:uLnTx/>
              <a:uFillTx/>
              <a:latin typeface="Ubuntu Medium"/>
              <a:ea typeface="+mn-ea"/>
              <a:cs typeface="+mn-cs"/>
            </a:endParaRPr>
          </a:p>
        </p:txBody>
      </p:sp>
      <p:sp>
        <p:nvSpPr>
          <p:cNvPr id="9" name="Rectangle 8">
            <a:extLst>
              <a:ext uri="{FF2B5EF4-FFF2-40B4-BE49-F238E27FC236}">
                <a16:creationId xmlns:a16="http://schemas.microsoft.com/office/drawing/2014/main" id="{472EB3F1-34DD-84B7-C483-E061D8F1B03C}"/>
              </a:ext>
            </a:extLst>
          </p:cNvPr>
          <p:cNvSpPr/>
          <p:nvPr/>
        </p:nvSpPr>
        <p:spPr>
          <a:xfrm>
            <a:off x="1011767" y="2991136"/>
            <a:ext cx="2540000" cy="1139230"/>
          </a:xfrm>
          <a:prstGeom prst="rect">
            <a:avLst/>
          </a:prstGeom>
          <a:solidFill>
            <a:schemeClr val="accent4">
              <a:lumMod val="75000"/>
            </a:schemeClr>
          </a:solidFill>
          <a:ln>
            <a:noFill/>
          </a:ln>
          <a:effectLst>
            <a:outerShdw blurRad="50800" dist="38100" dir="2700000" algn="tl" rotWithShape="0">
              <a:schemeClr val="bg2">
                <a:alpha val="40000"/>
              </a:schemeClr>
            </a:outerShdw>
          </a:effectLst>
        </p:spPr>
        <p:style>
          <a:lnRef idx="1">
            <a:schemeClr val="accent1"/>
          </a:lnRef>
          <a:fillRef idx="0">
            <a:schemeClr val="accent1"/>
          </a:fillRef>
          <a:effectRef idx="0">
            <a:schemeClr val="accent1"/>
          </a:effectRef>
          <a:fontRef idx="minor">
            <a:schemeClr val="tx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132" b="0" i="0" u="none" strike="noStrike" kern="1200" cap="none" spc="0" normalizeH="0" baseline="0" noProof="0">
              <a:ln>
                <a:noFill/>
              </a:ln>
              <a:effectLst/>
              <a:uLnTx/>
              <a:uFillTx/>
              <a:latin typeface="Ubuntu Medium"/>
              <a:ea typeface="+mn-ea"/>
              <a:cs typeface="+mn-cs"/>
            </a:endParaRPr>
          </a:p>
        </p:txBody>
      </p:sp>
      <p:sp>
        <p:nvSpPr>
          <p:cNvPr id="10" name="Rectangle 9">
            <a:extLst>
              <a:ext uri="{FF2B5EF4-FFF2-40B4-BE49-F238E27FC236}">
                <a16:creationId xmlns:a16="http://schemas.microsoft.com/office/drawing/2014/main" id="{8F5E9435-8174-02C7-8552-D475ED1A718D}"/>
              </a:ext>
            </a:extLst>
          </p:cNvPr>
          <p:cNvSpPr/>
          <p:nvPr/>
        </p:nvSpPr>
        <p:spPr>
          <a:xfrm>
            <a:off x="989543" y="1311078"/>
            <a:ext cx="2540000" cy="858674"/>
          </a:xfrm>
          <a:prstGeom prst="rect">
            <a:avLst/>
          </a:prstGeom>
          <a:solidFill>
            <a:schemeClr val="accent4">
              <a:lumMod val="75000"/>
            </a:schemeClr>
          </a:solidFill>
          <a:ln>
            <a:noFill/>
          </a:ln>
          <a:effectLst>
            <a:outerShdw blurRad="50800" dist="38100" dir="2700000" algn="tl" rotWithShape="0">
              <a:schemeClr val="bg2">
                <a:alpha val="40000"/>
              </a:schemeClr>
            </a:outerShdw>
          </a:effectLst>
        </p:spPr>
        <p:style>
          <a:lnRef idx="1">
            <a:schemeClr val="accent1"/>
          </a:lnRef>
          <a:fillRef idx="0">
            <a:schemeClr val="accent1"/>
          </a:fillRef>
          <a:effectRef idx="0">
            <a:schemeClr val="accent1"/>
          </a:effectRef>
          <a:fontRef idx="minor">
            <a:schemeClr val="tx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132" b="0" i="0" u="none" strike="noStrike" kern="1200" cap="none" spc="0" normalizeH="0" baseline="0" noProof="0">
              <a:ln>
                <a:noFill/>
              </a:ln>
              <a:effectLst/>
              <a:uLnTx/>
              <a:uFillTx/>
              <a:latin typeface="Ubuntu Medium"/>
              <a:ea typeface="+mn-ea"/>
              <a:cs typeface="+mn-cs"/>
            </a:endParaRPr>
          </a:p>
        </p:txBody>
      </p:sp>
      <p:sp>
        <p:nvSpPr>
          <p:cNvPr id="11" name="Rectangle 10">
            <a:extLst>
              <a:ext uri="{FF2B5EF4-FFF2-40B4-BE49-F238E27FC236}">
                <a16:creationId xmlns:a16="http://schemas.microsoft.com/office/drawing/2014/main" id="{4CEA854A-5F2A-6CB0-2728-BECCFB248298}"/>
              </a:ext>
            </a:extLst>
          </p:cNvPr>
          <p:cNvSpPr/>
          <p:nvPr/>
        </p:nvSpPr>
        <p:spPr>
          <a:xfrm>
            <a:off x="3942926" y="847678"/>
            <a:ext cx="3688080" cy="335280"/>
          </a:xfrm>
          <a:prstGeom prst="rect">
            <a:avLst/>
          </a:prstGeom>
          <a:solidFill>
            <a:schemeClr val="accent1"/>
          </a:solidFill>
          <a:ln>
            <a:solidFill>
              <a:schemeClr val="bg1">
                <a:lumMod val="95000"/>
              </a:schemeClr>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effectLst/>
                <a:uLnTx/>
                <a:uFillTx/>
                <a:latin typeface="Ubuntu Medium"/>
                <a:ea typeface="+mn-ea"/>
                <a:cs typeface="+mn-cs"/>
              </a:rPr>
              <a:t>What does this mean?</a:t>
            </a:r>
          </a:p>
        </p:txBody>
      </p:sp>
      <p:sp>
        <p:nvSpPr>
          <p:cNvPr id="12" name="Rectangle 11">
            <a:extLst>
              <a:ext uri="{FF2B5EF4-FFF2-40B4-BE49-F238E27FC236}">
                <a16:creationId xmlns:a16="http://schemas.microsoft.com/office/drawing/2014/main" id="{AC7E6EB0-5632-4D33-565D-2DBB1E4545A9}"/>
              </a:ext>
            </a:extLst>
          </p:cNvPr>
          <p:cNvSpPr/>
          <p:nvPr/>
        </p:nvSpPr>
        <p:spPr>
          <a:xfrm>
            <a:off x="7896323" y="834397"/>
            <a:ext cx="2540000" cy="353880"/>
          </a:xfrm>
          <a:prstGeom prst="rect">
            <a:avLst/>
          </a:prstGeom>
          <a:solidFill>
            <a:schemeClr val="accent1"/>
          </a:solidFill>
          <a:ln>
            <a:solidFill>
              <a:schemeClr val="bg1">
                <a:lumMod val="95000"/>
              </a:schemeClr>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132" b="0" i="0" u="none" strike="noStrike" kern="1200" cap="none" spc="0" normalizeH="0" baseline="0" noProof="0">
              <a:ln>
                <a:noFill/>
              </a:ln>
              <a:effectLst/>
              <a:uLnTx/>
              <a:uFillTx/>
              <a:latin typeface="Ubuntu Medium"/>
              <a:ea typeface="+mn-ea"/>
              <a:cs typeface="+mn-cs"/>
            </a:endParaRPr>
          </a:p>
        </p:txBody>
      </p:sp>
      <p:sp>
        <p:nvSpPr>
          <p:cNvPr id="13" name="TextBox 2">
            <a:extLst>
              <a:ext uri="{FF2B5EF4-FFF2-40B4-BE49-F238E27FC236}">
                <a16:creationId xmlns:a16="http://schemas.microsoft.com/office/drawing/2014/main" id="{097C7BBC-BA0E-962B-932C-2D7A4E295C15}"/>
              </a:ext>
            </a:extLst>
          </p:cNvPr>
          <p:cNvSpPr txBox="1">
            <a:spLocks noChangeArrowheads="1"/>
          </p:cNvSpPr>
          <p:nvPr/>
        </p:nvSpPr>
        <p:spPr bwMode="auto">
          <a:xfrm>
            <a:off x="1214966" y="1517938"/>
            <a:ext cx="2235200"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ctr" defTabSz="914400" rtl="0" eaLnBrk="1" fontAlgn="auto" latinLnBrk="0" hangingPunct="1">
              <a:lnSpc>
                <a:spcPct val="100000"/>
              </a:lnSpc>
              <a:spcBef>
                <a:spcPts val="0"/>
              </a:spcBef>
              <a:spcAft>
                <a:spcPts val="0"/>
              </a:spcAft>
              <a:buClr>
                <a:srgbClr val="000000"/>
              </a:buClr>
              <a:buSzTx/>
              <a:buFontTx/>
              <a:buNone/>
              <a:tabLst/>
              <a:defRPr/>
            </a:pPr>
            <a:r>
              <a:rPr kumimoji="0" lang="en-US" sz="1400" b="0" i="0" u="none" strike="noStrike" kern="1200" cap="none" spc="0" normalizeH="0" baseline="0" noProof="0">
                <a:ln>
                  <a:noFill/>
                </a:ln>
                <a:effectLst/>
                <a:uLnTx/>
                <a:uFillTx/>
                <a:latin typeface="Ubuntu Medium"/>
                <a:ea typeface="+mn-ea"/>
                <a:cs typeface="+mn-cs"/>
              </a:rPr>
              <a:t>Strategic and Operational Capabilities Identification</a:t>
            </a:r>
          </a:p>
        </p:txBody>
      </p:sp>
      <p:sp>
        <p:nvSpPr>
          <p:cNvPr id="14" name="TextBox 12">
            <a:extLst>
              <a:ext uri="{FF2B5EF4-FFF2-40B4-BE49-F238E27FC236}">
                <a16:creationId xmlns:a16="http://schemas.microsoft.com/office/drawing/2014/main" id="{AEB40D29-931E-DF91-EC9D-9B7480CDB507}"/>
              </a:ext>
            </a:extLst>
          </p:cNvPr>
          <p:cNvSpPr txBox="1">
            <a:spLocks noChangeArrowheads="1"/>
          </p:cNvSpPr>
          <p:nvPr/>
        </p:nvSpPr>
        <p:spPr bwMode="auto">
          <a:xfrm>
            <a:off x="1077388" y="3124628"/>
            <a:ext cx="2438400" cy="861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ctr" defTabSz="914400" rtl="0" eaLnBrk="1" fontAlgn="auto" latinLnBrk="0" hangingPunct="1">
              <a:lnSpc>
                <a:spcPct val="100000"/>
              </a:lnSpc>
              <a:spcBef>
                <a:spcPts val="0"/>
              </a:spcBef>
              <a:spcAft>
                <a:spcPts val="0"/>
              </a:spcAft>
              <a:buClr>
                <a:srgbClr val="000000"/>
              </a:buClr>
              <a:buSzTx/>
              <a:buFontTx/>
              <a:buNone/>
              <a:tabLst/>
              <a:defRPr/>
            </a:pPr>
            <a:r>
              <a:rPr kumimoji="0" lang="en-US" sz="1400" b="0" i="0" u="none" strike="noStrike" kern="1200" cap="none" spc="0" normalizeH="0" baseline="0" noProof="0">
                <a:ln>
                  <a:noFill/>
                </a:ln>
                <a:effectLst/>
                <a:uLnTx/>
                <a:uFillTx/>
                <a:latin typeface="Ubuntu Medium"/>
                <a:ea typeface="+mn-ea"/>
                <a:cs typeface="+mn-cs"/>
              </a:rPr>
              <a:t>Simplification &amp; Cost Rationalization For Non Strategic/non coherent  Capabilities</a:t>
            </a:r>
          </a:p>
        </p:txBody>
      </p:sp>
      <p:sp>
        <p:nvSpPr>
          <p:cNvPr id="16" name="TextBox 14">
            <a:extLst>
              <a:ext uri="{FF2B5EF4-FFF2-40B4-BE49-F238E27FC236}">
                <a16:creationId xmlns:a16="http://schemas.microsoft.com/office/drawing/2014/main" id="{AC244094-D397-60EF-C031-CE78F1549817}"/>
              </a:ext>
            </a:extLst>
          </p:cNvPr>
          <p:cNvSpPr txBox="1">
            <a:spLocks noChangeArrowheads="1"/>
          </p:cNvSpPr>
          <p:nvPr/>
        </p:nvSpPr>
        <p:spPr bwMode="auto">
          <a:xfrm>
            <a:off x="8099523" y="908952"/>
            <a:ext cx="2133600"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ctr" defTabSz="914400" rtl="0" eaLnBrk="1" fontAlgn="auto" latinLnBrk="0" hangingPunct="1">
              <a:lnSpc>
                <a:spcPct val="100000"/>
              </a:lnSpc>
              <a:spcBef>
                <a:spcPts val="0"/>
              </a:spcBef>
              <a:spcAft>
                <a:spcPts val="0"/>
              </a:spcAft>
              <a:buClr>
                <a:srgbClr val="000000"/>
              </a:buClr>
              <a:buSzTx/>
              <a:buFontTx/>
              <a:buNone/>
              <a:tabLst/>
              <a:defRPr/>
            </a:pPr>
            <a:r>
              <a:rPr kumimoji="0" lang="en-US" sz="1400" i="0" u="none" strike="noStrike" kern="1200" cap="none" spc="0" normalizeH="0" baseline="0" noProof="0">
                <a:ln>
                  <a:noFill/>
                </a:ln>
                <a:effectLst/>
                <a:uLnTx/>
                <a:uFillTx/>
                <a:latin typeface="Ubuntu Medium"/>
                <a:ea typeface="+mn-ea"/>
                <a:cs typeface="+mn-cs"/>
              </a:rPr>
              <a:t>Main Advantages</a:t>
            </a:r>
          </a:p>
        </p:txBody>
      </p:sp>
      <p:cxnSp>
        <p:nvCxnSpPr>
          <p:cNvPr id="17" name="Straight Connector 16">
            <a:extLst>
              <a:ext uri="{FF2B5EF4-FFF2-40B4-BE49-F238E27FC236}">
                <a16:creationId xmlns:a16="http://schemas.microsoft.com/office/drawing/2014/main" id="{C69BA37F-716B-CC65-C812-70EDBE2910CB}"/>
              </a:ext>
            </a:extLst>
          </p:cNvPr>
          <p:cNvCxnSpPr>
            <a:cxnSpLocks/>
          </p:cNvCxnSpPr>
          <p:nvPr/>
        </p:nvCxnSpPr>
        <p:spPr>
          <a:xfrm>
            <a:off x="108155" y="4628028"/>
            <a:ext cx="12083844" cy="21353"/>
          </a:xfrm>
          <a:prstGeom prst="line">
            <a:avLst/>
          </a:prstGeom>
          <a:ln w="381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8" name="TextBox 23">
            <a:extLst>
              <a:ext uri="{FF2B5EF4-FFF2-40B4-BE49-F238E27FC236}">
                <a16:creationId xmlns:a16="http://schemas.microsoft.com/office/drawing/2014/main" id="{8D2A1DC8-38FF-7F6F-DAE8-DBC74FE82312}"/>
              </a:ext>
            </a:extLst>
          </p:cNvPr>
          <p:cNvSpPr txBox="1">
            <a:spLocks noChangeArrowheads="1"/>
          </p:cNvSpPr>
          <p:nvPr/>
        </p:nvSpPr>
        <p:spPr bwMode="auto">
          <a:xfrm>
            <a:off x="3767668" y="1379890"/>
            <a:ext cx="4128655" cy="1107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marL="171450" indent="-171450"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171450" marR="0" lvl="0" indent="-171450" algn="l" defTabSz="914400" rtl="0" eaLnBrk="1" fontAlgn="auto" latinLnBrk="0" hangingPunct="1">
              <a:lnSpc>
                <a:spcPct val="100000"/>
              </a:lnSpc>
              <a:spcBef>
                <a:spcPts val="0"/>
              </a:spcBef>
              <a:spcAft>
                <a:spcPts val="0"/>
              </a:spcAft>
              <a:buClrTx/>
              <a:buSzTx/>
              <a:buFont typeface="Arial" charset="0"/>
              <a:buChar char="•"/>
              <a:tabLst/>
              <a:defRPr/>
            </a:pPr>
            <a:r>
              <a:rPr kumimoji="0" lang="en-US" sz="1200" i="0" u="none" strike="noStrike" kern="1200" cap="none" spc="0" normalizeH="0" baseline="0" noProof="0">
                <a:ln>
                  <a:noFill/>
                </a:ln>
                <a:effectLst/>
                <a:uLnTx/>
                <a:uFillTx/>
                <a:latin typeface="Ubuntu Medium"/>
                <a:ea typeface="+mn-ea"/>
                <a:cs typeface="+mn-cs"/>
              </a:rPr>
              <a:t>Identify and prioritize </a:t>
            </a:r>
            <a:r>
              <a:rPr kumimoji="0" lang="en-US" sz="1200" b="1" i="0" u="none" strike="noStrike" kern="1200" cap="none" spc="0" normalizeH="0" baseline="0" noProof="0">
                <a:ln>
                  <a:noFill/>
                </a:ln>
                <a:effectLst/>
                <a:uLnTx/>
                <a:uFillTx/>
                <a:latin typeface="Ubuntu Medium"/>
                <a:ea typeface="+mn-ea"/>
                <a:cs typeface="+mn-cs"/>
              </a:rPr>
              <a:t>value‑critical strategic and/or operational capabilities </a:t>
            </a:r>
            <a:r>
              <a:rPr kumimoji="0" lang="en-US" sz="1200" b="0" i="0" u="none" strike="noStrike" kern="1200" cap="none" spc="0" normalizeH="0" baseline="0" noProof="0">
                <a:ln>
                  <a:noFill/>
                </a:ln>
                <a:effectLst/>
                <a:uLnTx/>
                <a:uFillTx/>
                <a:latin typeface="Ubuntu Medium"/>
                <a:ea typeface="+mn-ea"/>
                <a:cs typeface="+mn-cs"/>
              </a:rPr>
              <a:t>based on how </a:t>
            </a:r>
            <a:r>
              <a:rPr lang="en-US" sz="1200">
                <a:latin typeface="Ubuntu Medium"/>
              </a:rPr>
              <a:t>LN</a:t>
            </a:r>
            <a:r>
              <a:rPr kumimoji="0" lang="en-US" sz="1200" b="0" i="0" u="none" strike="noStrike" kern="1200" cap="none" spc="0" normalizeH="0" baseline="0" noProof="0">
                <a:ln>
                  <a:noFill/>
                </a:ln>
                <a:effectLst/>
                <a:uLnTx/>
                <a:uFillTx/>
                <a:latin typeface="Ubuntu Medium"/>
                <a:ea typeface="+mn-ea"/>
                <a:cs typeface="+mn-cs"/>
              </a:rPr>
              <a:t> will choose to create and deliver value in the marketplace</a:t>
            </a:r>
          </a:p>
          <a:p>
            <a:pPr marL="171450" marR="0" lvl="0" indent="-171450" algn="l" defTabSz="914400" rtl="0" eaLnBrk="1" fontAlgn="auto" latinLnBrk="0" hangingPunct="1">
              <a:lnSpc>
                <a:spcPct val="100000"/>
              </a:lnSpc>
              <a:spcBef>
                <a:spcPts val="0"/>
              </a:spcBef>
              <a:spcAft>
                <a:spcPts val="0"/>
              </a:spcAft>
              <a:buClrTx/>
              <a:buSzTx/>
              <a:buFont typeface="Arial" charset="0"/>
              <a:buChar char="•"/>
              <a:tabLst/>
              <a:defRPr/>
            </a:pPr>
            <a:r>
              <a:rPr kumimoji="0" lang="en-US" sz="1200" b="0" i="0" u="none" strike="noStrike" kern="1200" cap="none" spc="0" normalizeH="0" baseline="0" noProof="0">
                <a:ln>
                  <a:noFill/>
                </a:ln>
                <a:effectLst/>
                <a:uLnTx/>
                <a:uFillTx/>
                <a:latin typeface="Ubuntu Medium"/>
                <a:ea typeface="+mn-ea"/>
                <a:cs typeface="+mn-cs"/>
              </a:rPr>
              <a:t>e.g. network capacity planning &amp; utilization, vendor and contract management</a:t>
            </a:r>
            <a:r>
              <a:rPr lang="en-US" sz="1200">
                <a:latin typeface="Ubuntu Medium"/>
              </a:rPr>
              <a:t>,</a:t>
            </a:r>
            <a:r>
              <a:rPr kumimoji="0" lang="en-US" sz="1200" b="0" i="0" u="none" strike="noStrike" kern="1200" cap="none" spc="0" normalizeH="0" baseline="0" noProof="0">
                <a:ln>
                  <a:noFill/>
                </a:ln>
                <a:effectLst/>
                <a:uLnTx/>
                <a:uFillTx/>
                <a:latin typeface="Ubuntu Medium"/>
                <a:ea typeface="+mn-ea"/>
                <a:cs typeface="+mn-cs"/>
              </a:rPr>
              <a:t> NOC operations, field ops, and fault management</a:t>
            </a:r>
          </a:p>
        </p:txBody>
      </p:sp>
      <p:sp>
        <p:nvSpPr>
          <p:cNvPr id="19" name="TextBox 38">
            <a:extLst>
              <a:ext uri="{FF2B5EF4-FFF2-40B4-BE49-F238E27FC236}">
                <a16:creationId xmlns:a16="http://schemas.microsoft.com/office/drawing/2014/main" id="{AF80553B-9015-0983-4569-436FECF69242}"/>
              </a:ext>
            </a:extLst>
          </p:cNvPr>
          <p:cNvSpPr txBox="1">
            <a:spLocks noChangeArrowheads="1"/>
          </p:cNvSpPr>
          <p:nvPr/>
        </p:nvSpPr>
        <p:spPr bwMode="auto">
          <a:xfrm>
            <a:off x="3767670" y="3207037"/>
            <a:ext cx="4064000" cy="1292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marL="171450" indent="-171450"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171450" marR="0" lvl="0" indent="-171450" algn="l" defTabSz="914400" rtl="0" eaLnBrk="1" fontAlgn="auto" latinLnBrk="0" hangingPunct="1">
              <a:lnSpc>
                <a:spcPct val="100000"/>
              </a:lnSpc>
              <a:spcBef>
                <a:spcPts val="0"/>
              </a:spcBef>
              <a:spcAft>
                <a:spcPts val="0"/>
              </a:spcAft>
              <a:buClrTx/>
              <a:buSzTx/>
              <a:buFont typeface="Arial" charset="0"/>
              <a:buChar char="•"/>
              <a:tabLst/>
              <a:defRPr/>
            </a:pPr>
            <a:r>
              <a:rPr kumimoji="0" lang="en-US" sz="1200" b="1" i="0" u="none" strike="noStrike" kern="1200" cap="none" spc="0" normalizeH="0" baseline="0" noProof="0">
                <a:ln>
                  <a:noFill/>
                </a:ln>
                <a:effectLst/>
                <a:uLnTx/>
                <a:uFillTx/>
                <a:latin typeface="Ubuntu Medium"/>
                <a:ea typeface="+mn-ea"/>
                <a:cs typeface="+mn-cs"/>
              </a:rPr>
              <a:t>Systematically simplify or exit activities that do not strengthen Liberty’s target operating model </a:t>
            </a:r>
            <a:r>
              <a:rPr kumimoji="0" lang="en-US" sz="1200" i="0" u="none" strike="noStrike" kern="1200" cap="none" spc="0" normalizeH="0" baseline="0" noProof="0">
                <a:ln>
                  <a:noFill/>
                </a:ln>
                <a:effectLst/>
                <a:uLnTx/>
                <a:uFillTx/>
                <a:latin typeface="Ubuntu Medium"/>
                <a:ea typeface="+mn-ea"/>
                <a:cs typeface="+mn-cs"/>
              </a:rPr>
              <a:t>across Vendor landscape and commercial terms, Network platforms, tools, and legacy technologies, overlapping operating processes, Low‑value organizational layers and roles</a:t>
            </a:r>
          </a:p>
          <a:p>
            <a:pPr marL="0" marR="0" lvl="0" indent="0" algn="l" defTabSz="914400" rtl="0" eaLnBrk="1" fontAlgn="auto" latinLnBrk="0" hangingPunct="1">
              <a:lnSpc>
                <a:spcPct val="100000"/>
              </a:lnSpc>
              <a:spcBef>
                <a:spcPts val="0"/>
              </a:spcBef>
              <a:spcAft>
                <a:spcPts val="0"/>
              </a:spcAft>
              <a:buClrTx/>
              <a:buSzTx/>
              <a:tabLst/>
              <a:defRPr/>
            </a:pPr>
            <a:endParaRPr kumimoji="0" lang="en-US" sz="1200" b="0" i="0" u="none" strike="noStrike" kern="1200" cap="none" spc="0" normalizeH="0" baseline="0" noProof="0">
              <a:ln>
                <a:noFill/>
              </a:ln>
              <a:effectLst/>
              <a:uLnTx/>
              <a:uFillTx/>
              <a:latin typeface="Ubuntu Medium"/>
              <a:ea typeface="+mn-ea"/>
              <a:cs typeface="+mn-cs"/>
            </a:endParaRPr>
          </a:p>
        </p:txBody>
      </p:sp>
      <p:sp>
        <p:nvSpPr>
          <p:cNvPr id="20" name="Rectangle 19">
            <a:extLst>
              <a:ext uri="{FF2B5EF4-FFF2-40B4-BE49-F238E27FC236}">
                <a16:creationId xmlns:a16="http://schemas.microsoft.com/office/drawing/2014/main" id="{B66CDF71-C5E9-4A15-5375-265A6CDF6A2C}"/>
              </a:ext>
            </a:extLst>
          </p:cNvPr>
          <p:cNvSpPr/>
          <p:nvPr/>
        </p:nvSpPr>
        <p:spPr>
          <a:xfrm>
            <a:off x="7919604" y="1379889"/>
            <a:ext cx="2540000" cy="2886271"/>
          </a:xfrm>
          <a:prstGeom prst="rect">
            <a:avLst/>
          </a:prstGeom>
          <a:solidFill>
            <a:schemeClr val="bg1">
              <a:lumMod val="75000"/>
            </a:schemeClr>
          </a:solidFill>
          <a:ln>
            <a:solidFill>
              <a:schemeClr val="bg1">
                <a:lumMod val="95000"/>
              </a:schemeClr>
            </a:solidFill>
          </a:ln>
        </p:spPr>
        <p:style>
          <a:lnRef idx="1">
            <a:schemeClr val="accent1"/>
          </a:lnRef>
          <a:fillRef idx="0">
            <a:schemeClr val="accent1"/>
          </a:fillRef>
          <a:effectRef idx="0">
            <a:schemeClr val="accent1"/>
          </a:effectRef>
          <a:fontRef idx="minor">
            <a:schemeClr val="tx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132" b="0" i="0" u="none" strike="noStrike" kern="1200" cap="none" spc="0" normalizeH="0" baseline="0" noProof="0">
              <a:ln>
                <a:noFill/>
              </a:ln>
              <a:effectLst/>
              <a:uLnTx/>
              <a:uFillTx/>
              <a:latin typeface="Ubuntu Medium"/>
              <a:ea typeface="+mn-ea"/>
              <a:cs typeface="+mn-cs"/>
            </a:endParaRPr>
          </a:p>
        </p:txBody>
      </p:sp>
      <p:sp>
        <p:nvSpPr>
          <p:cNvPr id="21" name="Rectangle 20">
            <a:extLst>
              <a:ext uri="{FF2B5EF4-FFF2-40B4-BE49-F238E27FC236}">
                <a16:creationId xmlns:a16="http://schemas.microsoft.com/office/drawing/2014/main" id="{0027C2EA-AE82-BF37-2A3B-45D5D18DA8A0}"/>
              </a:ext>
            </a:extLst>
          </p:cNvPr>
          <p:cNvSpPr/>
          <p:nvPr/>
        </p:nvSpPr>
        <p:spPr>
          <a:xfrm>
            <a:off x="214243" y="1539114"/>
            <a:ext cx="403823" cy="2186516"/>
          </a:xfrm>
          <a:prstGeom prst="rect">
            <a:avLst/>
          </a:prstGeom>
          <a:noFill/>
          <a:ln>
            <a:noFill/>
          </a:ln>
        </p:spPr>
        <p:style>
          <a:lnRef idx="1">
            <a:schemeClr val="accent1"/>
          </a:lnRef>
          <a:fillRef idx="0">
            <a:schemeClr val="accent1"/>
          </a:fillRef>
          <a:effectRef idx="0">
            <a:schemeClr val="accent1"/>
          </a:effectRef>
          <a:fontRef idx="minor">
            <a:schemeClr val="tx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132" b="0" i="0" u="none" strike="noStrike" kern="1200" cap="none" spc="0" normalizeH="0" baseline="0" noProof="0">
              <a:ln>
                <a:noFill/>
              </a:ln>
              <a:effectLst/>
              <a:uLnTx/>
              <a:uFillTx/>
              <a:latin typeface="Ubuntu Medium"/>
              <a:ea typeface="+mn-ea"/>
              <a:cs typeface="+mn-cs"/>
            </a:endParaRPr>
          </a:p>
        </p:txBody>
      </p:sp>
      <p:sp>
        <p:nvSpPr>
          <p:cNvPr id="22" name="TextBox 50">
            <a:extLst>
              <a:ext uri="{FF2B5EF4-FFF2-40B4-BE49-F238E27FC236}">
                <a16:creationId xmlns:a16="http://schemas.microsoft.com/office/drawing/2014/main" id="{C69BC7BA-26DA-E0B7-8408-63877C9DB77C}"/>
              </a:ext>
            </a:extLst>
          </p:cNvPr>
          <p:cNvSpPr txBox="1">
            <a:spLocks noChangeArrowheads="1"/>
          </p:cNvSpPr>
          <p:nvPr/>
        </p:nvSpPr>
        <p:spPr bwMode="auto">
          <a:xfrm rot="16200000">
            <a:off x="-510016" y="2436137"/>
            <a:ext cx="1885951"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ctr" defTabSz="914400" rtl="0" eaLnBrk="1" fontAlgn="auto" latinLnBrk="0" hangingPunct="1">
              <a:lnSpc>
                <a:spcPct val="100000"/>
              </a:lnSpc>
              <a:spcBef>
                <a:spcPts val="0"/>
              </a:spcBef>
              <a:spcAft>
                <a:spcPts val="0"/>
              </a:spcAft>
              <a:buClr>
                <a:srgbClr val="000000"/>
              </a:buClr>
              <a:buSzTx/>
              <a:buFontTx/>
              <a:buNone/>
              <a:tabLst/>
              <a:defRPr/>
            </a:pPr>
            <a:r>
              <a:rPr kumimoji="0" lang="en-US" sz="1400" b="0" i="0" u="none" strike="noStrike" kern="1200" cap="none" spc="0" normalizeH="0" baseline="0" noProof="0">
                <a:ln>
                  <a:noFill/>
                </a:ln>
                <a:effectLst/>
                <a:uLnTx/>
                <a:uFillTx/>
                <a:latin typeface="Ubuntu Medium"/>
                <a:ea typeface="+mn-ea"/>
                <a:cs typeface="+mn-cs"/>
              </a:rPr>
              <a:t>Capability Driven l Approach</a:t>
            </a:r>
          </a:p>
        </p:txBody>
      </p:sp>
      <p:sp>
        <p:nvSpPr>
          <p:cNvPr id="23" name="Rectangle 22">
            <a:extLst>
              <a:ext uri="{FF2B5EF4-FFF2-40B4-BE49-F238E27FC236}">
                <a16:creationId xmlns:a16="http://schemas.microsoft.com/office/drawing/2014/main" id="{B3D5F887-EC7E-C516-3E15-BE14C67E0C7F}"/>
              </a:ext>
            </a:extLst>
          </p:cNvPr>
          <p:cNvSpPr/>
          <p:nvPr/>
        </p:nvSpPr>
        <p:spPr>
          <a:xfrm>
            <a:off x="7883625" y="1365115"/>
            <a:ext cx="2540000" cy="2631490"/>
          </a:xfrm>
          <a:prstGeom prst="rect">
            <a:avLst/>
          </a:prstGeom>
          <a:solidFill>
            <a:schemeClr val="accent1">
              <a:lumMod val="75000"/>
            </a:schemeClr>
          </a:solidFill>
        </p:spPr>
        <p:txBody>
          <a:bodyPr wrap="square">
            <a:spAutoFit/>
          </a:bodyPr>
          <a:lstStyle/>
          <a:p>
            <a:pPr marL="228584" marR="0" lvl="0" indent="-228584"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US" sz="1100" i="0" u="none" strike="noStrike" kern="1200" cap="none" spc="0" normalizeH="0" baseline="0" noProof="0">
                <a:ln>
                  <a:noFill/>
                </a:ln>
                <a:effectLst/>
                <a:uLnTx/>
                <a:uFillTx/>
                <a:latin typeface="Ubuntu Medium"/>
                <a:ea typeface="+mn-ea"/>
                <a:cs typeface="+mn-cs"/>
              </a:rPr>
              <a:t>Sustainable cost reduction without compromising network reliability, resilience, or growth readiness</a:t>
            </a:r>
          </a:p>
          <a:p>
            <a:pPr marL="228584" marR="0" lvl="0" indent="-228584"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US" sz="1100" i="0" u="none" strike="noStrike" kern="1200" cap="none" spc="0" normalizeH="0" baseline="0" noProof="0">
                <a:ln>
                  <a:noFill/>
                </a:ln>
                <a:effectLst/>
                <a:uLnTx/>
                <a:uFillTx/>
                <a:latin typeface="Ubuntu Medium"/>
                <a:ea typeface="+mn-ea"/>
                <a:cs typeface="+mn-cs"/>
              </a:rPr>
              <a:t>Improved margin profile through structurally lower run‑rate </a:t>
            </a:r>
            <a:r>
              <a:rPr kumimoji="0" lang="en-US" sz="1100" i="0" u="none" strike="noStrike" kern="1200" cap="none" spc="0" normalizeH="0" baseline="0" noProof="0" err="1">
                <a:ln>
                  <a:noFill/>
                </a:ln>
                <a:effectLst/>
                <a:uLnTx/>
                <a:uFillTx/>
                <a:latin typeface="Ubuntu Medium"/>
                <a:ea typeface="+mn-ea"/>
                <a:cs typeface="+mn-cs"/>
              </a:rPr>
              <a:t>Opex</a:t>
            </a:r>
            <a:r>
              <a:rPr kumimoji="0" lang="en-US" sz="1100" i="0" u="none" strike="noStrike" kern="1200" cap="none" spc="0" normalizeH="0" baseline="0" noProof="0">
                <a:ln>
                  <a:noFill/>
                </a:ln>
                <a:effectLst/>
                <a:uLnTx/>
                <a:uFillTx/>
                <a:latin typeface="Ubuntu Medium"/>
                <a:ea typeface="+mn-ea"/>
                <a:cs typeface="+mn-cs"/>
              </a:rPr>
              <a:t> and disciplined Capex</a:t>
            </a:r>
          </a:p>
          <a:p>
            <a:pPr marL="228584" marR="0" lvl="0" indent="-228584"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US" sz="1100" i="0" u="none" strike="noStrike" kern="1200" cap="none" spc="0" normalizeH="0" baseline="0" noProof="0">
                <a:ln>
                  <a:noFill/>
                </a:ln>
                <a:effectLst/>
                <a:uLnTx/>
                <a:uFillTx/>
                <a:latin typeface="Ubuntu Medium"/>
                <a:ea typeface="+mn-ea"/>
                <a:cs typeface="+mn-cs"/>
              </a:rPr>
              <a:t>Standardized, repeatable operating model across Liberty Networks’ multi‑country footprint</a:t>
            </a:r>
          </a:p>
          <a:p>
            <a:pPr marL="228584" marR="0" lvl="0" indent="-228584"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US" sz="1100" i="0" u="none" strike="noStrike" kern="1200" cap="none" spc="0" normalizeH="0" baseline="0" noProof="0">
                <a:ln>
                  <a:noFill/>
                </a:ln>
                <a:effectLst/>
                <a:uLnTx/>
                <a:uFillTx/>
                <a:latin typeface="Ubuntu Medium"/>
                <a:ea typeface="+mn-ea"/>
                <a:cs typeface="+mn-cs"/>
              </a:rPr>
              <a:t>Clear line of sight from cost initiatives to EBITDA and cash‑flow </a:t>
            </a:r>
            <a:r>
              <a:rPr kumimoji="0" lang="en-US" sz="1100" b="0" i="0" u="none" strike="noStrike" kern="1200" cap="none" spc="0" normalizeH="0" baseline="0" noProof="0">
                <a:ln>
                  <a:noFill/>
                </a:ln>
                <a:effectLst/>
                <a:uLnTx/>
                <a:uFillTx/>
                <a:latin typeface="Ubuntu Medium"/>
                <a:ea typeface="+mn-ea"/>
                <a:cs typeface="+mn-cs"/>
              </a:rPr>
              <a:t>impact</a:t>
            </a:r>
          </a:p>
        </p:txBody>
      </p:sp>
      <p:sp>
        <p:nvSpPr>
          <p:cNvPr id="26" name="Pentagon 47">
            <a:extLst>
              <a:ext uri="{FF2B5EF4-FFF2-40B4-BE49-F238E27FC236}">
                <a16:creationId xmlns:a16="http://schemas.microsoft.com/office/drawing/2014/main" id="{2D6B2C03-4142-6DA7-3BB6-02686953BAD7}"/>
              </a:ext>
            </a:extLst>
          </p:cNvPr>
          <p:cNvSpPr/>
          <p:nvPr/>
        </p:nvSpPr>
        <p:spPr>
          <a:xfrm>
            <a:off x="1118732" y="5233333"/>
            <a:ext cx="4593810" cy="1240126"/>
          </a:xfrm>
          <a:prstGeom prst="homePlate">
            <a:avLst>
              <a:gd name="adj" fmla="val 8971"/>
            </a:avLst>
          </a:prstGeom>
          <a:solidFill>
            <a:schemeClr val="accent3">
              <a:lumMod val="50000"/>
              <a:lumOff val="50000"/>
            </a:schemeClr>
          </a:solidFill>
          <a:ln>
            <a:solidFill>
              <a:schemeClr val="tx2"/>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132" b="0" i="0" u="none" strike="noStrike" kern="1200" cap="none" spc="0" normalizeH="0" baseline="0" noProof="0">
              <a:ln>
                <a:noFill/>
              </a:ln>
              <a:effectLst/>
              <a:uLnTx/>
              <a:uFillTx/>
              <a:latin typeface="Ubuntu Medium"/>
              <a:ea typeface="+mn-ea"/>
              <a:cs typeface="+mn-cs"/>
            </a:endParaRPr>
          </a:p>
        </p:txBody>
      </p:sp>
      <p:sp>
        <p:nvSpPr>
          <p:cNvPr id="27" name="Rectangle 41">
            <a:extLst>
              <a:ext uri="{FF2B5EF4-FFF2-40B4-BE49-F238E27FC236}">
                <a16:creationId xmlns:a16="http://schemas.microsoft.com/office/drawing/2014/main" id="{8C8FADC6-A20E-4B45-7FFA-8070A82E50F9}"/>
              </a:ext>
            </a:extLst>
          </p:cNvPr>
          <p:cNvSpPr>
            <a:spLocks noChangeArrowheads="1"/>
          </p:cNvSpPr>
          <p:nvPr/>
        </p:nvSpPr>
        <p:spPr bwMode="auto">
          <a:xfrm>
            <a:off x="1127608" y="5345564"/>
            <a:ext cx="4203700"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266700" marR="0" lvl="0" indent="-26670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US" sz="1200" b="0" i="0" u="none" strike="noStrike" kern="1200" cap="none" spc="0" normalizeH="0" baseline="0" noProof="0">
                <a:ln>
                  <a:noFill/>
                </a:ln>
                <a:effectLst/>
                <a:uLnTx/>
                <a:uFillTx/>
                <a:latin typeface="Ubuntu Medium"/>
                <a:ea typeface="+mn-ea"/>
                <a:cs typeface="+mn-cs"/>
              </a:rPr>
              <a:t>Across‑the‑board cuts that weaken network operations and long‑term competitiveness</a:t>
            </a:r>
          </a:p>
          <a:p>
            <a:pPr marL="266700" marR="0" lvl="0" indent="-26670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US" sz="1200" b="0" i="0" u="none" strike="noStrike" kern="1200" cap="none" spc="0" normalizeH="0" baseline="0" noProof="0">
                <a:ln>
                  <a:noFill/>
                </a:ln>
                <a:effectLst/>
                <a:uLnTx/>
                <a:uFillTx/>
                <a:latin typeface="Ubuntu Medium"/>
                <a:ea typeface="+mn-ea"/>
                <a:cs typeface="+mn-cs"/>
              </a:rPr>
              <a:t>Blind application of benchmarks that ignore Liberty’s unique network topology and scale</a:t>
            </a:r>
          </a:p>
          <a:p>
            <a:pPr marL="266700" marR="0" lvl="0" indent="-26670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US" sz="1200" b="0" i="0" u="none" strike="noStrike" kern="1200" cap="none" spc="0" normalizeH="0" baseline="0" noProof="0">
                <a:ln>
                  <a:noFill/>
                </a:ln>
                <a:effectLst/>
                <a:uLnTx/>
                <a:uFillTx/>
                <a:latin typeface="Ubuntu Medium"/>
                <a:ea typeface="+mn-ea"/>
                <a:cs typeface="+mn-cs"/>
              </a:rPr>
              <a:t>Give priority to ONLY short-term cost reduction</a:t>
            </a:r>
          </a:p>
        </p:txBody>
      </p:sp>
      <p:sp>
        <p:nvSpPr>
          <p:cNvPr id="28" name="Rectangle 42">
            <a:extLst>
              <a:ext uri="{FF2B5EF4-FFF2-40B4-BE49-F238E27FC236}">
                <a16:creationId xmlns:a16="http://schemas.microsoft.com/office/drawing/2014/main" id="{00317689-6D5B-27E4-0A21-556D7B3C3A1D}"/>
              </a:ext>
            </a:extLst>
          </p:cNvPr>
          <p:cNvSpPr>
            <a:spLocks noChangeArrowheads="1"/>
          </p:cNvSpPr>
          <p:nvPr/>
        </p:nvSpPr>
        <p:spPr bwMode="auto">
          <a:xfrm>
            <a:off x="815890" y="4849517"/>
            <a:ext cx="46863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effectLst/>
                <a:uLnTx/>
                <a:uFillTx/>
                <a:latin typeface="Ubuntu Medium"/>
                <a:ea typeface="+mn-ea"/>
                <a:cs typeface="+mn-cs"/>
              </a:rPr>
              <a:t>Ineffective Way of Simplification and Cost Cutting</a:t>
            </a:r>
          </a:p>
        </p:txBody>
      </p:sp>
      <p:sp>
        <p:nvSpPr>
          <p:cNvPr id="29" name="Rectangle 44">
            <a:extLst>
              <a:ext uri="{FF2B5EF4-FFF2-40B4-BE49-F238E27FC236}">
                <a16:creationId xmlns:a16="http://schemas.microsoft.com/office/drawing/2014/main" id="{1056C620-BCDD-CE73-0827-C5772497C3F4}"/>
              </a:ext>
            </a:extLst>
          </p:cNvPr>
          <p:cNvSpPr>
            <a:spLocks noChangeArrowheads="1"/>
          </p:cNvSpPr>
          <p:nvPr/>
        </p:nvSpPr>
        <p:spPr bwMode="auto">
          <a:xfrm>
            <a:off x="5712542" y="4860689"/>
            <a:ext cx="40640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effectLst/>
                <a:uLnTx/>
                <a:uFillTx/>
                <a:latin typeface="Ubuntu Medium"/>
                <a:ea typeface="+mn-ea"/>
                <a:cs typeface="+mn-cs"/>
              </a:rPr>
              <a:t>Leading to sub-optimal outcomes</a:t>
            </a:r>
          </a:p>
        </p:txBody>
      </p:sp>
      <p:sp>
        <p:nvSpPr>
          <p:cNvPr id="30" name="Rectangle 29">
            <a:extLst>
              <a:ext uri="{FF2B5EF4-FFF2-40B4-BE49-F238E27FC236}">
                <a16:creationId xmlns:a16="http://schemas.microsoft.com/office/drawing/2014/main" id="{0806144C-A188-F99E-2BC6-E5864763E441}"/>
              </a:ext>
            </a:extLst>
          </p:cNvPr>
          <p:cNvSpPr/>
          <p:nvPr/>
        </p:nvSpPr>
        <p:spPr>
          <a:xfrm>
            <a:off x="197043" y="4812101"/>
            <a:ext cx="421023" cy="1820333"/>
          </a:xfrm>
          <a:prstGeom prst="rect">
            <a:avLst/>
          </a:prstGeom>
          <a:noFill/>
          <a:ln>
            <a:noFill/>
          </a:ln>
        </p:spPr>
        <p:style>
          <a:lnRef idx="1">
            <a:schemeClr val="accent1"/>
          </a:lnRef>
          <a:fillRef idx="0">
            <a:schemeClr val="accent1"/>
          </a:fillRef>
          <a:effectRef idx="0">
            <a:schemeClr val="accent1"/>
          </a:effectRef>
          <a:fontRef idx="minor">
            <a:schemeClr val="tx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effectLst/>
              <a:uLnTx/>
              <a:uFillTx/>
              <a:latin typeface="Ubuntu Medium"/>
              <a:ea typeface="+mn-ea"/>
              <a:cs typeface="+mn-cs"/>
            </a:endParaRPr>
          </a:p>
        </p:txBody>
      </p:sp>
      <p:sp>
        <p:nvSpPr>
          <p:cNvPr id="31" name="TextBox 46">
            <a:extLst>
              <a:ext uri="{FF2B5EF4-FFF2-40B4-BE49-F238E27FC236}">
                <a16:creationId xmlns:a16="http://schemas.microsoft.com/office/drawing/2014/main" id="{BA7CD3FE-8734-2DE5-2D98-88078A203D9C}"/>
              </a:ext>
            </a:extLst>
          </p:cNvPr>
          <p:cNvSpPr txBox="1">
            <a:spLocks noChangeArrowheads="1"/>
          </p:cNvSpPr>
          <p:nvPr/>
        </p:nvSpPr>
        <p:spPr bwMode="auto">
          <a:xfrm rot="16200000">
            <a:off x="-278968" y="5346860"/>
            <a:ext cx="1471084"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ctr" defTabSz="914400" rtl="0" eaLnBrk="1" fontAlgn="auto" latinLnBrk="0" hangingPunct="1">
              <a:lnSpc>
                <a:spcPct val="100000"/>
              </a:lnSpc>
              <a:spcBef>
                <a:spcPts val="0"/>
              </a:spcBef>
              <a:spcAft>
                <a:spcPts val="0"/>
              </a:spcAft>
              <a:buClr>
                <a:srgbClr val="000000"/>
              </a:buClr>
              <a:buSzTx/>
              <a:buFontTx/>
              <a:buNone/>
              <a:tabLst/>
              <a:defRPr/>
            </a:pPr>
            <a:r>
              <a:rPr kumimoji="0" lang="en-US" sz="1400" b="0" i="0" u="none" strike="noStrike" kern="1200" cap="none" spc="0" normalizeH="0" baseline="0" noProof="0">
                <a:ln>
                  <a:noFill/>
                </a:ln>
                <a:effectLst/>
                <a:uLnTx/>
                <a:uFillTx/>
                <a:latin typeface="Ubuntu Medium"/>
                <a:ea typeface="+mn-ea"/>
                <a:cs typeface="+mn-cs"/>
              </a:rPr>
              <a:t>Traditional Approach</a:t>
            </a:r>
          </a:p>
        </p:txBody>
      </p:sp>
      <p:sp>
        <p:nvSpPr>
          <p:cNvPr id="32" name="Pentagon 56">
            <a:extLst>
              <a:ext uri="{FF2B5EF4-FFF2-40B4-BE49-F238E27FC236}">
                <a16:creationId xmlns:a16="http://schemas.microsoft.com/office/drawing/2014/main" id="{8E7D677B-F963-F896-F611-53C1CBC16E32}"/>
              </a:ext>
            </a:extLst>
          </p:cNvPr>
          <p:cNvSpPr/>
          <p:nvPr/>
        </p:nvSpPr>
        <p:spPr>
          <a:xfrm flipH="1">
            <a:off x="6257785" y="5216641"/>
            <a:ext cx="5462266" cy="1273510"/>
          </a:xfrm>
          <a:prstGeom prst="homePlate">
            <a:avLst>
              <a:gd name="adj" fmla="val 8971"/>
            </a:avLst>
          </a:prstGeom>
          <a:solidFill>
            <a:schemeClr val="accent3">
              <a:lumMod val="50000"/>
              <a:lumOff val="50000"/>
            </a:schemeClr>
          </a:solidFill>
          <a:ln>
            <a:solidFill>
              <a:schemeClr val="tx2"/>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132" b="0" i="0" u="none" strike="noStrike" kern="1200" cap="none" spc="0" normalizeH="0" baseline="0" noProof="0">
              <a:ln>
                <a:noFill/>
              </a:ln>
              <a:effectLst/>
              <a:uLnTx/>
              <a:uFillTx/>
              <a:latin typeface="Ubuntu Medium"/>
              <a:ea typeface="+mn-ea"/>
              <a:cs typeface="+mn-cs"/>
            </a:endParaRPr>
          </a:p>
        </p:txBody>
      </p:sp>
      <p:sp>
        <p:nvSpPr>
          <p:cNvPr id="33" name="Rectangle 45">
            <a:extLst>
              <a:ext uri="{FF2B5EF4-FFF2-40B4-BE49-F238E27FC236}">
                <a16:creationId xmlns:a16="http://schemas.microsoft.com/office/drawing/2014/main" id="{F6F6894E-B095-B573-9D41-49FD82230578}"/>
              </a:ext>
            </a:extLst>
          </p:cNvPr>
          <p:cNvSpPr>
            <a:spLocks noChangeArrowheads="1"/>
          </p:cNvSpPr>
          <p:nvPr/>
        </p:nvSpPr>
        <p:spPr bwMode="auto">
          <a:xfrm>
            <a:off x="6355420" y="5363826"/>
            <a:ext cx="5621806"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266700" marR="0" lvl="0" indent="-26670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US" sz="1200" b="0" i="0" u="none" strike="noStrike" kern="1200" cap="none" spc="0" normalizeH="0" baseline="0" noProof="0">
                <a:ln>
                  <a:noFill/>
                </a:ln>
                <a:effectLst/>
                <a:uLnTx/>
                <a:uFillTx/>
                <a:latin typeface="Ubuntu Medium"/>
                <a:ea typeface="+mn-ea"/>
                <a:cs typeface="+mn-cs"/>
              </a:rPr>
              <a:t>Savings erode as network complexity and vendor sprawl re‑emerge</a:t>
            </a:r>
          </a:p>
          <a:p>
            <a:pPr marL="266700" marR="0" lvl="0" indent="-26670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US" sz="1200" b="0" i="0" u="none" strike="noStrike" kern="1200" cap="none" spc="0" normalizeH="0" baseline="0" noProof="0">
                <a:ln>
                  <a:noFill/>
                </a:ln>
                <a:effectLst/>
                <a:uLnTx/>
                <a:uFillTx/>
                <a:latin typeface="Ubuntu Medium"/>
                <a:ea typeface="+mn-ea"/>
                <a:cs typeface="+mn-cs"/>
              </a:rPr>
              <a:t>Competitive position weakens as valuable activities are cut to boost short-term financials</a:t>
            </a:r>
          </a:p>
          <a:p>
            <a:pPr marL="266700" marR="0" lvl="0" indent="-26670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US" sz="1200" b="0" i="0" u="none" strike="noStrike" kern="1200" cap="none" spc="0" normalizeH="0" baseline="0" noProof="0">
                <a:ln>
                  <a:noFill/>
                </a:ln>
                <a:effectLst/>
                <a:uLnTx/>
                <a:uFillTx/>
                <a:latin typeface="Ubuntu Medium"/>
                <a:ea typeface="+mn-ea"/>
                <a:cs typeface="+mn-cs"/>
              </a:rPr>
              <a:t>Strategic differentiation decreases</a:t>
            </a:r>
          </a:p>
          <a:p>
            <a:pPr marL="266700" marR="0" lvl="0" indent="-26670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US" sz="1200" b="0" i="0" u="none" strike="noStrike" kern="1200" cap="none" spc="0" normalizeH="0" baseline="0" noProof="0">
                <a:ln>
                  <a:noFill/>
                </a:ln>
                <a:effectLst/>
                <a:uLnTx/>
                <a:uFillTx/>
                <a:latin typeface="Ubuntu Medium"/>
                <a:ea typeface="+mn-ea"/>
                <a:cs typeface="+mn-cs"/>
              </a:rPr>
              <a:t>Costs creep back over time</a:t>
            </a:r>
          </a:p>
        </p:txBody>
      </p:sp>
      <p:sp>
        <p:nvSpPr>
          <p:cNvPr id="51" name="TextBox 50">
            <a:extLst>
              <a:ext uri="{FF2B5EF4-FFF2-40B4-BE49-F238E27FC236}">
                <a16:creationId xmlns:a16="http://schemas.microsoft.com/office/drawing/2014/main" id="{0E16A9E5-46DB-B2FC-7D22-98BFE85C2928}"/>
              </a:ext>
            </a:extLst>
          </p:cNvPr>
          <p:cNvSpPr txBox="1"/>
          <p:nvPr/>
        </p:nvSpPr>
        <p:spPr>
          <a:xfrm>
            <a:off x="10980268" y="1649347"/>
            <a:ext cx="1270137" cy="1892826"/>
          </a:xfrm>
          <a:prstGeom prst="rect">
            <a:avLst/>
          </a:prstGeom>
          <a:noFill/>
        </p:spPr>
        <p:txBody>
          <a:bodyPr wrap="square">
            <a:spAutoFit/>
          </a:bodyPr>
          <a:lstStyle/>
          <a:p>
            <a:r>
              <a:rPr lang="en-US" sz="1300"/>
              <a:t>This approach is designed to identify quick wins in the near-term while building a sustainable transformation roadmap.</a:t>
            </a:r>
            <a:endParaRPr lang="en-IN" sz="1300"/>
          </a:p>
        </p:txBody>
      </p:sp>
      <p:sp>
        <p:nvSpPr>
          <p:cNvPr id="6" name="Right Brace 5">
            <a:extLst>
              <a:ext uri="{FF2B5EF4-FFF2-40B4-BE49-F238E27FC236}">
                <a16:creationId xmlns:a16="http://schemas.microsoft.com/office/drawing/2014/main" id="{AE938A5D-5605-31EF-79EF-5909E787CFEA}"/>
              </a:ext>
            </a:extLst>
          </p:cNvPr>
          <p:cNvSpPr/>
          <p:nvPr/>
        </p:nvSpPr>
        <p:spPr>
          <a:xfrm>
            <a:off x="10483016" y="1244139"/>
            <a:ext cx="595269" cy="2549722"/>
          </a:xfrm>
          <a:prstGeom prst="rightBrace">
            <a:avLst/>
          </a:prstGeom>
          <a:noFill/>
          <a:ln w="381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Tree>
    <p:extLst>
      <p:ext uri="{BB962C8B-B14F-4D97-AF65-F5344CB8AC3E}">
        <p14:creationId xmlns:p14="http://schemas.microsoft.com/office/powerpoint/2010/main" val="10735780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C7F236-1611-93DA-D969-59A5C2F7FD6E}"/>
            </a:ext>
          </a:extLst>
        </p:cNvPr>
        <p:cNvGrpSpPr/>
        <p:nvPr/>
      </p:nvGrpSpPr>
      <p:grpSpPr>
        <a:xfrm>
          <a:off x="0" y="0"/>
          <a:ext cx="0" cy="0"/>
          <a:chOff x="0" y="0"/>
          <a:chExt cx="0" cy="0"/>
        </a:xfrm>
      </p:grpSpPr>
      <p:sp>
        <p:nvSpPr>
          <p:cNvPr id="2" name="Freeform 15">
            <a:extLst>
              <a:ext uri="{FF2B5EF4-FFF2-40B4-BE49-F238E27FC236}">
                <a16:creationId xmlns:a16="http://schemas.microsoft.com/office/drawing/2014/main" id="{A98AEC2A-4E61-6748-12D6-3476993BB499}"/>
              </a:ext>
            </a:extLst>
          </p:cNvPr>
          <p:cNvSpPr/>
          <p:nvPr/>
        </p:nvSpPr>
        <p:spPr>
          <a:xfrm>
            <a:off x="269077" y="2097914"/>
            <a:ext cx="2132513" cy="3863946"/>
          </a:xfrm>
          <a:custGeom>
            <a:avLst/>
            <a:gdLst>
              <a:gd name="connsiteX0" fmla="*/ 0 w 2614020"/>
              <a:gd name="connsiteY0" fmla="*/ 0 h 4348303"/>
              <a:gd name="connsiteX1" fmla="*/ 1307011 w 2614020"/>
              <a:gd name="connsiteY1" fmla="*/ 290881 h 4348303"/>
              <a:gd name="connsiteX2" fmla="*/ 2614020 w 2614020"/>
              <a:gd name="connsiteY2" fmla="*/ 0 h 4348303"/>
              <a:gd name="connsiteX3" fmla="*/ 2614020 w 2614020"/>
              <a:gd name="connsiteY3" fmla="*/ 4348303 h 4348303"/>
              <a:gd name="connsiteX4" fmla="*/ 0 w 2614020"/>
              <a:gd name="connsiteY4" fmla="*/ 4348303 h 43483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14020" h="4348303">
                <a:moveTo>
                  <a:pt x="0" y="0"/>
                </a:moveTo>
                <a:lnTo>
                  <a:pt x="1307011" y="290881"/>
                </a:lnTo>
                <a:lnTo>
                  <a:pt x="2614020" y="0"/>
                </a:lnTo>
                <a:lnTo>
                  <a:pt x="2614020" y="4348303"/>
                </a:lnTo>
                <a:lnTo>
                  <a:pt x="0" y="4348303"/>
                </a:lnTo>
                <a:close/>
              </a:path>
            </a:pathLst>
          </a:custGeom>
          <a:solidFill>
            <a:schemeClr val="bg1"/>
          </a:solidFill>
          <a:ln w="31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vert="horz" wrap="square" lIns="88900" tIns="360000" rIns="88900" bIns="38100" rtlCol="0" anchor="t">
            <a:noAutofit/>
          </a:bodyPr>
          <a:lstStyle/>
          <a:p>
            <a:endParaRPr kumimoji="0" lang="en-US" sz="1200" i="0" u="none" strike="noStrike" kern="1200" spc="0" normalizeH="0" noProof="0">
              <a:ln>
                <a:noFill/>
              </a:ln>
              <a:solidFill>
                <a:schemeClr val="tx1"/>
              </a:solidFill>
              <a:effectLst/>
              <a:uLnTx/>
              <a:uFillTx/>
              <a:ea typeface="+mn-ea"/>
              <a:cs typeface="Arial" pitchFamily="34" charset="0"/>
            </a:endParaRPr>
          </a:p>
          <a:p>
            <a:endParaRPr lang="en-US" sz="1200">
              <a:solidFill>
                <a:schemeClr val="tx1"/>
              </a:solidFill>
              <a:cs typeface="Arial" pitchFamily="34" charset="0"/>
            </a:endParaRPr>
          </a:p>
          <a:p>
            <a:pPr algn="ctr"/>
            <a:endParaRPr lang="en-US" sz="1200">
              <a:solidFill>
                <a:schemeClr val="tx1"/>
              </a:solidFill>
              <a:cs typeface="Arial" pitchFamily="34" charset="0"/>
            </a:endParaRPr>
          </a:p>
          <a:p>
            <a:pPr algn="ctr"/>
            <a:r>
              <a:rPr kumimoji="0" lang="en-US" sz="1200" i="0" u="none" strike="noStrike" kern="1200" spc="0" normalizeH="0" noProof="0">
                <a:ln>
                  <a:noFill/>
                </a:ln>
                <a:solidFill>
                  <a:schemeClr val="tx1"/>
                </a:solidFill>
                <a:effectLst/>
                <a:uLnTx/>
                <a:uFillTx/>
                <a:ea typeface="+mn-ea"/>
                <a:cs typeface="Arial" pitchFamily="34" charset="0"/>
              </a:rPr>
              <a:t>We bring proven experience in large‑scale, complex cost transformations, with a focus on </a:t>
            </a:r>
            <a:r>
              <a:rPr kumimoji="0" lang="en-US" sz="1200" b="1" i="0" u="none" strike="noStrike" kern="1200" spc="0" normalizeH="0" noProof="0">
                <a:ln>
                  <a:noFill/>
                </a:ln>
                <a:solidFill>
                  <a:schemeClr val="tx1"/>
                </a:solidFill>
                <a:effectLst/>
                <a:uLnTx/>
                <a:uFillTx/>
                <a:ea typeface="+mn-ea"/>
                <a:cs typeface="Arial" pitchFamily="34" charset="0"/>
              </a:rPr>
              <a:t>structural, sustainable savings </a:t>
            </a:r>
            <a:r>
              <a:rPr kumimoji="0" lang="en-US" sz="1200" i="0" u="none" strike="noStrike" kern="1200" spc="0" normalizeH="0" noProof="0">
                <a:ln>
                  <a:noFill/>
                </a:ln>
                <a:solidFill>
                  <a:schemeClr val="tx1"/>
                </a:solidFill>
                <a:effectLst/>
                <a:uLnTx/>
                <a:uFillTx/>
                <a:ea typeface="+mn-ea"/>
                <a:cs typeface="Arial" pitchFamily="34" charset="0"/>
              </a:rPr>
              <a:t>rather than short‑term cost take‑out. Our approach combines </a:t>
            </a:r>
            <a:r>
              <a:rPr kumimoji="0" lang="en-US" sz="1200" b="1" i="0" u="none" strike="noStrike" kern="1200" spc="0" normalizeH="0" noProof="0">
                <a:ln>
                  <a:noFill/>
                </a:ln>
                <a:solidFill>
                  <a:schemeClr val="tx1"/>
                </a:solidFill>
                <a:effectLst/>
                <a:uLnTx/>
                <a:uFillTx/>
                <a:ea typeface="+mn-ea"/>
                <a:cs typeface="Arial" pitchFamily="34" charset="0"/>
              </a:rPr>
              <a:t>fact‑based diagnostics, prioritization of high‑impact levers, </a:t>
            </a:r>
            <a:r>
              <a:rPr kumimoji="0" lang="en-US" sz="1200" i="0" u="none" strike="noStrike" kern="1200" spc="0" normalizeH="0" noProof="0">
                <a:ln>
                  <a:noFill/>
                </a:ln>
                <a:solidFill>
                  <a:schemeClr val="tx1"/>
                </a:solidFill>
                <a:effectLst/>
                <a:uLnTx/>
                <a:uFillTx/>
                <a:ea typeface="+mn-ea"/>
                <a:cs typeface="Arial" pitchFamily="34" charset="0"/>
              </a:rPr>
              <a:t>and </a:t>
            </a:r>
            <a:r>
              <a:rPr kumimoji="0" lang="en-US" sz="1200" b="1" i="0" u="none" strike="noStrike" kern="1200" spc="0" normalizeH="0" noProof="0">
                <a:ln>
                  <a:noFill/>
                </a:ln>
                <a:solidFill>
                  <a:schemeClr val="tx1"/>
                </a:solidFill>
                <a:effectLst/>
                <a:uLnTx/>
                <a:uFillTx/>
                <a:ea typeface="+mn-ea"/>
                <a:cs typeface="Arial" pitchFamily="34" charset="0"/>
              </a:rPr>
              <a:t>AI-assisted disciplined execution</a:t>
            </a:r>
            <a:r>
              <a:rPr kumimoji="0" lang="en-US" sz="1200" i="0" u="none" strike="noStrike" kern="1200" spc="0" normalizeH="0" noProof="0">
                <a:ln>
                  <a:noFill/>
                </a:ln>
                <a:solidFill>
                  <a:schemeClr val="tx1"/>
                </a:solidFill>
                <a:effectLst/>
                <a:uLnTx/>
                <a:uFillTx/>
                <a:ea typeface="+mn-ea"/>
                <a:cs typeface="Arial" pitchFamily="34" charset="0"/>
              </a:rPr>
              <a:t>—ensuring </a:t>
            </a:r>
            <a:r>
              <a:rPr kumimoji="0" lang="en-US" sz="1200" b="1" i="0" u="none" strike="noStrike" kern="1200" spc="0" normalizeH="0" noProof="0">
                <a:ln>
                  <a:noFill/>
                </a:ln>
                <a:solidFill>
                  <a:schemeClr val="tx1"/>
                </a:solidFill>
                <a:effectLst/>
                <a:uLnTx/>
                <a:uFillTx/>
                <a:ea typeface="+mn-ea"/>
                <a:cs typeface="Arial" pitchFamily="34" charset="0"/>
              </a:rPr>
              <a:t>savings are embedded into operating models</a:t>
            </a:r>
            <a:r>
              <a:rPr kumimoji="0" lang="en-US" sz="1200" i="0" u="none" strike="noStrike" kern="1200" spc="0" normalizeH="0" noProof="0">
                <a:ln>
                  <a:noFill/>
                </a:ln>
                <a:solidFill>
                  <a:schemeClr val="tx1"/>
                </a:solidFill>
                <a:effectLst/>
                <a:uLnTx/>
                <a:uFillTx/>
                <a:ea typeface="+mn-ea"/>
                <a:cs typeface="Arial" pitchFamily="34" charset="0"/>
              </a:rPr>
              <a:t> and governance, not lost over time.</a:t>
            </a:r>
          </a:p>
        </p:txBody>
      </p:sp>
      <p:sp>
        <p:nvSpPr>
          <p:cNvPr id="3" name="Nom2">
            <a:extLst>
              <a:ext uri="{FF2B5EF4-FFF2-40B4-BE49-F238E27FC236}">
                <a16:creationId xmlns:a16="http://schemas.microsoft.com/office/drawing/2014/main" id="{1677CA9A-CA43-729C-883C-3675555D44B3}"/>
              </a:ext>
            </a:extLst>
          </p:cNvPr>
          <p:cNvSpPr/>
          <p:nvPr/>
        </p:nvSpPr>
        <p:spPr>
          <a:xfrm rot="5400000">
            <a:off x="780996" y="1049028"/>
            <a:ext cx="1108675" cy="2134870"/>
          </a:xfrm>
          <a:prstGeom prst="homePlate">
            <a:avLst>
              <a:gd name="adj" fmla="val 4669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1400" b="1" i="0" u="none" strike="noStrike" kern="1200" cap="none" spc="0" normalizeH="0" baseline="0" noProof="0">
                <a:ln>
                  <a:noFill/>
                </a:ln>
                <a:solidFill>
                  <a:schemeClr val="tx1"/>
                </a:solidFill>
                <a:effectLst/>
                <a:uLnTx/>
                <a:uFillTx/>
                <a:ea typeface="+mn-ea"/>
                <a:cs typeface="+mn-cs"/>
              </a:rPr>
              <a:t>We know </a:t>
            </a:r>
            <a:r>
              <a:rPr kumimoji="0" lang="en-BE" sz="1400" b="1" i="0" u="none" strike="noStrike" kern="1200" cap="none" spc="0" normalizeH="0" baseline="0" noProof="0">
                <a:ln>
                  <a:noFill/>
                </a:ln>
                <a:solidFill>
                  <a:schemeClr val="tx1"/>
                </a:solidFill>
                <a:effectLst/>
                <a:uLnTx/>
                <a:uFillTx/>
                <a:ea typeface="+mn-ea"/>
                <a:cs typeface="+mn-cs"/>
              </a:rPr>
              <a:t>Cost Optimization</a:t>
            </a:r>
            <a:endParaRPr kumimoji="0" lang="en-US" sz="1400" b="1" i="0" u="none" strike="noStrike" kern="1200" cap="none" spc="0" normalizeH="0" baseline="0" noProof="0">
              <a:ln>
                <a:noFill/>
              </a:ln>
              <a:solidFill>
                <a:schemeClr val="tx1"/>
              </a:solidFill>
              <a:effectLst/>
              <a:uLnTx/>
              <a:uFillTx/>
              <a:ea typeface="+mn-ea"/>
              <a:cs typeface="+mn-cs"/>
            </a:endParaRPr>
          </a:p>
        </p:txBody>
      </p:sp>
      <p:sp>
        <p:nvSpPr>
          <p:cNvPr id="4" name="Freeform 15 - 1">
            <a:extLst>
              <a:ext uri="{FF2B5EF4-FFF2-40B4-BE49-F238E27FC236}">
                <a16:creationId xmlns:a16="http://schemas.microsoft.com/office/drawing/2014/main" id="{9CB46F5D-FFAB-8CDB-8E39-330EF4428D7A}"/>
              </a:ext>
            </a:extLst>
          </p:cNvPr>
          <p:cNvSpPr/>
          <p:nvPr/>
        </p:nvSpPr>
        <p:spPr>
          <a:xfrm>
            <a:off x="2708407" y="2089449"/>
            <a:ext cx="2132513" cy="3872411"/>
          </a:xfrm>
          <a:custGeom>
            <a:avLst/>
            <a:gdLst>
              <a:gd name="connsiteX0" fmla="*/ 0 w 2614020"/>
              <a:gd name="connsiteY0" fmla="*/ 0 h 4348303"/>
              <a:gd name="connsiteX1" fmla="*/ 1307011 w 2614020"/>
              <a:gd name="connsiteY1" fmla="*/ 290881 h 4348303"/>
              <a:gd name="connsiteX2" fmla="*/ 2614020 w 2614020"/>
              <a:gd name="connsiteY2" fmla="*/ 0 h 4348303"/>
              <a:gd name="connsiteX3" fmla="*/ 2614020 w 2614020"/>
              <a:gd name="connsiteY3" fmla="*/ 4348303 h 4348303"/>
              <a:gd name="connsiteX4" fmla="*/ 0 w 2614020"/>
              <a:gd name="connsiteY4" fmla="*/ 4348303 h 43483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14020" h="4348303">
                <a:moveTo>
                  <a:pt x="0" y="0"/>
                </a:moveTo>
                <a:lnTo>
                  <a:pt x="1307011" y="290881"/>
                </a:lnTo>
                <a:lnTo>
                  <a:pt x="2614020" y="0"/>
                </a:lnTo>
                <a:lnTo>
                  <a:pt x="2614020" y="4348303"/>
                </a:lnTo>
                <a:lnTo>
                  <a:pt x="0" y="4348303"/>
                </a:lnTo>
                <a:close/>
              </a:path>
            </a:pathLst>
          </a:custGeom>
          <a:solidFill>
            <a:schemeClr val="bg1"/>
          </a:solidFill>
          <a:ln w="31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vert="horz" wrap="square" lIns="88900" tIns="360000" rIns="88900" bIns="38100" rtlCol="0" anchor="t">
            <a:noAutofit/>
          </a:bodyPr>
          <a:lstStyle/>
          <a:p>
            <a:endParaRPr kumimoji="0" lang="en-US" sz="1200" i="0" u="none" strike="noStrike" kern="1200" spc="0" normalizeH="0" noProof="0">
              <a:ln>
                <a:noFill/>
              </a:ln>
              <a:solidFill>
                <a:schemeClr val="tx1"/>
              </a:solidFill>
              <a:effectLst/>
              <a:uLnTx/>
              <a:uFillTx/>
              <a:ea typeface="+mn-ea"/>
              <a:cs typeface="Arial" pitchFamily="34" charset="0"/>
            </a:endParaRPr>
          </a:p>
          <a:p>
            <a:endParaRPr lang="en-US" sz="1200">
              <a:solidFill>
                <a:schemeClr val="tx1"/>
              </a:solidFill>
              <a:cs typeface="Arial" pitchFamily="34" charset="0"/>
            </a:endParaRPr>
          </a:p>
          <a:p>
            <a:endParaRPr kumimoji="0" lang="en-US" sz="1200" i="0" u="none" strike="noStrike" kern="1200" spc="0" normalizeH="0" noProof="0">
              <a:ln>
                <a:noFill/>
              </a:ln>
              <a:solidFill>
                <a:schemeClr val="tx1"/>
              </a:solidFill>
              <a:effectLst/>
              <a:uLnTx/>
              <a:uFillTx/>
              <a:ea typeface="+mn-ea"/>
              <a:cs typeface="Arial" pitchFamily="34" charset="0"/>
            </a:endParaRPr>
          </a:p>
          <a:p>
            <a:pPr algn="ctr"/>
            <a:r>
              <a:rPr kumimoji="0" lang="en-US" sz="1200" i="0" u="none" strike="noStrike" kern="1200" spc="0" normalizeH="0" noProof="0">
                <a:ln>
                  <a:noFill/>
                </a:ln>
                <a:solidFill>
                  <a:schemeClr val="tx1"/>
                </a:solidFill>
                <a:effectLst/>
                <a:uLnTx/>
                <a:uFillTx/>
                <a:ea typeface="+mn-ea"/>
                <a:cs typeface="Arial" pitchFamily="34" charset="0"/>
              </a:rPr>
              <a:t>We understand Liberty Networks’ infrastructure‑led wholesale business model, characterized by a </a:t>
            </a:r>
            <a:r>
              <a:rPr kumimoji="0" lang="en-US" sz="1200" b="1" i="0" u="none" strike="noStrike" kern="1200" spc="0" normalizeH="0" noProof="0">
                <a:ln>
                  <a:noFill/>
                </a:ln>
                <a:solidFill>
                  <a:schemeClr val="tx1"/>
                </a:solidFill>
                <a:effectLst/>
                <a:uLnTx/>
                <a:uFillTx/>
                <a:ea typeface="+mn-ea"/>
                <a:cs typeface="Arial" pitchFamily="34" charset="0"/>
              </a:rPr>
              <a:t>network‑heavy cost base</a:t>
            </a:r>
            <a:r>
              <a:rPr kumimoji="0" lang="en-US" sz="1200" i="0" u="none" strike="noStrike" kern="1200" spc="0" normalizeH="0" noProof="0">
                <a:ln>
                  <a:noFill/>
                </a:ln>
                <a:solidFill>
                  <a:schemeClr val="tx1"/>
                </a:solidFill>
                <a:effectLst/>
                <a:uLnTx/>
                <a:uFillTx/>
                <a:ea typeface="+mn-ea"/>
                <a:cs typeface="Arial" pitchFamily="34" charset="0"/>
              </a:rPr>
              <a:t>, multi‑country operations, and a </a:t>
            </a:r>
            <a:r>
              <a:rPr kumimoji="0" lang="en-US" sz="1200" b="1" i="0" u="none" strike="noStrike" kern="1200" spc="0" normalizeH="0" noProof="0">
                <a:ln>
                  <a:noFill/>
                </a:ln>
                <a:solidFill>
                  <a:schemeClr val="tx1"/>
                </a:solidFill>
                <a:effectLst/>
                <a:uLnTx/>
                <a:uFillTx/>
                <a:ea typeface="+mn-ea"/>
                <a:cs typeface="Arial" pitchFamily="34" charset="0"/>
              </a:rPr>
              <a:t>complex vendor ecosystem</a:t>
            </a:r>
            <a:r>
              <a:rPr kumimoji="0" lang="en-US" sz="1200" i="0" u="none" strike="noStrike" kern="1200" spc="0" normalizeH="0" noProof="0">
                <a:ln>
                  <a:noFill/>
                </a:ln>
                <a:solidFill>
                  <a:schemeClr val="tx1"/>
                </a:solidFill>
                <a:effectLst/>
                <a:uLnTx/>
                <a:uFillTx/>
                <a:ea typeface="+mn-ea"/>
                <a:cs typeface="Arial" pitchFamily="34" charset="0"/>
              </a:rPr>
              <a:t>. We recognize that value creation for Liberty requires optimizing network, vendor, and operational costs </a:t>
            </a:r>
            <a:r>
              <a:rPr kumimoji="0" lang="en-US" sz="1200" b="1" i="0" u="none" strike="noStrike" kern="1200" spc="0" normalizeH="0" noProof="0">
                <a:ln>
                  <a:noFill/>
                </a:ln>
                <a:solidFill>
                  <a:schemeClr val="tx1"/>
                </a:solidFill>
                <a:effectLst/>
                <a:uLnTx/>
                <a:uFillTx/>
                <a:ea typeface="+mn-ea"/>
                <a:cs typeface="Arial" pitchFamily="34" charset="0"/>
              </a:rPr>
              <a:t>without compromising reliability, resilience, or growth readiness.</a:t>
            </a:r>
          </a:p>
        </p:txBody>
      </p:sp>
      <p:sp>
        <p:nvSpPr>
          <p:cNvPr id="6" name="Nom2">
            <a:extLst>
              <a:ext uri="{FF2B5EF4-FFF2-40B4-BE49-F238E27FC236}">
                <a16:creationId xmlns:a16="http://schemas.microsoft.com/office/drawing/2014/main" id="{896F388C-668F-597D-F28F-AF87450FA248}"/>
              </a:ext>
            </a:extLst>
          </p:cNvPr>
          <p:cNvSpPr/>
          <p:nvPr/>
        </p:nvSpPr>
        <p:spPr>
          <a:xfrm rot="5400000">
            <a:off x="3220321" y="1041744"/>
            <a:ext cx="1108685" cy="2132519"/>
          </a:xfrm>
          <a:prstGeom prst="homePlate">
            <a:avLst>
              <a:gd name="adj" fmla="val 4669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spcBef>
                <a:spcPct val="0"/>
              </a:spcBef>
              <a:defRPr/>
            </a:pPr>
            <a:r>
              <a:rPr lang="en-US" sz="1400" b="1">
                <a:solidFill>
                  <a:schemeClr val="tx1"/>
                </a:solidFill>
              </a:rPr>
              <a:t>We understand Liberty Networks’ business and cost reality</a:t>
            </a:r>
          </a:p>
        </p:txBody>
      </p:sp>
      <p:sp>
        <p:nvSpPr>
          <p:cNvPr id="7" name="Freeform 15 - 2">
            <a:extLst>
              <a:ext uri="{FF2B5EF4-FFF2-40B4-BE49-F238E27FC236}">
                <a16:creationId xmlns:a16="http://schemas.microsoft.com/office/drawing/2014/main" id="{E3A2E531-5F81-6326-2314-331C1AC27782}"/>
              </a:ext>
            </a:extLst>
          </p:cNvPr>
          <p:cNvSpPr/>
          <p:nvPr/>
        </p:nvSpPr>
        <p:spPr>
          <a:xfrm>
            <a:off x="5020349" y="2080981"/>
            <a:ext cx="2132513" cy="3872411"/>
          </a:xfrm>
          <a:custGeom>
            <a:avLst/>
            <a:gdLst>
              <a:gd name="connsiteX0" fmla="*/ 0 w 2614020"/>
              <a:gd name="connsiteY0" fmla="*/ 0 h 4348303"/>
              <a:gd name="connsiteX1" fmla="*/ 1307011 w 2614020"/>
              <a:gd name="connsiteY1" fmla="*/ 290881 h 4348303"/>
              <a:gd name="connsiteX2" fmla="*/ 2614020 w 2614020"/>
              <a:gd name="connsiteY2" fmla="*/ 0 h 4348303"/>
              <a:gd name="connsiteX3" fmla="*/ 2614020 w 2614020"/>
              <a:gd name="connsiteY3" fmla="*/ 4348303 h 4348303"/>
              <a:gd name="connsiteX4" fmla="*/ 0 w 2614020"/>
              <a:gd name="connsiteY4" fmla="*/ 4348303 h 43483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14020" h="4348303">
                <a:moveTo>
                  <a:pt x="0" y="0"/>
                </a:moveTo>
                <a:lnTo>
                  <a:pt x="1307011" y="290881"/>
                </a:lnTo>
                <a:lnTo>
                  <a:pt x="2614020" y="0"/>
                </a:lnTo>
                <a:lnTo>
                  <a:pt x="2614020" y="4348303"/>
                </a:lnTo>
                <a:lnTo>
                  <a:pt x="0" y="4348303"/>
                </a:lnTo>
                <a:close/>
              </a:path>
            </a:pathLst>
          </a:custGeom>
          <a:solidFill>
            <a:schemeClr val="bg1"/>
          </a:solidFill>
          <a:ln w="31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vert="horz" wrap="square" lIns="88900" tIns="360000" rIns="88900" bIns="38100" rtlCol="0" anchor="t">
            <a:noAutofit/>
          </a:bodyPr>
          <a:lstStyle/>
          <a:p>
            <a:endParaRPr kumimoji="0" lang="en-US" sz="1200" i="0" u="none" strike="noStrike" kern="1200" spc="0" normalizeH="0" noProof="0">
              <a:ln>
                <a:noFill/>
              </a:ln>
              <a:solidFill>
                <a:schemeClr val="tx1"/>
              </a:solidFill>
              <a:effectLst/>
              <a:uLnTx/>
              <a:uFillTx/>
              <a:ea typeface="+mn-ea"/>
              <a:cs typeface="Arial" pitchFamily="34" charset="0"/>
            </a:endParaRPr>
          </a:p>
          <a:p>
            <a:endParaRPr lang="en-US" sz="1200">
              <a:solidFill>
                <a:schemeClr val="tx1"/>
              </a:solidFill>
              <a:cs typeface="Arial" pitchFamily="34" charset="0"/>
            </a:endParaRPr>
          </a:p>
          <a:p>
            <a:endParaRPr kumimoji="0" lang="en-US" sz="1200" i="0" u="none" strike="noStrike" kern="1200" spc="0" normalizeH="0" noProof="0">
              <a:ln>
                <a:noFill/>
              </a:ln>
              <a:solidFill>
                <a:schemeClr val="tx1"/>
              </a:solidFill>
              <a:effectLst/>
              <a:uLnTx/>
              <a:uFillTx/>
              <a:ea typeface="+mn-ea"/>
              <a:cs typeface="Arial" pitchFamily="34" charset="0"/>
            </a:endParaRPr>
          </a:p>
          <a:p>
            <a:pPr marL="0" marR="0" lvl="0" indent="0" algn="ctr" defTabSz="957263" rtl="0" eaLnBrk="1" fontAlgn="base" latinLnBrk="0" hangingPunct="1">
              <a:lnSpc>
                <a:spcPct val="100000"/>
              </a:lnSpc>
              <a:spcBef>
                <a:spcPts val="300"/>
              </a:spcBef>
              <a:spcAft>
                <a:spcPts val="300"/>
              </a:spcAft>
              <a:buClr>
                <a:srgbClr val="12ABDB"/>
              </a:buClr>
              <a:buSzPct val="100000"/>
              <a:buFontTx/>
              <a:buNone/>
              <a:tabLst/>
              <a:defRPr/>
            </a:pPr>
            <a:r>
              <a:rPr lang="en-US" sz="1200">
                <a:solidFill>
                  <a:schemeClr val="tx1"/>
                </a:solidFill>
                <a:cs typeface="Arial" pitchFamily="34" charset="0"/>
              </a:rPr>
              <a:t>We bring deep </a:t>
            </a:r>
            <a:r>
              <a:rPr lang="en-US" sz="1200" b="1">
                <a:solidFill>
                  <a:schemeClr val="tx1"/>
                </a:solidFill>
                <a:cs typeface="Arial" pitchFamily="34" charset="0"/>
              </a:rPr>
              <a:t>expertise in wholesale telecom and network‑centric operating models</a:t>
            </a:r>
            <a:r>
              <a:rPr lang="en-US" sz="1200">
                <a:solidFill>
                  <a:schemeClr val="tx1"/>
                </a:solidFill>
                <a:cs typeface="Arial" pitchFamily="34" charset="0"/>
              </a:rPr>
              <a:t>. Our teams understand both the commercial drivers (pricing, margins, vendor economics) and the operational realities (network operations, NOC, capacity management), enabling us to identify </a:t>
            </a:r>
            <a:r>
              <a:rPr lang="en-US" sz="1200" b="1">
                <a:solidFill>
                  <a:schemeClr val="tx1"/>
                </a:solidFill>
                <a:cs typeface="Arial" pitchFamily="34" charset="0"/>
              </a:rPr>
              <a:t>cost opportunities that are practical, defensible, and executable.</a:t>
            </a:r>
            <a:endParaRPr kumimoji="0" lang="en-US" sz="1200" b="1" i="1" u="none" strike="noStrike" kern="1200" spc="0" normalizeH="0" noProof="0">
              <a:ln>
                <a:noFill/>
              </a:ln>
              <a:solidFill>
                <a:schemeClr val="tx1"/>
              </a:solidFill>
              <a:effectLst/>
              <a:uLnTx/>
              <a:uFillTx/>
              <a:ea typeface="+mn-ea"/>
              <a:cs typeface="Arial" pitchFamily="34" charset="0"/>
            </a:endParaRPr>
          </a:p>
        </p:txBody>
      </p:sp>
      <p:sp>
        <p:nvSpPr>
          <p:cNvPr id="15" name="Nom2">
            <a:extLst>
              <a:ext uri="{FF2B5EF4-FFF2-40B4-BE49-F238E27FC236}">
                <a16:creationId xmlns:a16="http://schemas.microsoft.com/office/drawing/2014/main" id="{259875BB-AA85-32A2-4333-F8758A3B6476}"/>
              </a:ext>
            </a:extLst>
          </p:cNvPr>
          <p:cNvSpPr/>
          <p:nvPr/>
        </p:nvSpPr>
        <p:spPr>
          <a:xfrm rot="5400000">
            <a:off x="5532263" y="1033273"/>
            <a:ext cx="1108685" cy="2132513"/>
          </a:xfrm>
          <a:prstGeom prst="homePlate">
            <a:avLst>
              <a:gd name="adj" fmla="val 4669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BE" sz="1400" b="1">
                <a:solidFill>
                  <a:schemeClr val="tx1"/>
                </a:solidFill>
              </a:rPr>
              <a:t>Deep</a:t>
            </a:r>
            <a:r>
              <a:rPr kumimoji="0" lang="en-BE" sz="1400" b="1" i="0" u="none" strike="noStrike" kern="1200" cap="none" spc="0" normalizeH="0" baseline="0" noProof="0">
                <a:ln>
                  <a:noFill/>
                </a:ln>
                <a:solidFill>
                  <a:schemeClr val="tx1"/>
                </a:solidFill>
                <a:effectLst/>
                <a:uLnTx/>
                <a:uFillTx/>
                <a:ea typeface="+mn-ea"/>
                <a:cs typeface="+mn-cs"/>
              </a:rPr>
              <a:t> wholesale Telecom expertise</a:t>
            </a:r>
            <a:endParaRPr kumimoji="0" lang="en-US" sz="1400" b="1" i="0" u="none" strike="noStrike" kern="1200" cap="none" spc="0" normalizeH="0" baseline="0" noProof="0">
              <a:ln>
                <a:noFill/>
              </a:ln>
              <a:solidFill>
                <a:schemeClr val="tx1"/>
              </a:solidFill>
              <a:effectLst/>
              <a:uLnTx/>
              <a:uFillTx/>
              <a:ea typeface="+mn-ea"/>
              <a:cs typeface="+mn-cs"/>
            </a:endParaRPr>
          </a:p>
        </p:txBody>
      </p:sp>
      <p:sp>
        <p:nvSpPr>
          <p:cNvPr id="24" name="Freeform 15 - 3">
            <a:extLst>
              <a:ext uri="{FF2B5EF4-FFF2-40B4-BE49-F238E27FC236}">
                <a16:creationId xmlns:a16="http://schemas.microsoft.com/office/drawing/2014/main" id="{F3CEA683-F0B2-8FE2-A015-9C7034180874}"/>
              </a:ext>
            </a:extLst>
          </p:cNvPr>
          <p:cNvSpPr/>
          <p:nvPr/>
        </p:nvSpPr>
        <p:spPr>
          <a:xfrm>
            <a:off x="7359259" y="2080980"/>
            <a:ext cx="2132513" cy="3872411"/>
          </a:xfrm>
          <a:custGeom>
            <a:avLst/>
            <a:gdLst>
              <a:gd name="connsiteX0" fmla="*/ 0 w 2614020"/>
              <a:gd name="connsiteY0" fmla="*/ 0 h 4348303"/>
              <a:gd name="connsiteX1" fmla="*/ 1307011 w 2614020"/>
              <a:gd name="connsiteY1" fmla="*/ 290881 h 4348303"/>
              <a:gd name="connsiteX2" fmla="*/ 2614020 w 2614020"/>
              <a:gd name="connsiteY2" fmla="*/ 0 h 4348303"/>
              <a:gd name="connsiteX3" fmla="*/ 2614020 w 2614020"/>
              <a:gd name="connsiteY3" fmla="*/ 4348303 h 4348303"/>
              <a:gd name="connsiteX4" fmla="*/ 0 w 2614020"/>
              <a:gd name="connsiteY4" fmla="*/ 4348303 h 43483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14020" h="4348303">
                <a:moveTo>
                  <a:pt x="0" y="0"/>
                </a:moveTo>
                <a:lnTo>
                  <a:pt x="1307011" y="290881"/>
                </a:lnTo>
                <a:lnTo>
                  <a:pt x="2614020" y="0"/>
                </a:lnTo>
                <a:lnTo>
                  <a:pt x="2614020" y="4348303"/>
                </a:lnTo>
                <a:lnTo>
                  <a:pt x="0" y="4348303"/>
                </a:lnTo>
                <a:close/>
              </a:path>
            </a:pathLst>
          </a:custGeom>
          <a:solidFill>
            <a:schemeClr val="bg1"/>
          </a:solidFill>
          <a:ln w="31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vert="horz" wrap="square" lIns="88900" tIns="360000" rIns="88900" bIns="38100" rtlCol="0" anchor="t">
            <a:noAutofit/>
          </a:bodyPr>
          <a:lstStyle/>
          <a:p>
            <a:endParaRPr kumimoji="0" lang="en-US" sz="1200" i="0" u="none" strike="noStrike" kern="1200" spc="0" normalizeH="0" noProof="0">
              <a:ln>
                <a:noFill/>
              </a:ln>
              <a:solidFill>
                <a:schemeClr val="tx1"/>
              </a:solidFill>
              <a:effectLst/>
              <a:uLnTx/>
              <a:uFillTx/>
              <a:ea typeface="+mn-ea"/>
              <a:cs typeface="Arial" pitchFamily="34" charset="0"/>
            </a:endParaRPr>
          </a:p>
          <a:p>
            <a:endParaRPr lang="en-US" sz="1200">
              <a:solidFill>
                <a:schemeClr val="tx1"/>
              </a:solidFill>
              <a:cs typeface="Arial" pitchFamily="34" charset="0"/>
            </a:endParaRPr>
          </a:p>
          <a:p>
            <a:endParaRPr kumimoji="0" lang="en-US" sz="1200" u="none" strike="noStrike" kern="1200" spc="0" normalizeH="0" noProof="0">
              <a:ln>
                <a:noFill/>
              </a:ln>
              <a:solidFill>
                <a:schemeClr val="tx1"/>
              </a:solidFill>
              <a:effectLst/>
              <a:uLnTx/>
              <a:uFillTx/>
              <a:ea typeface="+mn-ea"/>
              <a:cs typeface="Arial" pitchFamily="34" charset="0"/>
            </a:endParaRPr>
          </a:p>
          <a:p>
            <a:pPr lvl="0" algn="ctr" defTabSz="957263" fontAlgn="base">
              <a:spcBef>
                <a:spcPts val="300"/>
              </a:spcBef>
              <a:spcAft>
                <a:spcPts val="300"/>
              </a:spcAft>
              <a:buClr>
                <a:srgbClr val="12ABDB"/>
              </a:buClr>
              <a:buSzPct val="100000"/>
              <a:defRPr/>
            </a:pPr>
            <a:r>
              <a:rPr lang="en-US" sz="1200">
                <a:solidFill>
                  <a:schemeClr val="tx1"/>
                </a:solidFill>
                <a:cs typeface="Arial" pitchFamily="34" charset="0"/>
              </a:rPr>
              <a:t>Capgemini supports Liberty Networks end‑to‑end—from </a:t>
            </a:r>
            <a:r>
              <a:rPr lang="en-US" sz="1200" b="1">
                <a:solidFill>
                  <a:schemeClr val="tx1"/>
                </a:solidFill>
                <a:cs typeface="Arial" pitchFamily="34" charset="0"/>
              </a:rPr>
              <a:t>defining</a:t>
            </a:r>
            <a:r>
              <a:rPr lang="en-US" sz="1200">
                <a:solidFill>
                  <a:schemeClr val="tx1"/>
                </a:solidFill>
                <a:cs typeface="Arial" pitchFamily="34" charset="0"/>
              </a:rPr>
              <a:t> the cost transformation strategy and roadmap </a:t>
            </a:r>
            <a:r>
              <a:rPr lang="en-US" sz="1200" b="1">
                <a:solidFill>
                  <a:schemeClr val="tx1"/>
                </a:solidFill>
                <a:cs typeface="Arial" pitchFamily="34" charset="0"/>
              </a:rPr>
              <a:t>to executing and sustaining change</a:t>
            </a:r>
            <a:r>
              <a:rPr lang="en-US" sz="1200">
                <a:solidFill>
                  <a:schemeClr val="tx1"/>
                </a:solidFill>
                <a:cs typeface="Arial" pitchFamily="34" charset="0"/>
              </a:rPr>
              <a:t>. We combine strategy, domain expertise, change management, and implementation capability, ensuring Liberty achieves </a:t>
            </a:r>
            <a:r>
              <a:rPr lang="en-US" sz="1200" b="1">
                <a:solidFill>
                  <a:schemeClr val="tx1"/>
                </a:solidFill>
                <a:cs typeface="Arial" pitchFamily="34" charset="0"/>
              </a:rPr>
              <a:t>measurable outcomes</a:t>
            </a:r>
            <a:r>
              <a:rPr lang="en-US" sz="1200">
                <a:solidFill>
                  <a:schemeClr val="tx1"/>
                </a:solidFill>
                <a:cs typeface="Arial" pitchFamily="34" charset="0"/>
              </a:rPr>
              <a:t>, not just recommendations.</a:t>
            </a:r>
          </a:p>
        </p:txBody>
      </p:sp>
      <p:sp>
        <p:nvSpPr>
          <p:cNvPr id="25" name="Nom2">
            <a:extLst>
              <a:ext uri="{FF2B5EF4-FFF2-40B4-BE49-F238E27FC236}">
                <a16:creationId xmlns:a16="http://schemas.microsoft.com/office/drawing/2014/main" id="{E9648AD3-2F86-258C-98B5-493B3E65CDA4}"/>
              </a:ext>
            </a:extLst>
          </p:cNvPr>
          <p:cNvSpPr/>
          <p:nvPr/>
        </p:nvSpPr>
        <p:spPr>
          <a:xfrm rot="5400000">
            <a:off x="7871173" y="1033271"/>
            <a:ext cx="1108685" cy="2132513"/>
          </a:xfrm>
          <a:prstGeom prst="homePlate">
            <a:avLst>
              <a:gd name="adj" fmla="val 4669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lvl="0" algn="ctr">
              <a:spcBef>
                <a:spcPct val="0"/>
              </a:spcBef>
              <a:defRPr/>
            </a:pPr>
            <a:r>
              <a:rPr lang="en-BE" sz="1400" b="1">
                <a:solidFill>
                  <a:schemeClr val="tx1"/>
                </a:solidFill>
              </a:rPr>
              <a:t>E2E transformation capability</a:t>
            </a:r>
            <a:endParaRPr lang="en-US" sz="1400" b="1">
              <a:solidFill>
                <a:schemeClr val="tx1"/>
              </a:solidFill>
            </a:endParaRPr>
          </a:p>
        </p:txBody>
      </p:sp>
      <p:sp>
        <p:nvSpPr>
          <p:cNvPr id="34" name="Oval 33">
            <a:extLst>
              <a:ext uri="{FF2B5EF4-FFF2-40B4-BE49-F238E27FC236}">
                <a16:creationId xmlns:a16="http://schemas.microsoft.com/office/drawing/2014/main" id="{B10CED27-7291-A6EA-F68E-3B9BEF28BA6F}"/>
              </a:ext>
            </a:extLst>
          </p:cNvPr>
          <p:cNvSpPr/>
          <p:nvPr/>
        </p:nvSpPr>
        <p:spPr>
          <a:xfrm>
            <a:off x="1144847" y="2480067"/>
            <a:ext cx="380972" cy="380972"/>
          </a:xfrm>
          <a:prstGeom prst="ellipse">
            <a:avLst/>
          </a:prstGeom>
          <a:solidFill>
            <a:srgbClr val="005482"/>
          </a:solidFill>
          <a:ln w="666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cap="small">
                <a:solidFill>
                  <a:schemeClr val="tx1"/>
                </a:solidFill>
              </a:rPr>
              <a:t>1</a:t>
            </a:r>
          </a:p>
        </p:txBody>
      </p:sp>
      <p:sp>
        <p:nvSpPr>
          <p:cNvPr id="35" name="Oval 34">
            <a:extLst>
              <a:ext uri="{FF2B5EF4-FFF2-40B4-BE49-F238E27FC236}">
                <a16:creationId xmlns:a16="http://schemas.microsoft.com/office/drawing/2014/main" id="{10E52C9B-4BFB-E0DC-07B9-FADE9BC6C830}"/>
              </a:ext>
            </a:extLst>
          </p:cNvPr>
          <p:cNvSpPr/>
          <p:nvPr/>
        </p:nvSpPr>
        <p:spPr>
          <a:xfrm>
            <a:off x="3584177" y="2480569"/>
            <a:ext cx="380972" cy="380972"/>
          </a:xfrm>
          <a:prstGeom prst="ellipse">
            <a:avLst/>
          </a:prstGeom>
          <a:solidFill>
            <a:srgbClr val="005482"/>
          </a:solidFill>
          <a:ln w="666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cap="small">
                <a:solidFill>
                  <a:schemeClr val="tx1"/>
                </a:solidFill>
              </a:rPr>
              <a:t>2</a:t>
            </a:r>
          </a:p>
        </p:txBody>
      </p:sp>
      <p:sp>
        <p:nvSpPr>
          <p:cNvPr id="36" name="Oval 35">
            <a:extLst>
              <a:ext uri="{FF2B5EF4-FFF2-40B4-BE49-F238E27FC236}">
                <a16:creationId xmlns:a16="http://schemas.microsoft.com/office/drawing/2014/main" id="{F724A3A3-A1D0-8DD4-4A34-A491D4A7241C}"/>
              </a:ext>
            </a:extLst>
          </p:cNvPr>
          <p:cNvSpPr/>
          <p:nvPr/>
        </p:nvSpPr>
        <p:spPr>
          <a:xfrm>
            <a:off x="5896119" y="2511815"/>
            <a:ext cx="380972" cy="380972"/>
          </a:xfrm>
          <a:prstGeom prst="ellipse">
            <a:avLst/>
          </a:prstGeom>
          <a:solidFill>
            <a:srgbClr val="005482"/>
          </a:solidFill>
          <a:ln w="666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cap="small">
                <a:solidFill>
                  <a:schemeClr val="tx1"/>
                </a:solidFill>
              </a:rPr>
              <a:t>3</a:t>
            </a:r>
          </a:p>
        </p:txBody>
      </p:sp>
      <p:sp>
        <p:nvSpPr>
          <p:cNvPr id="37" name="Oval 36">
            <a:extLst>
              <a:ext uri="{FF2B5EF4-FFF2-40B4-BE49-F238E27FC236}">
                <a16:creationId xmlns:a16="http://schemas.microsoft.com/office/drawing/2014/main" id="{2B05D5AF-192C-2A3F-ED4C-EDC3165490FE}"/>
              </a:ext>
            </a:extLst>
          </p:cNvPr>
          <p:cNvSpPr/>
          <p:nvPr/>
        </p:nvSpPr>
        <p:spPr>
          <a:xfrm>
            <a:off x="8235029" y="2472101"/>
            <a:ext cx="380972" cy="380972"/>
          </a:xfrm>
          <a:prstGeom prst="ellipse">
            <a:avLst/>
          </a:prstGeom>
          <a:solidFill>
            <a:srgbClr val="005482"/>
          </a:solidFill>
          <a:ln w="666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BE" sz="1600" b="1" cap="small">
                <a:solidFill>
                  <a:schemeClr val="tx1"/>
                </a:solidFill>
              </a:rPr>
              <a:t>4</a:t>
            </a:r>
            <a:endParaRPr lang="en-US" sz="1600" b="1" cap="small">
              <a:solidFill>
                <a:schemeClr val="tx1"/>
              </a:solidFill>
            </a:endParaRPr>
          </a:p>
        </p:txBody>
      </p:sp>
      <p:sp>
        <p:nvSpPr>
          <p:cNvPr id="38" name="Freeform 15 - 4">
            <a:extLst>
              <a:ext uri="{FF2B5EF4-FFF2-40B4-BE49-F238E27FC236}">
                <a16:creationId xmlns:a16="http://schemas.microsoft.com/office/drawing/2014/main" id="{EF6B61CB-9EF7-AD47-67B1-39D31FD26E0E}"/>
              </a:ext>
            </a:extLst>
          </p:cNvPr>
          <p:cNvSpPr/>
          <p:nvPr/>
        </p:nvSpPr>
        <p:spPr>
          <a:xfrm>
            <a:off x="9707423" y="2089447"/>
            <a:ext cx="2132513" cy="3863944"/>
          </a:xfrm>
          <a:custGeom>
            <a:avLst/>
            <a:gdLst>
              <a:gd name="connsiteX0" fmla="*/ 0 w 2614020"/>
              <a:gd name="connsiteY0" fmla="*/ 0 h 4348303"/>
              <a:gd name="connsiteX1" fmla="*/ 1307011 w 2614020"/>
              <a:gd name="connsiteY1" fmla="*/ 290881 h 4348303"/>
              <a:gd name="connsiteX2" fmla="*/ 2614020 w 2614020"/>
              <a:gd name="connsiteY2" fmla="*/ 0 h 4348303"/>
              <a:gd name="connsiteX3" fmla="*/ 2614020 w 2614020"/>
              <a:gd name="connsiteY3" fmla="*/ 4348303 h 4348303"/>
              <a:gd name="connsiteX4" fmla="*/ 0 w 2614020"/>
              <a:gd name="connsiteY4" fmla="*/ 4348303 h 43483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14020" h="4348303">
                <a:moveTo>
                  <a:pt x="0" y="0"/>
                </a:moveTo>
                <a:lnTo>
                  <a:pt x="1307011" y="290881"/>
                </a:lnTo>
                <a:lnTo>
                  <a:pt x="2614020" y="0"/>
                </a:lnTo>
                <a:lnTo>
                  <a:pt x="2614020" y="4348303"/>
                </a:lnTo>
                <a:lnTo>
                  <a:pt x="0" y="4348303"/>
                </a:lnTo>
                <a:close/>
              </a:path>
            </a:pathLst>
          </a:custGeom>
          <a:solidFill>
            <a:schemeClr val="bg1"/>
          </a:solidFill>
          <a:ln w="31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vert="horz" wrap="square" lIns="88900" tIns="360000" rIns="88900" bIns="38100" rtlCol="0" anchor="t">
            <a:noAutofit/>
          </a:bodyPr>
          <a:lstStyle/>
          <a:p>
            <a:pPr algn="ctr"/>
            <a:endParaRPr kumimoji="0" lang="en-US" sz="1200" i="0" u="none" strike="noStrike" kern="1200" spc="0" normalizeH="0" noProof="0">
              <a:ln>
                <a:noFill/>
              </a:ln>
              <a:solidFill>
                <a:schemeClr val="tx1"/>
              </a:solidFill>
              <a:effectLst/>
              <a:uLnTx/>
              <a:uFillTx/>
              <a:ea typeface="+mn-ea"/>
              <a:cs typeface="Arial" pitchFamily="34" charset="0"/>
            </a:endParaRPr>
          </a:p>
          <a:p>
            <a:pPr algn="ctr"/>
            <a:endParaRPr lang="en-US" sz="1200">
              <a:solidFill>
                <a:schemeClr val="tx1"/>
              </a:solidFill>
              <a:cs typeface="Arial" pitchFamily="34" charset="0"/>
            </a:endParaRPr>
          </a:p>
          <a:p>
            <a:pPr algn="ctr"/>
            <a:endParaRPr kumimoji="0" lang="en-US" sz="1200" i="0" u="none" strike="noStrike" kern="1200" spc="0" normalizeH="0" noProof="0">
              <a:ln>
                <a:noFill/>
              </a:ln>
              <a:solidFill>
                <a:schemeClr val="tx1"/>
              </a:solidFill>
              <a:effectLst/>
              <a:uLnTx/>
              <a:uFillTx/>
              <a:ea typeface="+mn-ea"/>
              <a:cs typeface="Arial" pitchFamily="34" charset="0"/>
            </a:endParaRPr>
          </a:p>
          <a:p>
            <a:pPr algn="ctr"/>
            <a:r>
              <a:rPr kumimoji="0" lang="en-US" sz="1200" i="0" u="none" strike="noStrike" kern="1200" spc="0" normalizeH="0" noProof="0">
                <a:ln>
                  <a:noFill/>
                </a:ln>
                <a:solidFill>
                  <a:schemeClr val="tx1"/>
                </a:solidFill>
                <a:effectLst/>
                <a:uLnTx/>
                <a:uFillTx/>
                <a:ea typeface="+mn-ea"/>
                <a:cs typeface="Arial" pitchFamily="34" charset="0"/>
              </a:rPr>
              <a:t>We uniquely combine business transformation expertise with deep technology capabilities—enabling Liberty Networks to use AI-assisted digital, data, and automation levers for cost transparency, simplification, and control. This ensures cost improvements are enabled by systems and data, not dependent on manual effort or one‑time interventions.</a:t>
            </a:r>
            <a:endParaRPr kumimoji="0" lang="en-US" sz="1200" u="none" strike="noStrike" kern="1200" spc="0" normalizeH="0" noProof="0">
              <a:ln>
                <a:noFill/>
              </a:ln>
              <a:solidFill>
                <a:schemeClr val="tx1"/>
              </a:solidFill>
              <a:effectLst/>
              <a:uLnTx/>
              <a:uFillTx/>
              <a:ea typeface="+mn-ea"/>
              <a:cs typeface="Arial" pitchFamily="34" charset="0"/>
            </a:endParaRPr>
          </a:p>
        </p:txBody>
      </p:sp>
      <p:sp>
        <p:nvSpPr>
          <p:cNvPr id="39" name="Nom2">
            <a:extLst>
              <a:ext uri="{FF2B5EF4-FFF2-40B4-BE49-F238E27FC236}">
                <a16:creationId xmlns:a16="http://schemas.microsoft.com/office/drawing/2014/main" id="{CD4A25F3-8DB0-E5E3-E916-8B0D9A48050C}"/>
              </a:ext>
            </a:extLst>
          </p:cNvPr>
          <p:cNvSpPr/>
          <p:nvPr/>
        </p:nvSpPr>
        <p:spPr>
          <a:xfrm rot="5400000">
            <a:off x="10219340" y="1041737"/>
            <a:ext cx="1108679" cy="2132513"/>
          </a:xfrm>
          <a:prstGeom prst="homePlate">
            <a:avLst>
              <a:gd name="adj" fmla="val 4669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BE" sz="1400" b="1" i="0" u="none" strike="noStrike" kern="1200" cap="none" spc="0" normalizeH="0" baseline="0" noProof="0">
                <a:ln>
                  <a:noFill/>
                </a:ln>
                <a:solidFill>
                  <a:schemeClr val="tx1"/>
                </a:solidFill>
                <a:effectLst/>
                <a:uLnTx/>
                <a:uFillTx/>
                <a:ea typeface="+mn-ea"/>
                <a:cs typeface="+mn-cs"/>
              </a:rPr>
              <a:t>Technolog</a:t>
            </a:r>
            <a:r>
              <a:rPr lang="en-BE" sz="1400" b="1">
                <a:solidFill>
                  <a:schemeClr val="tx1"/>
                </a:solidFill>
              </a:rPr>
              <a:t>y + Business combined</a:t>
            </a:r>
            <a:endParaRPr kumimoji="0" lang="en-US" sz="1400" b="1" i="0" u="none" strike="noStrike" kern="1200" cap="none" spc="0" normalizeH="0" baseline="0" noProof="0">
              <a:ln>
                <a:noFill/>
              </a:ln>
              <a:solidFill>
                <a:schemeClr val="tx1"/>
              </a:solidFill>
              <a:effectLst/>
              <a:uLnTx/>
              <a:uFillTx/>
              <a:ea typeface="+mn-ea"/>
              <a:cs typeface="+mn-cs"/>
            </a:endParaRPr>
          </a:p>
        </p:txBody>
      </p:sp>
      <p:sp>
        <p:nvSpPr>
          <p:cNvPr id="40" name="Oval 4106">
            <a:extLst>
              <a:ext uri="{FF2B5EF4-FFF2-40B4-BE49-F238E27FC236}">
                <a16:creationId xmlns:a16="http://schemas.microsoft.com/office/drawing/2014/main" id="{41B6A5C8-5779-53C0-D099-7438BAF515D7}"/>
              </a:ext>
            </a:extLst>
          </p:cNvPr>
          <p:cNvSpPr/>
          <p:nvPr/>
        </p:nvSpPr>
        <p:spPr>
          <a:xfrm>
            <a:off x="10583193" y="2439236"/>
            <a:ext cx="380972" cy="380972"/>
          </a:xfrm>
          <a:prstGeom prst="ellipse">
            <a:avLst/>
          </a:prstGeom>
          <a:solidFill>
            <a:srgbClr val="005482"/>
          </a:solidFill>
          <a:ln w="666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cap="small">
                <a:solidFill>
                  <a:schemeClr val="tx1"/>
                </a:solidFill>
              </a:rPr>
              <a:t>5</a:t>
            </a:r>
          </a:p>
        </p:txBody>
      </p:sp>
      <p:sp>
        <p:nvSpPr>
          <p:cNvPr id="41" name="Title 4">
            <a:extLst>
              <a:ext uri="{FF2B5EF4-FFF2-40B4-BE49-F238E27FC236}">
                <a16:creationId xmlns:a16="http://schemas.microsoft.com/office/drawing/2014/main" id="{AC6C0353-7015-BD4A-043B-DDEFB55AF629}"/>
              </a:ext>
            </a:extLst>
          </p:cNvPr>
          <p:cNvSpPr>
            <a:spLocks noGrp="1"/>
          </p:cNvSpPr>
          <p:nvPr>
            <p:ph type="title"/>
          </p:nvPr>
        </p:nvSpPr>
        <p:spPr>
          <a:xfrm>
            <a:off x="407988" y="209021"/>
            <a:ext cx="11090938" cy="552360"/>
          </a:xfrm>
        </p:spPr>
        <p:txBody>
          <a:bodyPr vert="horz" rIns="0"/>
          <a:lstStyle/>
          <a:p>
            <a:r>
              <a:rPr lang="en-US" sz="2400"/>
              <a:t>Why Capgemini is the right partner for Liberty Networks’ cost transformation </a:t>
            </a:r>
            <a:endParaRPr lang="en-US" sz="1300">
              <a:solidFill>
                <a:sysClr val="window" lastClr="FFFFFF"/>
              </a:solidFill>
              <a:latin typeface="+mn-lt"/>
            </a:endParaRPr>
          </a:p>
        </p:txBody>
      </p:sp>
      <p:sp>
        <p:nvSpPr>
          <p:cNvPr id="43" name="TextBox 42">
            <a:extLst>
              <a:ext uri="{FF2B5EF4-FFF2-40B4-BE49-F238E27FC236}">
                <a16:creationId xmlns:a16="http://schemas.microsoft.com/office/drawing/2014/main" id="{78D20BD6-7E52-932A-3BC2-C017441642AF}"/>
              </a:ext>
            </a:extLst>
          </p:cNvPr>
          <p:cNvSpPr txBox="1"/>
          <p:nvPr/>
        </p:nvSpPr>
        <p:spPr>
          <a:xfrm>
            <a:off x="394164" y="614096"/>
            <a:ext cx="10189029" cy="294569"/>
          </a:xfrm>
          <a:prstGeom prst="rect">
            <a:avLst/>
          </a:prstGeom>
          <a:noFill/>
        </p:spPr>
        <p:txBody>
          <a:bodyPr vert="horz" wrap="square" lIns="90000" tIns="46800" rIns="90000" bIns="46800" rtlCol="0" anchor="ctr">
            <a:spAutoFit/>
          </a:bodyPr>
          <a:lstStyle/>
          <a:p>
            <a:pPr>
              <a:spcBef>
                <a:spcPct val="0"/>
              </a:spcBef>
            </a:pPr>
            <a:r>
              <a:rPr lang="en-US" sz="1300">
                <a:solidFill>
                  <a:sysClr val="window" lastClr="FFFFFF"/>
                </a:solidFill>
              </a:rPr>
              <a:t>Here’s why our experience, expertise, and execution model directly match Liberty Networks’ cost transformation objectives</a:t>
            </a:r>
            <a:endParaRPr lang="en-IN" sz="1300"/>
          </a:p>
        </p:txBody>
      </p:sp>
    </p:spTree>
    <p:extLst>
      <p:ext uri="{BB962C8B-B14F-4D97-AF65-F5344CB8AC3E}">
        <p14:creationId xmlns:p14="http://schemas.microsoft.com/office/powerpoint/2010/main" val="31167263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BFBDC0-DA26-9AAC-9200-D5DC30D3D4F3}"/>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2D8771F6-F676-E219-BED5-23FC3808395A}"/>
              </a:ext>
            </a:extLst>
          </p:cNvPr>
          <p:cNvSpPr>
            <a:spLocks noGrp="1"/>
          </p:cNvSpPr>
          <p:nvPr>
            <p:ph type="title"/>
          </p:nvPr>
        </p:nvSpPr>
        <p:spPr>
          <a:xfrm>
            <a:off x="592139" y="1628775"/>
            <a:ext cx="7942262" cy="2962275"/>
          </a:xfrm>
        </p:spPr>
        <p:txBody>
          <a:bodyPr/>
          <a:lstStyle/>
          <a:p>
            <a:r>
              <a:rPr lang="en-US" noProof="0"/>
              <a:t>Our approach and methodology to enable </a:t>
            </a:r>
            <a:br>
              <a:rPr lang="en-US" noProof="0"/>
            </a:br>
            <a:r>
              <a:rPr lang="en-US" noProof="0"/>
              <a:t>this transformation</a:t>
            </a:r>
            <a:endParaRPr lang="en-GB" noProof="0"/>
          </a:p>
        </p:txBody>
      </p:sp>
    </p:spTree>
    <p:extLst>
      <p:ext uri="{BB962C8B-B14F-4D97-AF65-F5344CB8AC3E}">
        <p14:creationId xmlns:p14="http://schemas.microsoft.com/office/powerpoint/2010/main" val="41350687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 name="Freeform 5">
            <a:extLst>
              <a:ext uri="{FF2B5EF4-FFF2-40B4-BE49-F238E27FC236}">
                <a16:creationId xmlns:a16="http://schemas.microsoft.com/office/drawing/2014/main" id="{2AE34431-2F1A-D403-738D-5ED41C4A3DF4}"/>
              </a:ext>
            </a:extLst>
          </p:cNvPr>
          <p:cNvSpPr>
            <a:spLocks/>
          </p:cNvSpPr>
          <p:nvPr/>
        </p:nvSpPr>
        <p:spPr bwMode="auto">
          <a:xfrm>
            <a:off x="291553" y="1989517"/>
            <a:ext cx="11430000" cy="45719"/>
          </a:xfrm>
          <a:custGeom>
            <a:avLst/>
            <a:gdLst>
              <a:gd name="T0" fmla="*/ 5109 w 5109"/>
              <a:gd name="T1" fmla="*/ 36 h 36"/>
              <a:gd name="T2" fmla="*/ 0 w 5109"/>
              <a:gd name="T3" fmla="*/ 36 h 36"/>
              <a:gd name="T4" fmla="*/ 0 w 5109"/>
              <a:gd name="T5" fmla="*/ 0 h 36"/>
              <a:gd name="T6" fmla="*/ 5109 w 5109"/>
              <a:gd name="T7" fmla="*/ 0 h 36"/>
              <a:gd name="T8" fmla="*/ 5109 w 5109"/>
              <a:gd name="T9" fmla="*/ 36 h 36"/>
              <a:gd name="T10" fmla="*/ 5109 w 5109"/>
              <a:gd name="T11" fmla="*/ 36 h 36"/>
            </a:gdLst>
            <a:ahLst/>
            <a:cxnLst>
              <a:cxn ang="0">
                <a:pos x="T0" y="T1"/>
              </a:cxn>
              <a:cxn ang="0">
                <a:pos x="T2" y="T3"/>
              </a:cxn>
              <a:cxn ang="0">
                <a:pos x="T4" y="T5"/>
              </a:cxn>
              <a:cxn ang="0">
                <a:pos x="T6" y="T7"/>
              </a:cxn>
              <a:cxn ang="0">
                <a:pos x="T8" y="T9"/>
              </a:cxn>
              <a:cxn ang="0">
                <a:pos x="T10" y="T11"/>
              </a:cxn>
            </a:cxnLst>
            <a:rect l="0" t="0" r="r" b="b"/>
            <a:pathLst>
              <a:path w="5109" h="36">
                <a:moveTo>
                  <a:pt x="5109" y="36"/>
                </a:moveTo>
                <a:lnTo>
                  <a:pt x="0" y="36"/>
                </a:lnTo>
                <a:lnTo>
                  <a:pt x="0" y="0"/>
                </a:lnTo>
                <a:lnTo>
                  <a:pt x="5109" y="0"/>
                </a:lnTo>
                <a:lnTo>
                  <a:pt x="5109" y="36"/>
                </a:lnTo>
                <a:lnTo>
                  <a:pt x="5109" y="36"/>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effectLst/>
              <a:uLnTx/>
              <a:uFillTx/>
              <a:latin typeface="Ubuntu"/>
              <a:ea typeface="+mn-ea"/>
              <a:cs typeface="+mn-cs"/>
            </a:endParaRPr>
          </a:p>
        </p:txBody>
      </p:sp>
      <p:sp>
        <p:nvSpPr>
          <p:cNvPr id="11" name="TextBox 10">
            <a:extLst>
              <a:ext uri="{FF2B5EF4-FFF2-40B4-BE49-F238E27FC236}">
                <a16:creationId xmlns:a16="http://schemas.microsoft.com/office/drawing/2014/main" id="{3CA5F539-6BC0-03FD-FB00-C8C2AFFF43A4}"/>
              </a:ext>
            </a:extLst>
          </p:cNvPr>
          <p:cNvSpPr txBox="1"/>
          <p:nvPr/>
        </p:nvSpPr>
        <p:spPr>
          <a:xfrm>
            <a:off x="2214855" y="4511063"/>
            <a:ext cx="2448851" cy="1036126"/>
          </a:xfrm>
          <a:prstGeom prst="rect">
            <a:avLst/>
          </a:prstGeom>
          <a:noFill/>
        </p:spPr>
        <p:txBody>
          <a:bodyPr wrap="square" lIns="91440" tIns="45720" rIns="91440" bIns="45720" rtlCol="0">
            <a:noAutofit/>
          </a:bodyPr>
          <a:lstStyle/>
          <a:p>
            <a:pPr marL="114300" marR="0" lvl="0" indent="-114300" algn="l" defTabSz="914400" rtl="0" eaLnBrk="1" fontAlgn="auto" latinLnBrk="0" hangingPunct="1">
              <a:lnSpc>
                <a:spcPct val="100000"/>
              </a:lnSpc>
              <a:spcBef>
                <a:spcPts val="0"/>
              </a:spcBef>
              <a:spcAft>
                <a:spcPts val="0"/>
              </a:spcAft>
              <a:buClr>
                <a:srgbClr val="FFFFFF"/>
              </a:buClr>
              <a:buSzTx/>
              <a:buFont typeface="Wingdings" panose="05000000000000000000" pitchFamily="2" charset="2"/>
              <a:buChar char="§"/>
              <a:tabLst/>
              <a:defRPr/>
            </a:pPr>
            <a:r>
              <a:rPr kumimoji="0" lang="en-US" sz="900" b="0" i="0" u="none" strike="noStrike" kern="1200" cap="none" spc="0" normalizeH="0" baseline="0" noProof="0">
                <a:ln>
                  <a:noFill/>
                </a:ln>
                <a:solidFill>
                  <a:srgbClr val="FFFFFF"/>
                </a:solidFill>
                <a:effectLst/>
                <a:uLnTx/>
                <a:uFillTx/>
                <a:latin typeface="Ubuntu"/>
                <a:ea typeface="+mn-ea"/>
                <a:cs typeface="+mn-cs"/>
              </a:rPr>
              <a:t>Validated baseline and prioritized gap catalog.</a:t>
            </a:r>
          </a:p>
          <a:p>
            <a:pPr marL="114300" marR="0" lvl="0" indent="-114300" algn="l" defTabSz="914400" rtl="0" eaLnBrk="1" fontAlgn="auto" latinLnBrk="0" hangingPunct="1">
              <a:lnSpc>
                <a:spcPct val="100000"/>
              </a:lnSpc>
              <a:spcBef>
                <a:spcPts val="0"/>
              </a:spcBef>
              <a:spcAft>
                <a:spcPts val="0"/>
              </a:spcAft>
              <a:buClr>
                <a:srgbClr val="FFFFFF"/>
              </a:buClr>
              <a:buSzTx/>
              <a:buFont typeface="Wingdings" panose="05000000000000000000" pitchFamily="2" charset="2"/>
              <a:buChar char="§"/>
              <a:tabLst/>
              <a:defRPr/>
            </a:pPr>
            <a:r>
              <a:rPr kumimoji="0" lang="en-US" sz="900" b="0" i="0" u="none" strike="noStrike" kern="1200" cap="none" spc="0" normalizeH="0" baseline="0" noProof="0">
                <a:ln>
                  <a:noFill/>
                </a:ln>
                <a:solidFill>
                  <a:srgbClr val="FFFFFF"/>
                </a:solidFill>
                <a:effectLst/>
                <a:uLnTx/>
                <a:uFillTx/>
                <a:latin typeface="Ubuntu"/>
                <a:ea typeface="+mn-ea"/>
                <a:cs typeface="+mn-cs"/>
              </a:rPr>
              <a:t>Clear risk map across performance, capacity, security, and resilience.</a:t>
            </a:r>
          </a:p>
          <a:p>
            <a:pPr marL="114300" marR="0" lvl="0" indent="-114300" algn="l" defTabSz="914400" rtl="0" eaLnBrk="1" fontAlgn="auto" latinLnBrk="0" hangingPunct="1">
              <a:lnSpc>
                <a:spcPct val="100000"/>
              </a:lnSpc>
              <a:spcBef>
                <a:spcPts val="0"/>
              </a:spcBef>
              <a:spcAft>
                <a:spcPts val="0"/>
              </a:spcAft>
              <a:buClr>
                <a:srgbClr val="FFFFFF"/>
              </a:buClr>
              <a:buSzTx/>
              <a:buFont typeface="Wingdings" panose="05000000000000000000" pitchFamily="2" charset="2"/>
              <a:buChar char="§"/>
              <a:tabLst/>
              <a:defRPr/>
            </a:pPr>
            <a:r>
              <a:rPr kumimoji="0" lang="en-US" sz="900" b="0" i="0" u="none" strike="noStrike" kern="1200" cap="none" spc="0" normalizeH="0" baseline="0" noProof="0">
                <a:ln>
                  <a:noFill/>
                </a:ln>
                <a:solidFill>
                  <a:srgbClr val="FFFFFF"/>
                </a:solidFill>
                <a:effectLst/>
                <a:uLnTx/>
                <a:uFillTx/>
                <a:latin typeface="Ubuntu"/>
                <a:ea typeface="+mn-ea"/>
                <a:cs typeface="+mn-cs"/>
              </a:rPr>
              <a:t>Solid foundation for roadmap, investment model, and business case.</a:t>
            </a:r>
          </a:p>
        </p:txBody>
      </p:sp>
      <p:sp>
        <p:nvSpPr>
          <p:cNvPr id="12" name="TextBox 11">
            <a:extLst>
              <a:ext uri="{FF2B5EF4-FFF2-40B4-BE49-F238E27FC236}">
                <a16:creationId xmlns:a16="http://schemas.microsoft.com/office/drawing/2014/main" id="{AE0097BF-187D-020D-495D-9959A8040185}"/>
              </a:ext>
            </a:extLst>
          </p:cNvPr>
          <p:cNvSpPr txBox="1"/>
          <p:nvPr/>
        </p:nvSpPr>
        <p:spPr>
          <a:xfrm>
            <a:off x="2214856" y="3446289"/>
            <a:ext cx="2763831" cy="914484"/>
          </a:xfrm>
          <a:prstGeom prst="rect">
            <a:avLst/>
          </a:prstGeom>
          <a:noFill/>
        </p:spPr>
        <p:txBody>
          <a:bodyPr wrap="square" lIns="91440" tIns="45720" rIns="91440" bIns="45720" rtlCol="0">
            <a:noAutofit/>
          </a:bodyPr>
          <a:lstStyle/>
          <a:p>
            <a:pPr marL="114300" marR="0" lvl="0" indent="-114300" algn="l" defTabSz="914400" rtl="0" eaLnBrk="1" fontAlgn="auto" latinLnBrk="0" hangingPunct="1">
              <a:lnSpc>
                <a:spcPct val="100000"/>
              </a:lnSpc>
              <a:spcBef>
                <a:spcPts val="0"/>
              </a:spcBef>
              <a:spcAft>
                <a:spcPts val="0"/>
              </a:spcAft>
              <a:buClr>
                <a:srgbClr val="FFFFFF"/>
              </a:buClr>
              <a:buSzTx/>
              <a:buFont typeface="Wingdings" panose="05000000000000000000" pitchFamily="2" charset="2"/>
              <a:buChar char="§"/>
              <a:tabLst/>
              <a:defRPr/>
            </a:pPr>
            <a:r>
              <a:rPr kumimoji="0" lang="en-US" sz="900" b="0" i="0" u="none" strike="noStrike" kern="1200" cap="none" spc="0" normalizeH="0" baseline="0" noProof="0">
                <a:ln>
                  <a:noFill/>
                </a:ln>
                <a:solidFill>
                  <a:srgbClr val="FFFFFF"/>
                </a:solidFill>
                <a:effectLst/>
                <a:uLnTx/>
                <a:uFillTx/>
                <a:latin typeface="Ubuntu"/>
                <a:ea typeface="+mn-ea"/>
                <a:cs typeface="+mn-cs"/>
              </a:rPr>
              <a:t>Highlights design gaps, high‑risk nodes, congestion zones.</a:t>
            </a:r>
          </a:p>
          <a:p>
            <a:pPr marL="114300" marR="0" lvl="0" indent="-114300" algn="l" defTabSz="914400" rtl="0" eaLnBrk="1" fontAlgn="auto" latinLnBrk="0" hangingPunct="1">
              <a:lnSpc>
                <a:spcPct val="100000"/>
              </a:lnSpc>
              <a:spcBef>
                <a:spcPts val="0"/>
              </a:spcBef>
              <a:spcAft>
                <a:spcPts val="0"/>
              </a:spcAft>
              <a:buClr>
                <a:srgbClr val="FFFFFF"/>
              </a:buClr>
              <a:buSzTx/>
              <a:buFont typeface="Wingdings" panose="05000000000000000000" pitchFamily="2" charset="2"/>
              <a:buChar char="§"/>
              <a:tabLst/>
              <a:defRPr/>
            </a:pPr>
            <a:r>
              <a:rPr kumimoji="0" lang="en-US" sz="900" b="0" i="0" u="none" strike="noStrike" kern="1200" cap="none" spc="0" normalizeH="0" baseline="0" noProof="0">
                <a:ln>
                  <a:noFill/>
                </a:ln>
                <a:solidFill>
                  <a:srgbClr val="FFFFFF"/>
                </a:solidFill>
                <a:effectLst/>
                <a:uLnTx/>
                <a:uFillTx/>
                <a:latin typeface="Ubuntu"/>
                <a:ea typeface="+mn-ea"/>
                <a:cs typeface="+mn-cs"/>
              </a:rPr>
              <a:t>Provides visibility into QoS/SLA adherence and regulatory shortfalls.</a:t>
            </a:r>
          </a:p>
          <a:p>
            <a:pPr marL="114300" marR="0" lvl="0" indent="-114300" algn="l" defTabSz="914400" rtl="0" eaLnBrk="1" fontAlgn="auto" latinLnBrk="0" hangingPunct="1">
              <a:lnSpc>
                <a:spcPct val="100000"/>
              </a:lnSpc>
              <a:spcBef>
                <a:spcPts val="0"/>
              </a:spcBef>
              <a:spcAft>
                <a:spcPts val="0"/>
              </a:spcAft>
              <a:buClr>
                <a:srgbClr val="FFFFFF"/>
              </a:buClr>
              <a:buSzTx/>
              <a:buFont typeface="Wingdings" panose="05000000000000000000" pitchFamily="2" charset="2"/>
              <a:buChar char="§"/>
              <a:tabLst/>
              <a:defRPr/>
            </a:pPr>
            <a:r>
              <a:rPr kumimoji="0" lang="en-US" sz="900" b="0" i="0" u="none" strike="noStrike" kern="1200" cap="none" spc="0" normalizeH="0" baseline="0" noProof="0">
                <a:ln>
                  <a:noFill/>
                </a:ln>
                <a:solidFill>
                  <a:srgbClr val="FFFFFF"/>
                </a:solidFill>
                <a:effectLst/>
                <a:uLnTx/>
                <a:uFillTx/>
                <a:latin typeface="Ubuntu"/>
                <a:ea typeface="+mn-ea"/>
                <a:cs typeface="+mn-cs"/>
              </a:rPr>
              <a:t>Identifies modernization blockers across IPv6, cloud‑native, automation.</a:t>
            </a:r>
          </a:p>
        </p:txBody>
      </p:sp>
      <p:sp>
        <p:nvSpPr>
          <p:cNvPr id="13" name="TextBox 12">
            <a:extLst>
              <a:ext uri="{FF2B5EF4-FFF2-40B4-BE49-F238E27FC236}">
                <a16:creationId xmlns:a16="http://schemas.microsoft.com/office/drawing/2014/main" id="{32E7B1E0-835B-3132-5E7A-EB4F52A9A538}"/>
              </a:ext>
            </a:extLst>
          </p:cNvPr>
          <p:cNvSpPr txBox="1"/>
          <p:nvPr/>
        </p:nvSpPr>
        <p:spPr>
          <a:xfrm>
            <a:off x="484491" y="2818535"/>
            <a:ext cx="1524000" cy="276999"/>
          </a:xfrm>
          <a:prstGeom prst="rect">
            <a:avLst/>
          </a:prstGeom>
          <a:noFill/>
        </p:spPr>
        <p:txBody>
          <a:bodyPr wrap="square" l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B0F0"/>
                </a:solidFill>
                <a:effectLst/>
                <a:uLnTx/>
                <a:uFillTx/>
                <a:latin typeface="Ubuntu"/>
                <a:ea typeface="+mn-ea"/>
                <a:cs typeface="+mn-cs"/>
              </a:rPr>
              <a:t>COMMITMENT</a:t>
            </a:r>
          </a:p>
        </p:txBody>
      </p:sp>
      <p:sp>
        <p:nvSpPr>
          <p:cNvPr id="14" name="TextBox 13">
            <a:extLst>
              <a:ext uri="{FF2B5EF4-FFF2-40B4-BE49-F238E27FC236}">
                <a16:creationId xmlns:a16="http://schemas.microsoft.com/office/drawing/2014/main" id="{959D9848-FC8B-FE6C-8F66-5706E9CC28BC}"/>
              </a:ext>
            </a:extLst>
          </p:cNvPr>
          <p:cNvSpPr txBox="1"/>
          <p:nvPr/>
        </p:nvSpPr>
        <p:spPr>
          <a:xfrm>
            <a:off x="484491" y="4016654"/>
            <a:ext cx="1524000" cy="276999"/>
          </a:xfrm>
          <a:prstGeom prst="rect">
            <a:avLst/>
          </a:prstGeom>
          <a:noFill/>
        </p:spPr>
        <p:txBody>
          <a:bodyPr wrap="square" l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B0F0"/>
                </a:solidFill>
                <a:effectLst/>
                <a:uLnTx/>
                <a:uFillTx/>
                <a:latin typeface="Ubuntu"/>
                <a:ea typeface="+mn-ea"/>
                <a:cs typeface="+mn-cs"/>
              </a:rPr>
              <a:t>IMPACT</a:t>
            </a:r>
          </a:p>
        </p:txBody>
      </p:sp>
      <p:sp>
        <p:nvSpPr>
          <p:cNvPr id="15" name="TextBox 14">
            <a:extLst>
              <a:ext uri="{FF2B5EF4-FFF2-40B4-BE49-F238E27FC236}">
                <a16:creationId xmlns:a16="http://schemas.microsoft.com/office/drawing/2014/main" id="{DF17C8A9-FF59-5E27-B730-857A3995F5DD}"/>
              </a:ext>
            </a:extLst>
          </p:cNvPr>
          <p:cNvSpPr txBox="1"/>
          <p:nvPr/>
        </p:nvSpPr>
        <p:spPr>
          <a:xfrm>
            <a:off x="521162" y="5142646"/>
            <a:ext cx="1439334" cy="276999"/>
          </a:xfrm>
          <a:prstGeom prst="rect">
            <a:avLst/>
          </a:prstGeom>
          <a:noFill/>
        </p:spPr>
        <p:txBody>
          <a:bodyPr wrap="square" l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B0F0"/>
                </a:solidFill>
                <a:effectLst/>
                <a:uLnTx/>
                <a:uFillTx/>
                <a:latin typeface="Ubuntu"/>
                <a:ea typeface="+mn-ea"/>
                <a:cs typeface="+mn-cs"/>
              </a:rPr>
              <a:t>OUTCOME</a:t>
            </a:r>
          </a:p>
        </p:txBody>
      </p:sp>
      <p:sp>
        <p:nvSpPr>
          <p:cNvPr id="17" name="Freeform 147">
            <a:extLst>
              <a:ext uri="{FF2B5EF4-FFF2-40B4-BE49-F238E27FC236}">
                <a16:creationId xmlns:a16="http://schemas.microsoft.com/office/drawing/2014/main" id="{48FC43D5-DDEA-5E10-1F9D-475C58694111}"/>
              </a:ext>
            </a:extLst>
          </p:cNvPr>
          <p:cNvSpPr>
            <a:spLocks noChangeAspect="1"/>
          </p:cNvSpPr>
          <p:nvPr/>
        </p:nvSpPr>
        <p:spPr bwMode="auto">
          <a:xfrm>
            <a:off x="907405" y="4613952"/>
            <a:ext cx="506074" cy="487366"/>
          </a:xfrm>
          <a:custGeom>
            <a:avLst/>
            <a:gdLst>
              <a:gd name="T0" fmla="*/ 0 w 254"/>
              <a:gd name="T1" fmla="*/ 120 h 244"/>
              <a:gd name="T2" fmla="*/ 127 w 254"/>
              <a:gd name="T3" fmla="*/ 0 h 244"/>
              <a:gd name="T4" fmla="*/ 254 w 254"/>
              <a:gd name="T5" fmla="*/ 120 h 244"/>
              <a:gd name="T6" fmla="*/ 127 w 254"/>
              <a:gd name="T7" fmla="*/ 240 h 244"/>
              <a:gd name="T8" fmla="*/ 0 w 254"/>
              <a:gd name="T9" fmla="*/ 120 h 244"/>
            </a:gdLst>
            <a:ahLst/>
            <a:cxnLst>
              <a:cxn ang="0">
                <a:pos x="T0" y="T1"/>
              </a:cxn>
              <a:cxn ang="0">
                <a:pos x="T2" y="T3"/>
              </a:cxn>
              <a:cxn ang="0">
                <a:pos x="T4" y="T5"/>
              </a:cxn>
              <a:cxn ang="0">
                <a:pos x="T6" y="T7"/>
              </a:cxn>
              <a:cxn ang="0">
                <a:pos x="T8" y="T9"/>
              </a:cxn>
            </a:cxnLst>
            <a:rect l="0" t="0" r="r" b="b"/>
            <a:pathLst>
              <a:path w="254" h="244">
                <a:moveTo>
                  <a:pt x="0" y="120"/>
                </a:moveTo>
                <a:cubicBezTo>
                  <a:pt x="0" y="54"/>
                  <a:pt x="59" y="1"/>
                  <a:pt x="127" y="0"/>
                </a:cubicBezTo>
                <a:cubicBezTo>
                  <a:pt x="202" y="0"/>
                  <a:pt x="254" y="54"/>
                  <a:pt x="254" y="120"/>
                </a:cubicBezTo>
                <a:cubicBezTo>
                  <a:pt x="254" y="186"/>
                  <a:pt x="181" y="235"/>
                  <a:pt x="127" y="240"/>
                </a:cubicBezTo>
                <a:cubicBezTo>
                  <a:pt x="51" y="244"/>
                  <a:pt x="0" y="186"/>
                  <a:pt x="0" y="120"/>
                </a:cubicBezTo>
                <a:close/>
              </a:path>
            </a:pathLst>
          </a:custGeom>
          <a:solidFill>
            <a:schemeClr val="bg2">
              <a:lumMod val="7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FFFFFF"/>
              </a:solidFill>
              <a:effectLst/>
              <a:uLnTx/>
              <a:uFillTx/>
              <a:latin typeface="Ubuntu"/>
              <a:ea typeface="+mn-ea"/>
              <a:cs typeface="+mn-cs"/>
            </a:endParaRPr>
          </a:p>
        </p:txBody>
      </p:sp>
      <p:grpSp>
        <p:nvGrpSpPr>
          <p:cNvPr id="19" name="Group 18">
            <a:extLst>
              <a:ext uri="{FF2B5EF4-FFF2-40B4-BE49-F238E27FC236}">
                <a16:creationId xmlns:a16="http://schemas.microsoft.com/office/drawing/2014/main" id="{023F52DB-5BE8-6371-7E71-38C4D5F9C7EF}"/>
              </a:ext>
            </a:extLst>
          </p:cNvPr>
          <p:cNvGrpSpPr/>
          <p:nvPr/>
        </p:nvGrpSpPr>
        <p:grpSpPr>
          <a:xfrm>
            <a:off x="929930" y="3451327"/>
            <a:ext cx="506074" cy="657397"/>
            <a:chOff x="9136925" y="1143003"/>
            <a:chExt cx="685208" cy="890099"/>
          </a:xfrm>
          <a:solidFill>
            <a:schemeClr val="bg2">
              <a:lumMod val="75000"/>
            </a:schemeClr>
          </a:solidFill>
        </p:grpSpPr>
        <p:sp>
          <p:nvSpPr>
            <p:cNvPr id="20" name="Freeform 147">
              <a:extLst>
                <a:ext uri="{FF2B5EF4-FFF2-40B4-BE49-F238E27FC236}">
                  <a16:creationId xmlns:a16="http://schemas.microsoft.com/office/drawing/2014/main" id="{2DF6C2D8-5C36-E7F5-4D18-E473FA074215}"/>
                </a:ext>
              </a:extLst>
            </p:cNvPr>
            <p:cNvSpPr>
              <a:spLocks noChangeAspect="1"/>
            </p:cNvSpPr>
            <p:nvPr/>
          </p:nvSpPr>
          <p:spPr bwMode="auto">
            <a:xfrm>
              <a:off x="9136925" y="1373224"/>
              <a:ext cx="685208" cy="659878"/>
            </a:xfrm>
            <a:custGeom>
              <a:avLst/>
              <a:gdLst>
                <a:gd name="T0" fmla="*/ 0 w 254"/>
                <a:gd name="T1" fmla="*/ 120 h 244"/>
                <a:gd name="T2" fmla="*/ 127 w 254"/>
                <a:gd name="T3" fmla="*/ 0 h 244"/>
                <a:gd name="T4" fmla="*/ 254 w 254"/>
                <a:gd name="T5" fmla="*/ 120 h 244"/>
                <a:gd name="T6" fmla="*/ 127 w 254"/>
                <a:gd name="T7" fmla="*/ 240 h 244"/>
                <a:gd name="T8" fmla="*/ 0 w 254"/>
                <a:gd name="T9" fmla="*/ 120 h 244"/>
              </a:gdLst>
              <a:ahLst/>
              <a:cxnLst>
                <a:cxn ang="0">
                  <a:pos x="T0" y="T1"/>
                </a:cxn>
                <a:cxn ang="0">
                  <a:pos x="T2" y="T3"/>
                </a:cxn>
                <a:cxn ang="0">
                  <a:pos x="T4" y="T5"/>
                </a:cxn>
                <a:cxn ang="0">
                  <a:pos x="T6" y="T7"/>
                </a:cxn>
                <a:cxn ang="0">
                  <a:pos x="T8" y="T9"/>
                </a:cxn>
              </a:cxnLst>
              <a:rect l="0" t="0" r="r" b="b"/>
              <a:pathLst>
                <a:path w="254" h="244">
                  <a:moveTo>
                    <a:pt x="0" y="120"/>
                  </a:moveTo>
                  <a:cubicBezTo>
                    <a:pt x="0" y="54"/>
                    <a:pt x="59" y="1"/>
                    <a:pt x="127" y="0"/>
                  </a:cubicBezTo>
                  <a:cubicBezTo>
                    <a:pt x="202" y="0"/>
                    <a:pt x="254" y="54"/>
                    <a:pt x="254" y="120"/>
                  </a:cubicBezTo>
                  <a:cubicBezTo>
                    <a:pt x="254" y="186"/>
                    <a:pt x="181" y="235"/>
                    <a:pt x="127" y="240"/>
                  </a:cubicBezTo>
                  <a:cubicBezTo>
                    <a:pt x="51" y="244"/>
                    <a:pt x="0" y="186"/>
                    <a:pt x="0" y="1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FFFFFF"/>
                </a:solidFill>
                <a:effectLst/>
                <a:uLnTx/>
                <a:uFillTx/>
                <a:latin typeface="Ubuntu"/>
                <a:ea typeface="+mn-ea"/>
                <a:cs typeface="+mn-cs"/>
              </a:endParaRPr>
            </a:p>
          </p:txBody>
        </p:sp>
        <p:grpSp>
          <p:nvGrpSpPr>
            <p:cNvPr id="21" name="Group 20">
              <a:extLst>
                <a:ext uri="{FF2B5EF4-FFF2-40B4-BE49-F238E27FC236}">
                  <a16:creationId xmlns:a16="http://schemas.microsoft.com/office/drawing/2014/main" id="{8CD4844E-B1A5-797E-BA24-F4CB36C72F52}"/>
                </a:ext>
              </a:extLst>
            </p:cNvPr>
            <p:cNvGrpSpPr/>
            <p:nvPr/>
          </p:nvGrpSpPr>
          <p:grpSpPr>
            <a:xfrm>
              <a:off x="9353041" y="1143003"/>
              <a:ext cx="252975" cy="593270"/>
              <a:chOff x="14967669" y="5527675"/>
              <a:chExt cx="615950" cy="1169305"/>
            </a:xfrm>
            <a:grpFill/>
          </p:grpSpPr>
          <p:sp>
            <p:nvSpPr>
              <p:cNvPr id="22" name="Freeform 109">
                <a:extLst>
                  <a:ext uri="{FF2B5EF4-FFF2-40B4-BE49-F238E27FC236}">
                    <a16:creationId xmlns:a16="http://schemas.microsoft.com/office/drawing/2014/main" id="{5A652133-230F-9794-F27C-32383615E631}"/>
                  </a:ext>
                </a:extLst>
              </p:cNvPr>
              <p:cNvSpPr>
                <a:spLocks/>
              </p:cNvSpPr>
              <p:nvPr/>
            </p:nvSpPr>
            <p:spPr bwMode="auto">
              <a:xfrm>
                <a:off x="15172403" y="5595938"/>
                <a:ext cx="34925" cy="963613"/>
              </a:xfrm>
              <a:custGeom>
                <a:avLst/>
                <a:gdLst>
                  <a:gd name="T0" fmla="*/ 10 w 10"/>
                  <a:gd name="T1" fmla="*/ 281 h 281"/>
                  <a:gd name="T2" fmla="*/ 0 w 10"/>
                  <a:gd name="T3" fmla="*/ 281 h 281"/>
                  <a:gd name="T4" fmla="*/ 0 w 10"/>
                  <a:gd name="T5" fmla="*/ 5 h 281"/>
                  <a:gd name="T6" fmla="*/ 5 w 10"/>
                  <a:gd name="T7" fmla="*/ 0 h 281"/>
                  <a:gd name="T8" fmla="*/ 10 w 10"/>
                  <a:gd name="T9" fmla="*/ 0 h 281"/>
                  <a:gd name="T10" fmla="*/ 10 w 10"/>
                  <a:gd name="T11" fmla="*/ 245 h 281"/>
                  <a:gd name="T12" fmla="*/ 10 w 10"/>
                  <a:gd name="T13" fmla="*/ 281 h 281"/>
                </a:gdLst>
                <a:ahLst/>
                <a:cxnLst>
                  <a:cxn ang="0">
                    <a:pos x="T0" y="T1"/>
                  </a:cxn>
                  <a:cxn ang="0">
                    <a:pos x="T2" y="T3"/>
                  </a:cxn>
                  <a:cxn ang="0">
                    <a:pos x="T4" y="T5"/>
                  </a:cxn>
                  <a:cxn ang="0">
                    <a:pos x="T6" y="T7"/>
                  </a:cxn>
                  <a:cxn ang="0">
                    <a:pos x="T8" y="T9"/>
                  </a:cxn>
                  <a:cxn ang="0">
                    <a:pos x="T10" y="T11"/>
                  </a:cxn>
                  <a:cxn ang="0">
                    <a:pos x="T12" y="T13"/>
                  </a:cxn>
                </a:cxnLst>
                <a:rect l="0" t="0" r="r" b="b"/>
                <a:pathLst>
                  <a:path w="10" h="281">
                    <a:moveTo>
                      <a:pt x="10" y="281"/>
                    </a:moveTo>
                    <a:cubicBezTo>
                      <a:pt x="0" y="281"/>
                      <a:pt x="0" y="281"/>
                      <a:pt x="0" y="281"/>
                    </a:cubicBezTo>
                    <a:cubicBezTo>
                      <a:pt x="0" y="5"/>
                      <a:pt x="0" y="5"/>
                      <a:pt x="0" y="5"/>
                    </a:cubicBezTo>
                    <a:cubicBezTo>
                      <a:pt x="0" y="2"/>
                      <a:pt x="2" y="0"/>
                      <a:pt x="5" y="0"/>
                    </a:cubicBezTo>
                    <a:cubicBezTo>
                      <a:pt x="10" y="0"/>
                      <a:pt x="10" y="0"/>
                      <a:pt x="10" y="0"/>
                    </a:cubicBezTo>
                    <a:cubicBezTo>
                      <a:pt x="10" y="245"/>
                      <a:pt x="10" y="245"/>
                      <a:pt x="10" y="245"/>
                    </a:cubicBezTo>
                    <a:lnTo>
                      <a:pt x="10" y="28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23" name="Freeform 110">
                <a:extLst>
                  <a:ext uri="{FF2B5EF4-FFF2-40B4-BE49-F238E27FC236}">
                    <a16:creationId xmlns:a16="http://schemas.microsoft.com/office/drawing/2014/main" id="{3DB08D9E-B8FA-B264-0CFB-107565E35D4B}"/>
                  </a:ext>
                </a:extLst>
              </p:cNvPr>
              <p:cNvSpPr>
                <a:spLocks/>
              </p:cNvSpPr>
              <p:nvPr/>
            </p:nvSpPr>
            <p:spPr bwMode="auto">
              <a:xfrm>
                <a:off x="15218441" y="5651500"/>
                <a:ext cx="331788" cy="209550"/>
              </a:xfrm>
              <a:custGeom>
                <a:avLst/>
                <a:gdLst>
                  <a:gd name="T0" fmla="*/ 0 w 97"/>
                  <a:gd name="T1" fmla="*/ 0 h 61"/>
                  <a:gd name="T2" fmla="*/ 97 w 97"/>
                  <a:gd name="T3" fmla="*/ 30 h 61"/>
                  <a:gd name="T4" fmla="*/ 0 w 97"/>
                  <a:gd name="T5" fmla="*/ 61 h 61"/>
                  <a:gd name="T6" fmla="*/ 0 w 97"/>
                  <a:gd name="T7" fmla="*/ 0 h 61"/>
                </a:gdLst>
                <a:ahLst/>
                <a:cxnLst>
                  <a:cxn ang="0">
                    <a:pos x="T0" y="T1"/>
                  </a:cxn>
                  <a:cxn ang="0">
                    <a:pos x="T2" y="T3"/>
                  </a:cxn>
                  <a:cxn ang="0">
                    <a:pos x="T4" y="T5"/>
                  </a:cxn>
                  <a:cxn ang="0">
                    <a:pos x="T6" y="T7"/>
                  </a:cxn>
                </a:cxnLst>
                <a:rect l="0" t="0" r="r" b="b"/>
                <a:pathLst>
                  <a:path w="97" h="61">
                    <a:moveTo>
                      <a:pt x="0" y="0"/>
                    </a:moveTo>
                    <a:cubicBezTo>
                      <a:pt x="31" y="19"/>
                      <a:pt x="83" y="8"/>
                      <a:pt x="97" y="30"/>
                    </a:cubicBezTo>
                    <a:cubicBezTo>
                      <a:pt x="50" y="30"/>
                      <a:pt x="36" y="56"/>
                      <a:pt x="0" y="61"/>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24" name="Freeform 111">
                <a:extLst>
                  <a:ext uri="{FF2B5EF4-FFF2-40B4-BE49-F238E27FC236}">
                    <a16:creationId xmlns:a16="http://schemas.microsoft.com/office/drawing/2014/main" id="{BE374037-6AF7-FFBD-257B-714EE54EB741}"/>
                  </a:ext>
                </a:extLst>
              </p:cNvPr>
              <p:cNvSpPr>
                <a:spLocks/>
              </p:cNvSpPr>
              <p:nvPr/>
            </p:nvSpPr>
            <p:spPr bwMode="auto">
              <a:xfrm>
                <a:off x="14967669" y="6449329"/>
                <a:ext cx="615950" cy="247651"/>
              </a:xfrm>
              <a:custGeom>
                <a:avLst/>
                <a:gdLst>
                  <a:gd name="T0" fmla="*/ 90 w 180"/>
                  <a:gd name="T1" fmla="*/ 0 h 72"/>
                  <a:gd name="T2" fmla="*/ 66 w 180"/>
                  <a:gd name="T3" fmla="*/ 1 h 72"/>
                  <a:gd name="T4" fmla="*/ 66 w 180"/>
                  <a:gd name="T5" fmla="*/ 26 h 72"/>
                  <a:gd name="T6" fmla="*/ 67 w 180"/>
                  <a:gd name="T7" fmla="*/ 26 h 72"/>
                  <a:gd name="T8" fmla="*/ 73 w 180"/>
                  <a:gd name="T9" fmla="*/ 25 h 72"/>
                  <a:gd name="T10" fmla="*/ 95 w 180"/>
                  <a:gd name="T11" fmla="*/ 35 h 72"/>
                  <a:gd name="T12" fmla="*/ 73 w 180"/>
                  <a:gd name="T13" fmla="*/ 45 h 72"/>
                  <a:gd name="T14" fmla="*/ 51 w 180"/>
                  <a:gd name="T15" fmla="*/ 35 h 72"/>
                  <a:gd name="T16" fmla="*/ 53 w 180"/>
                  <a:gd name="T17" fmla="*/ 32 h 72"/>
                  <a:gd name="T18" fmla="*/ 53 w 180"/>
                  <a:gd name="T19" fmla="*/ 3 h 72"/>
                  <a:gd name="T20" fmla="*/ 0 w 180"/>
                  <a:gd name="T21" fmla="*/ 36 h 72"/>
                  <a:gd name="T22" fmla="*/ 90 w 180"/>
                  <a:gd name="T23" fmla="*/ 72 h 72"/>
                  <a:gd name="T24" fmla="*/ 180 w 180"/>
                  <a:gd name="T25" fmla="*/ 36 h 72"/>
                  <a:gd name="T26" fmla="*/ 90 w 180"/>
                  <a:gd name="T27" fmla="*/ 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80" h="72">
                    <a:moveTo>
                      <a:pt x="90" y="0"/>
                    </a:moveTo>
                    <a:cubicBezTo>
                      <a:pt x="81" y="0"/>
                      <a:pt x="73" y="0"/>
                      <a:pt x="66" y="1"/>
                    </a:cubicBezTo>
                    <a:cubicBezTo>
                      <a:pt x="66" y="26"/>
                      <a:pt x="66" y="26"/>
                      <a:pt x="66" y="26"/>
                    </a:cubicBezTo>
                    <a:cubicBezTo>
                      <a:pt x="66" y="26"/>
                      <a:pt x="67" y="26"/>
                      <a:pt x="67" y="26"/>
                    </a:cubicBezTo>
                    <a:cubicBezTo>
                      <a:pt x="69" y="25"/>
                      <a:pt x="71" y="25"/>
                      <a:pt x="73" y="25"/>
                    </a:cubicBezTo>
                    <a:cubicBezTo>
                      <a:pt x="85" y="25"/>
                      <a:pt x="95" y="30"/>
                      <a:pt x="95" y="35"/>
                    </a:cubicBezTo>
                    <a:cubicBezTo>
                      <a:pt x="95" y="40"/>
                      <a:pt x="85" y="45"/>
                      <a:pt x="73" y="45"/>
                    </a:cubicBezTo>
                    <a:cubicBezTo>
                      <a:pt x="61" y="45"/>
                      <a:pt x="51" y="40"/>
                      <a:pt x="51" y="35"/>
                    </a:cubicBezTo>
                    <a:cubicBezTo>
                      <a:pt x="51" y="34"/>
                      <a:pt x="52" y="33"/>
                      <a:pt x="53" y="32"/>
                    </a:cubicBezTo>
                    <a:cubicBezTo>
                      <a:pt x="53" y="3"/>
                      <a:pt x="53" y="3"/>
                      <a:pt x="53" y="3"/>
                    </a:cubicBezTo>
                    <a:cubicBezTo>
                      <a:pt x="22" y="9"/>
                      <a:pt x="0" y="21"/>
                      <a:pt x="0" y="36"/>
                    </a:cubicBezTo>
                    <a:cubicBezTo>
                      <a:pt x="0" y="56"/>
                      <a:pt x="40" y="72"/>
                      <a:pt x="90" y="72"/>
                    </a:cubicBezTo>
                    <a:cubicBezTo>
                      <a:pt x="140" y="72"/>
                      <a:pt x="180" y="56"/>
                      <a:pt x="180" y="36"/>
                    </a:cubicBezTo>
                    <a:cubicBezTo>
                      <a:pt x="180" y="16"/>
                      <a:pt x="140" y="0"/>
                      <a:pt x="9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25" name="Freeform 112">
                <a:extLst>
                  <a:ext uri="{FF2B5EF4-FFF2-40B4-BE49-F238E27FC236}">
                    <a16:creationId xmlns:a16="http://schemas.microsoft.com/office/drawing/2014/main" id="{983D54E0-8C6F-ACC0-51B2-A8FF78BA3D2A}"/>
                  </a:ext>
                </a:extLst>
              </p:cNvPr>
              <p:cNvSpPr>
                <a:spLocks/>
              </p:cNvSpPr>
              <p:nvPr/>
            </p:nvSpPr>
            <p:spPr bwMode="auto">
              <a:xfrm>
                <a:off x="15172403" y="6473825"/>
                <a:ext cx="34925" cy="85725"/>
              </a:xfrm>
              <a:custGeom>
                <a:avLst/>
                <a:gdLst>
                  <a:gd name="T0" fmla="*/ 0 w 10"/>
                  <a:gd name="T1" fmla="*/ 0 h 25"/>
                  <a:gd name="T2" fmla="*/ 10 w 10"/>
                  <a:gd name="T3" fmla="*/ 0 h 25"/>
                  <a:gd name="T4" fmla="*/ 10 w 10"/>
                  <a:gd name="T5" fmla="*/ 20 h 25"/>
                  <a:gd name="T6" fmla="*/ 5 w 10"/>
                  <a:gd name="T7" fmla="*/ 25 h 25"/>
                  <a:gd name="T8" fmla="*/ 0 w 10"/>
                  <a:gd name="T9" fmla="*/ 25 h 25"/>
                  <a:gd name="T10" fmla="*/ 0 w 10"/>
                  <a:gd name="T11" fmla="*/ 0 h 25"/>
                </a:gdLst>
                <a:ahLst/>
                <a:cxnLst>
                  <a:cxn ang="0">
                    <a:pos x="T0" y="T1"/>
                  </a:cxn>
                  <a:cxn ang="0">
                    <a:pos x="T2" y="T3"/>
                  </a:cxn>
                  <a:cxn ang="0">
                    <a:pos x="T4" y="T5"/>
                  </a:cxn>
                  <a:cxn ang="0">
                    <a:pos x="T6" y="T7"/>
                  </a:cxn>
                  <a:cxn ang="0">
                    <a:pos x="T8" y="T9"/>
                  </a:cxn>
                  <a:cxn ang="0">
                    <a:pos x="T10" y="T11"/>
                  </a:cxn>
                </a:cxnLst>
                <a:rect l="0" t="0" r="r" b="b"/>
                <a:pathLst>
                  <a:path w="10" h="25">
                    <a:moveTo>
                      <a:pt x="0" y="0"/>
                    </a:moveTo>
                    <a:cubicBezTo>
                      <a:pt x="10" y="0"/>
                      <a:pt x="10" y="0"/>
                      <a:pt x="10" y="0"/>
                    </a:cubicBezTo>
                    <a:cubicBezTo>
                      <a:pt x="10" y="20"/>
                      <a:pt x="10" y="20"/>
                      <a:pt x="10" y="20"/>
                    </a:cubicBezTo>
                    <a:cubicBezTo>
                      <a:pt x="10" y="23"/>
                      <a:pt x="8" y="25"/>
                      <a:pt x="5" y="25"/>
                    </a:cubicBezTo>
                    <a:cubicBezTo>
                      <a:pt x="0" y="25"/>
                      <a:pt x="0" y="25"/>
                      <a:pt x="0" y="25"/>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26" name="Freeform 113">
                <a:extLst>
                  <a:ext uri="{FF2B5EF4-FFF2-40B4-BE49-F238E27FC236}">
                    <a16:creationId xmlns:a16="http://schemas.microsoft.com/office/drawing/2014/main" id="{CD800D51-4057-3051-2743-8D673E697B55}"/>
                  </a:ext>
                </a:extLst>
              </p:cNvPr>
              <p:cNvSpPr>
                <a:spLocks/>
              </p:cNvSpPr>
              <p:nvPr/>
            </p:nvSpPr>
            <p:spPr bwMode="auto">
              <a:xfrm>
                <a:off x="15162878" y="5527675"/>
                <a:ext cx="55563" cy="96838"/>
              </a:xfrm>
              <a:custGeom>
                <a:avLst/>
                <a:gdLst>
                  <a:gd name="T0" fmla="*/ 16 w 16"/>
                  <a:gd name="T1" fmla="*/ 21 h 28"/>
                  <a:gd name="T2" fmla="*/ 8 w 16"/>
                  <a:gd name="T3" fmla="*/ 0 h 28"/>
                  <a:gd name="T4" fmla="*/ 0 w 16"/>
                  <a:gd name="T5" fmla="*/ 21 h 28"/>
                  <a:gd name="T6" fmla="*/ 8 w 16"/>
                  <a:gd name="T7" fmla="*/ 28 h 28"/>
                  <a:gd name="T8" fmla="*/ 16 w 16"/>
                  <a:gd name="T9" fmla="*/ 21 h 28"/>
                </a:gdLst>
                <a:ahLst/>
                <a:cxnLst>
                  <a:cxn ang="0">
                    <a:pos x="T0" y="T1"/>
                  </a:cxn>
                  <a:cxn ang="0">
                    <a:pos x="T2" y="T3"/>
                  </a:cxn>
                  <a:cxn ang="0">
                    <a:pos x="T4" y="T5"/>
                  </a:cxn>
                  <a:cxn ang="0">
                    <a:pos x="T6" y="T7"/>
                  </a:cxn>
                  <a:cxn ang="0">
                    <a:pos x="T8" y="T9"/>
                  </a:cxn>
                </a:cxnLst>
                <a:rect l="0" t="0" r="r" b="b"/>
                <a:pathLst>
                  <a:path w="16" h="28">
                    <a:moveTo>
                      <a:pt x="16" y="21"/>
                    </a:moveTo>
                    <a:cubicBezTo>
                      <a:pt x="16" y="17"/>
                      <a:pt x="11" y="0"/>
                      <a:pt x="8" y="0"/>
                    </a:cubicBezTo>
                    <a:cubicBezTo>
                      <a:pt x="6" y="0"/>
                      <a:pt x="0" y="17"/>
                      <a:pt x="0" y="21"/>
                    </a:cubicBezTo>
                    <a:cubicBezTo>
                      <a:pt x="0" y="25"/>
                      <a:pt x="4" y="28"/>
                      <a:pt x="8" y="28"/>
                    </a:cubicBezTo>
                    <a:cubicBezTo>
                      <a:pt x="12" y="28"/>
                      <a:pt x="16" y="25"/>
                      <a:pt x="16" y="2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grpSp>
      </p:grpSp>
      <p:grpSp>
        <p:nvGrpSpPr>
          <p:cNvPr id="27" name="Group 26">
            <a:extLst>
              <a:ext uri="{FF2B5EF4-FFF2-40B4-BE49-F238E27FC236}">
                <a16:creationId xmlns:a16="http://schemas.microsoft.com/office/drawing/2014/main" id="{05E3F4FD-230C-D0F6-1410-449B47F463A4}"/>
              </a:ext>
            </a:extLst>
          </p:cNvPr>
          <p:cNvGrpSpPr/>
          <p:nvPr/>
        </p:nvGrpSpPr>
        <p:grpSpPr>
          <a:xfrm>
            <a:off x="929930" y="2270454"/>
            <a:ext cx="506074" cy="501838"/>
            <a:chOff x="7434780" y="1068367"/>
            <a:chExt cx="685208" cy="679473"/>
          </a:xfrm>
          <a:solidFill>
            <a:schemeClr val="bg2">
              <a:lumMod val="75000"/>
            </a:schemeClr>
          </a:solidFill>
        </p:grpSpPr>
        <p:sp>
          <p:nvSpPr>
            <p:cNvPr id="28" name="Freeform 147">
              <a:extLst>
                <a:ext uri="{FF2B5EF4-FFF2-40B4-BE49-F238E27FC236}">
                  <a16:creationId xmlns:a16="http://schemas.microsoft.com/office/drawing/2014/main" id="{E01BDF39-B0A0-F8FB-C301-8B57639B005B}"/>
                </a:ext>
              </a:extLst>
            </p:cNvPr>
            <p:cNvSpPr>
              <a:spLocks noChangeAspect="1"/>
            </p:cNvSpPr>
            <p:nvPr/>
          </p:nvSpPr>
          <p:spPr bwMode="auto">
            <a:xfrm>
              <a:off x="7434780" y="1068367"/>
              <a:ext cx="685208" cy="659878"/>
            </a:xfrm>
            <a:custGeom>
              <a:avLst/>
              <a:gdLst>
                <a:gd name="T0" fmla="*/ 0 w 254"/>
                <a:gd name="T1" fmla="*/ 120 h 244"/>
                <a:gd name="T2" fmla="*/ 127 w 254"/>
                <a:gd name="T3" fmla="*/ 0 h 244"/>
                <a:gd name="T4" fmla="*/ 254 w 254"/>
                <a:gd name="T5" fmla="*/ 120 h 244"/>
                <a:gd name="T6" fmla="*/ 127 w 254"/>
                <a:gd name="T7" fmla="*/ 240 h 244"/>
                <a:gd name="T8" fmla="*/ 0 w 254"/>
                <a:gd name="T9" fmla="*/ 120 h 244"/>
              </a:gdLst>
              <a:ahLst/>
              <a:cxnLst>
                <a:cxn ang="0">
                  <a:pos x="T0" y="T1"/>
                </a:cxn>
                <a:cxn ang="0">
                  <a:pos x="T2" y="T3"/>
                </a:cxn>
                <a:cxn ang="0">
                  <a:pos x="T4" y="T5"/>
                </a:cxn>
                <a:cxn ang="0">
                  <a:pos x="T6" y="T7"/>
                </a:cxn>
                <a:cxn ang="0">
                  <a:pos x="T8" y="T9"/>
                </a:cxn>
              </a:cxnLst>
              <a:rect l="0" t="0" r="r" b="b"/>
              <a:pathLst>
                <a:path w="254" h="244">
                  <a:moveTo>
                    <a:pt x="0" y="120"/>
                  </a:moveTo>
                  <a:cubicBezTo>
                    <a:pt x="0" y="54"/>
                    <a:pt x="59" y="1"/>
                    <a:pt x="127" y="0"/>
                  </a:cubicBezTo>
                  <a:cubicBezTo>
                    <a:pt x="202" y="0"/>
                    <a:pt x="254" y="54"/>
                    <a:pt x="254" y="120"/>
                  </a:cubicBezTo>
                  <a:cubicBezTo>
                    <a:pt x="254" y="186"/>
                    <a:pt x="181" y="235"/>
                    <a:pt x="127" y="240"/>
                  </a:cubicBezTo>
                  <a:cubicBezTo>
                    <a:pt x="51" y="244"/>
                    <a:pt x="0" y="186"/>
                    <a:pt x="0" y="1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FFFFFF"/>
                </a:solidFill>
                <a:effectLst/>
                <a:uLnTx/>
                <a:uFillTx/>
                <a:latin typeface="Ubuntu"/>
                <a:ea typeface="+mn-ea"/>
                <a:cs typeface="+mn-cs"/>
              </a:endParaRPr>
            </a:p>
          </p:txBody>
        </p:sp>
        <p:grpSp>
          <p:nvGrpSpPr>
            <p:cNvPr id="29" name="Groupe 647">
              <a:extLst>
                <a:ext uri="{FF2B5EF4-FFF2-40B4-BE49-F238E27FC236}">
                  <a16:creationId xmlns:a16="http://schemas.microsoft.com/office/drawing/2014/main" id="{805B6D1A-DF72-70D7-475C-BFF4C2438C79}"/>
                </a:ext>
              </a:extLst>
            </p:cNvPr>
            <p:cNvGrpSpPr/>
            <p:nvPr/>
          </p:nvGrpSpPr>
          <p:grpSpPr>
            <a:xfrm>
              <a:off x="7636630" y="1370061"/>
              <a:ext cx="301135" cy="377779"/>
              <a:chOff x="6577059" y="3380045"/>
              <a:chExt cx="385763" cy="483946"/>
            </a:xfrm>
            <a:grpFill/>
          </p:grpSpPr>
          <p:sp>
            <p:nvSpPr>
              <p:cNvPr id="30" name="Freeform 209">
                <a:extLst>
                  <a:ext uri="{FF2B5EF4-FFF2-40B4-BE49-F238E27FC236}">
                    <a16:creationId xmlns:a16="http://schemas.microsoft.com/office/drawing/2014/main" id="{488DFBB2-2B84-AE7A-95D5-A96D69F117C6}"/>
                  </a:ext>
                </a:extLst>
              </p:cNvPr>
              <p:cNvSpPr>
                <a:spLocks/>
              </p:cNvSpPr>
              <p:nvPr/>
            </p:nvSpPr>
            <p:spPr bwMode="auto">
              <a:xfrm>
                <a:off x="6639101" y="3380045"/>
                <a:ext cx="236537" cy="280987"/>
              </a:xfrm>
              <a:custGeom>
                <a:avLst/>
                <a:gdLst>
                  <a:gd name="T0" fmla="*/ 16 w 70"/>
                  <a:gd name="T1" fmla="*/ 83 h 83"/>
                  <a:gd name="T2" fmla="*/ 1 w 70"/>
                  <a:gd name="T3" fmla="*/ 83 h 83"/>
                  <a:gd name="T4" fmla="*/ 0 w 70"/>
                  <a:gd name="T5" fmla="*/ 36 h 83"/>
                  <a:gd name="T6" fmla="*/ 21 w 70"/>
                  <a:gd name="T7" fmla="*/ 2 h 83"/>
                  <a:gd name="T8" fmla="*/ 48 w 70"/>
                  <a:gd name="T9" fmla="*/ 1 h 83"/>
                  <a:gd name="T10" fmla="*/ 70 w 70"/>
                  <a:gd name="T11" fmla="*/ 35 h 83"/>
                  <a:gd name="T12" fmla="*/ 70 w 70"/>
                  <a:gd name="T13" fmla="*/ 82 h 83"/>
                  <a:gd name="T14" fmla="*/ 57 w 70"/>
                  <a:gd name="T15" fmla="*/ 82 h 83"/>
                  <a:gd name="T16" fmla="*/ 57 w 70"/>
                  <a:gd name="T17" fmla="*/ 35 h 83"/>
                  <a:gd name="T18" fmla="*/ 46 w 70"/>
                  <a:gd name="T19" fmla="*/ 16 h 83"/>
                  <a:gd name="T20" fmla="*/ 26 w 70"/>
                  <a:gd name="T21" fmla="*/ 17 h 83"/>
                  <a:gd name="T22" fmla="*/ 16 w 70"/>
                  <a:gd name="T23" fmla="*/ 36 h 83"/>
                  <a:gd name="T24" fmla="*/ 16 w 70"/>
                  <a:gd name="T25" fmla="*/ 83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0" h="83">
                    <a:moveTo>
                      <a:pt x="16" y="83"/>
                    </a:moveTo>
                    <a:cubicBezTo>
                      <a:pt x="1" y="83"/>
                      <a:pt x="1" y="83"/>
                      <a:pt x="1" y="83"/>
                    </a:cubicBezTo>
                    <a:cubicBezTo>
                      <a:pt x="1" y="69"/>
                      <a:pt x="0" y="37"/>
                      <a:pt x="0" y="36"/>
                    </a:cubicBezTo>
                    <a:cubicBezTo>
                      <a:pt x="0" y="30"/>
                      <a:pt x="0" y="9"/>
                      <a:pt x="21" y="2"/>
                    </a:cubicBezTo>
                    <a:cubicBezTo>
                      <a:pt x="29" y="0"/>
                      <a:pt x="38" y="0"/>
                      <a:pt x="48" y="1"/>
                    </a:cubicBezTo>
                    <a:cubicBezTo>
                      <a:pt x="62" y="4"/>
                      <a:pt x="70" y="16"/>
                      <a:pt x="70" y="35"/>
                    </a:cubicBezTo>
                    <a:cubicBezTo>
                      <a:pt x="70" y="82"/>
                      <a:pt x="70" y="82"/>
                      <a:pt x="70" y="82"/>
                    </a:cubicBezTo>
                    <a:cubicBezTo>
                      <a:pt x="57" y="82"/>
                      <a:pt x="57" y="82"/>
                      <a:pt x="57" y="82"/>
                    </a:cubicBezTo>
                    <a:cubicBezTo>
                      <a:pt x="57" y="35"/>
                      <a:pt x="57" y="35"/>
                      <a:pt x="57" y="35"/>
                    </a:cubicBezTo>
                    <a:cubicBezTo>
                      <a:pt x="57" y="24"/>
                      <a:pt x="52" y="18"/>
                      <a:pt x="46" y="16"/>
                    </a:cubicBezTo>
                    <a:cubicBezTo>
                      <a:pt x="38" y="14"/>
                      <a:pt x="31" y="15"/>
                      <a:pt x="26" y="17"/>
                    </a:cubicBezTo>
                    <a:cubicBezTo>
                      <a:pt x="20" y="19"/>
                      <a:pt x="16" y="23"/>
                      <a:pt x="16" y="36"/>
                    </a:cubicBezTo>
                    <a:cubicBezTo>
                      <a:pt x="16" y="38"/>
                      <a:pt x="16" y="69"/>
                      <a:pt x="16" y="8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1" rIns="91440" bIns="45721"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1" b="0" i="0" u="none" strike="noStrike" kern="1200" cap="none" spc="0" normalizeH="0" baseline="0" noProof="0">
                  <a:ln>
                    <a:noFill/>
                  </a:ln>
                  <a:solidFill>
                    <a:srgbClr val="FFFFFF"/>
                  </a:solidFill>
                  <a:effectLst/>
                  <a:uLnTx/>
                  <a:uFillTx/>
                  <a:latin typeface="Ubuntu"/>
                  <a:ea typeface="+mn-ea"/>
                  <a:cs typeface="+mn-cs"/>
                </a:endParaRPr>
              </a:p>
            </p:txBody>
          </p:sp>
          <p:sp>
            <p:nvSpPr>
              <p:cNvPr id="31" name="Freeform 210">
                <a:extLst>
                  <a:ext uri="{FF2B5EF4-FFF2-40B4-BE49-F238E27FC236}">
                    <a16:creationId xmlns:a16="http://schemas.microsoft.com/office/drawing/2014/main" id="{F64CAE64-4088-550A-EEE4-013E8FFD4359}"/>
                  </a:ext>
                </a:extLst>
              </p:cNvPr>
              <p:cNvSpPr>
                <a:spLocks/>
              </p:cNvSpPr>
              <p:nvPr/>
            </p:nvSpPr>
            <p:spPr bwMode="auto">
              <a:xfrm>
                <a:off x="6639101" y="3386955"/>
                <a:ext cx="236537" cy="280987"/>
              </a:xfrm>
              <a:custGeom>
                <a:avLst/>
                <a:gdLst>
                  <a:gd name="T0" fmla="*/ 16 w 70"/>
                  <a:gd name="T1" fmla="*/ 83 h 83"/>
                  <a:gd name="T2" fmla="*/ 1 w 70"/>
                  <a:gd name="T3" fmla="*/ 83 h 83"/>
                  <a:gd name="T4" fmla="*/ 0 w 70"/>
                  <a:gd name="T5" fmla="*/ 36 h 83"/>
                  <a:gd name="T6" fmla="*/ 21 w 70"/>
                  <a:gd name="T7" fmla="*/ 2 h 83"/>
                  <a:gd name="T8" fmla="*/ 48 w 70"/>
                  <a:gd name="T9" fmla="*/ 1 h 83"/>
                  <a:gd name="T10" fmla="*/ 70 w 70"/>
                  <a:gd name="T11" fmla="*/ 35 h 83"/>
                  <a:gd name="T12" fmla="*/ 70 w 70"/>
                  <a:gd name="T13" fmla="*/ 82 h 83"/>
                  <a:gd name="T14" fmla="*/ 57 w 70"/>
                  <a:gd name="T15" fmla="*/ 82 h 83"/>
                  <a:gd name="T16" fmla="*/ 57 w 70"/>
                  <a:gd name="T17" fmla="*/ 35 h 83"/>
                  <a:gd name="T18" fmla="*/ 46 w 70"/>
                  <a:gd name="T19" fmla="*/ 16 h 83"/>
                  <a:gd name="T20" fmla="*/ 26 w 70"/>
                  <a:gd name="T21" fmla="*/ 17 h 83"/>
                  <a:gd name="T22" fmla="*/ 16 w 70"/>
                  <a:gd name="T23" fmla="*/ 36 h 83"/>
                  <a:gd name="T24" fmla="*/ 16 w 70"/>
                  <a:gd name="T25" fmla="*/ 83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0" h="83">
                    <a:moveTo>
                      <a:pt x="16" y="83"/>
                    </a:moveTo>
                    <a:cubicBezTo>
                      <a:pt x="1" y="83"/>
                      <a:pt x="1" y="83"/>
                      <a:pt x="1" y="83"/>
                    </a:cubicBezTo>
                    <a:cubicBezTo>
                      <a:pt x="1" y="69"/>
                      <a:pt x="0" y="37"/>
                      <a:pt x="0" y="36"/>
                    </a:cubicBezTo>
                    <a:cubicBezTo>
                      <a:pt x="0" y="30"/>
                      <a:pt x="0" y="9"/>
                      <a:pt x="21" y="2"/>
                    </a:cubicBezTo>
                    <a:cubicBezTo>
                      <a:pt x="29" y="0"/>
                      <a:pt x="38" y="0"/>
                      <a:pt x="48" y="1"/>
                    </a:cubicBezTo>
                    <a:cubicBezTo>
                      <a:pt x="62" y="4"/>
                      <a:pt x="70" y="16"/>
                      <a:pt x="70" y="35"/>
                    </a:cubicBezTo>
                    <a:cubicBezTo>
                      <a:pt x="70" y="82"/>
                      <a:pt x="70" y="82"/>
                      <a:pt x="70" y="82"/>
                    </a:cubicBezTo>
                    <a:cubicBezTo>
                      <a:pt x="57" y="82"/>
                      <a:pt x="57" y="82"/>
                      <a:pt x="57" y="82"/>
                    </a:cubicBezTo>
                    <a:cubicBezTo>
                      <a:pt x="57" y="35"/>
                      <a:pt x="57" y="35"/>
                      <a:pt x="57" y="35"/>
                    </a:cubicBezTo>
                    <a:cubicBezTo>
                      <a:pt x="57" y="24"/>
                      <a:pt x="52" y="18"/>
                      <a:pt x="46" y="16"/>
                    </a:cubicBezTo>
                    <a:cubicBezTo>
                      <a:pt x="38" y="14"/>
                      <a:pt x="31" y="15"/>
                      <a:pt x="26" y="17"/>
                    </a:cubicBezTo>
                    <a:cubicBezTo>
                      <a:pt x="20" y="19"/>
                      <a:pt x="16" y="23"/>
                      <a:pt x="16" y="36"/>
                    </a:cubicBezTo>
                    <a:cubicBezTo>
                      <a:pt x="16" y="38"/>
                      <a:pt x="16" y="69"/>
                      <a:pt x="16" y="83"/>
                    </a:cubicBezTo>
                  </a:path>
                </a:pathLst>
              </a:custGeom>
              <a:grpFill/>
              <a:ln w="9525" cap="flat">
                <a:solidFill>
                  <a:srgbClr val="FFFFFF"/>
                </a:solidFill>
                <a:prstDash val="solid"/>
                <a:round/>
                <a:headEnd/>
                <a:tailEnd/>
              </a:ln>
            </p:spPr>
            <p:txBody>
              <a:bodyPr vert="horz" wrap="square" lIns="91440" tIns="45721" rIns="91440" bIns="45721"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1" b="0" i="0" u="none" strike="noStrike" kern="1200" cap="none" spc="0" normalizeH="0" baseline="0" noProof="0">
                  <a:ln>
                    <a:noFill/>
                  </a:ln>
                  <a:solidFill>
                    <a:srgbClr val="FFFFFF"/>
                  </a:solidFill>
                  <a:effectLst/>
                  <a:uLnTx/>
                  <a:uFillTx/>
                  <a:latin typeface="Ubuntu"/>
                  <a:ea typeface="+mn-ea"/>
                  <a:cs typeface="+mn-cs"/>
                </a:endParaRPr>
              </a:p>
            </p:txBody>
          </p:sp>
          <p:sp>
            <p:nvSpPr>
              <p:cNvPr id="32" name="Freeform 211">
                <a:extLst>
                  <a:ext uri="{FF2B5EF4-FFF2-40B4-BE49-F238E27FC236}">
                    <a16:creationId xmlns:a16="http://schemas.microsoft.com/office/drawing/2014/main" id="{FE5AE581-5A1C-537E-7949-0FBA4235D107}"/>
                  </a:ext>
                </a:extLst>
              </p:cNvPr>
              <p:cNvSpPr>
                <a:spLocks/>
              </p:cNvSpPr>
              <p:nvPr/>
            </p:nvSpPr>
            <p:spPr bwMode="auto">
              <a:xfrm>
                <a:off x="6577059" y="3613166"/>
                <a:ext cx="385763" cy="250825"/>
              </a:xfrm>
              <a:custGeom>
                <a:avLst/>
                <a:gdLst>
                  <a:gd name="T0" fmla="*/ 21 w 114"/>
                  <a:gd name="T1" fmla="*/ 73 h 74"/>
                  <a:gd name="T2" fmla="*/ 93 w 114"/>
                  <a:gd name="T3" fmla="*/ 73 h 74"/>
                  <a:gd name="T4" fmla="*/ 113 w 114"/>
                  <a:gd name="T5" fmla="*/ 49 h 74"/>
                  <a:gd name="T6" fmla="*/ 113 w 114"/>
                  <a:gd name="T7" fmla="*/ 3 h 74"/>
                  <a:gd name="T8" fmla="*/ 21 w 114"/>
                  <a:gd name="T9" fmla="*/ 1 h 74"/>
                  <a:gd name="T10" fmla="*/ 0 w 114"/>
                  <a:gd name="T11" fmla="*/ 26 h 74"/>
                  <a:gd name="T12" fmla="*/ 0 w 114"/>
                  <a:gd name="T13" fmla="*/ 55 h 74"/>
                  <a:gd name="T14" fmla="*/ 21 w 114"/>
                  <a:gd name="T15" fmla="*/ 73 h 7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4" h="74">
                    <a:moveTo>
                      <a:pt x="21" y="73"/>
                    </a:moveTo>
                    <a:cubicBezTo>
                      <a:pt x="33" y="74"/>
                      <a:pt x="84" y="74"/>
                      <a:pt x="93" y="73"/>
                    </a:cubicBezTo>
                    <a:cubicBezTo>
                      <a:pt x="109" y="72"/>
                      <a:pt x="114" y="69"/>
                      <a:pt x="113" y="49"/>
                    </a:cubicBezTo>
                    <a:cubicBezTo>
                      <a:pt x="113" y="49"/>
                      <a:pt x="113" y="21"/>
                      <a:pt x="113" y="3"/>
                    </a:cubicBezTo>
                    <a:cubicBezTo>
                      <a:pt x="86" y="1"/>
                      <a:pt x="37" y="0"/>
                      <a:pt x="21" y="1"/>
                    </a:cubicBezTo>
                    <a:cubicBezTo>
                      <a:pt x="6" y="3"/>
                      <a:pt x="0" y="7"/>
                      <a:pt x="0" y="26"/>
                    </a:cubicBezTo>
                    <a:cubicBezTo>
                      <a:pt x="0" y="55"/>
                      <a:pt x="0" y="55"/>
                      <a:pt x="0" y="55"/>
                    </a:cubicBezTo>
                    <a:cubicBezTo>
                      <a:pt x="0" y="70"/>
                      <a:pt x="5" y="73"/>
                      <a:pt x="21" y="7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1" rIns="91440" bIns="45721"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1" b="0" i="0" u="none" strike="noStrike" kern="1200" cap="none" spc="0" normalizeH="0" baseline="0" noProof="0">
                  <a:ln>
                    <a:noFill/>
                  </a:ln>
                  <a:solidFill>
                    <a:srgbClr val="FFFFFF"/>
                  </a:solidFill>
                  <a:effectLst/>
                  <a:uLnTx/>
                  <a:uFillTx/>
                  <a:latin typeface="Ubuntu"/>
                  <a:ea typeface="+mn-ea"/>
                  <a:cs typeface="+mn-cs"/>
                </a:endParaRPr>
              </a:p>
            </p:txBody>
          </p:sp>
          <p:sp>
            <p:nvSpPr>
              <p:cNvPr id="33" name="Freeform 212">
                <a:extLst>
                  <a:ext uri="{FF2B5EF4-FFF2-40B4-BE49-F238E27FC236}">
                    <a16:creationId xmlns:a16="http://schemas.microsoft.com/office/drawing/2014/main" id="{6DF2C065-C789-1F83-2844-9610739EF34A}"/>
                  </a:ext>
                </a:extLst>
              </p:cNvPr>
              <p:cNvSpPr>
                <a:spLocks/>
              </p:cNvSpPr>
              <p:nvPr/>
            </p:nvSpPr>
            <p:spPr bwMode="auto">
              <a:xfrm>
                <a:off x="6718301" y="3400426"/>
                <a:ext cx="71438" cy="77788"/>
              </a:xfrm>
              <a:custGeom>
                <a:avLst/>
                <a:gdLst>
                  <a:gd name="T0" fmla="*/ 11 w 21"/>
                  <a:gd name="T1" fmla="*/ 23 h 23"/>
                  <a:gd name="T2" fmla="*/ 21 w 21"/>
                  <a:gd name="T3" fmla="*/ 11 h 23"/>
                  <a:gd name="T4" fmla="*/ 11 w 21"/>
                  <a:gd name="T5" fmla="*/ 1 h 23"/>
                  <a:gd name="T6" fmla="*/ 0 w 21"/>
                  <a:gd name="T7" fmla="*/ 13 h 23"/>
                  <a:gd name="T8" fmla="*/ 11 w 21"/>
                  <a:gd name="T9" fmla="*/ 23 h 23"/>
                </a:gdLst>
                <a:ahLst/>
                <a:cxnLst>
                  <a:cxn ang="0">
                    <a:pos x="T0" y="T1"/>
                  </a:cxn>
                  <a:cxn ang="0">
                    <a:pos x="T2" y="T3"/>
                  </a:cxn>
                  <a:cxn ang="0">
                    <a:pos x="T4" y="T5"/>
                  </a:cxn>
                  <a:cxn ang="0">
                    <a:pos x="T6" y="T7"/>
                  </a:cxn>
                  <a:cxn ang="0">
                    <a:pos x="T8" y="T9"/>
                  </a:cxn>
                </a:cxnLst>
                <a:rect l="0" t="0" r="r" b="b"/>
                <a:pathLst>
                  <a:path w="21" h="23">
                    <a:moveTo>
                      <a:pt x="11" y="23"/>
                    </a:moveTo>
                    <a:cubicBezTo>
                      <a:pt x="17" y="23"/>
                      <a:pt x="21" y="17"/>
                      <a:pt x="21" y="11"/>
                    </a:cubicBezTo>
                    <a:cubicBezTo>
                      <a:pt x="21" y="5"/>
                      <a:pt x="17" y="0"/>
                      <a:pt x="11" y="1"/>
                    </a:cubicBezTo>
                    <a:cubicBezTo>
                      <a:pt x="4" y="1"/>
                      <a:pt x="0" y="7"/>
                      <a:pt x="0" y="13"/>
                    </a:cubicBezTo>
                    <a:cubicBezTo>
                      <a:pt x="0" y="19"/>
                      <a:pt x="5" y="23"/>
                      <a:pt x="11" y="2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1" rIns="91440" bIns="45721"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1" b="0" i="0" u="none" strike="noStrike" kern="1200" cap="none" spc="0" normalizeH="0" baseline="0" noProof="0">
                  <a:ln>
                    <a:noFill/>
                  </a:ln>
                  <a:solidFill>
                    <a:srgbClr val="FFFFFF"/>
                  </a:solidFill>
                  <a:effectLst/>
                  <a:uLnTx/>
                  <a:uFillTx/>
                  <a:latin typeface="Ubuntu"/>
                  <a:ea typeface="+mn-ea"/>
                  <a:cs typeface="+mn-cs"/>
                </a:endParaRPr>
              </a:p>
            </p:txBody>
          </p:sp>
          <p:sp>
            <p:nvSpPr>
              <p:cNvPr id="34" name="Freeform 213">
                <a:extLst>
                  <a:ext uri="{FF2B5EF4-FFF2-40B4-BE49-F238E27FC236}">
                    <a16:creationId xmlns:a16="http://schemas.microsoft.com/office/drawing/2014/main" id="{B0A04A52-AD82-3C6F-6A77-0D4F24C897D0}"/>
                  </a:ext>
                </a:extLst>
              </p:cNvPr>
              <p:cNvSpPr>
                <a:spLocks/>
              </p:cNvSpPr>
              <p:nvPr/>
            </p:nvSpPr>
            <p:spPr bwMode="auto">
              <a:xfrm>
                <a:off x="6718301" y="3400426"/>
                <a:ext cx="71438" cy="77788"/>
              </a:xfrm>
              <a:custGeom>
                <a:avLst/>
                <a:gdLst>
                  <a:gd name="T0" fmla="*/ 11 w 21"/>
                  <a:gd name="T1" fmla="*/ 23 h 23"/>
                  <a:gd name="T2" fmla="*/ 21 w 21"/>
                  <a:gd name="T3" fmla="*/ 11 h 23"/>
                  <a:gd name="T4" fmla="*/ 11 w 21"/>
                  <a:gd name="T5" fmla="*/ 1 h 23"/>
                  <a:gd name="T6" fmla="*/ 0 w 21"/>
                  <a:gd name="T7" fmla="*/ 13 h 23"/>
                  <a:gd name="T8" fmla="*/ 11 w 21"/>
                  <a:gd name="T9" fmla="*/ 23 h 23"/>
                </a:gdLst>
                <a:ahLst/>
                <a:cxnLst>
                  <a:cxn ang="0">
                    <a:pos x="T0" y="T1"/>
                  </a:cxn>
                  <a:cxn ang="0">
                    <a:pos x="T2" y="T3"/>
                  </a:cxn>
                  <a:cxn ang="0">
                    <a:pos x="T4" y="T5"/>
                  </a:cxn>
                  <a:cxn ang="0">
                    <a:pos x="T6" y="T7"/>
                  </a:cxn>
                  <a:cxn ang="0">
                    <a:pos x="T8" y="T9"/>
                  </a:cxn>
                </a:cxnLst>
                <a:rect l="0" t="0" r="r" b="b"/>
                <a:pathLst>
                  <a:path w="21" h="23">
                    <a:moveTo>
                      <a:pt x="11" y="23"/>
                    </a:moveTo>
                    <a:cubicBezTo>
                      <a:pt x="17" y="23"/>
                      <a:pt x="21" y="17"/>
                      <a:pt x="21" y="11"/>
                    </a:cubicBezTo>
                    <a:cubicBezTo>
                      <a:pt x="21" y="5"/>
                      <a:pt x="17" y="0"/>
                      <a:pt x="11" y="1"/>
                    </a:cubicBezTo>
                    <a:cubicBezTo>
                      <a:pt x="4" y="1"/>
                      <a:pt x="0" y="7"/>
                      <a:pt x="0" y="13"/>
                    </a:cubicBezTo>
                    <a:cubicBezTo>
                      <a:pt x="0" y="19"/>
                      <a:pt x="5" y="23"/>
                      <a:pt x="11" y="23"/>
                    </a:cubicBezTo>
                  </a:path>
                </a:pathLst>
              </a:custGeom>
              <a:grpFill/>
              <a:ln w="9525" cap="flat">
                <a:solidFill>
                  <a:schemeClr val="accent3"/>
                </a:solidFill>
                <a:prstDash val="solid"/>
                <a:round/>
                <a:headEnd/>
                <a:tailEnd/>
              </a:ln>
            </p:spPr>
            <p:txBody>
              <a:bodyPr vert="horz" wrap="square" lIns="91440" tIns="45721" rIns="91440" bIns="45721"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1" b="0" i="0" u="none" strike="noStrike" kern="1200" cap="none" spc="0" normalizeH="0" baseline="0" noProof="0">
                  <a:ln>
                    <a:noFill/>
                  </a:ln>
                  <a:solidFill>
                    <a:srgbClr val="FFFFFF"/>
                  </a:solidFill>
                  <a:effectLst/>
                  <a:uLnTx/>
                  <a:uFillTx/>
                  <a:latin typeface="Ubuntu"/>
                  <a:ea typeface="+mn-ea"/>
                  <a:cs typeface="+mn-cs"/>
                </a:endParaRPr>
              </a:p>
            </p:txBody>
          </p:sp>
          <p:sp>
            <p:nvSpPr>
              <p:cNvPr id="35" name="Freeform 214">
                <a:extLst>
                  <a:ext uri="{FF2B5EF4-FFF2-40B4-BE49-F238E27FC236}">
                    <a16:creationId xmlns:a16="http://schemas.microsoft.com/office/drawing/2014/main" id="{C3370B39-721C-D9A4-8DF7-38CBE6D20D6B}"/>
                  </a:ext>
                </a:extLst>
              </p:cNvPr>
              <p:cNvSpPr>
                <a:spLocks/>
              </p:cNvSpPr>
              <p:nvPr/>
            </p:nvSpPr>
            <p:spPr bwMode="auto">
              <a:xfrm>
                <a:off x="6721476" y="3471863"/>
                <a:ext cx="65088" cy="71438"/>
              </a:xfrm>
              <a:custGeom>
                <a:avLst/>
                <a:gdLst>
                  <a:gd name="T0" fmla="*/ 11 w 41"/>
                  <a:gd name="T1" fmla="*/ 0 h 45"/>
                  <a:gd name="T2" fmla="*/ 0 w 41"/>
                  <a:gd name="T3" fmla="*/ 45 h 45"/>
                  <a:gd name="T4" fmla="*/ 41 w 41"/>
                  <a:gd name="T5" fmla="*/ 45 h 45"/>
                  <a:gd name="T6" fmla="*/ 28 w 41"/>
                  <a:gd name="T7" fmla="*/ 0 h 45"/>
                  <a:gd name="T8" fmla="*/ 11 w 41"/>
                  <a:gd name="T9" fmla="*/ 0 h 45"/>
                  <a:gd name="T10" fmla="*/ 11 w 41"/>
                  <a:gd name="T11" fmla="*/ 0 h 45"/>
                  <a:gd name="T12" fmla="*/ 11 w 41"/>
                  <a:gd name="T13" fmla="*/ 0 h 45"/>
                </a:gdLst>
                <a:ahLst/>
                <a:cxnLst>
                  <a:cxn ang="0">
                    <a:pos x="T0" y="T1"/>
                  </a:cxn>
                  <a:cxn ang="0">
                    <a:pos x="T2" y="T3"/>
                  </a:cxn>
                  <a:cxn ang="0">
                    <a:pos x="T4" y="T5"/>
                  </a:cxn>
                  <a:cxn ang="0">
                    <a:pos x="T6" y="T7"/>
                  </a:cxn>
                  <a:cxn ang="0">
                    <a:pos x="T8" y="T9"/>
                  </a:cxn>
                  <a:cxn ang="0">
                    <a:pos x="T10" y="T11"/>
                  </a:cxn>
                  <a:cxn ang="0">
                    <a:pos x="T12" y="T13"/>
                  </a:cxn>
                </a:cxnLst>
                <a:rect l="0" t="0" r="r" b="b"/>
                <a:pathLst>
                  <a:path w="41" h="45">
                    <a:moveTo>
                      <a:pt x="11" y="0"/>
                    </a:moveTo>
                    <a:lnTo>
                      <a:pt x="0" y="45"/>
                    </a:lnTo>
                    <a:lnTo>
                      <a:pt x="41" y="45"/>
                    </a:lnTo>
                    <a:lnTo>
                      <a:pt x="28" y="0"/>
                    </a:lnTo>
                    <a:lnTo>
                      <a:pt x="11" y="0"/>
                    </a:lnTo>
                    <a:lnTo>
                      <a:pt x="11" y="0"/>
                    </a:lnTo>
                    <a:lnTo>
                      <a:pt x="11"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1" rIns="91440" bIns="45721"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1" b="0" i="0" u="none" strike="noStrike" kern="1200" cap="none" spc="0" normalizeH="0" baseline="0" noProof="0">
                  <a:ln>
                    <a:noFill/>
                  </a:ln>
                  <a:solidFill>
                    <a:srgbClr val="FFFFFF"/>
                  </a:solidFill>
                  <a:effectLst/>
                  <a:uLnTx/>
                  <a:uFillTx/>
                  <a:latin typeface="Ubuntu"/>
                  <a:ea typeface="+mn-ea"/>
                  <a:cs typeface="+mn-cs"/>
                </a:endParaRPr>
              </a:p>
            </p:txBody>
          </p:sp>
          <p:sp>
            <p:nvSpPr>
              <p:cNvPr id="36" name="Freeform 215">
                <a:extLst>
                  <a:ext uri="{FF2B5EF4-FFF2-40B4-BE49-F238E27FC236}">
                    <a16:creationId xmlns:a16="http://schemas.microsoft.com/office/drawing/2014/main" id="{9264E4C1-EC7C-6E20-157D-0B0266EC93B8}"/>
                  </a:ext>
                </a:extLst>
              </p:cNvPr>
              <p:cNvSpPr>
                <a:spLocks/>
              </p:cNvSpPr>
              <p:nvPr/>
            </p:nvSpPr>
            <p:spPr bwMode="auto">
              <a:xfrm>
                <a:off x="6721476" y="3471863"/>
                <a:ext cx="65088" cy="71438"/>
              </a:xfrm>
              <a:custGeom>
                <a:avLst/>
                <a:gdLst>
                  <a:gd name="T0" fmla="*/ 11 w 41"/>
                  <a:gd name="T1" fmla="*/ 0 h 45"/>
                  <a:gd name="T2" fmla="*/ 0 w 41"/>
                  <a:gd name="T3" fmla="*/ 45 h 45"/>
                  <a:gd name="T4" fmla="*/ 41 w 41"/>
                  <a:gd name="T5" fmla="*/ 45 h 45"/>
                  <a:gd name="T6" fmla="*/ 28 w 41"/>
                  <a:gd name="T7" fmla="*/ 0 h 45"/>
                  <a:gd name="T8" fmla="*/ 11 w 41"/>
                  <a:gd name="T9" fmla="*/ 0 h 45"/>
                  <a:gd name="T10" fmla="*/ 11 w 41"/>
                  <a:gd name="T11" fmla="*/ 0 h 45"/>
                  <a:gd name="T12" fmla="*/ 11 w 41"/>
                  <a:gd name="T13" fmla="*/ 0 h 45"/>
                </a:gdLst>
                <a:ahLst/>
                <a:cxnLst>
                  <a:cxn ang="0">
                    <a:pos x="T0" y="T1"/>
                  </a:cxn>
                  <a:cxn ang="0">
                    <a:pos x="T2" y="T3"/>
                  </a:cxn>
                  <a:cxn ang="0">
                    <a:pos x="T4" y="T5"/>
                  </a:cxn>
                  <a:cxn ang="0">
                    <a:pos x="T6" y="T7"/>
                  </a:cxn>
                  <a:cxn ang="0">
                    <a:pos x="T8" y="T9"/>
                  </a:cxn>
                  <a:cxn ang="0">
                    <a:pos x="T10" y="T11"/>
                  </a:cxn>
                  <a:cxn ang="0">
                    <a:pos x="T12" y="T13"/>
                  </a:cxn>
                </a:cxnLst>
                <a:rect l="0" t="0" r="r" b="b"/>
                <a:pathLst>
                  <a:path w="41" h="45">
                    <a:moveTo>
                      <a:pt x="11" y="0"/>
                    </a:moveTo>
                    <a:lnTo>
                      <a:pt x="0" y="45"/>
                    </a:lnTo>
                    <a:lnTo>
                      <a:pt x="41" y="45"/>
                    </a:lnTo>
                    <a:lnTo>
                      <a:pt x="28" y="0"/>
                    </a:lnTo>
                    <a:lnTo>
                      <a:pt x="11" y="0"/>
                    </a:lnTo>
                    <a:lnTo>
                      <a:pt x="11" y="0"/>
                    </a:lnTo>
                    <a:lnTo>
                      <a:pt x="11" y="0"/>
                    </a:lnTo>
                    <a:close/>
                  </a:path>
                </a:pathLst>
              </a:custGeom>
              <a:grpFill/>
              <a:ln w="9525" cap="flat">
                <a:solidFill>
                  <a:schemeClr val="accent3"/>
                </a:solidFill>
                <a:prstDash val="solid"/>
                <a:round/>
                <a:headEnd/>
                <a:tailEnd/>
              </a:ln>
            </p:spPr>
            <p:txBody>
              <a:bodyPr vert="horz" wrap="square" lIns="91440" tIns="45721" rIns="91440" bIns="45721"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1" b="0" i="0" u="none" strike="noStrike" kern="1200" cap="none" spc="0" normalizeH="0" baseline="0" noProof="0">
                  <a:ln>
                    <a:noFill/>
                  </a:ln>
                  <a:solidFill>
                    <a:srgbClr val="FFFFFF"/>
                  </a:solidFill>
                  <a:effectLst/>
                  <a:uLnTx/>
                  <a:uFillTx/>
                  <a:latin typeface="Ubuntu"/>
                  <a:ea typeface="+mn-ea"/>
                  <a:cs typeface="+mn-cs"/>
                </a:endParaRPr>
              </a:p>
            </p:txBody>
          </p:sp>
        </p:grpSp>
      </p:grpSp>
      <p:sp>
        <p:nvSpPr>
          <p:cNvPr id="37" name="TextBox 36">
            <a:extLst>
              <a:ext uri="{FF2B5EF4-FFF2-40B4-BE49-F238E27FC236}">
                <a16:creationId xmlns:a16="http://schemas.microsoft.com/office/drawing/2014/main" id="{B0EBFAAC-1B10-85CB-86BA-710BDD7AACD5}"/>
              </a:ext>
            </a:extLst>
          </p:cNvPr>
          <p:cNvSpPr txBox="1"/>
          <p:nvPr/>
        </p:nvSpPr>
        <p:spPr>
          <a:xfrm>
            <a:off x="5064633" y="2329053"/>
            <a:ext cx="2921266" cy="999037"/>
          </a:xfrm>
          <a:prstGeom prst="rect">
            <a:avLst/>
          </a:prstGeom>
          <a:noFill/>
        </p:spPr>
        <p:txBody>
          <a:bodyPr wrap="square" lIns="91440" tIns="45720" rIns="91440" bIns="45720" rtlCol="0">
            <a:noAutofit/>
          </a:bodyPr>
          <a:lstStyle/>
          <a:p>
            <a:pPr marL="114300" marR="0" lvl="0" indent="-114300" algn="l" defTabSz="914400" rtl="0" eaLnBrk="1" fontAlgn="auto" latinLnBrk="0" hangingPunct="1">
              <a:lnSpc>
                <a:spcPct val="100000"/>
              </a:lnSpc>
              <a:spcBef>
                <a:spcPts val="0"/>
              </a:spcBef>
              <a:spcAft>
                <a:spcPts val="0"/>
              </a:spcAft>
              <a:buClr>
                <a:srgbClr val="FFFFFF"/>
              </a:buClr>
              <a:buSzTx/>
              <a:buFont typeface="Wingdings" panose="05000000000000000000" pitchFamily="2" charset="2"/>
              <a:buChar char="§"/>
              <a:tabLst/>
              <a:defRPr/>
            </a:pPr>
            <a:r>
              <a:rPr kumimoji="0" lang="en-US" sz="900" b="0" i="0" u="none" strike="noStrike" kern="1200" cap="none" spc="0" normalizeH="0" baseline="0" noProof="0">
                <a:ln>
                  <a:noFill/>
                </a:ln>
                <a:solidFill>
                  <a:srgbClr val="FFFFFF"/>
                </a:solidFill>
                <a:effectLst/>
                <a:uLnTx/>
                <a:uFillTx/>
                <a:latin typeface="Ubuntu"/>
                <a:ea typeface="+mn-ea"/>
                <a:cs typeface="+mn-cs"/>
              </a:rPr>
              <a:t>Define future‑state across transport, 5G, optical, FTTH, edge, cloud‑native, and security layers.</a:t>
            </a:r>
          </a:p>
          <a:p>
            <a:pPr marL="114300" marR="0" lvl="0" indent="-114300" algn="l" defTabSz="914400" rtl="0" eaLnBrk="1" fontAlgn="auto" latinLnBrk="0" hangingPunct="1">
              <a:lnSpc>
                <a:spcPct val="100000"/>
              </a:lnSpc>
              <a:spcBef>
                <a:spcPts val="0"/>
              </a:spcBef>
              <a:spcAft>
                <a:spcPts val="0"/>
              </a:spcAft>
              <a:buClr>
                <a:srgbClr val="FFFFFF"/>
              </a:buClr>
              <a:buSzTx/>
              <a:buFont typeface="Wingdings" panose="05000000000000000000" pitchFamily="2" charset="2"/>
              <a:buChar char="§"/>
              <a:tabLst/>
              <a:defRPr/>
            </a:pPr>
            <a:r>
              <a:rPr kumimoji="0" lang="en-US" sz="900" b="0" i="0" u="none" strike="noStrike" kern="1200" cap="none" spc="0" normalizeH="0" baseline="0" noProof="0">
                <a:ln>
                  <a:noFill/>
                </a:ln>
                <a:solidFill>
                  <a:srgbClr val="FFFFFF"/>
                </a:solidFill>
                <a:effectLst/>
                <a:uLnTx/>
                <a:uFillTx/>
                <a:latin typeface="Ubuntu"/>
                <a:ea typeface="+mn-ea"/>
                <a:cs typeface="+mn-cs"/>
              </a:rPr>
              <a:t>Model capacity and traffic growth.</a:t>
            </a:r>
          </a:p>
          <a:p>
            <a:pPr marL="114300" marR="0" lvl="0" indent="-114300" algn="l" defTabSz="914400" rtl="0" eaLnBrk="1" fontAlgn="auto" latinLnBrk="0" hangingPunct="1">
              <a:lnSpc>
                <a:spcPct val="100000"/>
              </a:lnSpc>
              <a:spcBef>
                <a:spcPts val="0"/>
              </a:spcBef>
              <a:spcAft>
                <a:spcPts val="0"/>
              </a:spcAft>
              <a:buClr>
                <a:srgbClr val="FFFFFF"/>
              </a:buClr>
              <a:buSzTx/>
              <a:buFont typeface="Wingdings" panose="05000000000000000000" pitchFamily="2" charset="2"/>
              <a:buChar char="§"/>
              <a:tabLst/>
              <a:defRPr/>
            </a:pPr>
            <a:r>
              <a:rPr kumimoji="0" lang="en-US" sz="900" b="0" i="0" u="none" strike="noStrike" kern="1200" cap="none" spc="0" normalizeH="0" baseline="0" noProof="0">
                <a:ln>
                  <a:noFill/>
                </a:ln>
                <a:solidFill>
                  <a:srgbClr val="FFFFFF"/>
                </a:solidFill>
                <a:effectLst/>
                <a:uLnTx/>
                <a:uFillTx/>
                <a:latin typeface="Ubuntu"/>
                <a:ea typeface="+mn-ea"/>
                <a:cs typeface="+mn-cs"/>
              </a:rPr>
              <a:t>Develop automation, segmentation, and resilience enhancement strategies.</a:t>
            </a:r>
          </a:p>
        </p:txBody>
      </p:sp>
      <p:sp>
        <p:nvSpPr>
          <p:cNvPr id="38" name="TextBox 37">
            <a:extLst>
              <a:ext uri="{FF2B5EF4-FFF2-40B4-BE49-F238E27FC236}">
                <a16:creationId xmlns:a16="http://schemas.microsoft.com/office/drawing/2014/main" id="{7876F22A-219F-CC00-BEFF-9E4867A3D299}"/>
              </a:ext>
            </a:extLst>
          </p:cNvPr>
          <p:cNvSpPr txBox="1"/>
          <p:nvPr/>
        </p:nvSpPr>
        <p:spPr>
          <a:xfrm>
            <a:off x="5071722" y="4511062"/>
            <a:ext cx="2841367" cy="903717"/>
          </a:xfrm>
          <a:prstGeom prst="rect">
            <a:avLst/>
          </a:prstGeom>
          <a:noFill/>
        </p:spPr>
        <p:txBody>
          <a:bodyPr wrap="square" lIns="91440" tIns="45720" rIns="91440" bIns="45720" rtlCol="0">
            <a:noAutofit/>
          </a:bodyPr>
          <a:lstStyle/>
          <a:p>
            <a:pPr marL="114300" marR="0" lvl="0" indent="-114300" algn="l" defTabSz="914400" rtl="0" eaLnBrk="1" fontAlgn="auto" latinLnBrk="0" hangingPunct="1">
              <a:lnSpc>
                <a:spcPct val="100000"/>
              </a:lnSpc>
              <a:spcBef>
                <a:spcPts val="0"/>
              </a:spcBef>
              <a:spcAft>
                <a:spcPts val="0"/>
              </a:spcAft>
              <a:buClr>
                <a:srgbClr val="FFFFFF"/>
              </a:buClr>
              <a:buSzTx/>
              <a:buFont typeface="Wingdings" panose="05000000000000000000" pitchFamily="2" charset="2"/>
              <a:buChar char="§"/>
              <a:tabLst/>
              <a:defRPr/>
            </a:pPr>
            <a:r>
              <a:rPr kumimoji="0" lang="en-US" sz="900" b="0" i="0" u="none" strike="noStrike" kern="1200" cap="none" spc="0" normalizeH="0" baseline="0" noProof="0">
                <a:ln>
                  <a:noFill/>
                </a:ln>
                <a:solidFill>
                  <a:srgbClr val="FFFFFF"/>
                </a:solidFill>
                <a:effectLst/>
                <a:uLnTx/>
                <a:uFillTx/>
                <a:latin typeface="Ubuntu"/>
                <a:ea typeface="+mn-ea"/>
                <a:cs typeface="+mn-cs"/>
              </a:rPr>
              <a:t>Multi‑domain blueprint and transformation roadmap.</a:t>
            </a:r>
          </a:p>
          <a:p>
            <a:pPr marR="0" lvl="0" algn="l" defTabSz="914400" rtl="0" eaLnBrk="1" fontAlgn="auto" latinLnBrk="0" hangingPunct="1">
              <a:lnSpc>
                <a:spcPct val="100000"/>
              </a:lnSpc>
              <a:spcBef>
                <a:spcPts val="0"/>
              </a:spcBef>
              <a:spcAft>
                <a:spcPts val="0"/>
              </a:spcAft>
              <a:buClr>
                <a:srgbClr val="FFFFFF"/>
              </a:buClr>
              <a:buSzTx/>
              <a:tabLst/>
              <a:defRPr/>
            </a:pPr>
            <a:endParaRPr kumimoji="0" lang="en-US" sz="900" b="0" i="0" u="none" strike="noStrike" kern="1200" cap="none" spc="0" normalizeH="0" baseline="0" noProof="0">
              <a:ln>
                <a:noFill/>
              </a:ln>
              <a:solidFill>
                <a:srgbClr val="FFFFFF"/>
              </a:solidFill>
              <a:effectLst/>
              <a:uLnTx/>
              <a:uFillTx/>
              <a:latin typeface="Ubuntu"/>
              <a:ea typeface="+mn-ea"/>
              <a:cs typeface="+mn-cs"/>
            </a:endParaRPr>
          </a:p>
          <a:p>
            <a:pPr marL="114300" marR="0" lvl="0" indent="-114300" algn="l" defTabSz="914400" rtl="0" eaLnBrk="1" fontAlgn="auto" latinLnBrk="0" hangingPunct="1">
              <a:lnSpc>
                <a:spcPct val="100000"/>
              </a:lnSpc>
              <a:spcBef>
                <a:spcPts val="0"/>
              </a:spcBef>
              <a:spcAft>
                <a:spcPts val="0"/>
              </a:spcAft>
              <a:buClr>
                <a:srgbClr val="FFFFFF"/>
              </a:buClr>
              <a:buSzTx/>
              <a:buFont typeface="Wingdings" panose="05000000000000000000" pitchFamily="2" charset="2"/>
              <a:buChar char="§"/>
              <a:tabLst/>
              <a:defRPr/>
            </a:pPr>
            <a:r>
              <a:rPr kumimoji="0" lang="en-US" sz="900" b="0" i="0" u="none" strike="noStrike" kern="1200" cap="none" spc="0" normalizeH="0" baseline="0" noProof="0">
                <a:ln>
                  <a:noFill/>
                </a:ln>
                <a:solidFill>
                  <a:srgbClr val="FFFFFF"/>
                </a:solidFill>
                <a:effectLst/>
                <a:uLnTx/>
                <a:uFillTx/>
                <a:latin typeface="Ubuntu"/>
                <a:ea typeface="+mn-ea"/>
                <a:cs typeface="+mn-cs"/>
              </a:rPr>
              <a:t>Investment plan aligned to ROI, energy efficiency, and long‑term growth.</a:t>
            </a:r>
          </a:p>
        </p:txBody>
      </p:sp>
      <p:sp>
        <p:nvSpPr>
          <p:cNvPr id="39" name="TextBox 38">
            <a:extLst>
              <a:ext uri="{FF2B5EF4-FFF2-40B4-BE49-F238E27FC236}">
                <a16:creationId xmlns:a16="http://schemas.microsoft.com/office/drawing/2014/main" id="{77BCE7A3-6242-C737-D1A9-DDFE72748D35}"/>
              </a:ext>
            </a:extLst>
          </p:cNvPr>
          <p:cNvSpPr txBox="1"/>
          <p:nvPr/>
        </p:nvSpPr>
        <p:spPr>
          <a:xfrm>
            <a:off x="5064633" y="3451917"/>
            <a:ext cx="2881952" cy="830940"/>
          </a:xfrm>
          <a:prstGeom prst="rect">
            <a:avLst/>
          </a:prstGeom>
          <a:noFill/>
        </p:spPr>
        <p:txBody>
          <a:bodyPr wrap="square" lIns="91440" tIns="45720" rIns="91440" bIns="45720" rtlCol="0">
            <a:noAutofit/>
          </a:bodyPr>
          <a:lstStyle/>
          <a:p>
            <a:pPr marL="114300" marR="0" lvl="0" indent="-114300" algn="l" defTabSz="914400" rtl="0" eaLnBrk="1" fontAlgn="auto" latinLnBrk="0" hangingPunct="1">
              <a:lnSpc>
                <a:spcPct val="100000"/>
              </a:lnSpc>
              <a:spcBef>
                <a:spcPts val="0"/>
              </a:spcBef>
              <a:spcAft>
                <a:spcPts val="0"/>
              </a:spcAft>
              <a:buClr>
                <a:srgbClr val="FFFFFF"/>
              </a:buClr>
              <a:buSzTx/>
              <a:buFont typeface="Wingdings" panose="05000000000000000000" pitchFamily="2" charset="2"/>
              <a:buChar char="§"/>
              <a:tabLst/>
              <a:defRPr/>
            </a:pPr>
            <a:r>
              <a:rPr kumimoji="0" lang="en-US" sz="900" b="0" i="0" u="none" strike="noStrike" kern="1200" cap="none" spc="0" normalizeH="0" baseline="0" noProof="0">
                <a:ln>
                  <a:noFill/>
                </a:ln>
                <a:solidFill>
                  <a:srgbClr val="FFFFFF"/>
                </a:solidFill>
                <a:effectLst/>
                <a:uLnTx/>
                <a:uFillTx/>
                <a:latin typeface="Ubuntu"/>
                <a:ea typeface="+mn-ea"/>
                <a:cs typeface="+mn-cs"/>
              </a:rPr>
              <a:t>Drives TCO and OPEX optimization with vendor and technology rationalization.</a:t>
            </a:r>
          </a:p>
        </p:txBody>
      </p:sp>
      <p:sp>
        <p:nvSpPr>
          <p:cNvPr id="40" name="TextBox 39">
            <a:extLst>
              <a:ext uri="{FF2B5EF4-FFF2-40B4-BE49-F238E27FC236}">
                <a16:creationId xmlns:a16="http://schemas.microsoft.com/office/drawing/2014/main" id="{BE88208E-527D-73AF-FAF0-77B03547732D}"/>
              </a:ext>
            </a:extLst>
          </p:cNvPr>
          <p:cNvSpPr txBox="1"/>
          <p:nvPr/>
        </p:nvSpPr>
        <p:spPr>
          <a:xfrm>
            <a:off x="8115206" y="2329053"/>
            <a:ext cx="3295271" cy="984064"/>
          </a:xfrm>
          <a:prstGeom prst="rect">
            <a:avLst/>
          </a:prstGeom>
          <a:noFill/>
        </p:spPr>
        <p:txBody>
          <a:bodyPr wrap="square" lIns="91440" tIns="45720" rIns="91440" bIns="45720" rtlCol="0">
            <a:noAutofit/>
          </a:bodyPr>
          <a:lstStyle/>
          <a:p>
            <a:pPr marL="114300" marR="0" lvl="0" indent="-114300" algn="l" defTabSz="914400" rtl="0" eaLnBrk="1" fontAlgn="auto" latinLnBrk="0" hangingPunct="1">
              <a:lnSpc>
                <a:spcPct val="100000"/>
              </a:lnSpc>
              <a:spcBef>
                <a:spcPts val="0"/>
              </a:spcBef>
              <a:spcAft>
                <a:spcPts val="0"/>
              </a:spcAft>
              <a:buClr>
                <a:srgbClr val="FFFFFF"/>
              </a:buClr>
              <a:buSzTx/>
              <a:buFont typeface="Wingdings" panose="05000000000000000000" pitchFamily="2" charset="2"/>
              <a:buChar char="§"/>
              <a:tabLst/>
              <a:defRPr/>
            </a:pPr>
            <a:r>
              <a:rPr kumimoji="0" lang="en-US" sz="900" b="0" i="0" u="none" strike="noStrike" kern="1200" cap="none" spc="0" normalizeH="0" baseline="0" noProof="0">
                <a:ln>
                  <a:noFill/>
                </a:ln>
                <a:solidFill>
                  <a:srgbClr val="FFFFFF"/>
                </a:solidFill>
                <a:effectLst/>
                <a:uLnTx/>
                <a:uFillTx/>
                <a:latin typeface="Ubuntu"/>
                <a:ea typeface="+mn-ea"/>
                <a:cs typeface="+mn-cs"/>
              </a:rPr>
              <a:t>Support rollout of capacity upgrades, security improvements, automation, and CX uplift.</a:t>
            </a:r>
          </a:p>
          <a:p>
            <a:pPr marL="114300" marR="0" lvl="0" indent="-114300" algn="l" defTabSz="914400" rtl="0" eaLnBrk="1" fontAlgn="auto" latinLnBrk="0" hangingPunct="1">
              <a:lnSpc>
                <a:spcPct val="100000"/>
              </a:lnSpc>
              <a:spcBef>
                <a:spcPts val="0"/>
              </a:spcBef>
              <a:spcAft>
                <a:spcPts val="0"/>
              </a:spcAft>
              <a:buClr>
                <a:srgbClr val="FFFFFF"/>
              </a:buClr>
              <a:buSzTx/>
              <a:buFont typeface="Wingdings" panose="05000000000000000000" pitchFamily="2" charset="2"/>
              <a:buChar char="§"/>
              <a:tabLst/>
              <a:defRPr/>
            </a:pPr>
            <a:r>
              <a:rPr kumimoji="0" lang="en-US" sz="900" b="0" i="0" u="none" strike="noStrike" kern="1200" cap="none" spc="0" normalizeH="0" baseline="0" noProof="0">
                <a:ln>
                  <a:noFill/>
                </a:ln>
                <a:solidFill>
                  <a:srgbClr val="FFFFFF"/>
                </a:solidFill>
                <a:effectLst/>
                <a:uLnTx/>
                <a:uFillTx/>
                <a:latin typeface="Ubuntu"/>
                <a:ea typeface="+mn-ea"/>
                <a:cs typeface="+mn-cs"/>
              </a:rPr>
              <a:t>Deploy SLA dashboards, real‑time monitoring, and AI‑driven operations.</a:t>
            </a:r>
            <a:endParaRPr kumimoji="0" lang="en-US" sz="900" b="0" i="0" u="none" strike="noStrike" kern="1200" cap="none" spc="0" normalizeH="0" baseline="0" noProof="0">
              <a:ln>
                <a:noFill/>
              </a:ln>
              <a:solidFill>
                <a:srgbClr val="FFFFFF"/>
              </a:solidFill>
              <a:effectLst/>
              <a:highlight>
                <a:srgbClr val="0000FF"/>
              </a:highlight>
              <a:uLnTx/>
              <a:uFillTx/>
              <a:latin typeface="Ubuntu"/>
              <a:ea typeface="+mn-ea"/>
              <a:cs typeface="+mn-cs"/>
            </a:endParaRPr>
          </a:p>
        </p:txBody>
      </p:sp>
      <p:sp>
        <p:nvSpPr>
          <p:cNvPr id="41" name="TextBox 40">
            <a:extLst>
              <a:ext uri="{FF2B5EF4-FFF2-40B4-BE49-F238E27FC236}">
                <a16:creationId xmlns:a16="http://schemas.microsoft.com/office/drawing/2014/main" id="{A040D13B-98C1-B3E0-6E1A-AAC09C98C957}"/>
              </a:ext>
            </a:extLst>
          </p:cNvPr>
          <p:cNvSpPr txBox="1"/>
          <p:nvPr/>
        </p:nvSpPr>
        <p:spPr>
          <a:xfrm>
            <a:off x="8107718" y="3481385"/>
            <a:ext cx="3191965" cy="783170"/>
          </a:xfrm>
          <a:prstGeom prst="rect">
            <a:avLst/>
          </a:prstGeom>
          <a:noFill/>
        </p:spPr>
        <p:txBody>
          <a:bodyPr wrap="square" lIns="91440" tIns="45720" rIns="91440" bIns="45720" rtlCol="0">
            <a:noAutofit/>
          </a:bodyPr>
          <a:lstStyle/>
          <a:p>
            <a:pPr marL="114300" marR="0" lvl="0" indent="-114300" algn="l" defTabSz="914400" rtl="0" eaLnBrk="1" fontAlgn="auto" latinLnBrk="0" hangingPunct="1">
              <a:lnSpc>
                <a:spcPct val="100000"/>
              </a:lnSpc>
              <a:spcBef>
                <a:spcPts val="0"/>
              </a:spcBef>
              <a:spcAft>
                <a:spcPts val="0"/>
              </a:spcAft>
              <a:buClr>
                <a:srgbClr val="FFFFFF"/>
              </a:buClr>
              <a:buSzTx/>
              <a:buFont typeface="Wingdings" panose="05000000000000000000" pitchFamily="2" charset="2"/>
              <a:buChar char="§"/>
              <a:tabLst/>
              <a:defRPr/>
            </a:pPr>
            <a:r>
              <a:rPr kumimoji="0" lang="en-US" sz="900" b="0" i="0" u="none" strike="noStrike" kern="1200" cap="none" spc="0" normalizeH="0" baseline="0" noProof="0">
                <a:ln>
                  <a:noFill/>
                </a:ln>
                <a:solidFill>
                  <a:srgbClr val="FFFFFF"/>
                </a:solidFill>
                <a:effectLst/>
                <a:uLnTx/>
                <a:uFillTx/>
                <a:latin typeface="Ubuntu"/>
                <a:ea typeface="+mn-ea"/>
                <a:cs typeface="+mn-cs"/>
              </a:rPr>
              <a:t>Enhances enterprise SLAs, VoLTE/5G KPIs, and broadband user performance.</a:t>
            </a:r>
          </a:p>
          <a:p>
            <a:pPr marL="114300" marR="0" lvl="0" indent="-114300" algn="l" defTabSz="914400" rtl="0" eaLnBrk="1" fontAlgn="auto" latinLnBrk="0" hangingPunct="1">
              <a:lnSpc>
                <a:spcPct val="100000"/>
              </a:lnSpc>
              <a:spcBef>
                <a:spcPts val="0"/>
              </a:spcBef>
              <a:spcAft>
                <a:spcPts val="0"/>
              </a:spcAft>
              <a:buClr>
                <a:srgbClr val="FFFFFF"/>
              </a:buClr>
              <a:buSzTx/>
              <a:buFont typeface="Wingdings" panose="05000000000000000000" pitchFamily="2" charset="2"/>
              <a:buChar char="§"/>
              <a:tabLst/>
              <a:defRPr/>
            </a:pPr>
            <a:r>
              <a:rPr kumimoji="0" lang="en-US" sz="900" b="0" i="0" u="none" strike="noStrike" kern="1200" cap="none" spc="0" normalizeH="0" baseline="0" noProof="0">
                <a:ln>
                  <a:noFill/>
                </a:ln>
                <a:solidFill>
                  <a:srgbClr val="FFFFFF"/>
                </a:solidFill>
                <a:effectLst/>
                <a:uLnTx/>
                <a:uFillTx/>
                <a:latin typeface="Ubuntu"/>
                <a:ea typeface="+mn-ea"/>
                <a:cs typeface="+mn-cs"/>
              </a:rPr>
              <a:t>Delivers measurable OPEX savings, energy gains, and vendor optimization.</a:t>
            </a:r>
          </a:p>
        </p:txBody>
      </p:sp>
      <p:sp>
        <p:nvSpPr>
          <p:cNvPr id="42" name="TextBox 41">
            <a:extLst>
              <a:ext uri="{FF2B5EF4-FFF2-40B4-BE49-F238E27FC236}">
                <a16:creationId xmlns:a16="http://schemas.microsoft.com/office/drawing/2014/main" id="{ACC2655E-C32E-8A84-D69D-48F2120A5F9B}"/>
              </a:ext>
            </a:extLst>
          </p:cNvPr>
          <p:cNvSpPr txBox="1"/>
          <p:nvPr/>
        </p:nvSpPr>
        <p:spPr>
          <a:xfrm>
            <a:off x="8122598" y="4511062"/>
            <a:ext cx="3035335" cy="783171"/>
          </a:xfrm>
          <a:prstGeom prst="rect">
            <a:avLst/>
          </a:prstGeom>
          <a:noFill/>
        </p:spPr>
        <p:txBody>
          <a:bodyPr wrap="square" lIns="91440" tIns="45720" rIns="91440" bIns="45720" rtlCol="0">
            <a:noAutofit/>
          </a:bodyPr>
          <a:lstStyle/>
          <a:p>
            <a:pPr marL="114300" marR="0" lvl="0" indent="-114300" algn="l" defTabSz="914400" rtl="0" eaLnBrk="1" fontAlgn="auto" latinLnBrk="0" hangingPunct="1">
              <a:lnSpc>
                <a:spcPct val="100000"/>
              </a:lnSpc>
              <a:spcBef>
                <a:spcPts val="0"/>
              </a:spcBef>
              <a:spcAft>
                <a:spcPts val="0"/>
              </a:spcAft>
              <a:buClr>
                <a:srgbClr val="FFFFFF"/>
              </a:buClr>
              <a:buSzTx/>
              <a:buFont typeface="Wingdings" panose="05000000000000000000" pitchFamily="2" charset="2"/>
              <a:buChar char="§"/>
              <a:tabLst/>
              <a:defRPr/>
            </a:pPr>
            <a:r>
              <a:rPr kumimoji="0" lang="en-US" sz="900" b="0" i="0" u="none" strike="noStrike" kern="1200" cap="none" spc="0" normalizeH="0" baseline="0" noProof="0">
                <a:ln>
                  <a:noFill/>
                </a:ln>
                <a:solidFill>
                  <a:srgbClr val="FFFFFF"/>
                </a:solidFill>
                <a:effectLst/>
                <a:uLnTx/>
                <a:uFillTx/>
                <a:latin typeface="Ubuntu"/>
                <a:ea typeface="+mn-ea"/>
                <a:cs typeface="+mn-cs"/>
              </a:rPr>
              <a:t>Uplift in core performance indicators (latency, throughput, jitter, success rates).</a:t>
            </a:r>
          </a:p>
          <a:p>
            <a:pPr marL="114300" marR="0" lvl="0" indent="-114300" algn="l" defTabSz="914400" rtl="0" eaLnBrk="1" fontAlgn="auto" latinLnBrk="0" hangingPunct="1">
              <a:lnSpc>
                <a:spcPct val="100000"/>
              </a:lnSpc>
              <a:spcBef>
                <a:spcPts val="0"/>
              </a:spcBef>
              <a:spcAft>
                <a:spcPts val="0"/>
              </a:spcAft>
              <a:buClr>
                <a:srgbClr val="FFFFFF"/>
              </a:buClr>
              <a:buSzTx/>
              <a:buFont typeface="Wingdings" panose="05000000000000000000" pitchFamily="2" charset="2"/>
              <a:buChar char="§"/>
              <a:tabLst/>
              <a:defRPr/>
            </a:pPr>
            <a:r>
              <a:rPr kumimoji="0" lang="en-US" sz="900" b="0" i="0" u="none" strike="noStrike" kern="1200" cap="none" spc="0" normalizeH="0" baseline="0" noProof="0">
                <a:ln>
                  <a:noFill/>
                </a:ln>
                <a:solidFill>
                  <a:srgbClr val="FFFFFF"/>
                </a:solidFill>
                <a:effectLst/>
                <a:uLnTx/>
                <a:uFillTx/>
                <a:latin typeface="Ubuntu"/>
                <a:ea typeface="+mn-ea"/>
                <a:cs typeface="+mn-cs"/>
              </a:rPr>
              <a:t>Strengthened security compliance and regulatory readiness.</a:t>
            </a:r>
          </a:p>
          <a:p>
            <a:pPr marL="114300" marR="0" lvl="0" indent="-114300" algn="l" defTabSz="914400" rtl="0" eaLnBrk="1" fontAlgn="auto" latinLnBrk="0" hangingPunct="1">
              <a:lnSpc>
                <a:spcPct val="100000"/>
              </a:lnSpc>
              <a:spcBef>
                <a:spcPts val="0"/>
              </a:spcBef>
              <a:spcAft>
                <a:spcPts val="0"/>
              </a:spcAft>
              <a:buClr>
                <a:srgbClr val="FFFFFF"/>
              </a:buClr>
              <a:buSzTx/>
              <a:buFont typeface="Wingdings" panose="05000000000000000000" pitchFamily="2" charset="2"/>
              <a:buChar char="§"/>
              <a:tabLst/>
              <a:defRPr/>
            </a:pPr>
            <a:r>
              <a:rPr kumimoji="0" lang="en-US" sz="900" b="0" i="0" u="none" strike="noStrike" kern="1200" cap="none" spc="0" normalizeH="0" baseline="0" noProof="0">
                <a:ln>
                  <a:noFill/>
                </a:ln>
                <a:solidFill>
                  <a:srgbClr val="FFFFFF"/>
                </a:solidFill>
                <a:effectLst/>
                <a:uLnTx/>
                <a:uFillTx/>
                <a:latin typeface="Ubuntu"/>
                <a:ea typeface="+mn-ea"/>
                <a:cs typeface="+mn-cs"/>
              </a:rPr>
              <a:t>Future‑proof, resilient, automated, and customer‑centric network.</a:t>
            </a:r>
          </a:p>
        </p:txBody>
      </p:sp>
      <p:cxnSp>
        <p:nvCxnSpPr>
          <p:cNvPr id="10" name="Straight Connector 9">
            <a:extLst>
              <a:ext uri="{FF2B5EF4-FFF2-40B4-BE49-F238E27FC236}">
                <a16:creationId xmlns:a16="http://schemas.microsoft.com/office/drawing/2014/main" id="{07D74149-063E-896F-8D5E-BECAC938596E}"/>
              </a:ext>
            </a:extLst>
          </p:cNvPr>
          <p:cNvCxnSpPr>
            <a:cxnSpLocks/>
          </p:cNvCxnSpPr>
          <p:nvPr/>
        </p:nvCxnSpPr>
        <p:spPr>
          <a:xfrm flipV="1">
            <a:off x="674742" y="3388513"/>
            <a:ext cx="10816096" cy="0"/>
          </a:xfrm>
          <a:prstGeom prst="line">
            <a:avLst/>
          </a:prstGeom>
          <a:noFill/>
          <a:ln w="6350" cap="flat" cmpd="sng" algn="ctr">
            <a:solidFill>
              <a:schemeClr val="tx1">
                <a:lumMod val="95000"/>
              </a:schemeClr>
            </a:solidFill>
            <a:prstDash val="dash"/>
            <a:miter lim="800000"/>
            <a:headEnd type="oval"/>
            <a:tailEnd type="oval"/>
          </a:ln>
          <a:effectLst/>
        </p:spPr>
      </p:cxnSp>
      <p:cxnSp>
        <p:nvCxnSpPr>
          <p:cNvPr id="45" name="Straight Connector 44">
            <a:extLst>
              <a:ext uri="{FF2B5EF4-FFF2-40B4-BE49-F238E27FC236}">
                <a16:creationId xmlns:a16="http://schemas.microsoft.com/office/drawing/2014/main" id="{F6D5B66D-72F6-733C-D7BA-AD18B076662A}"/>
              </a:ext>
            </a:extLst>
          </p:cNvPr>
          <p:cNvCxnSpPr>
            <a:cxnSpLocks/>
          </p:cNvCxnSpPr>
          <p:nvPr/>
        </p:nvCxnSpPr>
        <p:spPr>
          <a:xfrm flipV="1">
            <a:off x="649007" y="4418189"/>
            <a:ext cx="10816096" cy="0"/>
          </a:xfrm>
          <a:prstGeom prst="line">
            <a:avLst/>
          </a:prstGeom>
          <a:noFill/>
          <a:ln w="6350" cap="flat" cmpd="sng" algn="ctr">
            <a:solidFill>
              <a:schemeClr val="tx1">
                <a:lumMod val="95000"/>
              </a:schemeClr>
            </a:solidFill>
            <a:prstDash val="dash"/>
            <a:miter lim="800000"/>
            <a:headEnd type="oval"/>
            <a:tailEnd type="oval"/>
          </a:ln>
          <a:effectLst/>
        </p:spPr>
      </p:cxnSp>
      <p:sp>
        <p:nvSpPr>
          <p:cNvPr id="46" name="TextBox 45">
            <a:extLst>
              <a:ext uri="{FF2B5EF4-FFF2-40B4-BE49-F238E27FC236}">
                <a16:creationId xmlns:a16="http://schemas.microsoft.com/office/drawing/2014/main" id="{65D223AF-A1FF-8383-D9D0-C74EAC046AE9}"/>
              </a:ext>
            </a:extLst>
          </p:cNvPr>
          <p:cNvSpPr txBox="1"/>
          <p:nvPr/>
        </p:nvSpPr>
        <p:spPr>
          <a:xfrm>
            <a:off x="1606862" y="5924462"/>
            <a:ext cx="11029080" cy="276999"/>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0" normalizeH="0" baseline="0" noProof="0">
                <a:ln>
                  <a:noFill/>
                </a:ln>
                <a:solidFill>
                  <a:srgbClr val="00B0F0"/>
                </a:solidFill>
                <a:effectLst/>
                <a:uLnTx/>
                <a:uFillTx/>
                <a:latin typeface="Ubuntu"/>
                <a:ea typeface="+mn-ea"/>
                <a:cs typeface="+mn-cs"/>
              </a:rPr>
              <a:t>Validated Business Case, Transformation Roadmap, Phase 2 Implementation Plan, Governance KPIs</a:t>
            </a:r>
          </a:p>
        </p:txBody>
      </p:sp>
      <p:sp>
        <p:nvSpPr>
          <p:cNvPr id="43" name="Rectangle: Rounded Corners 42">
            <a:extLst>
              <a:ext uri="{FF2B5EF4-FFF2-40B4-BE49-F238E27FC236}">
                <a16:creationId xmlns:a16="http://schemas.microsoft.com/office/drawing/2014/main" id="{E50586B2-B5DC-6CBD-DF0C-6CA2A9A195BC}"/>
              </a:ext>
            </a:extLst>
          </p:cNvPr>
          <p:cNvSpPr/>
          <p:nvPr/>
        </p:nvSpPr>
        <p:spPr>
          <a:xfrm>
            <a:off x="2214707" y="5782432"/>
            <a:ext cx="2669322" cy="561057"/>
          </a:xfrm>
          <a:prstGeom prst="round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D068"/>
                </a:solidFill>
                <a:effectLst>
                  <a:outerShdw blurRad="38100" dist="38100" dir="2700000" algn="tl">
                    <a:srgbClr val="000000">
                      <a:alpha val="43137"/>
                    </a:srgbClr>
                  </a:outerShdw>
                </a:effectLst>
                <a:uLnTx/>
                <a:uFillTx/>
                <a:latin typeface="Ubuntu Medium"/>
                <a:ea typeface="+mn-ea"/>
                <a:cs typeface="+mn-cs"/>
              </a:rPr>
              <a:t>KEY DELIVERABLES:</a:t>
            </a:r>
            <a:endParaRPr kumimoji="0" lang="en-IN" sz="1200" b="0" i="0" u="none" strike="noStrike" kern="1200" cap="none" spc="0" normalizeH="0" baseline="0" noProof="0">
              <a:ln>
                <a:noFill/>
              </a:ln>
              <a:solidFill>
                <a:srgbClr val="FFD068"/>
              </a:solidFill>
              <a:effectLst>
                <a:outerShdw blurRad="38100" dist="38100" dir="2700000" algn="tl">
                  <a:srgbClr val="000000">
                    <a:alpha val="43137"/>
                  </a:srgbClr>
                </a:outerShdw>
              </a:effectLst>
              <a:uLnTx/>
              <a:uFillTx/>
              <a:latin typeface="Ubuntu Medium"/>
              <a:ea typeface="+mn-ea"/>
              <a:cs typeface="+mn-cs"/>
            </a:endParaRPr>
          </a:p>
        </p:txBody>
      </p:sp>
      <p:sp>
        <p:nvSpPr>
          <p:cNvPr id="47" name="TextBox 46">
            <a:extLst>
              <a:ext uri="{FF2B5EF4-FFF2-40B4-BE49-F238E27FC236}">
                <a16:creationId xmlns:a16="http://schemas.microsoft.com/office/drawing/2014/main" id="{4AD54E1D-35B8-EA0C-0607-13AA91B84BD3}"/>
              </a:ext>
            </a:extLst>
          </p:cNvPr>
          <p:cNvSpPr txBox="1"/>
          <p:nvPr/>
        </p:nvSpPr>
        <p:spPr>
          <a:xfrm>
            <a:off x="2214854" y="2257099"/>
            <a:ext cx="2763833" cy="1173597"/>
          </a:xfrm>
          <a:prstGeom prst="rect">
            <a:avLst/>
          </a:prstGeom>
          <a:noFill/>
        </p:spPr>
        <p:txBody>
          <a:bodyPr wrap="square" lIns="91440" tIns="45720" rIns="91440" bIns="45720" rtlCol="0">
            <a:noAutofit/>
          </a:bodyPr>
          <a:lstStyle/>
          <a:p>
            <a:pPr marL="114300" marR="0" lvl="0" indent="-114300" algn="l" defTabSz="914400" rtl="0" eaLnBrk="1" fontAlgn="auto" latinLnBrk="0" hangingPunct="1">
              <a:lnSpc>
                <a:spcPct val="100000"/>
              </a:lnSpc>
              <a:spcBef>
                <a:spcPts val="0"/>
              </a:spcBef>
              <a:spcAft>
                <a:spcPts val="0"/>
              </a:spcAft>
              <a:buClr>
                <a:srgbClr val="FFFFFF"/>
              </a:buClr>
              <a:buSzTx/>
              <a:buFont typeface="Wingdings" panose="05000000000000000000" pitchFamily="2" charset="2"/>
              <a:buChar char="§"/>
              <a:tabLst/>
              <a:defRPr/>
            </a:pPr>
            <a:r>
              <a:rPr kumimoji="0" lang="en-US" sz="900" b="0" i="0" u="none" strike="noStrike" kern="1200" cap="none" spc="0" normalizeH="0" baseline="0" noProof="0">
                <a:ln>
                  <a:noFill/>
                </a:ln>
                <a:solidFill>
                  <a:srgbClr val="FFFFFF"/>
                </a:solidFill>
                <a:effectLst/>
                <a:uLnTx/>
                <a:uFillTx/>
                <a:latin typeface="Ubuntu"/>
                <a:ea typeface="+mn-ea"/>
                <a:cs typeface="+mn-cs"/>
              </a:rPr>
              <a:t>Establish full network baseline across architecture, capacity, performance, security.</a:t>
            </a:r>
          </a:p>
          <a:p>
            <a:pPr marL="114300" marR="0" lvl="0" indent="-114300" algn="l" defTabSz="914400" rtl="0" eaLnBrk="1" fontAlgn="auto" latinLnBrk="0" hangingPunct="1">
              <a:lnSpc>
                <a:spcPct val="100000"/>
              </a:lnSpc>
              <a:spcBef>
                <a:spcPts val="0"/>
              </a:spcBef>
              <a:spcAft>
                <a:spcPts val="0"/>
              </a:spcAft>
              <a:buClr>
                <a:srgbClr val="FFFFFF"/>
              </a:buClr>
              <a:buSzTx/>
              <a:buFont typeface="Wingdings" panose="05000000000000000000" pitchFamily="2" charset="2"/>
              <a:buChar char="§"/>
              <a:tabLst/>
              <a:defRPr/>
            </a:pPr>
            <a:r>
              <a:rPr kumimoji="0" lang="en-US" sz="900" b="0" i="0" u="none" strike="noStrike" kern="1200" cap="none" spc="0" normalizeH="0" baseline="0" noProof="0">
                <a:ln>
                  <a:noFill/>
                </a:ln>
                <a:solidFill>
                  <a:srgbClr val="FFFFFF"/>
                </a:solidFill>
                <a:effectLst/>
                <a:uLnTx/>
                <a:uFillTx/>
                <a:latin typeface="Ubuntu"/>
                <a:ea typeface="+mn-ea"/>
                <a:cs typeface="+mn-cs"/>
              </a:rPr>
              <a:t>Consolidate inventory and KPIs across IP/MPLS, Optical, RAN/5G, FTTH, SD‑WAN, IMS, Core, and sites.</a:t>
            </a:r>
          </a:p>
          <a:p>
            <a:pPr marL="114300" marR="0" lvl="0" indent="-114300" algn="l" defTabSz="914400" rtl="0" eaLnBrk="1" fontAlgn="auto" latinLnBrk="0" hangingPunct="1">
              <a:lnSpc>
                <a:spcPct val="100000"/>
              </a:lnSpc>
              <a:spcBef>
                <a:spcPts val="0"/>
              </a:spcBef>
              <a:spcAft>
                <a:spcPts val="0"/>
              </a:spcAft>
              <a:buClr>
                <a:srgbClr val="FFFFFF"/>
              </a:buClr>
              <a:buSzTx/>
              <a:buFont typeface="Wingdings" panose="05000000000000000000" pitchFamily="2" charset="2"/>
              <a:buChar char="§"/>
              <a:tabLst/>
              <a:defRPr/>
            </a:pPr>
            <a:r>
              <a:rPr kumimoji="0" lang="en-US" sz="900" b="0" i="0" u="none" strike="noStrike" kern="1200" cap="none" spc="0" normalizeH="0" baseline="0" noProof="0">
                <a:ln>
                  <a:noFill/>
                </a:ln>
                <a:solidFill>
                  <a:srgbClr val="FFFFFF"/>
                </a:solidFill>
                <a:effectLst/>
                <a:uLnTx/>
                <a:uFillTx/>
                <a:latin typeface="Ubuntu"/>
                <a:ea typeface="+mn-ea"/>
                <a:cs typeface="+mn-cs"/>
              </a:rPr>
              <a:t>Review OPEX, vendor contracts, lifecycle status, and site power/environment readiness.</a:t>
            </a:r>
          </a:p>
        </p:txBody>
      </p:sp>
      <p:sp>
        <p:nvSpPr>
          <p:cNvPr id="54" name="Title 2">
            <a:extLst>
              <a:ext uri="{FF2B5EF4-FFF2-40B4-BE49-F238E27FC236}">
                <a16:creationId xmlns:a16="http://schemas.microsoft.com/office/drawing/2014/main" id="{588C3CB8-A172-C0E7-7682-EFDF03148714}"/>
              </a:ext>
            </a:extLst>
          </p:cNvPr>
          <p:cNvSpPr txBox="1">
            <a:spLocks/>
          </p:cNvSpPr>
          <p:nvPr/>
        </p:nvSpPr>
        <p:spPr>
          <a:xfrm>
            <a:off x="367366" y="422736"/>
            <a:ext cx="11015662" cy="792163"/>
          </a:xfrm>
          <a:prstGeom prst="rect">
            <a:avLst/>
          </a:prstGeom>
        </p:spPr>
        <p:txBody>
          <a:bodyPr anchor="t"/>
          <a:lstStyle>
            <a:lvl1pPr marL="0" marR="0" indent="0" algn="l" defTabSz="914400" rtl="0" eaLnBrk="1" fontAlgn="auto" latinLnBrk="0" hangingPunct="1">
              <a:lnSpc>
                <a:spcPct val="90000"/>
              </a:lnSpc>
              <a:spcBef>
                <a:spcPct val="0"/>
              </a:spcBef>
              <a:spcAft>
                <a:spcPts val="0"/>
              </a:spcAft>
              <a:buClrTx/>
              <a:buSzTx/>
              <a:buFontTx/>
              <a:buNone/>
              <a:tabLst/>
              <a:defRPr kumimoji="0" lang="en-US" sz="2800" b="0" i="0" u="none" strike="noStrike" kern="1200" cap="none" spc="0" normalizeH="0" baseline="0" noProof="0">
                <a:ln>
                  <a:noFill/>
                </a:ln>
                <a:solidFill>
                  <a:schemeClr val="bg1"/>
                </a:solidFill>
                <a:effectLst/>
                <a:uLnTx/>
                <a:uFillTx/>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Ubuntu Medium"/>
              <a:ea typeface="+mj-ea"/>
              <a:cs typeface="+mj-cs"/>
            </a:endParaRPr>
          </a:p>
        </p:txBody>
      </p:sp>
      <p:sp>
        <p:nvSpPr>
          <p:cNvPr id="50" name="TextBox 49">
            <a:extLst>
              <a:ext uri="{FF2B5EF4-FFF2-40B4-BE49-F238E27FC236}">
                <a16:creationId xmlns:a16="http://schemas.microsoft.com/office/drawing/2014/main" id="{282F4152-DC30-E67E-B008-8F8FF6C73285}"/>
              </a:ext>
            </a:extLst>
          </p:cNvPr>
          <p:cNvSpPr txBox="1"/>
          <p:nvPr/>
        </p:nvSpPr>
        <p:spPr>
          <a:xfrm>
            <a:off x="2305704" y="1369819"/>
            <a:ext cx="2487328" cy="523220"/>
          </a:xfrm>
          <a:prstGeom prst="rect">
            <a:avLst/>
          </a:prstGeom>
          <a:solidFill>
            <a:schemeClr val="accent1"/>
          </a:solidFill>
        </p:spPr>
        <p:txBody>
          <a:bodyPr wrap="square">
            <a:spAutoFit/>
          </a:bodyPr>
          <a:lstStyle/>
          <a:p>
            <a:pPr marL="0" marR="0" lvl="0" indent="0" algn="ctr" defTabSz="957215" rtl="0" eaLnBrk="1" fontAlgn="base" latinLnBrk="0" hangingPunct="1">
              <a:lnSpc>
                <a:spcPct val="100000"/>
              </a:lnSpc>
              <a:spcBef>
                <a:spcPct val="0"/>
              </a:spcBef>
              <a:spcAft>
                <a:spcPct val="0"/>
              </a:spcAft>
              <a:buClrTx/>
              <a:buSzTx/>
              <a:buFontTx/>
              <a:buNone/>
              <a:tabLst/>
              <a:defRPr/>
            </a:pPr>
            <a:r>
              <a:rPr lang="en-US" sz="1400" b="1">
                <a:cs typeface="Calibri" pitchFamily="34" charset="0"/>
              </a:rPr>
              <a:t> Scoping </a:t>
            </a:r>
            <a:r>
              <a:rPr lang="en-IN" sz="1400" b="1">
                <a:cs typeface="Calibri" pitchFamily="34" charset="0"/>
              </a:rPr>
              <a:t> &amp; </a:t>
            </a:r>
            <a:br>
              <a:rPr lang="en-IN" sz="1400" b="1">
                <a:cs typeface="Calibri" pitchFamily="34" charset="0"/>
              </a:rPr>
            </a:br>
            <a:r>
              <a:rPr lang="en-IN" sz="1400" b="1">
                <a:cs typeface="Calibri" pitchFamily="34" charset="0"/>
              </a:rPr>
              <a:t>Discovery</a:t>
            </a:r>
            <a:endParaRPr lang="en-US" sz="1400" b="1">
              <a:cs typeface="Calibri" pitchFamily="34" charset="0"/>
            </a:endParaRPr>
          </a:p>
        </p:txBody>
      </p:sp>
      <p:sp>
        <p:nvSpPr>
          <p:cNvPr id="52" name="TextBox 51">
            <a:extLst>
              <a:ext uri="{FF2B5EF4-FFF2-40B4-BE49-F238E27FC236}">
                <a16:creationId xmlns:a16="http://schemas.microsoft.com/office/drawing/2014/main" id="{D2E9B7B6-D1BE-0464-331D-5779B1965033}"/>
              </a:ext>
            </a:extLst>
          </p:cNvPr>
          <p:cNvSpPr txBox="1"/>
          <p:nvPr/>
        </p:nvSpPr>
        <p:spPr>
          <a:xfrm>
            <a:off x="5071314" y="1372843"/>
            <a:ext cx="2875271" cy="523220"/>
          </a:xfrm>
          <a:prstGeom prst="rect">
            <a:avLst/>
          </a:prstGeom>
          <a:solidFill>
            <a:schemeClr val="accent1"/>
          </a:solidFill>
        </p:spPr>
        <p:txBody>
          <a:bodyPr wrap="square">
            <a:spAutoFit/>
          </a:bodyPr>
          <a:lstStyle/>
          <a:p>
            <a:pPr algn="ctr"/>
            <a:r>
              <a:rPr kumimoji="0" lang="en-US" sz="1400" b="1" i="0" u="none" strike="noStrike" kern="1200" cap="none" spc="0" normalizeH="0" baseline="0" noProof="0">
                <a:ln>
                  <a:noFill/>
                </a:ln>
                <a:effectLst/>
                <a:uLnTx/>
                <a:uFillTx/>
                <a:ea typeface="+mn-ea"/>
                <a:cs typeface="Calibri" pitchFamily="34" charset="0"/>
              </a:rPr>
              <a:t>Opportunity Assessment &amp; Recommendation </a:t>
            </a:r>
            <a:endParaRPr lang="en-IN" sz="1400"/>
          </a:p>
        </p:txBody>
      </p:sp>
      <p:sp>
        <p:nvSpPr>
          <p:cNvPr id="55" name="TextBox 54">
            <a:extLst>
              <a:ext uri="{FF2B5EF4-FFF2-40B4-BE49-F238E27FC236}">
                <a16:creationId xmlns:a16="http://schemas.microsoft.com/office/drawing/2014/main" id="{799C0A4B-D5A1-9015-AEFD-963E5412569D}"/>
              </a:ext>
            </a:extLst>
          </p:cNvPr>
          <p:cNvSpPr txBox="1"/>
          <p:nvPr/>
        </p:nvSpPr>
        <p:spPr>
          <a:xfrm>
            <a:off x="8167267" y="1368756"/>
            <a:ext cx="3362308" cy="523220"/>
          </a:xfrm>
          <a:prstGeom prst="rect">
            <a:avLst/>
          </a:prstGeom>
          <a:solidFill>
            <a:schemeClr val="accent1"/>
          </a:solidFill>
        </p:spPr>
        <p:txBody>
          <a:bodyPr wrap="square">
            <a:spAutoFit/>
          </a:bodyPr>
          <a:lstStyle/>
          <a:p>
            <a:pPr algn="ctr"/>
            <a:r>
              <a:rPr lang="en-US" sz="1400" b="1"/>
              <a:t>Implementation &amp; Value Realization with Sustain &amp; Scale</a:t>
            </a:r>
            <a:endParaRPr lang="en-IN" sz="1400"/>
          </a:p>
        </p:txBody>
      </p:sp>
      <p:sp>
        <p:nvSpPr>
          <p:cNvPr id="8" name="Title 7">
            <a:extLst>
              <a:ext uri="{FF2B5EF4-FFF2-40B4-BE49-F238E27FC236}">
                <a16:creationId xmlns:a16="http://schemas.microsoft.com/office/drawing/2014/main" id="{BAFEBFC7-C5F3-CDDB-FB5A-3057C2CDA5E7}"/>
              </a:ext>
            </a:extLst>
          </p:cNvPr>
          <p:cNvSpPr>
            <a:spLocks noGrp="1"/>
          </p:cNvSpPr>
          <p:nvPr>
            <p:ph type="title"/>
          </p:nvPr>
        </p:nvSpPr>
        <p:spPr>
          <a:xfrm>
            <a:off x="521162" y="267816"/>
            <a:ext cx="11008413" cy="970217"/>
          </a:xfrm>
        </p:spPr>
        <p:txBody>
          <a:bodyPr vert="horz" lIns="0" tIns="0" rIns="0" bIns="126000" rtlCol="0" anchor="t" anchorCtr="0">
            <a:noAutofit/>
          </a:bodyPr>
          <a:lstStyle/>
          <a:p>
            <a:r>
              <a:rPr lang="en-US" sz="2400" dirty="0"/>
              <a:t>Illustrative Network Assessment Approach</a:t>
            </a:r>
            <a:br>
              <a:rPr lang="en-US" sz="2400" dirty="0"/>
            </a:br>
            <a:endParaRPr lang="en-US" sz="2400" dirty="0"/>
          </a:p>
        </p:txBody>
      </p:sp>
    </p:spTree>
    <p:extLst>
      <p:ext uri="{BB962C8B-B14F-4D97-AF65-F5344CB8AC3E}">
        <p14:creationId xmlns:p14="http://schemas.microsoft.com/office/powerpoint/2010/main" val="41071910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639E81-4D1A-5696-F943-3513D306E57A}"/>
            </a:ext>
          </a:extLst>
        </p:cNvPr>
        <p:cNvGrpSpPr/>
        <p:nvPr/>
      </p:nvGrpSpPr>
      <p:grpSpPr>
        <a:xfrm>
          <a:off x="0" y="0"/>
          <a:ext cx="0" cy="0"/>
          <a:chOff x="0" y="0"/>
          <a:chExt cx="0" cy="0"/>
        </a:xfrm>
      </p:grpSpPr>
      <p:sp>
        <p:nvSpPr>
          <p:cNvPr id="31" name="Title 1">
            <a:extLst>
              <a:ext uri="{FF2B5EF4-FFF2-40B4-BE49-F238E27FC236}">
                <a16:creationId xmlns:a16="http://schemas.microsoft.com/office/drawing/2014/main" id="{1DBFA0A2-3F13-5889-CA50-1A0ED3487B32}"/>
              </a:ext>
            </a:extLst>
          </p:cNvPr>
          <p:cNvSpPr>
            <a:spLocks noGrp="1"/>
          </p:cNvSpPr>
          <p:nvPr>
            <p:ph type="title"/>
          </p:nvPr>
        </p:nvSpPr>
        <p:spPr/>
        <p:txBody>
          <a:bodyPr anchor="t"/>
          <a:lstStyle/>
          <a:p>
            <a:r>
              <a:rPr lang="en-US"/>
              <a:t>Building data-driven business cases from stage 2 diagnostic and opportunity assessment</a:t>
            </a:r>
          </a:p>
        </p:txBody>
      </p:sp>
      <p:sp>
        <p:nvSpPr>
          <p:cNvPr id="6" name="Rechteck 20">
            <a:extLst>
              <a:ext uri="{FF2B5EF4-FFF2-40B4-BE49-F238E27FC236}">
                <a16:creationId xmlns:a16="http://schemas.microsoft.com/office/drawing/2014/main" id="{FA787FFF-A085-A150-924F-BD1BB78737A3}"/>
              </a:ext>
            </a:extLst>
          </p:cNvPr>
          <p:cNvSpPr>
            <a:spLocks/>
          </p:cNvSpPr>
          <p:nvPr/>
        </p:nvSpPr>
        <p:spPr>
          <a:xfrm>
            <a:off x="3314057" y="1178837"/>
            <a:ext cx="8417875" cy="365760"/>
          </a:xfrm>
          <a:prstGeom prst="round2SameRect">
            <a:avLst/>
          </a:prstGeom>
          <a:solidFill>
            <a:schemeClr val="accent2"/>
          </a:solidFill>
          <a:ln/>
        </p:spPr>
        <p:style>
          <a:lnRef idx="0">
            <a:schemeClr val="accent1"/>
          </a:lnRef>
          <a:fillRef idx="3">
            <a:schemeClr val="accent1"/>
          </a:fillRef>
          <a:effectRef idx="3">
            <a:schemeClr val="accent1"/>
          </a:effectRef>
          <a:fontRef idx="minor">
            <a:schemeClr val="lt1"/>
          </a:fontRef>
        </p:style>
        <p:txBody>
          <a:bodyPr lIns="27432" tIns="27432" rIns="27432" bIns="27432" rtlCol="0" anchor="ctr"/>
          <a:lstStyle>
            <a:defPPr>
              <a:defRPr lang="en-US"/>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1" i="0" u="none" strike="noStrike" kern="1200" cap="none" spc="0" normalizeH="0" baseline="0" noProof="0">
                <a:ln>
                  <a:noFill/>
                </a:ln>
                <a:solidFill>
                  <a:schemeClr val="tx1"/>
                </a:solidFill>
                <a:effectLst/>
                <a:uLnTx/>
                <a:uFillTx/>
              </a:rPr>
              <a:t>Business</a:t>
            </a:r>
            <a:r>
              <a:rPr lang="en-US" sz="1200" b="1">
                <a:solidFill>
                  <a:schemeClr val="tx1"/>
                </a:solidFill>
              </a:rPr>
              <a:t> Case Creation</a:t>
            </a:r>
            <a:endParaRPr kumimoji="0" lang="en-US" sz="1200" b="1" i="0" u="none" strike="noStrike" kern="1200" cap="none" spc="0" normalizeH="0" baseline="0" noProof="0">
              <a:ln>
                <a:noFill/>
              </a:ln>
              <a:solidFill>
                <a:schemeClr val="tx1"/>
              </a:solidFill>
              <a:effectLst/>
              <a:uLnTx/>
              <a:uFillTx/>
            </a:endParaRPr>
          </a:p>
        </p:txBody>
      </p:sp>
      <p:sp>
        <p:nvSpPr>
          <p:cNvPr id="7" name="Rechteck 20">
            <a:extLst>
              <a:ext uri="{FF2B5EF4-FFF2-40B4-BE49-F238E27FC236}">
                <a16:creationId xmlns:a16="http://schemas.microsoft.com/office/drawing/2014/main" id="{F0DA67C5-8099-02E5-F437-6FF0BE0E6EF7}"/>
              </a:ext>
            </a:extLst>
          </p:cNvPr>
          <p:cNvSpPr>
            <a:spLocks/>
          </p:cNvSpPr>
          <p:nvPr/>
        </p:nvSpPr>
        <p:spPr>
          <a:xfrm>
            <a:off x="367581" y="1178837"/>
            <a:ext cx="2560320" cy="365760"/>
          </a:xfrm>
          <a:prstGeom prst="round2SameRect">
            <a:avLst/>
          </a:prstGeom>
          <a:solidFill>
            <a:schemeClr val="accent2"/>
          </a:solidFill>
          <a:ln/>
        </p:spPr>
        <p:style>
          <a:lnRef idx="0">
            <a:schemeClr val="accent1"/>
          </a:lnRef>
          <a:fillRef idx="3">
            <a:schemeClr val="accent1"/>
          </a:fillRef>
          <a:effectRef idx="3">
            <a:schemeClr val="accent1"/>
          </a:effectRef>
          <a:fontRef idx="minor">
            <a:schemeClr val="lt1"/>
          </a:fontRef>
        </p:style>
        <p:txBody>
          <a:bodyPr lIns="27432" tIns="27432" rIns="27432" bIns="27432" rtlCol="0" anchor="ctr"/>
          <a:lstStyle>
            <a:defPPr>
              <a:defRPr lang="en-US"/>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1" i="0" u="none" strike="noStrike" kern="1200" cap="none" spc="0" normalizeH="0" baseline="0" noProof="0">
                <a:ln>
                  <a:noFill/>
                </a:ln>
                <a:solidFill>
                  <a:schemeClr val="tx1"/>
                </a:solidFill>
                <a:effectLst/>
                <a:uLnTx/>
                <a:uFillTx/>
              </a:rPr>
              <a:t>Business Requirements &amp; Inputs</a:t>
            </a:r>
          </a:p>
        </p:txBody>
      </p:sp>
      <p:sp>
        <p:nvSpPr>
          <p:cNvPr id="10" name="Left Brace 9">
            <a:extLst>
              <a:ext uri="{FF2B5EF4-FFF2-40B4-BE49-F238E27FC236}">
                <a16:creationId xmlns:a16="http://schemas.microsoft.com/office/drawing/2014/main" id="{7A883BE1-2DB3-835E-0162-6D7759B0B6B3}"/>
              </a:ext>
            </a:extLst>
          </p:cNvPr>
          <p:cNvSpPr/>
          <p:nvPr/>
        </p:nvSpPr>
        <p:spPr>
          <a:xfrm flipH="1">
            <a:off x="3021904" y="1780027"/>
            <a:ext cx="388654" cy="4663440"/>
          </a:xfrm>
          <a:prstGeom prst="leftBrace">
            <a:avLst>
              <a:gd name="adj1" fmla="val 38134"/>
              <a:gd name="adj2" fmla="val 50000"/>
            </a:avLst>
          </a:prstGeom>
          <a:ln w="952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i="0" u="none" strike="noStrike" kern="1200" cap="none" spc="0" normalizeH="0" baseline="0" noProof="0">
              <a:ln>
                <a:noFill/>
              </a:ln>
              <a:effectLst/>
              <a:uLnTx/>
              <a:uFillTx/>
            </a:endParaRPr>
          </a:p>
        </p:txBody>
      </p:sp>
      <p:sp>
        <p:nvSpPr>
          <p:cNvPr id="91" name="Rectangle 90">
            <a:extLst>
              <a:ext uri="{FF2B5EF4-FFF2-40B4-BE49-F238E27FC236}">
                <a16:creationId xmlns:a16="http://schemas.microsoft.com/office/drawing/2014/main" id="{45D8478F-9B32-AA0A-5531-21B1D68BAF19}"/>
              </a:ext>
            </a:extLst>
          </p:cNvPr>
          <p:cNvSpPr/>
          <p:nvPr/>
        </p:nvSpPr>
        <p:spPr>
          <a:xfrm>
            <a:off x="569284" y="1815974"/>
            <a:ext cx="2286000" cy="1737360"/>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a:solidFill>
                <a:schemeClr val="tx1"/>
              </a:solidFill>
            </a:endParaRPr>
          </a:p>
        </p:txBody>
      </p:sp>
      <p:sp>
        <p:nvSpPr>
          <p:cNvPr id="96" name="Freeform: Shape 95">
            <a:extLst>
              <a:ext uri="{FF2B5EF4-FFF2-40B4-BE49-F238E27FC236}">
                <a16:creationId xmlns:a16="http://schemas.microsoft.com/office/drawing/2014/main" id="{95058EC1-6EA2-65C2-6B77-217723A05FE1}"/>
              </a:ext>
            </a:extLst>
          </p:cNvPr>
          <p:cNvSpPr/>
          <p:nvPr/>
        </p:nvSpPr>
        <p:spPr>
          <a:xfrm>
            <a:off x="717242" y="2241792"/>
            <a:ext cx="2011680" cy="228600"/>
          </a:xfrm>
          <a:custGeom>
            <a:avLst/>
            <a:gdLst>
              <a:gd name="connsiteX0" fmla="*/ 0 w 1563104"/>
              <a:gd name="connsiteY0" fmla="*/ 59197 h 591974"/>
              <a:gd name="connsiteX1" fmla="*/ 59197 w 1563104"/>
              <a:gd name="connsiteY1" fmla="*/ 0 h 591974"/>
              <a:gd name="connsiteX2" fmla="*/ 1503907 w 1563104"/>
              <a:gd name="connsiteY2" fmla="*/ 0 h 591974"/>
              <a:gd name="connsiteX3" fmla="*/ 1563104 w 1563104"/>
              <a:gd name="connsiteY3" fmla="*/ 59197 h 591974"/>
              <a:gd name="connsiteX4" fmla="*/ 1563104 w 1563104"/>
              <a:gd name="connsiteY4" fmla="*/ 532777 h 591974"/>
              <a:gd name="connsiteX5" fmla="*/ 1503907 w 1563104"/>
              <a:gd name="connsiteY5" fmla="*/ 591974 h 591974"/>
              <a:gd name="connsiteX6" fmla="*/ 59197 w 1563104"/>
              <a:gd name="connsiteY6" fmla="*/ 591974 h 591974"/>
              <a:gd name="connsiteX7" fmla="*/ 0 w 1563104"/>
              <a:gd name="connsiteY7" fmla="*/ 532777 h 591974"/>
              <a:gd name="connsiteX8" fmla="*/ 0 w 1563104"/>
              <a:gd name="connsiteY8" fmla="*/ 59197 h 5919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63104" h="591974">
                <a:moveTo>
                  <a:pt x="0" y="59197"/>
                </a:moveTo>
                <a:cubicBezTo>
                  <a:pt x="0" y="26503"/>
                  <a:pt x="26503" y="0"/>
                  <a:pt x="59197" y="0"/>
                </a:cubicBezTo>
                <a:lnTo>
                  <a:pt x="1503907" y="0"/>
                </a:lnTo>
                <a:cubicBezTo>
                  <a:pt x="1536601" y="0"/>
                  <a:pt x="1563104" y="26503"/>
                  <a:pt x="1563104" y="59197"/>
                </a:cubicBezTo>
                <a:lnTo>
                  <a:pt x="1563104" y="532777"/>
                </a:lnTo>
                <a:cubicBezTo>
                  <a:pt x="1563104" y="565471"/>
                  <a:pt x="1536601" y="591974"/>
                  <a:pt x="1503907" y="591974"/>
                </a:cubicBezTo>
                <a:lnTo>
                  <a:pt x="59197" y="591974"/>
                </a:lnTo>
                <a:cubicBezTo>
                  <a:pt x="26503" y="591974"/>
                  <a:pt x="0" y="565471"/>
                  <a:pt x="0" y="532777"/>
                </a:cubicBezTo>
                <a:lnTo>
                  <a:pt x="0" y="59197"/>
                </a:lnTo>
                <a:close/>
              </a:path>
            </a:pathLst>
          </a:custGeom>
          <a:solidFill>
            <a:schemeClr val="bg1">
              <a:lumMod val="95000"/>
            </a:schemeClr>
          </a:solidFill>
          <a:ln w="25400" cap="flat" cmpd="sng" algn="ctr">
            <a:solidFill>
              <a:sysClr val="window" lastClr="FFFFFF">
                <a:hueOff val="0"/>
                <a:satOff val="0"/>
                <a:lumOff val="0"/>
                <a:alphaOff val="0"/>
              </a:sysClr>
            </a:solid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55438" tIns="55438" rIns="55438" bIns="55438" numCol="1" spcCol="1270" anchor="ctr" anchorCtr="0">
            <a:noAutofit/>
          </a:bodyPr>
          <a:lstStyle/>
          <a:p>
            <a:pPr lvl="0" algn="ctr" defTabSz="444500">
              <a:lnSpc>
                <a:spcPct val="90000"/>
              </a:lnSpc>
              <a:spcBef>
                <a:spcPct val="0"/>
              </a:spcBef>
              <a:spcAft>
                <a:spcPct val="35000"/>
              </a:spcAft>
            </a:pPr>
            <a:r>
              <a:rPr lang="en-US" sz="900">
                <a:solidFill>
                  <a:schemeClr val="tx1"/>
                </a:solidFill>
              </a:rPr>
              <a:t>Organization Re-design</a:t>
            </a:r>
          </a:p>
        </p:txBody>
      </p:sp>
      <p:sp>
        <p:nvSpPr>
          <p:cNvPr id="97" name="Freeform: Shape 96">
            <a:extLst>
              <a:ext uri="{FF2B5EF4-FFF2-40B4-BE49-F238E27FC236}">
                <a16:creationId xmlns:a16="http://schemas.microsoft.com/office/drawing/2014/main" id="{8BD34F2E-D35A-875C-0950-23C2839D9302}"/>
              </a:ext>
            </a:extLst>
          </p:cNvPr>
          <p:cNvSpPr/>
          <p:nvPr/>
        </p:nvSpPr>
        <p:spPr>
          <a:xfrm>
            <a:off x="717242" y="2896458"/>
            <a:ext cx="2011680" cy="228600"/>
          </a:xfrm>
          <a:custGeom>
            <a:avLst/>
            <a:gdLst>
              <a:gd name="connsiteX0" fmla="*/ 0 w 1559535"/>
              <a:gd name="connsiteY0" fmla="*/ 59197 h 591974"/>
              <a:gd name="connsiteX1" fmla="*/ 59197 w 1559535"/>
              <a:gd name="connsiteY1" fmla="*/ 0 h 591974"/>
              <a:gd name="connsiteX2" fmla="*/ 1500338 w 1559535"/>
              <a:gd name="connsiteY2" fmla="*/ 0 h 591974"/>
              <a:gd name="connsiteX3" fmla="*/ 1559535 w 1559535"/>
              <a:gd name="connsiteY3" fmla="*/ 59197 h 591974"/>
              <a:gd name="connsiteX4" fmla="*/ 1559535 w 1559535"/>
              <a:gd name="connsiteY4" fmla="*/ 532777 h 591974"/>
              <a:gd name="connsiteX5" fmla="*/ 1500338 w 1559535"/>
              <a:gd name="connsiteY5" fmla="*/ 591974 h 591974"/>
              <a:gd name="connsiteX6" fmla="*/ 59197 w 1559535"/>
              <a:gd name="connsiteY6" fmla="*/ 591974 h 591974"/>
              <a:gd name="connsiteX7" fmla="*/ 0 w 1559535"/>
              <a:gd name="connsiteY7" fmla="*/ 532777 h 591974"/>
              <a:gd name="connsiteX8" fmla="*/ 0 w 1559535"/>
              <a:gd name="connsiteY8" fmla="*/ 59197 h 5919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59535" h="591974">
                <a:moveTo>
                  <a:pt x="0" y="59197"/>
                </a:moveTo>
                <a:cubicBezTo>
                  <a:pt x="0" y="26503"/>
                  <a:pt x="26503" y="0"/>
                  <a:pt x="59197" y="0"/>
                </a:cubicBezTo>
                <a:lnTo>
                  <a:pt x="1500338" y="0"/>
                </a:lnTo>
                <a:cubicBezTo>
                  <a:pt x="1533032" y="0"/>
                  <a:pt x="1559535" y="26503"/>
                  <a:pt x="1559535" y="59197"/>
                </a:cubicBezTo>
                <a:lnTo>
                  <a:pt x="1559535" y="532777"/>
                </a:lnTo>
                <a:cubicBezTo>
                  <a:pt x="1559535" y="565471"/>
                  <a:pt x="1533032" y="591974"/>
                  <a:pt x="1500338" y="591974"/>
                </a:cubicBezTo>
                <a:lnTo>
                  <a:pt x="59197" y="591974"/>
                </a:lnTo>
                <a:cubicBezTo>
                  <a:pt x="26503" y="591974"/>
                  <a:pt x="0" y="565471"/>
                  <a:pt x="0" y="532777"/>
                </a:cubicBezTo>
                <a:lnTo>
                  <a:pt x="0" y="59197"/>
                </a:lnTo>
                <a:close/>
              </a:path>
            </a:pathLst>
          </a:custGeom>
          <a:solidFill>
            <a:schemeClr val="bg1">
              <a:lumMod val="95000"/>
            </a:schemeClr>
          </a:solidFill>
          <a:ln w="25400" cap="flat" cmpd="sng" algn="ctr">
            <a:solidFill>
              <a:sysClr val="window" lastClr="FFFFFF">
                <a:hueOff val="0"/>
                <a:satOff val="0"/>
                <a:lumOff val="0"/>
                <a:alphaOff val="0"/>
              </a:sysClr>
            </a:solid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55438" tIns="55438" rIns="55438" bIns="55438" numCol="1" spcCol="1270" anchor="ctr" anchorCtr="0">
            <a:noAutofit/>
          </a:bodyPr>
          <a:lstStyle/>
          <a:p>
            <a:pPr algn="ctr" defTabSz="444500">
              <a:lnSpc>
                <a:spcPct val="90000"/>
              </a:lnSpc>
              <a:spcBef>
                <a:spcPct val="0"/>
              </a:spcBef>
              <a:spcAft>
                <a:spcPct val="35000"/>
              </a:spcAft>
            </a:pPr>
            <a:r>
              <a:rPr lang="en-US" sz="900" kern="1200">
                <a:solidFill>
                  <a:schemeClr val="tx1"/>
                </a:solidFill>
                <a:ea typeface="+mn-ea"/>
                <a:cs typeface="+mn-cs"/>
              </a:rPr>
              <a:t>Network Standardization</a:t>
            </a:r>
          </a:p>
        </p:txBody>
      </p:sp>
      <p:sp>
        <p:nvSpPr>
          <p:cNvPr id="98" name="Freeform: Shape 97">
            <a:extLst>
              <a:ext uri="{FF2B5EF4-FFF2-40B4-BE49-F238E27FC236}">
                <a16:creationId xmlns:a16="http://schemas.microsoft.com/office/drawing/2014/main" id="{615529E6-0016-BC17-7B90-8DA21DE8230C}"/>
              </a:ext>
            </a:extLst>
          </p:cNvPr>
          <p:cNvSpPr/>
          <p:nvPr/>
        </p:nvSpPr>
        <p:spPr>
          <a:xfrm>
            <a:off x="717242" y="2569125"/>
            <a:ext cx="2011680" cy="228600"/>
          </a:xfrm>
          <a:custGeom>
            <a:avLst/>
            <a:gdLst>
              <a:gd name="connsiteX0" fmla="*/ 0 w 1563104"/>
              <a:gd name="connsiteY0" fmla="*/ 59197 h 591974"/>
              <a:gd name="connsiteX1" fmla="*/ 59197 w 1563104"/>
              <a:gd name="connsiteY1" fmla="*/ 0 h 591974"/>
              <a:gd name="connsiteX2" fmla="*/ 1503907 w 1563104"/>
              <a:gd name="connsiteY2" fmla="*/ 0 h 591974"/>
              <a:gd name="connsiteX3" fmla="*/ 1563104 w 1563104"/>
              <a:gd name="connsiteY3" fmla="*/ 59197 h 591974"/>
              <a:gd name="connsiteX4" fmla="*/ 1563104 w 1563104"/>
              <a:gd name="connsiteY4" fmla="*/ 532777 h 591974"/>
              <a:gd name="connsiteX5" fmla="*/ 1503907 w 1563104"/>
              <a:gd name="connsiteY5" fmla="*/ 591974 h 591974"/>
              <a:gd name="connsiteX6" fmla="*/ 59197 w 1563104"/>
              <a:gd name="connsiteY6" fmla="*/ 591974 h 591974"/>
              <a:gd name="connsiteX7" fmla="*/ 0 w 1563104"/>
              <a:gd name="connsiteY7" fmla="*/ 532777 h 591974"/>
              <a:gd name="connsiteX8" fmla="*/ 0 w 1563104"/>
              <a:gd name="connsiteY8" fmla="*/ 59197 h 5919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63104" h="591974">
                <a:moveTo>
                  <a:pt x="0" y="59197"/>
                </a:moveTo>
                <a:cubicBezTo>
                  <a:pt x="0" y="26503"/>
                  <a:pt x="26503" y="0"/>
                  <a:pt x="59197" y="0"/>
                </a:cubicBezTo>
                <a:lnTo>
                  <a:pt x="1503907" y="0"/>
                </a:lnTo>
                <a:cubicBezTo>
                  <a:pt x="1536601" y="0"/>
                  <a:pt x="1563104" y="26503"/>
                  <a:pt x="1563104" y="59197"/>
                </a:cubicBezTo>
                <a:lnTo>
                  <a:pt x="1563104" y="532777"/>
                </a:lnTo>
                <a:cubicBezTo>
                  <a:pt x="1563104" y="565471"/>
                  <a:pt x="1536601" y="591974"/>
                  <a:pt x="1503907" y="591974"/>
                </a:cubicBezTo>
                <a:lnTo>
                  <a:pt x="59197" y="591974"/>
                </a:lnTo>
                <a:cubicBezTo>
                  <a:pt x="26503" y="591974"/>
                  <a:pt x="0" y="565471"/>
                  <a:pt x="0" y="532777"/>
                </a:cubicBezTo>
                <a:lnTo>
                  <a:pt x="0" y="59197"/>
                </a:lnTo>
                <a:close/>
              </a:path>
            </a:pathLst>
          </a:custGeom>
          <a:solidFill>
            <a:schemeClr val="bg1">
              <a:lumMod val="95000"/>
            </a:schemeClr>
          </a:solidFill>
          <a:ln w="25400" cap="flat" cmpd="sng" algn="ctr">
            <a:solidFill>
              <a:sysClr val="window" lastClr="FFFFFF">
                <a:hueOff val="0"/>
                <a:satOff val="0"/>
                <a:lumOff val="0"/>
                <a:alphaOff val="0"/>
              </a:sysClr>
            </a:solid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55438" tIns="55438" rIns="55438" bIns="55438" numCol="1" spcCol="1270" anchor="ctr" anchorCtr="0">
            <a:noAutofit/>
          </a:bodyPr>
          <a:lstStyle/>
          <a:p>
            <a:pPr algn="ctr" defTabSz="444500">
              <a:lnSpc>
                <a:spcPct val="90000"/>
              </a:lnSpc>
              <a:spcBef>
                <a:spcPct val="0"/>
              </a:spcBef>
              <a:spcAft>
                <a:spcPct val="35000"/>
              </a:spcAft>
            </a:pPr>
            <a:r>
              <a:rPr lang="en-US" sz="900">
                <a:solidFill>
                  <a:schemeClr val="tx1"/>
                </a:solidFill>
              </a:rPr>
              <a:t>Operational Process Improvement</a:t>
            </a:r>
          </a:p>
        </p:txBody>
      </p:sp>
      <p:sp>
        <p:nvSpPr>
          <p:cNvPr id="99" name="Freeform: Shape 98">
            <a:extLst>
              <a:ext uri="{FF2B5EF4-FFF2-40B4-BE49-F238E27FC236}">
                <a16:creationId xmlns:a16="http://schemas.microsoft.com/office/drawing/2014/main" id="{9773986C-55C4-6BD5-E4C7-8F3958CD7777}"/>
              </a:ext>
            </a:extLst>
          </p:cNvPr>
          <p:cNvSpPr/>
          <p:nvPr/>
        </p:nvSpPr>
        <p:spPr>
          <a:xfrm>
            <a:off x="717242" y="1914459"/>
            <a:ext cx="2011680" cy="228600"/>
          </a:xfrm>
          <a:custGeom>
            <a:avLst/>
            <a:gdLst>
              <a:gd name="connsiteX0" fmla="*/ 0 w 1559535"/>
              <a:gd name="connsiteY0" fmla="*/ 59197 h 591974"/>
              <a:gd name="connsiteX1" fmla="*/ 59197 w 1559535"/>
              <a:gd name="connsiteY1" fmla="*/ 0 h 591974"/>
              <a:gd name="connsiteX2" fmla="*/ 1500338 w 1559535"/>
              <a:gd name="connsiteY2" fmla="*/ 0 h 591974"/>
              <a:gd name="connsiteX3" fmla="*/ 1559535 w 1559535"/>
              <a:gd name="connsiteY3" fmla="*/ 59197 h 591974"/>
              <a:gd name="connsiteX4" fmla="*/ 1559535 w 1559535"/>
              <a:gd name="connsiteY4" fmla="*/ 532777 h 591974"/>
              <a:gd name="connsiteX5" fmla="*/ 1500338 w 1559535"/>
              <a:gd name="connsiteY5" fmla="*/ 591974 h 591974"/>
              <a:gd name="connsiteX6" fmla="*/ 59197 w 1559535"/>
              <a:gd name="connsiteY6" fmla="*/ 591974 h 591974"/>
              <a:gd name="connsiteX7" fmla="*/ 0 w 1559535"/>
              <a:gd name="connsiteY7" fmla="*/ 532777 h 591974"/>
              <a:gd name="connsiteX8" fmla="*/ 0 w 1559535"/>
              <a:gd name="connsiteY8" fmla="*/ 59197 h 5919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59535" h="591974">
                <a:moveTo>
                  <a:pt x="0" y="59197"/>
                </a:moveTo>
                <a:cubicBezTo>
                  <a:pt x="0" y="26503"/>
                  <a:pt x="26503" y="0"/>
                  <a:pt x="59197" y="0"/>
                </a:cubicBezTo>
                <a:lnTo>
                  <a:pt x="1500338" y="0"/>
                </a:lnTo>
                <a:cubicBezTo>
                  <a:pt x="1533032" y="0"/>
                  <a:pt x="1559535" y="26503"/>
                  <a:pt x="1559535" y="59197"/>
                </a:cubicBezTo>
                <a:lnTo>
                  <a:pt x="1559535" y="532777"/>
                </a:lnTo>
                <a:cubicBezTo>
                  <a:pt x="1559535" y="565471"/>
                  <a:pt x="1533032" y="591974"/>
                  <a:pt x="1500338" y="591974"/>
                </a:cubicBezTo>
                <a:lnTo>
                  <a:pt x="59197" y="591974"/>
                </a:lnTo>
                <a:cubicBezTo>
                  <a:pt x="26503" y="591974"/>
                  <a:pt x="0" y="565471"/>
                  <a:pt x="0" y="532777"/>
                </a:cubicBezTo>
                <a:lnTo>
                  <a:pt x="0" y="59197"/>
                </a:lnTo>
                <a:close/>
              </a:path>
            </a:pathLst>
          </a:custGeom>
          <a:solidFill>
            <a:schemeClr val="bg1">
              <a:lumMod val="95000"/>
            </a:schemeClr>
          </a:solidFill>
          <a:ln w="25400" cap="flat" cmpd="sng" algn="ctr">
            <a:solidFill>
              <a:sysClr val="window" lastClr="FFFFFF">
                <a:hueOff val="0"/>
                <a:satOff val="0"/>
                <a:lumOff val="0"/>
                <a:alphaOff val="0"/>
              </a:sysClr>
            </a:solid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55438" tIns="55438" rIns="55438" bIns="55438" numCol="1" spcCol="1270" anchor="ctr" anchorCtr="0">
            <a:noAutofit/>
          </a:bodyPr>
          <a:lstStyle/>
          <a:p>
            <a:pPr algn="ctr" defTabSz="444500">
              <a:lnSpc>
                <a:spcPct val="90000"/>
              </a:lnSpc>
              <a:spcBef>
                <a:spcPct val="0"/>
              </a:spcBef>
              <a:spcAft>
                <a:spcPct val="35000"/>
              </a:spcAft>
            </a:pPr>
            <a:r>
              <a:rPr lang="en-US" sz="900">
                <a:solidFill>
                  <a:schemeClr val="tx1"/>
                </a:solidFill>
              </a:rPr>
              <a:t>Supplier Spend Reduction</a:t>
            </a:r>
          </a:p>
        </p:txBody>
      </p:sp>
      <p:sp>
        <p:nvSpPr>
          <p:cNvPr id="100" name="Oval 99">
            <a:extLst>
              <a:ext uri="{FF2B5EF4-FFF2-40B4-BE49-F238E27FC236}">
                <a16:creationId xmlns:a16="http://schemas.microsoft.com/office/drawing/2014/main" id="{B1E8CAE1-D3C5-211B-2F0E-EE72A29BC2B5}"/>
              </a:ext>
            </a:extLst>
          </p:cNvPr>
          <p:cNvSpPr/>
          <p:nvPr/>
        </p:nvSpPr>
        <p:spPr>
          <a:xfrm>
            <a:off x="629070" y="1937319"/>
            <a:ext cx="182880" cy="182880"/>
          </a:xfrm>
          <a:prstGeom prst="ellipse">
            <a:avLst/>
          </a:prstGeom>
          <a:ln w="12700">
            <a:solidFill>
              <a:schemeClr val="bg1"/>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IN" sz="800">
                <a:solidFill>
                  <a:schemeClr val="tx1"/>
                </a:solidFill>
              </a:rPr>
              <a:t>1</a:t>
            </a:r>
          </a:p>
        </p:txBody>
      </p:sp>
      <p:sp>
        <p:nvSpPr>
          <p:cNvPr id="101" name="Oval 100">
            <a:extLst>
              <a:ext uri="{FF2B5EF4-FFF2-40B4-BE49-F238E27FC236}">
                <a16:creationId xmlns:a16="http://schemas.microsoft.com/office/drawing/2014/main" id="{325BDBC7-D8D5-4DCA-2C98-79BDDC1715C1}"/>
              </a:ext>
            </a:extLst>
          </p:cNvPr>
          <p:cNvSpPr/>
          <p:nvPr/>
        </p:nvSpPr>
        <p:spPr>
          <a:xfrm>
            <a:off x="629070" y="2264652"/>
            <a:ext cx="182880" cy="182880"/>
          </a:xfrm>
          <a:prstGeom prst="ellipse">
            <a:avLst/>
          </a:prstGeom>
          <a:ln w="12700">
            <a:solidFill>
              <a:schemeClr val="bg1"/>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IN" sz="800">
                <a:solidFill>
                  <a:schemeClr val="tx1"/>
                </a:solidFill>
              </a:rPr>
              <a:t>2</a:t>
            </a:r>
          </a:p>
        </p:txBody>
      </p:sp>
      <p:sp>
        <p:nvSpPr>
          <p:cNvPr id="106" name="Oval 105">
            <a:extLst>
              <a:ext uri="{FF2B5EF4-FFF2-40B4-BE49-F238E27FC236}">
                <a16:creationId xmlns:a16="http://schemas.microsoft.com/office/drawing/2014/main" id="{F4332517-4886-B9A6-99DC-0A10F6CC0F6E}"/>
              </a:ext>
            </a:extLst>
          </p:cNvPr>
          <p:cNvSpPr/>
          <p:nvPr/>
        </p:nvSpPr>
        <p:spPr>
          <a:xfrm>
            <a:off x="629070" y="2591985"/>
            <a:ext cx="182880" cy="182880"/>
          </a:xfrm>
          <a:prstGeom prst="ellipse">
            <a:avLst/>
          </a:prstGeom>
          <a:ln w="12700">
            <a:solidFill>
              <a:schemeClr val="bg1"/>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IN" sz="800">
                <a:solidFill>
                  <a:schemeClr val="tx1"/>
                </a:solidFill>
              </a:rPr>
              <a:t>3</a:t>
            </a:r>
          </a:p>
        </p:txBody>
      </p:sp>
      <p:sp>
        <p:nvSpPr>
          <p:cNvPr id="107" name="Freeform: Shape 106">
            <a:extLst>
              <a:ext uri="{FF2B5EF4-FFF2-40B4-BE49-F238E27FC236}">
                <a16:creationId xmlns:a16="http://schemas.microsoft.com/office/drawing/2014/main" id="{CB19A534-D33B-B31F-A6B7-9C5E88E8D105}"/>
              </a:ext>
            </a:extLst>
          </p:cNvPr>
          <p:cNvSpPr/>
          <p:nvPr/>
        </p:nvSpPr>
        <p:spPr>
          <a:xfrm>
            <a:off x="717242" y="3223791"/>
            <a:ext cx="2011680" cy="228600"/>
          </a:xfrm>
          <a:custGeom>
            <a:avLst/>
            <a:gdLst>
              <a:gd name="connsiteX0" fmla="*/ 0 w 1563104"/>
              <a:gd name="connsiteY0" fmla="*/ 59197 h 591974"/>
              <a:gd name="connsiteX1" fmla="*/ 59197 w 1563104"/>
              <a:gd name="connsiteY1" fmla="*/ 0 h 591974"/>
              <a:gd name="connsiteX2" fmla="*/ 1503907 w 1563104"/>
              <a:gd name="connsiteY2" fmla="*/ 0 h 591974"/>
              <a:gd name="connsiteX3" fmla="*/ 1563104 w 1563104"/>
              <a:gd name="connsiteY3" fmla="*/ 59197 h 591974"/>
              <a:gd name="connsiteX4" fmla="*/ 1563104 w 1563104"/>
              <a:gd name="connsiteY4" fmla="*/ 532777 h 591974"/>
              <a:gd name="connsiteX5" fmla="*/ 1503907 w 1563104"/>
              <a:gd name="connsiteY5" fmla="*/ 591974 h 591974"/>
              <a:gd name="connsiteX6" fmla="*/ 59197 w 1563104"/>
              <a:gd name="connsiteY6" fmla="*/ 591974 h 591974"/>
              <a:gd name="connsiteX7" fmla="*/ 0 w 1563104"/>
              <a:gd name="connsiteY7" fmla="*/ 532777 h 591974"/>
              <a:gd name="connsiteX8" fmla="*/ 0 w 1563104"/>
              <a:gd name="connsiteY8" fmla="*/ 59197 h 5919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63104" h="591974">
                <a:moveTo>
                  <a:pt x="0" y="59197"/>
                </a:moveTo>
                <a:cubicBezTo>
                  <a:pt x="0" y="26503"/>
                  <a:pt x="26503" y="0"/>
                  <a:pt x="59197" y="0"/>
                </a:cubicBezTo>
                <a:lnTo>
                  <a:pt x="1503907" y="0"/>
                </a:lnTo>
                <a:cubicBezTo>
                  <a:pt x="1536601" y="0"/>
                  <a:pt x="1563104" y="26503"/>
                  <a:pt x="1563104" y="59197"/>
                </a:cubicBezTo>
                <a:lnTo>
                  <a:pt x="1563104" y="532777"/>
                </a:lnTo>
                <a:cubicBezTo>
                  <a:pt x="1563104" y="565471"/>
                  <a:pt x="1536601" y="591974"/>
                  <a:pt x="1503907" y="591974"/>
                </a:cubicBezTo>
                <a:lnTo>
                  <a:pt x="59197" y="591974"/>
                </a:lnTo>
                <a:cubicBezTo>
                  <a:pt x="26503" y="591974"/>
                  <a:pt x="0" y="565471"/>
                  <a:pt x="0" y="532777"/>
                </a:cubicBezTo>
                <a:lnTo>
                  <a:pt x="0" y="59197"/>
                </a:lnTo>
                <a:close/>
              </a:path>
            </a:pathLst>
          </a:custGeom>
          <a:solidFill>
            <a:schemeClr val="bg1">
              <a:lumMod val="95000"/>
            </a:schemeClr>
          </a:solidFill>
          <a:ln w="25400" cap="flat" cmpd="sng" algn="ctr">
            <a:solidFill>
              <a:sysClr val="window" lastClr="FFFFFF">
                <a:hueOff val="0"/>
                <a:satOff val="0"/>
                <a:lumOff val="0"/>
                <a:alphaOff val="0"/>
              </a:sysClr>
            </a:solid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55438" tIns="55438" rIns="55438" bIns="55438" numCol="1" spcCol="1270" anchor="ctr" anchorCtr="0">
            <a:noAutofit/>
          </a:bodyPr>
          <a:lstStyle/>
          <a:p>
            <a:pPr lvl="0" algn="ctr" defTabSz="444500">
              <a:lnSpc>
                <a:spcPct val="90000"/>
              </a:lnSpc>
              <a:spcBef>
                <a:spcPct val="0"/>
              </a:spcBef>
              <a:spcAft>
                <a:spcPct val="35000"/>
              </a:spcAft>
            </a:pPr>
            <a:r>
              <a:rPr lang="en-US" sz="900" kern="1200">
                <a:solidFill>
                  <a:schemeClr val="tx1"/>
                </a:solidFill>
                <a:ea typeface="+mn-ea"/>
                <a:cs typeface="+mn-cs"/>
              </a:rPr>
              <a:t>………………………..</a:t>
            </a:r>
          </a:p>
        </p:txBody>
      </p:sp>
      <p:sp>
        <p:nvSpPr>
          <p:cNvPr id="108" name="Oval 107">
            <a:extLst>
              <a:ext uri="{FF2B5EF4-FFF2-40B4-BE49-F238E27FC236}">
                <a16:creationId xmlns:a16="http://schemas.microsoft.com/office/drawing/2014/main" id="{7D4B4AE1-FD1B-AA83-D7C0-1EC85793B7B8}"/>
              </a:ext>
            </a:extLst>
          </p:cNvPr>
          <p:cNvSpPr/>
          <p:nvPr/>
        </p:nvSpPr>
        <p:spPr>
          <a:xfrm>
            <a:off x="629070" y="2919318"/>
            <a:ext cx="182880" cy="182880"/>
          </a:xfrm>
          <a:prstGeom prst="ellipse">
            <a:avLst/>
          </a:prstGeom>
          <a:ln w="12700">
            <a:solidFill>
              <a:schemeClr val="bg1"/>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IN" sz="800">
                <a:solidFill>
                  <a:schemeClr val="tx1"/>
                </a:solidFill>
              </a:rPr>
              <a:t>4</a:t>
            </a:r>
          </a:p>
        </p:txBody>
      </p:sp>
      <p:sp>
        <p:nvSpPr>
          <p:cNvPr id="109" name="Oval 108">
            <a:extLst>
              <a:ext uri="{FF2B5EF4-FFF2-40B4-BE49-F238E27FC236}">
                <a16:creationId xmlns:a16="http://schemas.microsoft.com/office/drawing/2014/main" id="{70BA6A3E-4F0D-3F87-6BD5-CAFC4DC7C826}"/>
              </a:ext>
            </a:extLst>
          </p:cNvPr>
          <p:cNvSpPr/>
          <p:nvPr/>
        </p:nvSpPr>
        <p:spPr>
          <a:xfrm>
            <a:off x="629070" y="3246651"/>
            <a:ext cx="182880" cy="182880"/>
          </a:xfrm>
          <a:prstGeom prst="ellipse">
            <a:avLst/>
          </a:prstGeom>
          <a:ln w="12700">
            <a:solidFill>
              <a:schemeClr val="bg1"/>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IN" sz="800">
                <a:solidFill>
                  <a:schemeClr val="tx1"/>
                </a:solidFill>
              </a:rPr>
              <a:t>5</a:t>
            </a:r>
          </a:p>
        </p:txBody>
      </p:sp>
      <p:sp>
        <p:nvSpPr>
          <p:cNvPr id="122" name="Rectangle 121">
            <a:extLst>
              <a:ext uri="{FF2B5EF4-FFF2-40B4-BE49-F238E27FC236}">
                <a16:creationId xmlns:a16="http://schemas.microsoft.com/office/drawing/2014/main" id="{D647AF05-832A-9DCC-C45A-7BABDB8E8C88}"/>
              </a:ext>
            </a:extLst>
          </p:cNvPr>
          <p:cNvSpPr/>
          <p:nvPr/>
        </p:nvSpPr>
        <p:spPr>
          <a:xfrm>
            <a:off x="569284" y="3900518"/>
            <a:ext cx="2286000" cy="2468880"/>
          </a:xfrm>
          <a:prstGeom prst="rect">
            <a:avLst/>
          </a:prstGeom>
          <a:solidFill>
            <a:srgbClr val="1983A9"/>
          </a:solidFill>
          <a:ln w="3175">
            <a:solidFill>
              <a:schemeClr val="bg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a:solidFill>
                <a:schemeClr val="tx1"/>
              </a:solidFill>
            </a:endParaRPr>
          </a:p>
        </p:txBody>
      </p:sp>
      <p:sp>
        <p:nvSpPr>
          <p:cNvPr id="123" name="Freeform: Shape 122">
            <a:extLst>
              <a:ext uri="{FF2B5EF4-FFF2-40B4-BE49-F238E27FC236}">
                <a16:creationId xmlns:a16="http://schemas.microsoft.com/office/drawing/2014/main" id="{1182E45F-DC29-C47C-2488-C38401B09562}"/>
              </a:ext>
            </a:extLst>
          </p:cNvPr>
          <p:cNvSpPr/>
          <p:nvPr/>
        </p:nvSpPr>
        <p:spPr>
          <a:xfrm>
            <a:off x="717242" y="4334287"/>
            <a:ext cx="2011680" cy="228600"/>
          </a:xfrm>
          <a:custGeom>
            <a:avLst/>
            <a:gdLst>
              <a:gd name="connsiteX0" fmla="*/ 0 w 1563104"/>
              <a:gd name="connsiteY0" fmla="*/ 59197 h 591974"/>
              <a:gd name="connsiteX1" fmla="*/ 59197 w 1563104"/>
              <a:gd name="connsiteY1" fmla="*/ 0 h 591974"/>
              <a:gd name="connsiteX2" fmla="*/ 1503907 w 1563104"/>
              <a:gd name="connsiteY2" fmla="*/ 0 h 591974"/>
              <a:gd name="connsiteX3" fmla="*/ 1563104 w 1563104"/>
              <a:gd name="connsiteY3" fmla="*/ 59197 h 591974"/>
              <a:gd name="connsiteX4" fmla="*/ 1563104 w 1563104"/>
              <a:gd name="connsiteY4" fmla="*/ 532777 h 591974"/>
              <a:gd name="connsiteX5" fmla="*/ 1503907 w 1563104"/>
              <a:gd name="connsiteY5" fmla="*/ 591974 h 591974"/>
              <a:gd name="connsiteX6" fmla="*/ 59197 w 1563104"/>
              <a:gd name="connsiteY6" fmla="*/ 591974 h 591974"/>
              <a:gd name="connsiteX7" fmla="*/ 0 w 1563104"/>
              <a:gd name="connsiteY7" fmla="*/ 532777 h 591974"/>
              <a:gd name="connsiteX8" fmla="*/ 0 w 1563104"/>
              <a:gd name="connsiteY8" fmla="*/ 59197 h 5919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63104" h="591974">
                <a:moveTo>
                  <a:pt x="0" y="59197"/>
                </a:moveTo>
                <a:cubicBezTo>
                  <a:pt x="0" y="26503"/>
                  <a:pt x="26503" y="0"/>
                  <a:pt x="59197" y="0"/>
                </a:cubicBezTo>
                <a:lnTo>
                  <a:pt x="1503907" y="0"/>
                </a:lnTo>
                <a:cubicBezTo>
                  <a:pt x="1536601" y="0"/>
                  <a:pt x="1563104" y="26503"/>
                  <a:pt x="1563104" y="59197"/>
                </a:cubicBezTo>
                <a:lnTo>
                  <a:pt x="1563104" y="532777"/>
                </a:lnTo>
                <a:cubicBezTo>
                  <a:pt x="1563104" y="565471"/>
                  <a:pt x="1536601" y="591974"/>
                  <a:pt x="1503907" y="591974"/>
                </a:cubicBezTo>
                <a:lnTo>
                  <a:pt x="59197" y="591974"/>
                </a:lnTo>
                <a:cubicBezTo>
                  <a:pt x="26503" y="591974"/>
                  <a:pt x="0" y="565471"/>
                  <a:pt x="0" y="532777"/>
                </a:cubicBezTo>
                <a:lnTo>
                  <a:pt x="0" y="59197"/>
                </a:lnTo>
                <a:close/>
              </a:path>
            </a:pathLst>
          </a:custGeom>
          <a:solidFill>
            <a:schemeClr val="bg1">
              <a:lumMod val="95000"/>
            </a:schemeClr>
          </a:solidFill>
          <a:ln w="25400" cap="flat" cmpd="sng" algn="ctr">
            <a:solidFill>
              <a:sysClr val="window" lastClr="FFFFFF">
                <a:hueOff val="0"/>
                <a:satOff val="0"/>
                <a:lumOff val="0"/>
                <a:alphaOff val="0"/>
              </a:sysClr>
            </a:solid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55438" tIns="55438" rIns="55438" bIns="55438" numCol="1" spcCol="1270" anchor="ctr" anchorCtr="0">
            <a:noAutofit/>
          </a:bodyPr>
          <a:lstStyle/>
          <a:p>
            <a:pPr algn="ctr" defTabSz="444500">
              <a:lnSpc>
                <a:spcPct val="90000"/>
              </a:lnSpc>
              <a:spcBef>
                <a:spcPct val="0"/>
              </a:spcBef>
              <a:spcAft>
                <a:spcPct val="35000"/>
              </a:spcAft>
            </a:pPr>
            <a:r>
              <a:rPr lang="en-US" sz="900">
                <a:solidFill>
                  <a:schemeClr val="tx1"/>
                </a:solidFill>
              </a:rPr>
              <a:t>COGS (incl. connectivity, backhaul and software licenses)</a:t>
            </a:r>
          </a:p>
        </p:txBody>
      </p:sp>
      <p:sp>
        <p:nvSpPr>
          <p:cNvPr id="124" name="Freeform: Shape 123">
            <a:extLst>
              <a:ext uri="{FF2B5EF4-FFF2-40B4-BE49-F238E27FC236}">
                <a16:creationId xmlns:a16="http://schemas.microsoft.com/office/drawing/2014/main" id="{ACB09CAC-EF7B-7E0A-A35F-FD6675B46953}"/>
              </a:ext>
            </a:extLst>
          </p:cNvPr>
          <p:cNvSpPr/>
          <p:nvPr/>
        </p:nvSpPr>
        <p:spPr>
          <a:xfrm>
            <a:off x="717242" y="4988953"/>
            <a:ext cx="2011680" cy="228600"/>
          </a:xfrm>
          <a:custGeom>
            <a:avLst/>
            <a:gdLst>
              <a:gd name="connsiteX0" fmla="*/ 0 w 1559535"/>
              <a:gd name="connsiteY0" fmla="*/ 59197 h 591974"/>
              <a:gd name="connsiteX1" fmla="*/ 59197 w 1559535"/>
              <a:gd name="connsiteY1" fmla="*/ 0 h 591974"/>
              <a:gd name="connsiteX2" fmla="*/ 1500338 w 1559535"/>
              <a:gd name="connsiteY2" fmla="*/ 0 h 591974"/>
              <a:gd name="connsiteX3" fmla="*/ 1559535 w 1559535"/>
              <a:gd name="connsiteY3" fmla="*/ 59197 h 591974"/>
              <a:gd name="connsiteX4" fmla="*/ 1559535 w 1559535"/>
              <a:gd name="connsiteY4" fmla="*/ 532777 h 591974"/>
              <a:gd name="connsiteX5" fmla="*/ 1500338 w 1559535"/>
              <a:gd name="connsiteY5" fmla="*/ 591974 h 591974"/>
              <a:gd name="connsiteX6" fmla="*/ 59197 w 1559535"/>
              <a:gd name="connsiteY6" fmla="*/ 591974 h 591974"/>
              <a:gd name="connsiteX7" fmla="*/ 0 w 1559535"/>
              <a:gd name="connsiteY7" fmla="*/ 532777 h 591974"/>
              <a:gd name="connsiteX8" fmla="*/ 0 w 1559535"/>
              <a:gd name="connsiteY8" fmla="*/ 59197 h 5919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59535" h="591974">
                <a:moveTo>
                  <a:pt x="0" y="59197"/>
                </a:moveTo>
                <a:cubicBezTo>
                  <a:pt x="0" y="26503"/>
                  <a:pt x="26503" y="0"/>
                  <a:pt x="59197" y="0"/>
                </a:cubicBezTo>
                <a:lnTo>
                  <a:pt x="1500338" y="0"/>
                </a:lnTo>
                <a:cubicBezTo>
                  <a:pt x="1533032" y="0"/>
                  <a:pt x="1559535" y="26503"/>
                  <a:pt x="1559535" y="59197"/>
                </a:cubicBezTo>
                <a:lnTo>
                  <a:pt x="1559535" y="532777"/>
                </a:lnTo>
                <a:cubicBezTo>
                  <a:pt x="1559535" y="565471"/>
                  <a:pt x="1533032" y="591974"/>
                  <a:pt x="1500338" y="591974"/>
                </a:cubicBezTo>
                <a:lnTo>
                  <a:pt x="59197" y="591974"/>
                </a:lnTo>
                <a:cubicBezTo>
                  <a:pt x="26503" y="591974"/>
                  <a:pt x="0" y="565471"/>
                  <a:pt x="0" y="532777"/>
                </a:cubicBezTo>
                <a:lnTo>
                  <a:pt x="0" y="59197"/>
                </a:lnTo>
                <a:close/>
              </a:path>
            </a:pathLst>
          </a:custGeom>
          <a:solidFill>
            <a:schemeClr val="bg1">
              <a:lumMod val="95000"/>
            </a:schemeClr>
          </a:solidFill>
          <a:ln w="25400" cap="flat" cmpd="sng" algn="ctr">
            <a:solidFill>
              <a:sysClr val="window" lastClr="FFFFFF">
                <a:hueOff val="0"/>
                <a:satOff val="0"/>
                <a:lumOff val="0"/>
                <a:alphaOff val="0"/>
              </a:sysClr>
            </a:solid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55438" tIns="55438" rIns="55438" bIns="55438" numCol="1" spcCol="1270" anchor="ctr" anchorCtr="0">
            <a:noAutofit/>
          </a:bodyPr>
          <a:lstStyle/>
          <a:p>
            <a:pPr algn="ctr" defTabSz="444500">
              <a:lnSpc>
                <a:spcPct val="90000"/>
              </a:lnSpc>
              <a:spcBef>
                <a:spcPct val="0"/>
              </a:spcBef>
              <a:spcAft>
                <a:spcPct val="35000"/>
              </a:spcAft>
            </a:pPr>
            <a:r>
              <a:rPr lang="en-US" sz="900" kern="1200">
                <a:solidFill>
                  <a:schemeClr val="tx1"/>
                </a:solidFill>
                <a:ea typeface="+mn-ea"/>
                <a:cs typeface="+mn-cs"/>
              </a:rPr>
              <a:t>Facilities &amp; Real Estate Cost</a:t>
            </a:r>
          </a:p>
        </p:txBody>
      </p:sp>
      <p:sp>
        <p:nvSpPr>
          <p:cNvPr id="125" name="Freeform: Shape 124">
            <a:extLst>
              <a:ext uri="{FF2B5EF4-FFF2-40B4-BE49-F238E27FC236}">
                <a16:creationId xmlns:a16="http://schemas.microsoft.com/office/drawing/2014/main" id="{2CCD8C83-0019-1119-12B6-A3890A907D35}"/>
              </a:ext>
            </a:extLst>
          </p:cNvPr>
          <p:cNvSpPr/>
          <p:nvPr/>
        </p:nvSpPr>
        <p:spPr>
          <a:xfrm>
            <a:off x="717242" y="4661620"/>
            <a:ext cx="2011680" cy="228600"/>
          </a:xfrm>
          <a:custGeom>
            <a:avLst/>
            <a:gdLst>
              <a:gd name="connsiteX0" fmla="*/ 0 w 1563104"/>
              <a:gd name="connsiteY0" fmla="*/ 59197 h 591974"/>
              <a:gd name="connsiteX1" fmla="*/ 59197 w 1563104"/>
              <a:gd name="connsiteY1" fmla="*/ 0 h 591974"/>
              <a:gd name="connsiteX2" fmla="*/ 1503907 w 1563104"/>
              <a:gd name="connsiteY2" fmla="*/ 0 h 591974"/>
              <a:gd name="connsiteX3" fmla="*/ 1563104 w 1563104"/>
              <a:gd name="connsiteY3" fmla="*/ 59197 h 591974"/>
              <a:gd name="connsiteX4" fmla="*/ 1563104 w 1563104"/>
              <a:gd name="connsiteY4" fmla="*/ 532777 h 591974"/>
              <a:gd name="connsiteX5" fmla="*/ 1503907 w 1563104"/>
              <a:gd name="connsiteY5" fmla="*/ 591974 h 591974"/>
              <a:gd name="connsiteX6" fmla="*/ 59197 w 1563104"/>
              <a:gd name="connsiteY6" fmla="*/ 591974 h 591974"/>
              <a:gd name="connsiteX7" fmla="*/ 0 w 1563104"/>
              <a:gd name="connsiteY7" fmla="*/ 532777 h 591974"/>
              <a:gd name="connsiteX8" fmla="*/ 0 w 1563104"/>
              <a:gd name="connsiteY8" fmla="*/ 59197 h 5919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63104" h="591974">
                <a:moveTo>
                  <a:pt x="0" y="59197"/>
                </a:moveTo>
                <a:cubicBezTo>
                  <a:pt x="0" y="26503"/>
                  <a:pt x="26503" y="0"/>
                  <a:pt x="59197" y="0"/>
                </a:cubicBezTo>
                <a:lnTo>
                  <a:pt x="1503907" y="0"/>
                </a:lnTo>
                <a:cubicBezTo>
                  <a:pt x="1536601" y="0"/>
                  <a:pt x="1563104" y="26503"/>
                  <a:pt x="1563104" y="59197"/>
                </a:cubicBezTo>
                <a:lnTo>
                  <a:pt x="1563104" y="532777"/>
                </a:lnTo>
                <a:cubicBezTo>
                  <a:pt x="1563104" y="565471"/>
                  <a:pt x="1536601" y="591974"/>
                  <a:pt x="1503907" y="591974"/>
                </a:cubicBezTo>
                <a:lnTo>
                  <a:pt x="59197" y="591974"/>
                </a:lnTo>
                <a:cubicBezTo>
                  <a:pt x="26503" y="591974"/>
                  <a:pt x="0" y="565471"/>
                  <a:pt x="0" y="532777"/>
                </a:cubicBezTo>
                <a:lnTo>
                  <a:pt x="0" y="59197"/>
                </a:lnTo>
                <a:close/>
              </a:path>
            </a:pathLst>
          </a:custGeom>
          <a:solidFill>
            <a:schemeClr val="bg1">
              <a:lumMod val="95000"/>
            </a:schemeClr>
          </a:solidFill>
          <a:ln w="25400" cap="flat" cmpd="sng" algn="ctr">
            <a:solidFill>
              <a:sysClr val="window" lastClr="FFFFFF">
                <a:hueOff val="0"/>
                <a:satOff val="0"/>
                <a:lumOff val="0"/>
                <a:alphaOff val="0"/>
              </a:sysClr>
            </a:solid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55438" tIns="55438" rIns="55438" bIns="55438" numCol="1" spcCol="1270" anchor="ctr" anchorCtr="0">
            <a:noAutofit/>
          </a:bodyPr>
          <a:lstStyle/>
          <a:p>
            <a:pPr lvl="0" algn="ctr" defTabSz="444500">
              <a:lnSpc>
                <a:spcPct val="90000"/>
              </a:lnSpc>
              <a:spcBef>
                <a:spcPct val="0"/>
              </a:spcBef>
              <a:spcAft>
                <a:spcPct val="35000"/>
              </a:spcAft>
            </a:pPr>
            <a:r>
              <a:rPr lang="en-US" sz="900">
                <a:solidFill>
                  <a:schemeClr val="tx1"/>
                </a:solidFill>
              </a:rPr>
              <a:t>Network Cost</a:t>
            </a:r>
          </a:p>
        </p:txBody>
      </p:sp>
      <p:sp>
        <p:nvSpPr>
          <p:cNvPr id="126" name="Freeform: Shape 125">
            <a:extLst>
              <a:ext uri="{FF2B5EF4-FFF2-40B4-BE49-F238E27FC236}">
                <a16:creationId xmlns:a16="http://schemas.microsoft.com/office/drawing/2014/main" id="{020414B4-C93D-7547-DA58-5BBF708ED8B8}"/>
              </a:ext>
            </a:extLst>
          </p:cNvPr>
          <p:cNvSpPr/>
          <p:nvPr/>
        </p:nvSpPr>
        <p:spPr>
          <a:xfrm>
            <a:off x="717242" y="4006954"/>
            <a:ext cx="2011680" cy="228600"/>
          </a:xfrm>
          <a:custGeom>
            <a:avLst/>
            <a:gdLst>
              <a:gd name="connsiteX0" fmla="*/ 0 w 1559535"/>
              <a:gd name="connsiteY0" fmla="*/ 59197 h 591974"/>
              <a:gd name="connsiteX1" fmla="*/ 59197 w 1559535"/>
              <a:gd name="connsiteY1" fmla="*/ 0 h 591974"/>
              <a:gd name="connsiteX2" fmla="*/ 1500338 w 1559535"/>
              <a:gd name="connsiteY2" fmla="*/ 0 h 591974"/>
              <a:gd name="connsiteX3" fmla="*/ 1559535 w 1559535"/>
              <a:gd name="connsiteY3" fmla="*/ 59197 h 591974"/>
              <a:gd name="connsiteX4" fmla="*/ 1559535 w 1559535"/>
              <a:gd name="connsiteY4" fmla="*/ 532777 h 591974"/>
              <a:gd name="connsiteX5" fmla="*/ 1500338 w 1559535"/>
              <a:gd name="connsiteY5" fmla="*/ 591974 h 591974"/>
              <a:gd name="connsiteX6" fmla="*/ 59197 w 1559535"/>
              <a:gd name="connsiteY6" fmla="*/ 591974 h 591974"/>
              <a:gd name="connsiteX7" fmla="*/ 0 w 1559535"/>
              <a:gd name="connsiteY7" fmla="*/ 532777 h 591974"/>
              <a:gd name="connsiteX8" fmla="*/ 0 w 1559535"/>
              <a:gd name="connsiteY8" fmla="*/ 59197 h 5919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59535" h="591974">
                <a:moveTo>
                  <a:pt x="0" y="59197"/>
                </a:moveTo>
                <a:cubicBezTo>
                  <a:pt x="0" y="26503"/>
                  <a:pt x="26503" y="0"/>
                  <a:pt x="59197" y="0"/>
                </a:cubicBezTo>
                <a:lnTo>
                  <a:pt x="1500338" y="0"/>
                </a:lnTo>
                <a:cubicBezTo>
                  <a:pt x="1533032" y="0"/>
                  <a:pt x="1559535" y="26503"/>
                  <a:pt x="1559535" y="59197"/>
                </a:cubicBezTo>
                <a:lnTo>
                  <a:pt x="1559535" y="532777"/>
                </a:lnTo>
                <a:cubicBezTo>
                  <a:pt x="1559535" y="565471"/>
                  <a:pt x="1533032" y="591974"/>
                  <a:pt x="1500338" y="591974"/>
                </a:cubicBezTo>
                <a:lnTo>
                  <a:pt x="59197" y="591974"/>
                </a:lnTo>
                <a:cubicBezTo>
                  <a:pt x="26503" y="591974"/>
                  <a:pt x="0" y="565471"/>
                  <a:pt x="0" y="532777"/>
                </a:cubicBezTo>
                <a:lnTo>
                  <a:pt x="0" y="59197"/>
                </a:lnTo>
                <a:close/>
              </a:path>
            </a:pathLst>
          </a:custGeom>
          <a:solidFill>
            <a:schemeClr val="bg1">
              <a:lumMod val="95000"/>
            </a:schemeClr>
          </a:solidFill>
          <a:ln w="25400" cap="flat" cmpd="sng" algn="ctr">
            <a:solidFill>
              <a:sysClr val="window" lastClr="FFFFFF">
                <a:hueOff val="0"/>
                <a:satOff val="0"/>
                <a:lumOff val="0"/>
                <a:alphaOff val="0"/>
              </a:sysClr>
            </a:solid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55438" tIns="55438" rIns="55438" bIns="55438" numCol="1" spcCol="1270" anchor="ctr" anchorCtr="0">
            <a:noAutofit/>
          </a:bodyPr>
          <a:lstStyle/>
          <a:p>
            <a:pPr marL="0" lvl="0" indent="0" algn="ctr" defTabSz="444500">
              <a:lnSpc>
                <a:spcPct val="90000"/>
              </a:lnSpc>
              <a:spcBef>
                <a:spcPct val="0"/>
              </a:spcBef>
              <a:spcAft>
                <a:spcPct val="35000"/>
              </a:spcAft>
              <a:buNone/>
            </a:pPr>
            <a:r>
              <a:rPr lang="en-US" sz="900" kern="1200">
                <a:solidFill>
                  <a:schemeClr val="tx1"/>
                </a:solidFill>
                <a:ea typeface="+mn-ea"/>
                <a:cs typeface="+mn-cs"/>
              </a:rPr>
              <a:t>Labor &amp; Benefits Cost</a:t>
            </a:r>
          </a:p>
        </p:txBody>
      </p:sp>
      <p:sp>
        <p:nvSpPr>
          <p:cNvPr id="127" name="Oval 126">
            <a:extLst>
              <a:ext uri="{FF2B5EF4-FFF2-40B4-BE49-F238E27FC236}">
                <a16:creationId xmlns:a16="http://schemas.microsoft.com/office/drawing/2014/main" id="{E8BF533E-E01E-B0CB-0DFF-04A308E4ED6F}"/>
              </a:ext>
            </a:extLst>
          </p:cNvPr>
          <p:cNvSpPr/>
          <p:nvPr/>
        </p:nvSpPr>
        <p:spPr>
          <a:xfrm>
            <a:off x="629070" y="4029814"/>
            <a:ext cx="182880" cy="182880"/>
          </a:xfrm>
          <a:prstGeom prst="ellipse">
            <a:avLst/>
          </a:prstGeom>
          <a:solidFill>
            <a:srgbClr val="1983A9"/>
          </a:solidFill>
          <a:ln w="12700">
            <a:solidFill>
              <a:schemeClr val="bg1"/>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IN" sz="800">
                <a:solidFill>
                  <a:schemeClr val="tx1"/>
                </a:solidFill>
              </a:rPr>
              <a:t>1</a:t>
            </a:r>
          </a:p>
        </p:txBody>
      </p:sp>
      <p:sp>
        <p:nvSpPr>
          <p:cNvPr id="128" name="Oval 127">
            <a:extLst>
              <a:ext uri="{FF2B5EF4-FFF2-40B4-BE49-F238E27FC236}">
                <a16:creationId xmlns:a16="http://schemas.microsoft.com/office/drawing/2014/main" id="{37AE4622-5C27-14B6-EADC-D394106BAF9E}"/>
              </a:ext>
            </a:extLst>
          </p:cNvPr>
          <p:cNvSpPr/>
          <p:nvPr/>
        </p:nvSpPr>
        <p:spPr>
          <a:xfrm>
            <a:off x="629070" y="4357147"/>
            <a:ext cx="182880" cy="182880"/>
          </a:xfrm>
          <a:prstGeom prst="ellipse">
            <a:avLst/>
          </a:prstGeom>
          <a:solidFill>
            <a:srgbClr val="1983A9"/>
          </a:solidFill>
          <a:ln w="12700">
            <a:solidFill>
              <a:schemeClr val="bg1"/>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IN" sz="800">
                <a:solidFill>
                  <a:schemeClr val="tx1"/>
                </a:solidFill>
              </a:rPr>
              <a:t>2</a:t>
            </a:r>
          </a:p>
        </p:txBody>
      </p:sp>
      <p:sp>
        <p:nvSpPr>
          <p:cNvPr id="129" name="Oval 128">
            <a:extLst>
              <a:ext uri="{FF2B5EF4-FFF2-40B4-BE49-F238E27FC236}">
                <a16:creationId xmlns:a16="http://schemas.microsoft.com/office/drawing/2014/main" id="{13EA066C-9936-C3D0-6003-E8DD93689A7F}"/>
              </a:ext>
            </a:extLst>
          </p:cNvPr>
          <p:cNvSpPr/>
          <p:nvPr/>
        </p:nvSpPr>
        <p:spPr>
          <a:xfrm>
            <a:off x="629070" y="4684480"/>
            <a:ext cx="182880" cy="182880"/>
          </a:xfrm>
          <a:prstGeom prst="ellipse">
            <a:avLst/>
          </a:prstGeom>
          <a:solidFill>
            <a:srgbClr val="1983A9"/>
          </a:solidFill>
          <a:ln w="12700">
            <a:solidFill>
              <a:schemeClr val="bg1"/>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IN" sz="800">
                <a:solidFill>
                  <a:schemeClr val="tx1"/>
                </a:solidFill>
              </a:rPr>
              <a:t>3</a:t>
            </a:r>
          </a:p>
        </p:txBody>
      </p:sp>
      <p:sp>
        <p:nvSpPr>
          <p:cNvPr id="131" name="Freeform: Shape 130">
            <a:extLst>
              <a:ext uri="{FF2B5EF4-FFF2-40B4-BE49-F238E27FC236}">
                <a16:creationId xmlns:a16="http://schemas.microsoft.com/office/drawing/2014/main" id="{72F63EF7-24A3-3292-05C5-FEB23DEC2015}"/>
              </a:ext>
            </a:extLst>
          </p:cNvPr>
          <p:cNvSpPr/>
          <p:nvPr/>
        </p:nvSpPr>
        <p:spPr>
          <a:xfrm>
            <a:off x="717242" y="5316286"/>
            <a:ext cx="2011680" cy="228600"/>
          </a:xfrm>
          <a:custGeom>
            <a:avLst/>
            <a:gdLst>
              <a:gd name="connsiteX0" fmla="*/ 0 w 1563104"/>
              <a:gd name="connsiteY0" fmla="*/ 59197 h 591974"/>
              <a:gd name="connsiteX1" fmla="*/ 59197 w 1563104"/>
              <a:gd name="connsiteY1" fmla="*/ 0 h 591974"/>
              <a:gd name="connsiteX2" fmla="*/ 1503907 w 1563104"/>
              <a:gd name="connsiteY2" fmla="*/ 0 h 591974"/>
              <a:gd name="connsiteX3" fmla="*/ 1563104 w 1563104"/>
              <a:gd name="connsiteY3" fmla="*/ 59197 h 591974"/>
              <a:gd name="connsiteX4" fmla="*/ 1563104 w 1563104"/>
              <a:gd name="connsiteY4" fmla="*/ 532777 h 591974"/>
              <a:gd name="connsiteX5" fmla="*/ 1503907 w 1563104"/>
              <a:gd name="connsiteY5" fmla="*/ 591974 h 591974"/>
              <a:gd name="connsiteX6" fmla="*/ 59197 w 1563104"/>
              <a:gd name="connsiteY6" fmla="*/ 591974 h 591974"/>
              <a:gd name="connsiteX7" fmla="*/ 0 w 1563104"/>
              <a:gd name="connsiteY7" fmla="*/ 532777 h 591974"/>
              <a:gd name="connsiteX8" fmla="*/ 0 w 1563104"/>
              <a:gd name="connsiteY8" fmla="*/ 59197 h 5919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63104" h="591974">
                <a:moveTo>
                  <a:pt x="0" y="59197"/>
                </a:moveTo>
                <a:cubicBezTo>
                  <a:pt x="0" y="26503"/>
                  <a:pt x="26503" y="0"/>
                  <a:pt x="59197" y="0"/>
                </a:cubicBezTo>
                <a:lnTo>
                  <a:pt x="1503907" y="0"/>
                </a:lnTo>
                <a:cubicBezTo>
                  <a:pt x="1536601" y="0"/>
                  <a:pt x="1563104" y="26503"/>
                  <a:pt x="1563104" y="59197"/>
                </a:cubicBezTo>
                <a:lnTo>
                  <a:pt x="1563104" y="532777"/>
                </a:lnTo>
                <a:cubicBezTo>
                  <a:pt x="1563104" y="565471"/>
                  <a:pt x="1536601" y="591974"/>
                  <a:pt x="1503907" y="591974"/>
                </a:cubicBezTo>
                <a:lnTo>
                  <a:pt x="59197" y="591974"/>
                </a:lnTo>
                <a:cubicBezTo>
                  <a:pt x="26503" y="591974"/>
                  <a:pt x="0" y="565471"/>
                  <a:pt x="0" y="532777"/>
                </a:cubicBezTo>
                <a:lnTo>
                  <a:pt x="0" y="59197"/>
                </a:lnTo>
                <a:close/>
              </a:path>
            </a:pathLst>
          </a:custGeom>
          <a:solidFill>
            <a:schemeClr val="bg1">
              <a:lumMod val="95000"/>
            </a:schemeClr>
          </a:solidFill>
          <a:ln w="25400" cap="flat" cmpd="sng" algn="ctr">
            <a:solidFill>
              <a:sysClr val="window" lastClr="FFFFFF">
                <a:hueOff val="0"/>
                <a:satOff val="0"/>
                <a:lumOff val="0"/>
                <a:alphaOff val="0"/>
              </a:sysClr>
            </a:solid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55438" tIns="55438" rIns="55438" bIns="55438" numCol="1" spcCol="1270" anchor="ctr" anchorCtr="0">
            <a:noAutofit/>
          </a:bodyPr>
          <a:lstStyle/>
          <a:p>
            <a:pPr lvl="0" algn="ctr" defTabSz="444500">
              <a:lnSpc>
                <a:spcPct val="90000"/>
              </a:lnSpc>
              <a:spcBef>
                <a:spcPct val="0"/>
              </a:spcBef>
              <a:spcAft>
                <a:spcPct val="35000"/>
              </a:spcAft>
            </a:pPr>
            <a:r>
              <a:rPr lang="en-US" sz="900" kern="1200">
                <a:solidFill>
                  <a:schemeClr val="tx1"/>
                </a:solidFill>
                <a:ea typeface="+mn-ea"/>
                <a:cs typeface="+mn-cs"/>
              </a:rPr>
              <a:t>Professional Fees &amp; IT</a:t>
            </a:r>
          </a:p>
        </p:txBody>
      </p:sp>
      <p:sp>
        <p:nvSpPr>
          <p:cNvPr id="134" name="Oval 133">
            <a:extLst>
              <a:ext uri="{FF2B5EF4-FFF2-40B4-BE49-F238E27FC236}">
                <a16:creationId xmlns:a16="http://schemas.microsoft.com/office/drawing/2014/main" id="{CAD7EF84-F047-28ED-B1F7-4FC3ECB4A62A}"/>
              </a:ext>
            </a:extLst>
          </p:cNvPr>
          <p:cNvSpPr/>
          <p:nvPr/>
        </p:nvSpPr>
        <p:spPr>
          <a:xfrm>
            <a:off x="629070" y="5011813"/>
            <a:ext cx="182880" cy="182880"/>
          </a:xfrm>
          <a:prstGeom prst="ellipse">
            <a:avLst/>
          </a:prstGeom>
          <a:solidFill>
            <a:srgbClr val="1983A9"/>
          </a:solidFill>
          <a:ln w="12700">
            <a:solidFill>
              <a:schemeClr val="bg1"/>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IN" sz="800">
                <a:solidFill>
                  <a:schemeClr val="tx1"/>
                </a:solidFill>
              </a:rPr>
              <a:t>4</a:t>
            </a:r>
          </a:p>
        </p:txBody>
      </p:sp>
      <p:sp>
        <p:nvSpPr>
          <p:cNvPr id="135" name="Oval 134">
            <a:extLst>
              <a:ext uri="{FF2B5EF4-FFF2-40B4-BE49-F238E27FC236}">
                <a16:creationId xmlns:a16="http://schemas.microsoft.com/office/drawing/2014/main" id="{F2BF316C-D826-FD85-01C8-93FC26B00F6D}"/>
              </a:ext>
            </a:extLst>
          </p:cNvPr>
          <p:cNvSpPr/>
          <p:nvPr/>
        </p:nvSpPr>
        <p:spPr>
          <a:xfrm>
            <a:off x="629070" y="5339146"/>
            <a:ext cx="182880" cy="182880"/>
          </a:xfrm>
          <a:prstGeom prst="ellipse">
            <a:avLst/>
          </a:prstGeom>
          <a:solidFill>
            <a:srgbClr val="1983A9"/>
          </a:solidFill>
          <a:ln w="12700">
            <a:solidFill>
              <a:schemeClr val="bg1"/>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IN" sz="800">
                <a:solidFill>
                  <a:schemeClr val="tx1"/>
                </a:solidFill>
              </a:rPr>
              <a:t>5</a:t>
            </a:r>
          </a:p>
        </p:txBody>
      </p:sp>
      <p:sp>
        <p:nvSpPr>
          <p:cNvPr id="136" name="Freeform: Shape 135">
            <a:extLst>
              <a:ext uri="{FF2B5EF4-FFF2-40B4-BE49-F238E27FC236}">
                <a16:creationId xmlns:a16="http://schemas.microsoft.com/office/drawing/2014/main" id="{F99A1897-61E8-570D-1AA3-F654689A347D}"/>
              </a:ext>
            </a:extLst>
          </p:cNvPr>
          <p:cNvSpPr/>
          <p:nvPr/>
        </p:nvSpPr>
        <p:spPr>
          <a:xfrm>
            <a:off x="717242" y="5643617"/>
            <a:ext cx="2011680" cy="228600"/>
          </a:xfrm>
          <a:custGeom>
            <a:avLst/>
            <a:gdLst>
              <a:gd name="connsiteX0" fmla="*/ 0 w 1563104"/>
              <a:gd name="connsiteY0" fmla="*/ 59197 h 591974"/>
              <a:gd name="connsiteX1" fmla="*/ 59197 w 1563104"/>
              <a:gd name="connsiteY1" fmla="*/ 0 h 591974"/>
              <a:gd name="connsiteX2" fmla="*/ 1503907 w 1563104"/>
              <a:gd name="connsiteY2" fmla="*/ 0 h 591974"/>
              <a:gd name="connsiteX3" fmla="*/ 1563104 w 1563104"/>
              <a:gd name="connsiteY3" fmla="*/ 59197 h 591974"/>
              <a:gd name="connsiteX4" fmla="*/ 1563104 w 1563104"/>
              <a:gd name="connsiteY4" fmla="*/ 532777 h 591974"/>
              <a:gd name="connsiteX5" fmla="*/ 1503907 w 1563104"/>
              <a:gd name="connsiteY5" fmla="*/ 591974 h 591974"/>
              <a:gd name="connsiteX6" fmla="*/ 59197 w 1563104"/>
              <a:gd name="connsiteY6" fmla="*/ 591974 h 591974"/>
              <a:gd name="connsiteX7" fmla="*/ 0 w 1563104"/>
              <a:gd name="connsiteY7" fmla="*/ 532777 h 591974"/>
              <a:gd name="connsiteX8" fmla="*/ 0 w 1563104"/>
              <a:gd name="connsiteY8" fmla="*/ 59197 h 5919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63104" h="591974">
                <a:moveTo>
                  <a:pt x="0" y="59197"/>
                </a:moveTo>
                <a:cubicBezTo>
                  <a:pt x="0" y="26503"/>
                  <a:pt x="26503" y="0"/>
                  <a:pt x="59197" y="0"/>
                </a:cubicBezTo>
                <a:lnTo>
                  <a:pt x="1503907" y="0"/>
                </a:lnTo>
                <a:cubicBezTo>
                  <a:pt x="1536601" y="0"/>
                  <a:pt x="1563104" y="26503"/>
                  <a:pt x="1563104" y="59197"/>
                </a:cubicBezTo>
                <a:lnTo>
                  <a:pt x="1563104" y="532777"/>
                </a:lnTo>
                <a:cubicBezTo>
                  <a:pt x="1563104" y="565471"/>
                  <a:pt x="1536601" y="591974"/>
                  <a:pt x="1503907" y="591974"/>
                </a:cubicBezTo>
                <a:lnTo>
                  <a:pt x="59197" y="591974"/>
                </a:lnTo>
                <a:cubicBezTo>
                  <a:pt x="26503" y="591974"/>
                  <a:pt x="0" y="565471"/>
                  <a:pt x="0" y="532777"/>
                </a:cubicBezTo>
                <a:lnTo>
                  <a:pt x="0" y="59197"/>
                </a:lnTo>
                <a:close/>
              </a:path>
            </a:pathLst>
          </a:custGeom>
          <a:solidFill>
            <a:schemeClr val="bg1">
              <a:lumMod val="95000"/>
            </a:schemeClr>
          </a:solidFill>
          <a:ln w="25400" cap="flat" cmpd="sng" algn="ctr">
            <a:solidFill>
              <a:sysClr val="window" lastClr="FFFFFF">
                <a:hueOff val="0"/>
                <a:satOff val="0"/>
                <a:lumOff val="0"/>
                <a:alphaOff val="0"/>
              </a:sysClr>
            </a:solid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55438" tIns="55438" rIns="55438" bIns="55438" numCol="1" spcCol="1270" anchor="ctr" anchorCtr="0">
            <a:noAutofit/>
          </a:bodyPr>
          <a:lstStyle/>
          <a:p>
            <a:pPr lvl="0" algn="ctr" defTabSz="444500">
              <a:lnSpc>
                <a:spcPct val="90000"/>
              </a:lnSpc>
              <a:spcBef>
                <a:spcPct val="0"/>
              </a:spcBef>
              <a:spcAft>
                <a:spcPct val="35000"/>
              </a:spcAft>
            </a:pPr>
            <a:r>
              <a:rPr lang="en-US" sz="1000" kern="1200">
                <a:solidFill>
                  <a:schemeClr val="tx1"/>
                </a:solidFill>
                <a:ea typeface="+mn-ea"/>
                <a:cs typeface="+mn-cs"/>
              </a:rPr>
              <a:t>Capex</a:t>
            </a:r>
          </a:p>
        </p:txBody>
      </p:sp>
      <p:sp>
        <p:nvSpPr>
          <p:cNvPr id="137" name="Oval 136">
            <a:extLst>
              <a:ext uri="{FF2B5EF4-FFF2-40B4-BE49-F238E27FC236}">
                <a16:creationId xmlns:a16="http://schemas.microsoft.com/office/drawing/2014/main" id="{C5E3D8BC-AEF5-0112-6D19-C691BA923079}"/>
              </a:ext>
            </a:extLst>
          </p:cNvPr>
          <p:cNvSpPr/>
          <p:nvPr/>
        </p:nvSpPr>
        <p:spPr>
          <a:xfrm>
            <a:off x="629070" y="5666477"/>
            <a:ext cx="182880" cy="182880"/>
          </a:xfrm>
          <a:prstGeom prst="ellipse">
            <a:avLst/>
          </a:prstGeom>
          <a:solidFill>
            <a:srgbClr val="1983A9"/>
          </a:solidFill>
          <a:ln w="12700">
            <a:solidFill>
              <a:schemeClr val="bg1"/>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IN" sz="800">
                <a:solidFill>
                  <a:schemeClr val="tx1"/>
                </a:solidFill>
              </a:rPr>
              <a:t>6</a:t>
            </a:r>
          </a:p>
        </p:txBody>
      </p:sp>
      <p:sp>
        <p:nvSpPr>
          <p:cNvPr id="141" name="Freeform: Shape 140">
            <a:extLst>
              <a:ext uri="{FF2B5EF4-FFF2-40B4-BE49-F238E27FC236}">
                <a16:creationId xmlns:a16="http://schemas.microsoft.com/office/drawing/2014/main" id="{C860353E-B098-AAFF-C074-ED1BEA49CEFE}"/>
              </a:ext>
            </a:extLst>
          </p:cNvPr>
          <p:cNvSpPr/>
          <p:nvPr/>
        </p:nvSpPr>
        <p:spPr>
          <a:xfrm>
            <a:off x="717242" y="5970948"/>
            <a:ext cx="2011680" cy="228600"/>
          </a:xfrm>
          <a:custGeom>
            <a:avLst/>
            <a:gdLst>
              <a:gd name="connsiteX0" fmla="*/ 0 w 1563104"/>
              <a:gd name="connsiteY0" fmla="*/ 59197 h 591974"/>
              <a:gd name="connsiteX1" fmla="*/ 59197 w 1563104"/>
              <a:gd name="connsiteY1" fmla="*/ 0 h 591974"/>
              <a:gd name="connsiteX2" fmla="*/ 1503907 w 1563104"/>
              <a:gd name="connsiteY2" fmla="*/ 0 h 591974"/>
              <a:gd name="connsiteX3" fmla="*/ 1563104 w 1563104"/>
              <a:gd name="connsiteY3" fmla="*/ 59197 h 591974"/>
              <a:gd name="connsiteX4" fmla="*/ 1563104 w 1563104"/>
              <a:gd name="connsiteY4" fmla="*/ 532777 h 591974"/>
              <a:gd name="connsiteX5" fmla="*/ 1503907 w 1563104"/>
              <a:gd name="connsiteY5" fmla="*/ 591974 h 591974"/>
              <a:gd name="connsiteX6" fmla="*/ 59197 w 1563104"/>
              <a:gd name="connsiteY6" fmla="*/ 591974 h 591974"/>
              <a:gd name="connsiteX7" fmla="*/ 0 w 1563104"/>
              <a:gd name="connsiteY7" fmla="*/ 532777 h 591974"/>
              <a:gd name="connsiteX8" fmla="*/ 0 w 1563104"/>
              <a:gd name="connsiteY8" fmla="*/ 59197 h 5919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63104" h="591974">
                <a:moveTo>
                  <a:pt x="0" y="59197"/>
                </a:moveTo>
                <a:cubicBezTo>
                  <a:pt x="0" y="26503"/>
                  <a:pt x="26503" y="0"/>
                  <a:pt x="59197" y="0"/>
                </a:cubicBezTo>
                <a:lnTo>
                  <a:pt x="1503907" y="0"/>
                </a:lnTo>
                <a:cubicBezTo>
                  <a:pt x="1536601" y="0"/>
                  <a:pt x="1563104" y="26503"/>
                  <a:pt x="1563104" y="59197"/>
                </a:cubicBezTo>
                <a:lnTo>
                  <a:pt x="1563104" y="532777"/>
                </a:lnTo>
                <a:cubicBezTo>
                  <a:pt x="1563104" y="565471"/>
                  <a:pt x="1536601" y="591974"/>
                  <a:pt x="1503907" y="591974"/>
                </a:cubicBezTo>
                <a:lnTo>
                  <a:pt x="59197" y="591974"/>
                </a:lnTo>
                <a:cubicBezTo>
                  <a:pt x="26503" y="591974"/>
                  <a:pt x="0" y="565471"/>
                  <a:pt x="0" y="532777"/>
                </a:cubicBezTo>
                <a:lnTo>
                  <a:pt x="0" y="59197"/>
                </a:lnTo>
                <a:close/>
              </a:path>
            </a:pathLst>
          </a:custGeom>
          <a:solidFill>
            <a:schemeClr val="bg1">
              <a:lumMod val="95000"/>
            </a:schemeClr>
          </a:solidFill>
          <a:ln w="25400" cap="flat" cmpd="sng" algn="ctr">
            <a:solidFill>
              <a:sysClr val="window" lastClr="FFFFFF">
                <a:hueOff val="0"/>
                <a:satOff val="0"/>
                <a:lumOff val="0"/>
                <a:alphaOff val="0"/>
              </a:sysClr>
            </a:solid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55438" tIns="55438" rIns="55438" bIns="55438" numCol="1" spcCol="1270" anchor="ctr" anchorCtr="0">
            <a:noAutofit/>
          </a:bodyPr>
          <a:lstStyle/>
          <a:p>
            <a:pPr lvl="0" algn="ctr" defTabSz="444500">
              <a:lnSpc>
                <a:spcPct val="90000"/>
              </a:lnSpc>
              <a:spcBef>
                <a:spcPct val="0"/>
              </a:spcBef>
              <a:spcAft>
                <a:spcPct val="35000"/>
              </a:spcAft>
            </a:pPr>
            <a:r>
              <a:rPr lang="en-US" sz="1000" kern="1200">
                <a:solidFill>
                  <a:schemeClr val="tx1"/>
                </a:solidFill>
                <a:ea typeface="+mn-ea"/>
                <a:cs typeface="+mn-cs"/>
              </a:rPr>
              <a:t>Other expenses………….</a:t>
            </a:r>
          </a:p>
        </p:txBody>
      </p:sp>
      <p:sp>
        <p:nvSpPr>
          <p:cNvPr id="142" name="Oval 141">
            <a:extLst>
              <a:ext uri="{FF2B5EF4-FFF2-40B4-BE49-F238E27FC236}">
                <a16:creationId xmlns:a16="http://schemas.microsoft.com/office/drawing/2014/main" id="{410A3211-806C-E5F2-953B-33A6666168FA}"/>
              </a:ext>
            </a:extLst>
          </p:cNvPr>
          <p:cNvSpPr/>
          <p:nvPr/>
        </p:nvSpPr>
        <p:spPr>
          <a:xfrm>
            <a:off x="629070" y="5993808"/>
            <a:ext cx="182880" cy="182880"/>
          </a:xfrm>
          <a:prstGeom prst="ellipse">
            <a:avLst/>
          </a:prstGeom>
          <a:solidFill>
            <a:srgbClr val="1983A9"/>
          </a:solidFill>
          <a:ln w="12700">
            <a:solidFill>
              <a:schemeClr val="bg1"/>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IN" sz="800">
                <a:solidFill>
                  <a:schemeClr val="tx1"/>
                </a:solidFill>
              </a:rPr>
              <a:t>7</a:t>
            </a:r>
          </a:p>
        </p:txBody>
      </p:sp>
      <p:cxnSp>
        <p:nvCxnSpPr>
          <p:cNvPr id="143" name="Straight Arrow Connector 142">
            <a:extLst>
              <a:ext uri="{FF2B5EF4-FFF2-40B4-BE49-F238E27FC236}">
                <a16:creationId xmlns:a16="http://schemas.microsoft.com/office/drawing/2014/main" id="{14280087-B0F8-6128-DB0E-592D9C58DE31}"/>
              </a:ext>
            </a:extLst>
          </p:cNvPr>
          <p:cNvCxnSpPr>
            <a:cxnSpLocks/>
          </p:cNvCxnSpPr>
          <p:nvPr/>
        </p:nvCxnSpPr>
        <p:spPr>
          <a:xfrm>
            <a:off x="7427493" y="4112492"/>
            <a:ext cx="1280160" cy="0"/>
          </a:xfrm>
          <a:prstGeom prst="straightConnector1">
            <a:avLst/>
          </a:prstGeom>
          <a:noFill/>
          <a:ln w="9525" cap="flat" cmpd="sng" algn="ctr">
            <a:solidFill>
              <a:schemeClr val="tx1">
                <a:lumMod val="50000"/>
                <a:lumOff val="50000"/>
              </a:schemeClr>
            </a:solidFill>
            <a:prstDash val="solid"/>
            <a:tailEnd type="triangle"/>
          </a:ln>
          <a:effectLst/>
        </p:spPr>
      </p:cxnSp>
      <p:grpSp>
        <p:nvGrpSpPr>
          <p:cNvPr id="144" name="Group 148">
            <a:extLst>
              <a:ext uri="{FF2B5EF4-FFF2-40B4-BE49-F238E27FC236}">
                <a16:creationId xmlns:a16="http://schemas.microsoft.com/office/drawing/2014/main" id="{90D9436F-A749-0E80-3C28-4A9D4768EB53}"/>
              </a:ext>
            </a:extLst>
          </p:cNvPr>
          <p:cNvGrpSpPr/>
          <p:nvPr/>
        </p:nvGrpSpPr>
        <p:grpSpPr>
          <a:xfrm>
            <a:off x="3547930" y="2952115"/>
            <a:ext cx="5264106" cy="2320755"/>
            <a:chOff x="362779" y="2499361"/>
            <a:chExt cx="4426935" cy="2690948"/>
          </a:xfrm>
          <a:solidFill>
            <a:schemeClr val="accent1">
              <a:lumMod val="75000"/>
            </a:schemeClr>
          </a:solidFill>
        </p:grpSpPr>
        <p:sp>
          <p:nvSpPr>
            <p:cNvPr id="145" name="Freeform 46">
              <a:extLst>
                <a:ext uri="{FF2B5EF4-FFF2-40B4-BE49-F238E27FC236}">
                  <a16:creationId xmlns:a16="http://schemas.microsoft.com/office/drawing/2014/main" id="{2D4B7F7F-EB4C-12AF-2769-21179832819B}"/>
                </a:ext>
              </a:extLst>
            </p:cNvPr>
            <p:cNvSpPr>
              <a:spLocks/>
            </p:cNvSpPr>
            <p:nvPr>
              <p:custDataLst>
                <p:tags r:id="rId1"/>
              </p:custDataLst>
            </p:nvPr>
          </p:nvSpPr>
          <p:spPr bwMode="auto">
            <a:xfrm>
              <a:off x="660842" y="2499361"/>
              <a:ext cx="4128872" cy="2690948"/>
            </a:xfrm>
            <a:custGeom>
              <a:avLst/>
              <a:gdLst>
                <a:gd name="connsiteX0" fmla="*/ 0 w 10000"/>
                <a:gd name="connsiteY0" fmla="*/ 0 h 10000"/>
                <a:gd name="connsiteX1" fmla="*/ 4999 w 10000"/>
                <a:gd name="connsiteY1" fmla="*/ 3268 h 10000"/>
                <a:gd name="connsiteX2" fmla="*/ 5804 w 10000"/>
                <a:gd name="connsiteY2" fmla="*/ 0 h 10000"/>
                <a:gd name="connsiteX3" fmla="*/ 6607 w 10000"/>
                <a:gd name="connsiteY3" fmla="*/ 0 h 10000"/>
                <a:gd name="connsiteX4" fmla="*/ 5804 w 10000"/>
                <a:gd name="connsiteY4" fmla="*/ 3268 h 10000"/>
                <a:gd name="connsiteX5" fmla="*/ 10000 w 10000"/>
                <a:gd name="connsiteY5" fmla="*/ 6732 h 10000"/>
                <a:gd name="connsiteX6" fmla="*/ 5804 w 10000"/>
                <a:gd name="connsiteY6" fmla="*/ 6732 h 10000"/>
                <a:gd name="connsiteX7" fmla="*/ 6607 w 10000"/>
                <a:gd name="connsiteY7" fmla="*/ 10000 h 10000"/>
                <a:gd name="connsiteX8" fmla="*/ 5804 w 10000"/>
                <a:gd name="connsiteY8" fmla="*/ 10000 h 10000"/>
                <a:gd name="connsiteX9" fmla="*/ 4999 w 10000"/>
                <a:gd name="connsiteY9" fmla="*/ 6732 h 10000"/>
                <a:gd name="connsiteX10" fmla="*/ 0 w 10000"/>
                <a:gd name="connsiteY10" fmla="*/ 10000 h 10000"/>
                <a:gd name="connsiteX11" fmla="*/ 0 w 10000"/>
                <a:gd name="connsiteY11" fmla="*/ 0 h 10000"/>
                <a:gd name="connsiteX0" fmla="*/ 0 w 6607"/>
                <a:gd name="connsiteY0" fmla="*/ 0 h 10000"/>
                <a:gd name="connsiteX1" fmla="*/ 4999 w 6607"/>
                <a:gd name="connsiteY1" fmla="*/ 3268 h 10000"/>
                <a:gd name="connsiteX2" fmla="*/ 5804 w 6607"/>
                <a:gd name="connsiteY2" fmla="*/ 0 h 10000"/>
                <a:gd name="connsiteX3" fmla="*/ 6607 w 6607"/>
                <a:gd name="connsiteY3" fmla="*/ 0 h 10000"/>
                <a:gd name="connsiteX4" fmla="*/ 5804 w 6607"/>
                <a:gd name="connsiteY4" fmla="*/ 3268 h 10000"/>
                <a:gd name="connsiteX5" fmla="*/ 5804 w 6607"/>
                <a:gd name="connsiteY5" fmla="*/ 6732 h 10000"/>
                <a:gd name="connsiteX6" fmla="*/ 6607 w 6607"/>
                <a:gd name="connsiteY6" fmla="*/ 10000 h 10000"/>
                <a:gd name="connsiteX7" fmla="*/ 5804 w 6607"/>
                <a:gd name="connsiteY7" fmla="*/ 10000 h 10000"/>
                <a:gd name="connsiteX8" fmla="*/ 4999 w 6607"/>
                <a:gd name="connsiteY8" fmla="*/ 6732 h 10000"/>
                <a:gd name="connsiteX9" fmla="*/ 0 w 6607"/>
                <a:gd name="connsiteY9" fmla="*/ 10000 h 10000"/>
                <a:gd name="connsiteX10" fmla="*/ 0 w 6607"/>
                <a:gd name="connsiteY10" fmla="*/ 0 h 10000"/>
                <a:gd name="connsiteX0" fmla="*/ 0 w 10000"/>
                <a:gd name="connsiteY0" fmla="*/ 0 h 10000"/>
                <a:gd name="connsiteX1" fmla="*/ 7566 w 10000"/>
                <a:gd name="connsiteY1" fmla="*/ 3268 h 10000"/>
                <a:gd name="connsiteX2" fmla="*/ 8785 w 10000"/>
                <a:gd name="connsiteY2" fmla="*/ 0 h 10000"/>
                <a:gd name="connsiteX3" fmla="*/ 10000 w 10000"/>
                <a:gd name="connsiteY3" fmla="*/ 0 h 10000"/>
                <a:gd name="connsiteX4" fmla="*/ 8785 w 10000"/>
                <a:gd name="connsiteY4" fmla="*/ 3268 h 10000"/>
                <a:gd name="connsiteX5" fmla="*/ 8785 w 10000"/>
                <a:gd name="connsiteY5" fmla="*/ 6732 h 10000"/>
                <a:gd name="connsiteX6" fmla="*/ 8785 w 10000"/>
                <a:gd name="connsiteY6" fmla="*/ 10000 h 10000"/>
                <a:gd name="connsiteX7" fmla="*/ 7566 w 10000"/>
                <a:gd name="connsiteY7" fmla="*/ 6732 h 10000"/>
                <a:gd name="connsiteX8" fmla="*/ 0 w 10000"/>
                <a:gd name="connsiteY8" fmla="*/ 10000 h 10000"/>
                <a:gd name="connsiteX9" fmla="*/ 0 w 10000"/>
                <a:gd name="connsiteY9" fmla="*/ 0 h 10000"/>
                <a:gd name="connsiteX0" fmla="*/ 0 w 10000"/>
                <a:gd name="connsiteY0" fmla="*/ 0 h 10000"/>
                <a:gd name="connsiteX1" fmla="*/ 7566 w 10000"/>
                <a:gd name="connsiteY1" fmla="*/ 3268 h 10000"/>
                <a:gd name="connsiteX2" fmla="*/ 8785 w 10000"/>
                <a:gd name="connsiteY2" fmla="*/ 0 h 10000"/>
                <a:gd name="connsiteX3" fmla="*/ 10000 w 10000"/>
                <a:gd name="connsiteY3" fmla="*/ 0 h 10000"/>
                <a:gd name="connsiteX4" fmla="*/ 8785 w 10000"/>
                <a:gd name="connsiteY4" fmla="*/ 3268 h 10000"/>
                <a:gd name="connsiteX5" fmla="*/ 8785 w 10000"/>
                <a:gd name="connsiteY5" fmla="*/ 6732 h 10000"/>
                <a:gd name="connsiteX6" fmla="*/ 7566 w 10000"/>
                <a:gd name="connsiteY6" fmla="*/ 6732 h 10000"/>
                <a:gd name="connsiteX7" fmla="*/ 0 w 10000"/>
                <a:gd name="connsiteY7" fmla="*/ 10000 h 10000"/>
                <a:gd name="connsiteX8" fmla="*/ 0 w 10000"/>
                <a:gd name="connsiteY8" fmla="*/ 0 h 10000"/>
                <a:gd name="connsiteX0" fmla="*/ 0 w 8785"/>
                <a:gd name="connsiteY0" fmla="*/ 0 h 10000"/>
                <a:gd name="connsiteX1" fmla="*/ 7566 w 8785"/>
                <a:gd name="connsiteY1" fmla="*/ 3268 h 10000"/>
                <a:gd name="connsiteX2" fmla="*/ 8785 w 8785"/>
                <a:gd name="connsiteY2" fmla="*/ 0 h 10000"/>
                <a:gd name="connsiteX3" fmla="*/ 8785 w 8785"/>
                <a:gd name="connsiteY3" fmla="*/ 3268 h 10000"/>
                <a:gd name="connsiteX4" fmla="*/ 8785 w 8785"/>
                <a:gd name="connsiteY4" fmla="*/ 6732 h 10000"/>
                <a:gd name="connsiteX5" fmla="*/ 7566 w 8785"/>
                <a:gd name="connsiteY5" fmla="*/ 6732 h 10000"/>
                <a:gd name="connsiteX6" fmla="*/ 0 w 8785"/>
                <a:gd name="connsiteY6" fmla="*/ 10000 h 10000"/>
                <a:gd name="connsiteX7" fmla="*/ 0 w 8785"/>
                <a:gd name="connsiteY7" fmla="*/ 0 h 10000"/>
                <a:gd name="connsiteX0" fmla="*/ 0 w 10000"/>
                <a:gd name="connsiteY0" fmla="*/ 0 h 10000"/>
                <a:gd name="connsiteX1" fmla="*/ 8612 w 10000"/>
                <a:gd name="connsiteY1" fmla="*/ 3268 h 10000"/>
                <a:gd name="connsiteX2" fmla="*/ 10000 w 10000"/>
                <a:gd name="connsiteY2" fmla="*/ 3268 h 10000"/>
                <a:gd name="connsiteX3" fmla="*/ 10000 w 10000"/>
                <a:gd name="connsiteY3" fmla="*/ 6732 h 10000"/>
                <a:gd name="connsiteX4" fmla="*/ 8612 w 10000"/>
                <a:gd name="connsiteY4" fmla="*/ 6732 h 10000"/>
                <a:gd name="connsiteX5" fmla="*/ 0 w 10000"/>
                <a:gd name="connsiteY5" fmla="*/ 10000 h 10000"/>
                <a:gd name="connsiteX6" fmla="*/ 0 w 10000"/>
                <a:gd name="connsiteY6" fmla="*/ 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00" h="10000">
                  <a:moveTo>
                    <a:pt x="0" y="0"/>
                  </a:moveTo>
                  <a:lnTo>
                    <a:pt x="8612" y="3268"/>
                  </a:lnTo>
                  <a:lnTo>
                    <a:pt x="10000" y="3268"/>
                  </a:lnTo>
                  <a:lnTo>
                    <a:pt x="10000" y="6732"/>
                  </a:lnTo>
                  <a:lnTo>
                    <a:pt x="8612" y="6732"/>
                  </a:lnTo>
                  <a:lnTo>
                    <a:pt x="0" y="10000"/>
                  </a:lnTo>
                  <a:lnTo>
                    <a:pt x="0" y="0"/>
                  </a:lnTo>
                  <a:close/>
                </a:path>
              </a:pathLst>
            </a:custGeom>
            <a:grpFill/>
            <a:ln w="19050">
              <a:solidFill>
                <a:srgbClr val="FFFFFF"/>
              </a:solidFill>
              <a:round/>
              <a:headEnd/>
              <a:tailEn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200" i="0" u="none" strike="noStrike" kern="0" cap="none" spc="0" normalizeH="0" baseline="0" noProof="0">
                <a:ln>
                  <a:noFill/>
                </a:ln>
                <a:effectLst/>
                <a:uLnTx/>
                <a:uFillTx/>
                <a:cs typeface="Arial" charset="0"/>
              </a:endParaRPr>
            </a:p>
          </p:txBody>
        </p:sp>
        <p:sp>
          <p:nvSpPr>
            <p:cNvPr id="146" name="Oval 13">
              <a:extLst>
                <a:ext uri="{FF2B5EF4-FFF2-40B4-BE49-F238E27FC236}">
                  <a16:creationId xmlns:a16="http://schemas.microsoft.com/office/drawing/2014/main" id="{F2FF07CC-7898-D28C-7C86-67409EE21A6D}"/>
                </a:ext>
              </a:extLst>
            </p:cNvPr>
            <p:cNvSpPr>
              <a:spLocks noChangeArrowheads="1"/>
            </p:cNvSpPr>
            <p:nvPr>
              <p:custDataLst>
                <p:tags r:id="rId2"/>
              </p:custDataLst>
            </p:nvPr>
          </p:nvSpPr>
          <p:spPr bwMode="auto">
            <a:xfrm>
              <a:off x="362779" y="2499361"/>
              <a:ext cx="635612" cy="2690948"/>
            </a:xfrm>
            <a:prstGeom prst="ellipse">
              <a:avLst/>
            </a:prstGeom>
            <a:grpFill/>
            <a:ln w="19050">
              <a:solidFill>
                <a:srgbClr val="FFFFFF"/>
              </a:solidFill>
              <a:round/>
              <a:headEnd/>
              <a:tailE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200" i="0" u="none" strike="noStrike" kern="0" cap="none" spc="0" normalizeH="0" baseline="0" noProof="0">
                <a:ln>
                  <a:noFill/>
                </a:ln>
                <a:effectLst/>
                <a:uLnTx/>
                <a:uFillTx/>
                <a:cs typeface="Arial" charset="0"/>
              </a:endParaRPr>
            </a:p>
          </p:txBody>
        </p:sp>
        <p:sp>
          <p:nvSpPr>
            <p:cNvPr id="147" name="Oval 146">
              <a:extLst>
                <a:ext uri="{FF2B5EF4-FFF2-40B4-BE49-F238E27FC236}">
                  <a16:creationId xmlns:a16="http://schemas.microsoft.com/office/drawing/2014/main" id="{CAE7349E-AC70-54FC-AB95-7A1F087BB7CB}"/>
                </a:ext>
              </a:extLst>
            </p:cNvPr>
            <p:cNvSpPr>
              <a:spLocks noChangeArrowheads="1"/>
            </p:cNvSpPr>
            <p:nvPr>
              <p:custDataLst>
                <p:tags r:id="rId3"/>
              </p:custDataLst>
            </p:nvPr>
          </p:nvSpPr>
          <p:spPr bwMode="auto">
            <a:xfrm>
              <a:off x="362779" y="2499361"/>
              <a:ext cx="635612" cy="2690948"/>
            </a:xfrm>
            <a:prstGeom prst="ellipse">
              <a:avLst/>
            </a:prstGeom>
            <a:grpFill/>
            <a:ln w="19050">
              <a:solidFill>
                <a:srgbClr val="FFFFFF"/>
              </a:solidFill>
              <a:round/>
              <a:headEnd/>
              <a:tailE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200" i="0" u="none" strike="noStrike" kern="0" cap="none" spc="0" normalizeH="0" baseline="0" noProof="0">
                <a:ln>
                  <a:noFill/>
                </a:ln>
                <a:effectLst/>
                <a:uLnTx/>
                <a:uFillTx/>
                <a:cs typeface="Arial" charset="0"/>
              </a:endParaRPr>
            </a:p>
          </p:txBody>
        </p:sp>
      </p:grpSp>
      <p:sp>
        <p:nvSpPr>
          <p:cNvPr id="148" name="TextBox 147">
            <a:extLst>
              <a:ext uri="{FF2B5EF4-FFF2-40B4-BE49-F238E27FC236}">
                <a16:creationId xmlns:a16="http://schemas.microsoft.com/office/drawing/2014/main" id="{AC6E71C6-53F3-F550-266A-5E4D8A1A2957}"/>
              </a:ext>
            </a:extLst>
          </p:cNvPr>
          <p:cNvSpPr txBox="1"/>
          <p:nvPr/>
        </p:nvSpPr>
        <p:spPr bwMode="auto">
          <a:xfrm>
            <a:off x="4801579" y="3514574"/>
            <a:ext cx="2516015" cy="258532"/>
          </a:xfrm>
          <a:prstGeom prst="rect">
            <a:avLst/>
          </a:prstGeom>
          <a:noFill/>
          <a:ln w="9525">
            <a:noFill/>
            <a:miter lim="800000"/>
            <a:headEnd/>
            <a:tailEnd/>
          </a:ln>
        </p:spPr>
        <p:txBody>
          <a:bodyPr wrap="square" lIns="91440" tIns="45720" rIns="91440" bIns="45720" rtlCol="0" anchor="t">
            <a:spAutoFit/>
          </a:bodyPr>
          <a:lstStyle/>
          <a:p>
            <a:pPr marL="0" marR="0" lvl="0" indent="0" algn="ctr" defTabSz="914400" rtl="0" eaLnBrk="1" fontAlgn="base" latinLnBrk="0" hangingPunct="1">
              <a:lnSpc>
                <a:spcPct val="90000"/>
              </a:lnSpc>
              <a:spcBef>
                <a:spcPct val="0"/>
              </a:spcBef>
              <a:spcAft>
                <a:spcPct val="0"/>
              </a:spcAft>
              <a:buClrTx/>
              <a:buSzTx/>
              <a:buFontTx/>
              <a:buNone/>
              <a:tabLst/>
              <a:defRPr/>
            </a:pPr>
            <a:r>
              <a:rPr kumimoji="0" lang="en-US" sz="1200" b="1" i="0" u="none" strike="noStrike" kern="1200" cap="none" spc="0" normalizeH="0" baseline="0" noProof="0">
                <a:ln>
                  <a:noFill/>
                </a:ln>
                <a:effectLst/>
                <a:uLnTx/>
                <a:uFillTx/>
                <a:cs typeface="Arial"/>
              </a:rPr>
              <a:t>CASE FOR CHANGE</a:t>
            </a:r>
            <a:endParaRPr kumimoji="0" lang="en-US" sz="1200" b="1" i="0" u="none" strike="noStrike" kern="1200" cap="none" spc="0" normalizeH="0" baseline="0" noProof="0">
              <a:ln>
                <a:noFill/>
              </a:ln>
              <a:effectLst/>
              <a:uLnTx/>
              <a:uFillTx/>
              <a:cs typeface="Arial" charset="0"/>
            </a:endParaRPr>
          </a:p>
        </p:txBody>
      </p:sp>
      <p:sp>
        <p:nvSpPr>
          <p:cNvPr id="149" name="Flowchart: Manual Operation 148">
            <a:extLst>
              <a:ext uri="{FF2B5EF4-FFF2-40B4-BE49-F238E27FC236}">
                <a16:creationId xmlns:a16="http://schemas.microsoft.com/office/drawing/2014/main" id="{AB3FE45C-AE41-8A3D-EA8D-0C14CC54D4D4}"/>
              </a:ext>
            </a:extLst>
          </p:cNvPr>
          <p:cNvSpPr/>
          <p:nvPr/>
        </p:nvSpPr>
        <p:spPr bwMode="auto">
          <a:xfrm rot="16200000">
            <a:off x="4959235" y="2287136"/>
            <a:ext cx="1601600" cy="3478960"/>
          </a:xfrm>
          <a:prstGeom prst="flowChartManualOperation">
            <a:avLst/>
          </a:prstGeom>
          <a:noFill/>
          <a:ln w="9525" cap="flat" cmpd="sng" algn="ctr">
            <a:noFill/>
            <a:prstDash val="solid"/>
          </a:ln>
          <a:effectLst/>
        </p:spPr>
        <p:txBody>
          <a:bodyPr rtlCol="0" anchor="ctr"/>
          <a:lstStyle/>
          <a:p>
            <a:pPr marL="0" marR="0" lvl="0" indent="0" algn="ctr" defTabSz="914400" rtl="0" eaLnBrk="1" fontAlgn="base" latinLnBrk="0" hangingPunct="1">
              <a:lnSpc>
                <a:spcPct val="90000"/>
              </a:lnSpc>
              <a:spcBef>
                <a:spcPct val="0"/>
              </a:spcBef>
              <a:spcAft>
                <a:spcPct val="0"/>
              </a:spcAft>
              <a:buClrTx/>
              <a:buSzTx/>
              <a:buFontTx/>
              <a:buNone/>
              <a:tabLst/>
              <a:defRPr/>
            </a:pPr>
            <a:endParaRPr kumimoji="0" lang="en-US" sz="1100" i="0" u="none" strike="noStrike" kern="1200" cap="none" spc="0" normalizeH="0" baseline="0" noProof="0">
              <a:ln>
                <a:noFill/>
              </a:ln>
              <a:effectLst/>
              <a:uLnTx/>
              <a:uFillTx/>
              <a:cs typeface="Arial" charset="0"/>
            </a:endParaRPr>
          </a:p>
        </p:txBody>
      </p:sp>
      <p:sp>
        <p:nvSpPr>
          <p:cNvPr id="150" name="AutoShape 4">
            <a:extLst>
              <a:ext uri="{FF2B5EF4-FFF2-40B4-BE49-F238E27FC236}">
                <a16:creationId xmlns:a16="http://schemas.microsoft.com/office/drawing/2014/main" id="{19EDD318-A6B2-591B-3957-1DF23FFFD4E4}"/>
              </a:ext>
            </a:extLst>
          </p:cNvPr>
          <p:cNvSpPr>
            <a:spLocks noChangeAspect="1" noChangeArrowheads="1" noTextEdit="1"/>
          </p:cNvSpPr>
          <p:nvPr/>
        </p:nvSpPr>
        <p:spPr bwMode="auto">
          <a:xfrm>
            <a:off x="4378306" y="3969617"/>
            <a:ext cx="2765792" cy="28575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Ubuntu" panose="020B0504030602030204" pitchFamily="34" charset="0"/>
              <a:cs typeface="Arial" charset="0"/>
            </a:endParaRPr>
          </a:p>
        </p:txBody>
      </p:sp>
      <p:grpSp>
        <p:nvGrpSpPr>
          <p:cNvPr id="152" name="Group 95">
            <a:extLst>
              <a:ext uri="{FF2B5EF4-FFF2-40B4-BE49-F238E27FC236}">
                <a16:creationId xmlns:a16="http://schemas.microsoft.com/office/drawing/2014/main" id="{1E0EACB4-7FE6-667B-EAB2-3278DFE4AE15}"/>
              </a:ext>
            </a:extLst>
          </p:cNvPr>
          <p:cNvGrpSpPr/>
          <p:nvPr/>
        </p:nvGrpSpPr>
        <p:grpSpPr>
          <a:xfrm>
            <a:off x="4358133" y="3883892"/>
            <a:ext cx="3566163" cy="457200"/>
            <a:chOff x="3483978" y="3956774"/>
            <a:chExt cx="1901743" cy="273050"/>
          </a:xfrm>
          <a:solidFill>
            <a:schemeClr val="accent3">
              <a:lumMod val="75000"/>
              <a:lumOff val="25000"/>
            </a:schemeClr>
          </a:solidFill>
        </p:grpSpPr>
        <p:sp>
          <p:nvSpPr>
            <p:cNvPr id="155" name="Freeform 6">
              <a:extLst>
                <a:ext uri="{FF2B5EF4-FFF2-40B4-BE49-F238E27FC236}">
                  <a16:creationId xmlns:a16="http://schemas.microsoft.com/office/drawing/2014/main" id="{342E37C1-2F36-9F27-1B33-89DA3870CF0F}"/>
                </a:ext>
              </a:extLst>
            </p:cNvPr>
            <p:cNvSpPr>
              <a:spLocks/>
            </p:cNvSpPr>
            <p:nvPr/>
          </p:nvSpPr>
          <p:spPr bwMode="auto">
            <a:xfrm>
              <a:off x="3483978" y="3956774"/>
              <a:ext cx="323946" cy="273050"/>
            </a:xfrm>
            <a:custGeom>
              <a:avLst/>
              <a:gdLst/>
              <a:ahLst/>
              <a:cxnLst>
                <a:cxn ang="0">
                  <a:pos x="0" y="0"/>
                </a:cxn>
                <a:cxn ang="0">
                  <a:pos x="260" y="0"/>
                </a:cxn>
                <a:cxn ang="0">
                  <a:pos x="274" y="86"/>
                </a:cxn>
                <a:cxn ang="0">
                  <a:pos x="260" y="172"/>
                </a:cxn>
                <a:cxn ang="0">
                  <a:pos x="0" y="172"/>
                </a:cxn>
                <a:cxn ang="0">
                  <a:pos x="0" y="0"/>
                </a:cxn>
              </a:cxnLst>
              <a:rect l="0" t="0" r="r" b="b"/>
              <a:pathLst>
                <a:path w="274" h="172">
                  <a:moveTo>
                    <a:pt x="0" y="0"/>
                  </a:moveTo>
                  <a:lnTo>
                    <a:pt x="260" y="0"/>
                  </a:lnTo>
                  <a:lnTo>
                    <a:pt x="274" y="86"/>
                  </a:lnTo>
                  <a:lnTo>
                    <a:pt x="260" y="172"/>
                  </a:lnTo>
                  <a:lnTo>
                    <a:pt x="0" y="172"/>
                  </a:lnTo>
                  <a:lnTo>
                    <a:pt x="0" y="0"/>
                  </a:lnTo>
                  <a:close/>
                </a:path>
              </a:pathLst>
            </a:custGeom>
            <a:grpFill/>
            <a:ln w="9525">
              <a:solidFill>
                <a:schemeClr val="bg1"/>
              </a:solidFill>
              <a:prstDash val="sysDash"/>
              <a:round/>
              <a:headEnd/>
              <a:tailEnd/>
            </a:ln>
          </p:spPr>
          <p:txBody>
            <a:bodyPr vert="horz" wrap="square" lIns="36000" tIns="45720" rIns="36000" bIns="45720" numCol="1" anchor="ctr" anchorCtr="0" compatLnSpc="1">
              <a:prstTxWarp prst="textNoShape">
                <a:avLst/>
              </a:prstTxWarp>
            </a:bodyPr>
            <a:lstStyle/>
            <a:p>
              <a:pPr marL="0" marR="0" lvl="0" indent="0" algn="ctr" defTabSz="914400" rtl="0" eaLnBrk="1" fontAlgn="base" latinLnBrk="0" hangingPunct="1">
                <a:lnSpc>
                  <a:spcPct val="90000"/>
                </a:lnSpc>
                <a:spcBef>
                  <a:spcPct val="0"/>
                </a:spcBef>
                <a:spcAft>
                  <a:spcPct val="0"/>
                </a:spcAft>
                <a:buClrTx/>
                <a:buSzTx/>
                <a:buFontTx/>
                <a:buNone/>
                <a:tabLst/>
                <a:defRPr/>
              </a:pPr>
              <a:r>
                <a:rPr kumimoji="0" lang="en-US" sz="700" i="0" u="none" strike="noStrike" kern="1200" cap="none" spc="0" normalizeH="0" baseline="0" noProof="0">
                  <a:ln>
                    <a:noFill/>
                  </a:ln>
                  <a:effectLst/>
                  <a:uLnTx/>
                  <a:uFillTx/>
                  <a:cs typeface="Arial" charset="0"/>
                </a:rPr>
                <a:t>Business Case Scoping &amp; Setup</a:t>
              </a:r>
            </a:p>
          </p:txBody>
        </p:sp>
        <p:sp>
          <p:nvSpPr>
            <p:cNvPr id="156" name="Freeform 9">
              <a:extLst>
                <a:ext uri="{FF2B5EF4-FFF2-40B4-BE49-F238E27FC236}">
                  <a16:creationId xmlns:a16="http://schemas.microsoft.com/office/drawing/2014/main" id="{D06B85F6-CA7B-B1B1-A003-333BC3F4D1A2}"/>
                </a:ext>
              </a:extLst>
            </p:cNvPr>
            <p:cNvSpPr>
              <a:spLocks/>
            </p:cNvSpPr>
            <p:nvPr/>
          </p:nvSpPr>
          <p:spPr bwMode="auto">
            <a:xfrm>
              <a:off x="4183690" y="3956774"/>
              <a:ext cx="356341" cy="273050"/>
            </a:xfrm>
            <a:custGeom>
              <a:avLst/>
              <a:gdLst/>
              <a:ahLst/>
              <a:cxnLst>
                <a:cxn ang="0">
                  <a:pos x="0" y="0"/>
                </a:cxn>
                <a:cxn ang="0">
                  <a:pos x="265" y="0"/>
                </a:cxn>
                <a:cxn ang="0">
                  <a:pos x="277" y="86"/>
                </a:cxn>
                <a:cxn ang="0">
                  <a:pos x="265" y="172"/>
                </a:cxn>
                <a:cxn ang="0">
                  <a:pos x="0" y="172"/>
                </a:cxn>
                <a:cxn ang="0">
                  <a:pos x="12" y="86"/>
                </a:cxn>
                <a:cxn ang="0">
                  <a:pos x="0" y="0"/>
                </a:cxn>
              </a:cxnLst>
              <a:rect l="0" t="0" r="r" b="b"/>
              <a:pathLst>
                <a:path w="277" h="172">
                  <a:moveTo>
                    <a:pt x="0" y="0"/>
                  </a:moveTo>
                  <a:lnTo>
                    <a:pt x="265" y="0"/>
                  </a:lnTo>
                  <a:lnTo>
                    <a:pt x="277" y="86"/>
                  </a:lnTo>
                  <a:lnTo>
                    <a:pt x="265" y="172"/>
                  </a:lnTo>
                  <a:lnTo>
                    <a:pt x="0" y="172"/>
                  </a:lnTo>
                  <a:lnTo>
                    <a:pt x="12" y="86"/>
                  </a:lnTo>
                  <a:lnTo>
                    <a:pt x="0" y="0"/>
                  </a:lnTo>
                  <a:close/>
                </a:path>
              </a:pathLst>
            </a:custGeom>
            <a:grpFill/>
            <a:ln w="9525">
              <a:solidFill>
                <a:schemeClr val="bg1"/>
              </a:solidFill>
              <a:prstDash val="sysDash"/>
              <a:round/>
              <a:headEnd/>
              <a:tailEnd/>
            </a:ln>
          </p:spPr>
          <p:txBody>
            <a:bodyPr vert="horz" wrap="square" lIns="36000" tIns="45720" rIns="36000" bIns="45720" numCol="1" anchor="ctr" anchorCtr="0" compatLnSpc="1">
              <a:prstTxWarp prst="textNoShape">
                <a:avLst/>
              </a:prstTxWarp>
            </a:bodyPr>
            <a:lstStyle/>
            <a:p>
              <a:pPr marL="0" marR="0" lvl="0" indent="0" algn="ctr" defTabSz="914400" rtl="0" eaLnBrk="1" fontAlgn="base" latinLnBrk="0" hangingPunct="1">
                <a:lnSpc>
                  <a:spcPct val="90000"/>
                </a:lnSpc>
                <a:spcBef>
                  <a:spcPct val="0"/>
                </a:spcBef>
                <a:spcAft>
                  <a:spcPct val="0"/>
                </a:spcAft>
                <a:buClrTx/>
                <a:buSzTx/>
                <a:buFontTx/>
                <a:buNone/>
                <a:tabLst/>
                <a:defRPr/>
              </a:pPr>
              <a:r>
                <a:rPr kumimoji="0" lang="en-US" sz="700" i="0" u="none" strike="noStrike" kern="1200" cap="none" spc="0" normalizeH="0" baseline="0" noProof="0">
                  <a:ln>
                    <a:noFill/>
                  </a:ln>
                  <a:effectLst/>
                  <a:uLnTx/>
                  <a:uFillTx/>
                  <a:cs typeface="Arial" charset="0"/>
                </a:rPr>
                <a:t>TARGET STATE COST ASSESSMENT</a:t>
              </a:r>
            </a:p>
          </p:txBody>
        </p:sp>
        <p:sp>
          <p:nvSpPr>
            <p:cNvPr id="157" name="Freeform 13">
              <a:extLst>
                <a:ext uri="{FF2B5EF4-FFF2-40B4-BE49-F238E27FC236}">
                  <a16:creationId xmlns:a16="http://schemas.microsoft.com/office/drawing/2014/main" id="{8E0706D8-A7FC-DEA1-CCDB-4F75BD7590D5}"/>
                </a:ext>
              </a:extLst>
            </p:cNvPr>
            <p:cNvSpPr>
              <a:spLocks/>
            </p:cNvSpPr>
            <p:nvPr/>
          </p:nvSpPr>
          <p:spPr bwMode="auto">
            <a:xfrm>
              <a:off x="4542211" y="3956774"/>
              <a:ext cx="518314" cy="273050"/>
            </a:xfrm>
            <a:custGeom>
              <a:avLst/>
              <a:gdLst/>
              <a:ahLst/>
              <a:cxnLst>
                <a:cxn ang="0">
                  <a:pos x="0" y="0"/>
                </a:cxn>
                <a:cxn ang="0">
                  <a:pos x="263" y="0"/>
                </a:cxn>
                <a:cxn ang="0">
                  <a:pos x="275" y="86"/>
                </a:cxn>
                <a:cxn ang="0">
                  <a:pos x="263" y="172"/>
                </a:cxn>
                <a:cxn ang="0">
                  <a:pos x="0" y="172"/>
                </a:cxn>
                <a:cxn ang="0">
                  <a:pos x="12" y="86"/>
                </a:cxn>
                <a:cxn ang="0">
                  <a:pos x="0" y="0"/>
                </a:cxn>
              </a:cxnLst>
              <a:rect l="0" t="0" r="r" b="b"/>
              <a:pathLst>
                <a:path w="275" h="172">
                  <a:moveTo>
                    <a:pt x="0" y="0"/>
                  </a:moveTo>
                  <a:lnTo>
                    <a:pt x="263" y="0"/>
                  </a:lnTo>
                  <a:lnTo>
                    <a:pt x="275" y="86"/>
                  </a:lnTo>
                  <a:lnTo>
                    <a:pt x="263" y="172"/>
                  </a:lnTo>
                  <a:lnTo>
                    <a:pt x="0" y="172"/>
                  </a:lnTo>
                  <a:lnTo>
                    <a:pt x="12" y="86"/>
                  </a:lnTo>
                  <a:lnTo>
                    <a:pt x="0" y="0"/>
                  </a:lnTo>
                  <a:close/>
                </a:path>
              </a:pathLst>
            </a:custGeom>
            <a:grpFill/>
            <a:ln w="9525">
              <a:solidFill>
                <a:schemeClr val="bg1"/>
              </a:solidFill>
              <a:prstDash val="sysDash"/>
              <a:round/>
              <a:headEnd/>
              <a:tailEnd/>
            </a:ln>
          </p:spPr>
          <p:txBody>
            <a:bodyPr vert="horz" wrap="square" lIns="36000" tIns="45720" rIns="36000" bIns="45720" numCol="1" anchor="ctr" anchorCtr="0" compatLnSpc="1">
              <a:prstTxWarp prst="textNoShape">
                <a:avLst/>
              </a:prstTxWarp>
            </a:bodyPr>
            <a:lstStyle/>
            <a:p>
              <a:pPr marL="0" marR="0" lvl="0" indent="0" algn="ctr" defTabSz="914400" rtl="0" eaLnBrk="1" fontAlgn="base" latinLnBrk="0" hangingPunct="1">
                <a:lnSpc>
                  <a:spcPct val="90000"/>
                </a:lnSpc>
                <a:spcBef>
                  <a:spcPct val="0"/>
                </a:spcBef>
                <a:spcAft>
                  <a:spcPct val="0"/>
                </a:spcAft>
                <a:buClrTx/>
                <a:buSzTx/>
                <a:buFontTx/>
                <a:buNone/>
                <a:tabLst/>
                <a:defRPr/>
              </a:pPr>
              <a:r>
                <a:rPr kumimoji="0" lang="en-US" sz="700" i="0" u="none" strike="noStrike" kern="1200" cap="none" spc="0" normalizeH="0" baseline="0" noProof="0">
                  <a:ln>
                    <a:noFill/>
                  </a:ln>
                  <a:effectLst/>
                  <a:uLnTx/>
                  <a:uFillTx/>
                  <a:cs typeface="Arial" charset="0"/>
                </a:rPr>
                <a:t>TRANSFORMATION </a:t>
              </a:r>
              <a:r>
                <a:rPr lang="en-US" sz="700">
                  <a:cs typeface="Arial" charset="0"/>
                </a:rPr>
                <a:t>INVESTMENT</a:t>
              </a:r>
              <a:r>
                <a:rPr kumimoji="0" lang="en-US" sz="700" i="0" u="none" strike="noStrike" kern="1200" cap="none" spc="0" normalizeH="0" baseline="0" noProof="0">
                  <a:ln>
                    <a:noFill/>
                  </a:ln>
                  <a:effectLst/>
                  <a:uLnTx/>
                  <a:uFillTx/>
                  <a:cs typeface="Arial" charset="0"/>
                </a:rPr>
                <a:t> ASSESSMENT</a:t>
              </a:r>
            </a:p>
          </p:txBody>
        </p:sp>
        <p:sp>
          <p:nvSpPr>
            <p:cNvPr id="158" name="Freeform 16">
              <a:extLst>
                <a:ext uri="{FF2B5EF4-FFF2-40B4-BE49-F238E27FC236}">
                  <a16:creationId xmlns:a16="http://schemas.microsoft.com/office/drawing/2014/main" id="{4B504D3C-B1AA-8221-2A2F-30E39AE459C6}"/>
                </a:ext>
              </a:extLst>
            </p:cNvPr>
            <p:cNvSpPr>
              <a:spLocks/>
            </p:cNvSpPr>
            <p:nvPr/>
          </p:nvSpPr>
          <p:spPr bwMode="auto">
            <a:xfrm>
              <a:off x="3815479" y="3956774"/>
              <a:ext cx="356341" cy="273050"/>
            </a:xfrm>
            <a:custGeom>
              <a:avLst/>
              <a:gdLst/>
              <a:ahLst/>
              <a:cxnLst>
                <a:cxn ang="0">
                  <a:pos x="0" y="0"/>
                </a:cxn>
                <a:cxn ang="0">
                  <a:pos x="265" y="0"/>
                </a:cxn>
                <a:cxn ang="0">
                  <a:pos x="277" y="86"/>
                </a:cxn>
                <a:cxn ang="0">
                  <a:pos x="265" y="172"/>
                </a:cxn>
                <a:cxn ang="0">
                  <a:pos x="0" y="172"/>
                </a:cxn>
                <a:cxn ang="0">
                  <a:pos x="12" y="86"/>
                </a:cxn>
                <a:cxn ang="0">
                  <a:pos x="0" y="0"/>
                </a:cxn>
              </a:cxnLst>
              <a:rect l="0" t="0" r="r" b="b"/>
              <a:pathLst>
                <a:path w="277" h="172">
                  <a:moveTo>
                    <a:pt x="0" y="0"/>
                  </a:moveTo>
                  <a:lnTo>
                    <a:pt x="265" y="0"/>
                  </a:lnTo>
                  <a:lnTo>
                    <a:pt x="277" y="86"/>
                  </a:lnTo>
                  <a:lnTo>
                    <a:pt x="265" y="172"/>
                  </a:lnTo>
                  <a:lnTo>
                    <a:pt x="0" y="172"/>
                  </a:lnTo>
                  <a:lnTo>
                    <a:pt x="12" y="86"/>
                  </a:lnTo>
                  <a:lnTo>
                    <a:pt x="0" y="0"/>
                  </a:lnTo>
                  <a:close/>
                </a:path>
              </a:pathLst>
            </a:custGeom>
            <a:grpFill/>
            <a:ln w="9525">
              <a:solidFill>
                <a:schemeClr val="bg1"/>
              </a:solidFill>
              <a:prstDash val="sysDash"/>
              <a:round/>
              <a:headEnd/>
              <a:tailEnd/>
            </a:ln>
          </p:spPr>
          <p:txBody>
            <a:bodyPr vert="horz" wrap="square" lIns="36000" tIns="45720" rIns="36000" bIns="45720" numCol="1" anchor="ctr" anchorCtr="0" compatLnSpc="1">
              <a:prstTxWarp prst="textNoShape">
                <a:avLst/>
              </a:prstTxWarp>
            </a:bodyPr>
            <a:lstStyle/>
            <a:p>
              <a:pPr marL="0" marR="0" lvl="0" indent="0" algn="ctr" defTabSz="914400" rtl="0" eaLnBrk="1" fontAlgn="base" latinLnBrk="0" hangingPunct="1">
                <a:lnSpc>
                  <a:spcPct val="90000"/>
                </a:lnSpc>
                <a:spcBef>
                  <a:spcPct val="0"/>
                </a:spcBef>
                <a:spcAft>
                  <a:spcPct val="0"/>
                </a:spcAft>
                <a:buClrTx/>
                <a:buSzTx/>
                <a:buFontTx/>
                <a:buNone/>
                <a:tabLst/>
                <a:defRPr/>
              </a:pPr>
              <a:r>
                <a:rPr kumimoji="0" lang="en-US" sz="700" i="0" u="none" strike="noStrike" kern="1200" cap="none" spc="0" normalizeH="0" baseline="0" noProof="0">
                  <a:ln>
                    <a:noFill/>
                  </a:ln>
                  <a:effectLst/>
                  <a:uLnTx/>
                  <a:uFillTx/>
                  <a:cs typeface="Arial" charset="0"/>
                </a:rPr>
                <a:t>BASELINE ASSESSMENT</a:t>
              </a:r>
            </a:p>
          </p:txBody>
        </p:sp>
        <p:sp>
          <p:nvSpPr>
            <p:cNvPr id="162" name="Freeform 20">
              <a:extLst>
                <a:ext uri="{FF2B5EF4-FFF2-40B4-BE49-F238E27FC236}">
                  <a16:creationId xmlns:a16="http://schemas.microsoft.com/office/drawing/2014/main" id="{4BFD516F-8C40-82A5-5431-DA89A4F13DA5}"/>
                </a:ext>
              </a:extLst>
            </p:cNvPr>
            <p:cNvSpPr>
              <a:spLocks/>
            </p:cNvSpPr>
            <p:nvPr/>
          </p:nvSpPr>
          <p:spPr bwMode="auto">
            <a:xfrm>
              <a:off x="5061775" y="3956774"/>
              <a:ext cx="323946" cy="273050"/>
            </a:xfrm>
            <a:custGeom>
              <a:avLst/>
              <a:gdLst/>
              <a:ahLst/>
              <a:cxnLst>
                <a:cxn ang="0">
                  <a:pos x="0" y="0"/>
                </a:cxn>
                <a:cxn ang="0">
                  <a:pos x="265" y="0"/>
                </a:cxn>
                <a:cxn ang="0">
                  <a:pos x="277" y="86"/>
                </a:cxn>
                <a:cxn ang="0">
                  <a:pos x="265" y="172"/>
                </a:cxn>
                <a:cxn ang="0">
                  <a:pos x="0" y="172"/>
                </a:cxn>
                <a:cxn ang="0">
                  <a:pos x="12" y="86"/>
                </a:cxn>
                <a:cxn ang="0">
                  <a:pos x="0" y="0"/>
                </a:cxn>
              </a:cxnLst>
              <a:rect l="0" t="0" r="r" b="b"/>
              <a:pathLst>
                <a:path w="277" h="172">
                  <a:moveTo>
                    <a:pt x="0" y="0"/>
                  </a:moveTo>
                  <a:lnTo>
                    <a:pt x="265" y="0"/>
                  </a:lnTo>
                  <a:lnTo>
                    <a:pt x="277" y="86"/>
                  </a:lnTo>
                  <a:lnTo>
                    <a:pt x="265" y="172"/>
                  </a:lnTo>
                  <a:lnTo>
                    <a:pt x="0" y="172"/>
                  </a:lnTo>
                  <a:lnTo>
                    <a:pt x="12" y="86"/>
                  </a:lnTo>
                  <a:lnTo>
                    <a:pt x="0" y="0"/>
                  </a:lnTo>
                  <a:close/>
                </a:path>
              </a:pathLst>
            </a:custGeom>
            <a:grpFill/>
            <a:ln w="9525">
              <a:solidFill>
                <a:schemeClr val="bg1"/>
              </a:solidFill>
              <a:prstDash val="sysDash"/>
              <a:round/>
              <a:headEnd/>
              <a:tailEnd/>
            </a:ln>
          </p:spPr>
          <p:txBody>
            <a:bodyPr vert="horz" wrap="square" lIns="36000" tIns="45720" rIns="36000" bIns="45720" numCol="1" anchor="ctr" anchorCtr="0" compatLnSpc="1">
              <a:prstTxWarp prst="textNoShape">
                <a:avLst/>
              </a:prstTxWarp>
            </a:bodyPr>
            <a:lstStyle/>
            <a:p>
              <a:pPr marL="0" marR="0" lvl="0" indent="0" algn="ctr" defTabSz="914400" rtl="0" eaLnBrk="1" fontAlgn="base" latinLnBrk="0" hangingPunct="1">
                <a:lnSpc>
                  <a:spcPct val="90000"/>
                </a:lnSpc>
                <a:spcBef>
                  <a:spcPct val="0"/>
                </a:spcBef>
                <a:spcAft>
                  <a:spcPct val="0"/>
                </a:spcAft>
                <a:buClrTx/>
                <a:buSzTx/>
                <a:buFontTx/>
                <a:buNone/>
                <a:tabLst/>
                <a:defRPr/>
              </a:pPr>
              <a:r>
                <a:rPr kumimoji="0" lang="en-US" sz="700" i="0" u="none" strike="noStrike" kern="1200" cap="none" spc="0" normalizeH="0" baseline="0" noProof="0">
                  <a:ln>
                    <a:noFill/>
                  </a:ln>
                  <a:effectLst/>
                  <a:uLnTx/>
                  <a:uFillTx/>
                  <a:cs typeface="Arial" charset="0"/>
                </a:rPr>
                <a:t>SCENARIO ANALYSIS </a:t>
              </a:r>
            </a:p>
          </p:txBody>
        </p:sp>
      </p:grpSp>
      <p:sp>
        <p:nvSpPr>
          <p:cNvPr id="163" name="Freeform 20">
            <a:extLst>
              <a:ext uri="{FF2B5EF4-FFF2-40B4-BE49-F238E27FC236}">
                <a16:creationId xmlns:a16="http://schemas.microsoft.com/office/drawing/2014/main" id="{02A3813B-4C31-E1DF-61FB-16A5BE36AEB5}"/>
              </a:ext>
            </a:extLst>
          </p:cNvPr>
          <p:cNvSpPr>
            <a:spLocks/>
          </p:cNvSpPr>
          <p:nvPr/>
        </p:nvSpPr>
        <p:spPr bwMode="auto">
          <a:xfrm>
            <a:off x="7942583" y="3883892"/>
            <a:ext cx="822960" cy="457200"/>
          </a:xfrm>
          <a:custGeom>
            <a:avLst/>
            <a:gdLst/>
            <a:ahLst/>
            <a:cxnLst>
              <a:cxn ang="0">
                <a:pos x="0" y="0"/>
              </a:cxn>
              <a:cxn ang="0">
                <a:pos x="265" y="0"/>
              </a:cxn>
              <a:cxn ang="0">
                <a:pos x="277" y="86"/>
              </a:cxn>
              <a:cxn ang="0">
                <a:pos x="265" y="172"/>
              </a:cxn>
              <a:cxn ang="0">
                <a:pos x="0" y="172"/>
              </a:cxn>
              <a:cxn ang="0">
                <a:pos x="12" y="86"/>
              </a:cxn>
              <a:cxn ang="0">
                <a:pos x="0" y="0"/>
              </a:cxn>
            </a:cxnLst>
            <a:rect l="0" t="0" r="r" b="b"/>
            <a:pathLst>
              <a:path w="277" h="172">
                <a:moveTo>
                  <a:pt x="0" y="0"/>
                </a:moveTo>
                <a:lnTo>
                  <a:pt x="265" y="0"/>
                </a:lnTo>
                <a:lnTo>
                  <a:pt x="277" y="86"/>
                </a:lnTo>
                <a:lnTo>
                  <a:pt x="265" y="172"/>
                </a:lnTo>
                <a:lnTo>
                  <a:pt x="0" y="172"/>
                </a:lnTo>
                <a:lnTo>
                  <a:pt x="12" y="86"/>
                </a:lnTo>
                <a:lnTo>
                  <a:pt x="0" y="0"/>
                </a:lnTo>
                <a:close/>
              </a:path>
            </a:pathLst>
          </a:custGeom>
          <a:solidFill>
            <a:schemeClr val="accent3">
              <a:lumMod val="75000"/>
              <a:lumOff val="25000"/>
            </a:schemeClr>
          </a:solidFill>
          <a:ln w="9525">
            <a:solidFill>
              <a:schemeClr val="bg1"/>
            </a:solidFill>
            <a:prstDash val="sysDash"/>
            <a:round/>
            <a:headEnd/>
            <a:tailEnd/>
          </a:ln>
        </p:spPr>
        <p:txBody>
          <a:bodyPr vert="horz" wrap="square" lIns="36000" tIns="45720" rIns="36000" bIns="45720" numCol="1" anchor="ctr" anchorCtr="0" compatLnSpc="1">
            <a:prstTxWarp prst="textNoShape">
              <a:avLst/>
            </a:prstTxWarp>
          </a:bodyPr>
          <a:lstStyle/>
          <a:p>
            <a:pPr marL="0" marR="0" lvl="0" indent="0" algn="ctr" defTabSz="914400" rtl="0" eaLnBrk="1" fontAlgn="base" latinLnBrk="0" hangingPunct="1">
              <a:lnSpc>
                <a:spcPct val="90000"/>
              </a:lnSpc>
              <a:spcBef>
                <a:spcPct val="0"/>
              </a:spcBef>
              <a:spcAft>
                <a:spcPct val="0"/>
              </a:spcAft>
              <a:buClrTx/>
              <a:buSzTx/>
              <a:buFontTx/>
              <a:buNone/>
              <a:tabLst/>
              <a:defRPr/>
            </a:pPr>
            <a:r>
              <a:rPr kumimoji="0" lang="en-US" sz="700" i="0" u="none" strike="noStrike" kern="1200" cap="none" spc="0" normalizeH="0" baseline="0" noProof="0">
                <a:ln>
                  <a:noFill/>
                </a:ln>
                <a:effectLst/>
                <a:uLnTx/>
                <a:uFillTx/>
                <a:cs typeface="Arial" charset="0"/>
              </a:rPr>
              <a:t>COST BENEFIT ANALYSIS FINALIZATION</a:t>
            </a:r>
          </a:p>
        </p:txBody>
      </p:sp>
      <p:cxnSp>
        <p:nvCxnSpPr>
          <p:cNvPr id="165" name="Straight Arrow Connector 164">
            <a:extLst>
              <a:ext uri="{FF2B5EF4-FFF2-40B4-BE49-F238E27FC236}">
                <a16:creationId xmlns:a16="http://schemas.microsoft.com/office/drawing/2014/main" id="{D55256EA-BA39-9B78-E6D1-6C4758CCC5B2}"/>
              </a:ext>
            </a:extLst>
          </p:cNvPr>
          <p:cNvCxnSpPr/>
          <p:nvPr/>
        </p:nvCxnSpPr>
        <p:spPr>
          <a:xfrm>
            <a:off x="8883136" y="4109323"/>
            <a:ext cx="822960" cy="0"/>
          </a:xfrm>
          <a:prstGeom prst="straightConnector1">
            <a:avLst/>
          </a:prstGeom>
          <a:noFill/>
          <a:ln w="9525" cap="flat" cmpd="sng" algn="ctr">
            <a:solidFill>
              <a:schemeClr val="tx1">
                <a:lumMod val="50000"/>
                <a:lumOff val="50000"/>
              </a:schemeClr>
            </a:solidFill>
            <a:prstDash val="solid"/>
            <a:tailEnd type="triangle"/>
          </a:ln>
          <a:effectLst/>
        </p:spPr>
      </p:cxnSp>
      <p:sp>
        <p:nvSpPr>
          <p:cNvPr id="166" name="TextBox 165">
            <a:extLst>
              <a:ext uri="{FF2B5EF4-FFF2-40B4-BE49-F238E27FC236}">
                <a16:creationId xmlns:a16="http://schemas.microsoft.com/office/drawing/2014/main" id="{851B4AEA-B0B9-00FC-E9CE-55B3E5E9DD8B}"/>
              </a:ext>
            </a:extLst>
          </p:cNvPr>
          <p:cNvSpPr txBox="1"/>
          <p:nvPr/>
        </p:nvSpPr>
        <p:spPr>
          <a:xfrm>
            <a:off x="8980499" y="3866406"/>
            <a:ext cx="540302" cy="230832"/>
          </a:xfrm>
          <a:prstGeom prst="rect">
            <a:avLst/>
          </a:prstGeom>
          <a:noFill/>
        </p:spPr>
        <p:txBody>
          <a:bodyPr wrap="square" rtlCol="0">
            <a:spAutoFit/>
          </a:bodyPr>
          <a:lstStyle/>
          <a:p>
            <a:r>
              <a:rPr lang="en-IN" sz="900"/>
              <a:t>Final</a:t>
            </a:r>
          </a:p>
        </p:txBody>
      </p:sp>
      <p:sp>
        <p:nvSpPr>
          <p:cNvPr id="167" name="TextBox 166">
            <a:extLst>
              <a:ext uri="{FF2B5EF4-FFF2-40B4-BE49-F238E27FC236}">
                <a16:creationId xmlns:a16="http://schemas.microsoft.com/office/drawing/2014/main" id="{BF7BC2A8-55BE-FFA2-3DB7-EF5026F0DDA0}"/>
              </a:ext>
            </a:extLst>
          </p:cNvPr>
          <p:cNvSpPr txBox="1"/>
          <p:nvPr/>
        </p:nvSpPr>
        <p:spPr>
          <a:xfrm>
            <a:off x="8866422" y="4129225"/>
            <a:ext cx="898346" cy="230832"/>
          </a:xfrm>
          <a:prstGeom prst="rect">
            <a:avLst/>
          </a:prstGeom>
          <a:noFill/>
        </p:spPr>
        <p:txBody>
          <a:bodyPr wrap="square" rtlCol="0">
            <a:spAutoFit/>
          </a:bodyPr>
          <a:lstStyle/>
          <a:p>
            <a:r>
              <a:rPr lang="en-IN" sz="900"/>
              <a:t>Outcome</a:t>
            </a:r>
          </a:p>
        </p:txBody>
      </p:sp>
      <p:sp>
        <p:nvSpPr>
          <p:cNvPr id="168" name="Rectangle 167">
            <a:extLst>
              <a:ext uri="{FF2B5EF4-FFF2-40B4-BE49-F238E27FC236}">
                <a16:creationId xmlns:a16="http://schemas.microsoft.com/office/drawing/2014/main" id="{B8C68E7D-7A6F-2B9D-2003-01B647C02876}"/>
              </a:ext>
            </a:extLst>
          </p:cNvPr>
          <p:cNvSpPr/>
          <p:nvPr/>
        </p:nvSpPr>
        <p:spPr>
          <a:xfrm>
            <a:off x="9692643" y="2035748"/>
            <a:ext cx="2292272" cy="274320"/>
          </a:xfrm>
          <a:prstGeom prst="rect">
            <a:avLst/>
          </a:prstGeom>
          <a:no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050" b="1" i="0" u="none" strike="noStrike" kern="0" cap="none" spc="0" normalizeH="0" baseline="0" noProof="0">
                <a:ln>
                  <a:noFill/>
                </a:ln>
                <a:effectLst/>
                <a:uLnTx/>
                <a:uFillTx/>
                <a:ea typeface="+mn-ea"/>
                <a:cs typeface="+mn-cs"/>
              </a:rPr>
              <a:t>Alignment with Business Goals</a:t>
            </a:r>
          </a:p>
        </p:txBody>
      </p:sp>
      <p:sp>
        <p:nvSpPr>
          <p:cNvPr id="169" name="Rectangle 168">
            <a:extLst>
              <a:ext uri="{FF2B5EF4-FFF2-40B4-BE49-F238E27FC236}">
                <a16:creationId xmlns:a16="http://schemas.microsoft.com/office/drawing/2014/main" id="{85ABA735-4E7C-046B-811E-47B3AE09E31E}"/>
              </a:ext>
            </a:extLst>
          </p:cNvPr>
          <p:cNvSpPr/>
          <p:nvPr/>
        </p:nvSpPr>
        <p:spPr>
          <a:xfrm>
            <a:off x="9793085" y="2234048"/>
            <a:ext cx="2091389" cy="552893"/>
          </a:xfrm>
          <a:prstGeom prst="rect">
            <a:avLst/>
          </a:prstGeom>
          <a:no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i="0" u="none" strike="noStrike" kern="0" cap="none" spc="0" normalizeH="0" baseline="0" noProof="0">
                <a:ln>
                  <a:noFill/>
                </a:ln>
                <a:effectLst/>
                <a:uLnTx/>
                <a:uFillTx/>
                <a:ea typeface="+mn-ea"/>
                <a:cs typeface="+mn-cs"/>
              </a:rPr>
              <a:t>Clear alignment between IT transformation initiatives and </a:t>
            </a:r>
            <a:r>
              <a:rPr lang="en-US" sz="900" kern="0"/>
              <a:t>LN’s </a:t>
            </a:r>
            <a:r>
              <a:rPr kumimoji="0" lang="en-US" sz="900" i="0" u="none" strike="noStrike" kern="0" cap="none" spc="0" normalizeH="0" baseline="0" noProof="0">
                <a:ln>
                  <a:noFill/>
                </a:ln>
                <a:effectLst/>
                <a:uLnTx/>
                <a:uFillTx/>
                <a:ea typeface="+mn-ea"/>
                <a:cs typeface="+mn-cs"/>
              </a:rPr>
              <a:t>business objectives</a:t>
            </a:r>
          </a:p>
        </p:txBody>
      </p:sp>
      <p:pic>
        <p:nvPicPr>
          <p:cNvPr id="170" name="Graphic 169" descr="Gears outline">
            <a:extLst>
              <a:ext uri="{FF2B5EF4-FFF2-40B4-BE49-F238E27FC236}">
                <a16:creationId xmlns:a16="http://schemas.microsoft.com/office/drawing/2014/main" id="{D4C40749-DD80-F9B2-7F55-98AD9C6FC6C7}"/>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644882" y="1690359"/>
            <a:ext cx="387795" cy="387795"/>
          </a:xfrm>
          <a:prstGeom prst="rect">
            <a:avLst/>
          </a:prstGeom>
        </p:spPr>
      </p:pic>
      <p:sp>
        <p:nvSpPr>
          <p:cNvPr id="171" name="Rectangle 170">
            <a:extLst>
              <a:ext uri="{FF2B5EF4-FFF2-40B4-BE49-F238E27FC236}">
                <a16:creationId xmlns:a16="http://schemas.microsoft.com/office/drawing/2014/main" id="{1BB4F51B-FE93-8114-D0A6-61C1B64AB11C}"/>
              </a:ext>
            </a:extLst>
          </p:cNvPr>
          <p:cNvSpPr/>
          <p:nvPr/>
        </p:nvSpPr>
        <p:spPr>
          <a:xfrm>
            <a:off x="9972784" y="3215397"/>
            <a:ext cx="1731991" cy="274320"/>
          </a:xfrm>
          <a:prstGeom prst="rect">
            <a:avLst/>
          </a:prstGeom>
          <a:no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050" b="1" i="0" u="none" strike="noStrike" kern="0" cap="none" spc="0" normalizeH="0" baseline="0" noProof="0">
                <a:ln>
                  <a:noFill/>
                </a:ln>
                <a:effectLst/>
                <a:uLnTx/>
                <a:uFillTx/>
                <a:ea typeface="+mn-ea"/>
                <a:cs typeface="+mn-cs"/>
              </a:rPr>
              <a:t>Performance Baseline</a:t>
            </a:r>
          </a:p>
        </p:txBody>
      </p:sp>
      <p:sp>
        <p:nvSpPr>
          <p:cNvPr id="181" name="Rectangle 180">
            <a:extLst>
              <a:ext uri="{FF2B5EF4-FFF2-40B4-BE49-F238E27FC236}">
                <a16:creationId xmlns:a16="http://schemas.microsoft.com/office/drawing/2014/main" id="{22146EA4-C6ED-9204-C12B-E2589B30C8EB}"/>
              </a:ext>
            </a:extLst>
          </p:cNvPr>
          <p:cNvSpPr/>
          <p:nvPr/>
        </p:nvSpPr>
        <p:spPr>
          <a:xfrm>
            <a:off x="9773253" y="3416895"/>
            <a:ext cx="2131053" cy="552893"/>
          </a:xfrm>
          <a:prstGeom prst="rect">
            <a:avLst/>
          </a:prstGeom>
          <a:no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i="0" u="none" strike="noStrike" kern="0" cap="none" spc="0" normalizeH="0" baseline="0" noProof="0">
                <a:ln>
                  <a:noFill/>
                </a:ln>
                <a:effectLst/>
                <a:uLnTx/>
                <a:uFillTx/>
                <a:ea typeface="+mn-ea"/>
                <a:cs typeface="+mn-cs"/>
              </a:rPr>
              <a:t>Baseline for measuring transformation benefits and tracking ROI over time</a:t>
            </a:r>
          </a:p>
        </p:txBody>
      </p:sp>
      <p:pic>
        <p:nvPicPr>
          <p:cNvPr id="189" name="Graphic 188" descr="Continuous Improvement outline">
            <a:extLst>
              <a:ext uri="{FF2B5EF4-FFF2-40B4-BE49-F238E27FC236}">
                <a16:creationId xmlns:a16="http://schemas.microsoft.com/office/drawing/2014/main" id="{94FC42BA-9ADB-BA3A-2B90-AEFF5B9FE28F}"/>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0644882" y="2900303"/>
            <a:ext cx="387795" cy="387795"/>
          </a:xfrm>
          <a:prstGeom prst="rect">
            <a:avLst/>
          </a:prstGeom>
        </p:spPr>
      </p:pic>
      <p:sp>
        <p:nvSpPr>
          <p:cNvPr id="190" name="Rectangle 189">
            <a:extLst>
              <a:ext uri="{FF2B5EF4-FFF2-40B4-BE49-F238E27FC236}">
                <a16:creationId xmlns:a16="http://schemas.microsoft.com/office/drawing/2014/main" id="{F85C3398-1E3B-EB72-4A7B-528A60F8CF4D}"/>
              </a:ext>
            </a:extLst>
          </p:cNvPr>
          <p:cNvSpPr/>
          <p:nvPr/>
        </p:nvSpPr>
        <p:spPr>
          <a:xfrm>
            <a:off x="9741499" y="5758826"/>
            <a:ext cx="2194560" cy="274320"/>
          </a:xfrm>
          <a:prstGeom prst="rect">
            <a:avLst/>
          </a:prstGeom>
          <a:no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050" b="1" i="0" u="none" strike="noStrike" kern="0" cap="none" spc="0" normalizeH="0" baseline="0" noProof="0">
                <a:ln>
                  <a:noFill/>
                </a:ln>
                <a:effectLst/>
                <a:uLnTx/>
                <a:uFillTx/>
                <a:ea typeface="+mn-ea"/>
                <a:cs typeface="+mn-cs"/>
              </a:rPr>
              <a:t>Prioritization of Opportunities</a:t>
            </a:r>
          </a:p>
        </p:txBody>
      </p:sp>
      <p:sp>
        <p:nvSpPr>
          <p:cNvPr id="191" name="Rectangle 190">
            <a:extLst>
              <a:ext uri="{FF2B5EF4-FFF2-40B4-BE49-F238E27FC236}">
                <a16:creationId xmlns:a16="http://schemas.microsoft.com/office/drawing/2014/main" id="{5DFCE95C-80CE-2D9B-88C6-914DBB7DDCE3}"/>
              </a:ext>
            </a:extLst>
          </p:cNvPr>
          <p:cNvSpPr/>
          <p:nvPr/>
        </p:nvSpPr>
        <p:spPr>
          <a:xfrm>
            <a:off x="9773253" y="6029781"/>
            <a:ext cx="2131053" cy="552893"/>
          </a:xfrm>
          <a:prstGeom prst="rect">
            <a:avLst/>
          </a:prstGeom>
          <a:no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i="0" u="none" strike="noStrike" kern="0" cap="none" spc="0" normalizeH="0" baseline="0" noProof="0">
                <a:ln>
                  <a:noFill/>
                </a:ln>
                <a:effectLst/>
                <a:uLnTx/>
                <a:uFillTx/>
                <a:ea typeface="+mn-ea"/>
                <a:cs typeface="+mn-cs"/>
              </a:rPr>
              <a:t>Ranking &amp; prioritization of </a:t>
            </a:r>
            <a:r>
              <a:rPr lang="en-US" sz="900" kern="0"/>
              <a:t>opportunities</a:t>
            </a:r>
            <a:r>
              <a:rPr kumimoji="0" lang="en-US" sz="900" i="0" u="none" strike="noStrike" kern="0" cap="none" spc="0" normalizeH="0" baseline="0" noProof="0">
                <a:ln>
                  <a:noFill/>
                </a:ln>
                <a:effectLst/>
                <a:uLnTx/>
                <a:uFillTx/>
                <a:ea typeface="+mn-ea"/>
                <a:cs typeface="+mn-cs"/>
              </a:rPr>
              <a:t> based on ROI, strategic alignment and feasibility</a:t>
            </a:r>
          </a:p>
        </p:txBody>
      </p:sp>
      <p:pic>
        <p:nvPicPr>
          <p:cNvPr id="192" name="Graphic 191" descr="Priorities outline">
            <a:extLst>
              <a:ext uri="{FF2B5EF4-FFF2-40B4-BE49-F238E27FC236}">
                <a16:creationId xmlns:a16="http://schemas.microsoft.com/office/drawing/2014/main" id="{9A02BE70-E714-F4C3-A977-BB800C4A105C}"/>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10644882" y="5413437"/>
            <a:ext cx="387795" cy="387795"/>
          </a:xfrm>
          <a:prstGeom prst="rect">
            <a:avLst/>
          </a:prstGeom>
        </p:spPr>
      </p:pic>
      <p:sp>
        <p:nvSpPr>
          <p:cNvPr id="193" name="Rectangle 192">
            <a:extLst>
              <a:ext uri="{FF2B5EF4-FFF2-40B4-BE49-F238E27FC236}">
                <a16:creationId xmlns:a16="http://schemas.microsoft.com/office/drawing/2014/main" id="{3B42326C-F900-6C64-6A33-A9C10C2F6BB1}"/>
              </a:ext>
            </a:extLst>
          </p:cNvPr>
          <p:cNvSpPr/>
          <p:nvPr/>
        </p:nvSpPr>
        <p:spPr>
          <a:xfrm>
            <a:off x="9870119" y="4531438"/>
            <a:ext cx="1937321" cy="274320"/>
          </a:xfrm>
          <a:prstGeom prst="rect">
            <a:avLst/>
          </a:prstGeom>
          <a:no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050" b="1" i="0" u="none" strike="noStrike" kern="0" cap="none" spc="0" normalizeH="0" baseline="0" noProof="0">
                <a:ln>
                  <a:noFill/>
                </a:ln>
                <a:effectLst/>
                <a:uLnTx/>
                <a:uFillTx/>
                <a:ea typeface="+mn-ea"/>
                <a:cs typeface="+mn-cs"/>
              </a:rPr>
              <a:t>Informed Decision Making</a:t>
            </a:r>
          </a:p>
        </p:txBody>
      </p:sp>
      <p:sp>
        <p:nvSpPr>
          <p:cNvPr id="194" name="Rectangle 193">
            <a:extLst>
              <a:ext uri="{FF2B5EF4-FFF2-40B4-BE49-F238E27FC236}">
                <a16:creationId xmlns:a16="http://schemas.microsoft.com/office/drawing/2014/main" id="{0CFD078C-171C-36C9-9133-EA69A6F15526}"/>
              </a:ext>
            </a:extLst>
          </p:cNvPr>
          <p:cNvSpPr/>
          <p:nvPr/>
        </p:nvSpPr>
        <p:spPr>
          <a:xfrm>
            <a:off x="9773253" y="4739606"/>
            <a:ext cx="2131053" cy="552893"/>
          </a:xfrm>
          <a:prstGeom prst="rect">
            <a:avLst/>
          </a:prstGeom>
          <a:no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i="0" u="none" strike="noStrike" kern="0" cap="none" spc="0" normalizeH="0" baseline="0" noProof="0">
                <a:ln>
                  <a:noFill/>
                </a:ln>
                <a:effectLst/>
                <a:uLnTx/>
                <a:uFillTx/>
                <a:ea typeface="+mn-ea"/>
                <a:cs typeface="+mn-cs"/>
              </a:rPr>
              <a:t>Data-driven decisions by comparing  investment requirements and expected returns</a:t>
            </a:r>
          </a:p>
        </p:txBody>
      </p:sp>
      <p:pic>
        <p:nvPicPr>
          <p:cNvPr id="195" name="Graphic 194" descr="Eye Scan outline">
            <a:extLst>
              <a:ext uri="{FF2B5EF4-FFF2-40B4-BE49-F238E27FC236}">
                <a16:creationId xmlns:a16="http://schemas.microsoft.com/office/drawing/2014/main" id="{70E4F3F4-3E41-F13D-F715-A6DCC30C39DD}"/>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10644882" y="4186049"/>
            <a:ext cx="387795" cy="387795"/>
          </a:xfrm>
          <a:prstGeom prst="rect">
            <a:avLst/>
          </a:prstGeom>
        </p:spPr>
      </p:pic>
    </p:spTree>
    <p:extLst>
      <p:ext uri="{BB962C8B-B14F-4D97-AF65-F5344CB8AC3E}">
        <p14:creationId xmlns:p14="http://schemas.microsoft.com/office/powerpoint/2010/main" val="19447730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EF35C9-A144-EDD1-A673-4AA4D640F108}"/>
            </a:ext>
          </a:extLst>
        </p:cNvPr>
        <p:cNvGrpSpPr/>
        <p:nvPr/>
      </p:nvGrpSpPr>
      <p:grpSpPr>
        <a:xfrm>
          <a:off x="0" y="0"/>
          <a:ext cx="0" cy="0"/>
          <a:chOff x="0" y="0"/>
          <a:chExt cx="0" cy="0"/>
        </a:xfrm>
      </p:grpSpPr>
      <p:sp>
        <p:nvSpPr>
          <p:cNvPr id="65" name="Title 1">
            <a:extLst>
              <a:ext uri="{FF2B5EF4-FFF2-40B4-BE49-F238E27FC236}">
                <a16:creationId xmlns:a16="http://schemas.microsoft.com/office/drawing/2014/main" id="{3EC05A36-3DE1-9B09-2925-B9825DA8B9AF}"/>
              </a:ext>
            </a:extLst>
          </p:cNvPr>
          <p:cNvSpPr>
            <a:spLocks noGrp="1"/>
          </p:cNvSpPr>
          <p:nvPr>
            <p:ph type="title"/>
          </p:nvPr>
        </p:nvSpPr>
        <p:spPr/>
        <p:txBody>
          <a:bodyPr anchor="t"/>
          <a:lstStyle/>
          <a:p>
            <a:r>
              <a:rPr lang="en-US" sz="2400"/>
              <a:t>Translating implementation plans from stage 3 into the value realization model with collaborative inputs &amp; in-depth assessment</a:t>
            </a:r>
          </a:p>
        </p:txBody>
      </p:sp>
      <p:sp>
        <p:nvSpPr>
          <p:cNvPr id="69" name="Arrow: Pentagon 68">
            <a:extLst>
              <a:ext uri="{FF2B5EF4-FFF2-40B4-BE49-F238E27FC236}">
                <a16:creationId xmlns:a16="http://schemas.microsoft.com/office/drawing/2014/main" id="{47AA4E9C-7627-AA77-A284-F2DA26EC12DE}"/>
              </a:ext>
            </a:extLst>
          </p:cNvPr>
          <p:cNvSpPr/>
          <p:nvPr/>
        </p:nvSpPr>
        <p:spPr>
          <a:xfrm>
            <a:off x="9016652" y="3708324"/>
            <a:ext cx="3012397" cy="2660300"/>
          </a:xfrm>
          <a:prstGeom prst="homePlate">
            <a:avLst>
              <a:gd name="adj" fmla="val 0"/>
            </a:avLst>
          </a:prstGeom>
          <a:noFill/>
          <a:ln w="19050" cap="flat" cmpd="sng" algn="ctr">
            <a:solidFill>
              <a:srgbClr val="12ABDB"/>
            </a:solidFill>
            <a:prstDash val="dash"/>
            <a:miter lim="800000"/>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332" eaLnBrk="1" fontAlgn="auto" latinLnBrk="0" hangingPunct="1">
              <a:lnSpc>
                <a:spcPct val="100000"/>
              </a:lnSpc>
              <a:spcBef>
                <a:spcPts val="0"/>
              </a:spcBef>
              <a:spcAft>
                <a:spcPts val="0"/>
              </a:spcAft>
              <a:buClrTx/>
              <a:buSzTx/>
              <a:buFontTx/>
              <a:buNone/>
              <a:tabLst/>
              <a:defRPr/>
            </a:pPr>
            <a:endParaRPr kumimoji="0" lang="en-GB" sz="900" b="0" i="0" u="none" strike="noStrike" kern="0" cap="none" spc="0" normalizeH="0" baseline="0" noProof="0">
              <a:ln>
                <a:noFill/>
              </a:ln>
              <a:solidFill>
                <a:prstClr val="white"/>
              </a:solidFill>
              <a:effectLst/>
              <a:uLnTx/>
              <a:uFillTx/>
            </a:endParaRPr>
          </a:p>
        </p:txBody>
      </p:sp>
      <p:pic>
        <p:nvPicPr>
          <p:cNvPr id="70" name="Image 89">
            <a:extLst>
              <a:ext uri="{FF2B5EF4-FFF2-40B4-BE49-F238E27FC236}">
                <a16:creationId xmlns:a16="http://schemas.microsoft.com/office/drawing/2014/main" id="{221B1072-8D0B-4173-156B-5BE2887FAE3E}"/>
              </a:ext>
            </a:extLst>
          </p:cNvPr>
          <p:cNvPicPr>
            <a:picLocks noChangeAspect="1"/>
          </p:cNvPicPr>
          <p:nvPr/>
        </p:nvPicPr>
        <p:blipFill>
          <a:blip r:embed="rId3" cstate="email">
            <a:duotone>
              <a:srgbClr val="272936">
                <a:shade val="45000"/>
                <a:satMod val="135000"/>
              </a:srgbClr>
              <a:prstClr val="white"/>
            </a:duotone>
            <a:extLst>
              <a:ext uri="{28A0092B-C50C-407E-A947-70E740481C1C}">
                <a14:useLocalDpi xmlns:a14="http://schemas.microsoft.com/office/drawing/2010/main"/>
              </a:ext>
            </a:extLst>
          </a:blip>
          <a:stretch>
            <a:fillRect/>
          </a:stretch>
        </p:blipFill>
        <p:spPr>
          <a:xfrm>
            <a:off x="2822920" y="1542260"/>
            <a:ext cx="783572" cy="783572"/>
          </a:xfrm>
          <a:prstGeom prst="rect">
            <a:avLst/>
          </a:prstGeom>
          <a:noFill/>
        </p:spPr>
      </p:pic>
      <p:sp>
        <p:nvSpPr>
          <p:cNvPr id="71" name="Oval 70">
            <a:extLst>
              <a:ext uri="{FF2B5EF4-FFF2-40B4-BE49-F238E27FC236}">
                <a16:creationId xmlns:a16="http://schemas.microsoft.com/office/drawing/2014/main" id="{FFA4E091-4182-0398-BEA2-0EE415D3A59A}"/>
              </a:ext>
            </a:extLst>
          </p:cNvPr>
          <p:cNvSpPr/>
          <p:nvPr/>
        </p:nvSpPr>
        <p:spPr bwMode="ltGray">
          <a:xfrm>
            <a:off x="2638630" y="1380429"/>
            <a:ext cx="389872" cy="360876"/>
          </a:xfrm>
          <a:prstGeom prst="ellipse">
            <a:avLst/>
          </a:prstGeom>
          <a:solidFill>
            <a:srgbClr val="FFFF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a:ln>
                <a:noFill/>
              </a:ln>
              <a:solidFill>
                <a:srgbClr val="FFFFFF"/>
              </a:solidFill>
              <a:effectLst/>
              <a:uLnTx/>
              <a:uFillTx/>
              <a:ea typeface="+mn-ea"/>
              <a:cs typeface="+mn-cs"/>
            </a:endParaRPr>
          </a:p>
        </p:txBody>
      </p:sp>
      <p:cxnSp>
        <p:nvCxnSpPr>
          <p:cNvPr id="72" name="Straight Connector 71">
            <a:extLst>
              <a:ext uri="{FF2B5EF4-FFF2-40B4-BE49-F238E27FC236}">
                <a16:creationId xmlns:a16="http://schemas.microsoft.com/office/drawing/2014/main" id="{B69539DB-BEA4-F3C0-5083-186D6BA7BC58}"/>
              </a:ext>
            </a:extLst>
          </p:cNvPr>
          <p:cNvCxnSpPr>
            <a:cxnSpLocks/>
          </p:cNvCxnSpPr>
          <p:nvPr/>
        </p:nvCxnSpPr>
        <p:spPr bwMode="black">
          <a:xfrm>
            <a:off x="551085" y="1196075"/>
            <a:ext cx="4822257" cy="0"/>
          </a:xfrm>
          <a:prstGeom prst="line">
            <a:avLst/>
          </a:prstGeom>
          <a:noFill/>
          <a:ln w="28575" cap="flat" cmpd="sng" algn="ctr">
            <a:solidFill>
              <a:srgbClr val="0070AD"/>
            </a:solidFill>
            <a:prstDash val="solid"/>
            <a:miter lim="800000"/>
            <a:headEnd type="oval"/>
            <a:tailEnd type="oval"/>
          </a:ln>
          <a:effectLst/>
        </p:spPr>
      </p:cxnSp>
      <p:sp>
        <p:nvSpPr>
          <p:cNvPr id="73" name="Oval 23">
            <a:extLst>
              <a:ext uri="{FF2B5EF4-FFF2-40B4-BE49-F238E27FC236}">
                <a16:creationId xmlns:a16="http://schemas.microsoft.com/office/drawing/2014/main" id="{AB83F725-6E4E-76CB-1C9E-32322BA2CD94}"/>
              </a:ext>
            </a:extLst>
          </p:cNvPr>
          <p:cNvSpPr>
            <a:spLocks noChangeAspect="1"/>
          </p:cNvSpPr>
          <p:nvPr/>
        </p:nvSpPr>
        <p:spPr>
          <a:xfrm>
            <a:off x="1560249" y="4092543"/>
            <a:ext cx="972000" cy="972000"/>
          </a:xfrm>
          <a:prstGeom prst="ellipse">
            <a:avLst/>
          </a:prstGeom>
          <a:solidFill>
            <a:srgbClr val="00BFBF">
              <a:lumMod val="50000"/>
              <a:alpha val="80000"/>
            </a:srgbClr>
          </a:solidFill>
          <a:ln w="12700" cap="flat" cmpd="sng" algn="ctr">
            <a:noFill/>
            <a:prstDash val="solid"/>
            <a:miter lim="800000"/>
          </a:ln>
          <a:effectLst/>
        </p:spPr>
        <p:txBody>
          <a:bodyPr lIns="0" r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a:ln>
                  <a:noFill/>
                </a:ln>
                <a:solidFill>
                  <a:srgbClr val="FFFFFF"/>
                </a:solidFill>
                <a:effectLst/>
                <a:uLnTx/>
                <a:uFillTx/>
                <a:ea typeface="+mn-ea"/>
                <a:cs typeface="+mn-cs"/>
              </a:rPr>
              <a:t>Current Governance Model</a:t>
            </a:r>
          </a:p>
        </p:txBody>
      </p:sp>
      <p:sp>
        <p:nvSpPr>
          <p:cNvPr id="74" name="Rectangle: Rounded Corners 73">
            <a:extLst>
              <a:ext uri="{FF2B5EF4-FFF2-40B4-BE49-F238E27FC236}">
                <a16:creationId xmlns:a16="http://schemas.microsoft.com/office/drawing/2014/main" id="{A519D451-6759-1914-81A9-DB19E2D8CF7E}"/>
              </a:ext>
            </a:extLst>
          </p:cNvPr>
          <p:cNvSpPr/>
          <p:nvPr/>
        </p:nvSpPr>
        <p:spPr bwMode="ltGray">
          <a:xfrm>
            <a:off x="5589833" y="2285055"/>
            <a:ext cx="2578100" cy="2870200"/>
          </a:xfrm>
          <a:prstGeom prst="roundRect">
            <a:avLst/>
          </a:prstGeom>
          <a:noFill/>
          <a:ln w="38100" cap="flat" cmpd="sng" algn="ctr">
            <a:solidFill>
              <a:srgbClr val="0070A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000" b="0" i="0" u="none" strike="noStrike" kern="0" cap="none" spc="0" normalizeH="0" baseline="0" noProof="0">
              <a:ln>
                <a:noFill/>
              </a:ln>
              <a:solidFill>
                <a:srgbClr val="FFFFFF"/>
              </a:solidFill>
              <a:effectLst/>
              <a:uLnTx/>
              <a:uFillTx/>
              <a:ea typeface="+mn-ea"/>
              <a:cs typeface="+mn-cs"/>
            </a:endParaRPr>
          </a:p>
        </p:txBody>
      </p:sp>
      <p:sp>
        <p:nvSpPr>
          <p:cNvPr id="75" name="TextBox 74">
            <a:extLst>
              <a:ext uri="{FF2B5EF4-FFF2-40B4-BE49-F238E27FC236}">
                <a16:creationId xmlns:a16="http://schemas.microsoft.com/office/drawing/2014/main" id="{19E9D9C6-B9C1-7467-4EE5-724F71869055}"/>
              </a:ext>
            </a:extLst>
          </p:cNvPr>
          <p:cNvSpPr txBox="1"/>
          <p:nvPr/>
        </p:nvSpPr>
        <p:spPr>
          <a:xfrm>
            <a:off x="5589297" y="2677160"/>
            <a:ext cx="2578100" cy="400110"/>
          </a:xfrm>
          <a:prstGeom prst="rect">
            <a:avLst/>
          </a:prstGeom>
          <a:solidFill>
            <a:srgbClr val="0070AD"/>
          </a:solidFill>
          <a:ln>
            <a:noFill/>
          </a:ln>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000" b="1" i="0" u="none" strike="noStrike" kern="0" cap="none" spc="10" normalizeH="0" baseline="0" noProof="0">
                <a:ln>
                  <a:noFill/>
                </a:ln>
                <a:solidFill>
                  <a:srgbClr val="FFFFFF"/>
                </a:solidFill>
                <a:effectLst/>
                <a:uLnTx/>
                <a:uFillTx/>
              </a:rPr>
              <a:t>Value Measurement</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000" b="1" i="0" u="none" strike="noStrike" kern="0" cap="none" spc="10" normalizeH="0" baseline="0" noProof="0">
                <a:ln>
                  <a:noFill/>
                </a:ln>
                <a:solidFill>
                  <a:srgbClr val="FFFFFF"/>
                </a:solidFill>
                <a:effectLst/>
                <a:uLnTx/>
                <a:uFillTx/>
              </a:rPr>
              <a:t>Framework Design</a:t>
            </a:r>
          </a:p>
        </p:txBody>
      </p:sp>
      <p:sp>
        <p:nvSpPr>
          <p:cNvPr id="77" name="Oval 24">
            <a:extLst>
              <a:ext uri="{FF2B5EF4-FFF2-40B4-BE49-F238E27FC236}">
                <a16:creationId xmlns:a16="http://schemas.microsoft.com/office/drawing/2014/main" id="{3002A93C-C77C-38A9-87DB-198CDB2E5597}"/>
              </a:ext>
            </a:extLst>
          </p:cNvPr>
          <p:cNvSpPr>
            <a:spLocks noChangeAspect="1"/>
          </p:cNvSpPr>
          <p:nvPr/>
        </p:nvSpPr>
        <p:spPr>
          <a:xfrm>
            <a:off x="1580536" y="1528728"/>
            <a:ext cx="936000" cy="935999"/>
          </a:xfrm>
          <a:prstGeom prst="ellipse">
            <a:avLst/>
          </a:prstGeom>
          <a:solidFill>
            <a:srgbClr val="000000">
              <a:lumMod val="75000"/>
              <a:alpha val="80000"/>
            </a:srgbClr>
          </a:solidFill>
          <a:ln w="12700" cap="flat" cmpd="sng" algn="ctr">
            <a:noFill/>
            <a:prstDash val="solid"/>
            <a:miter lim="800000"/>
          </a:ln>
          <a:effectLst/>
        </p:spPr>
        <p:txBody>
          <a:bodyPr lIns="0" r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a:ln>
                  <a:noFill/>
                </a:ln>
                <a:solidFill>
                  <a:srgbClr val="FFFFFF"/>
                </a:solidFill>
                <a:effectLst/>
                <a:uLnTx/>
                <a:uFillTx/>
                <a:ea typeface="+mn-ea"/>
                <a:cs typeface="+mn-cs"/>
              </a:rPr>
              <a:t>Target State Investments</a:t>
            </a:r>
          </a:p>
        </p:txBody>
      </p:sp>
      <p:sp>
        <p:nvSpPr>
          <p:cNvPr id="78" name="Oval 23">
            <a:extLst>
              <a:ext uri="{FF2B5EF4-FFF2-40B4-BE49-F238E27FC236}">
                <a16:creationId xmlns:a16="http://schemas.microsoft.com/office/drawing/2014/main" id="{AACB90A8-B992-17EF-B578-676E7FE143A6}"/>
              </a:ext>
            </a:extLst>
          </p:cNvPr>
          <p:cNvSpPr>
            <a:spLocks noChangeAspect="1"/>
          </p:cNvSpPr>
          <p:nvPr/>
        </p:nvSpPr>
        <p:spPr>
          <a:xfrm>
            <a:off x="1002446" y="2865548"/>
            <a:ext cx="936000" cy="935998"/>
          </a:xfrm>
          <a:prstGeom prst="ellipse">
            <a:avLst/>
          </a:prstGeom>
          <a:solidFill>
            <a:srgbClr val="0F878A">
              <a:lumMod val="75000"/>
              <a:alpha val="80000"/>
            </a:srgbClr>
          </a:solidFill>
          <a:ln w="12700" cap="flat" cmpd="sng" algn="ctr">
            <a:noFill/>
            <a:prstDash val="solid"/>
            <a:miter lim="800000"/>
          </a:ln>
          <a:effectLst/>
        </p:spPr>
        <p:txBody>
          <a:bodyPr lIns="0" r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lang="en-US" sz="800" b="1" kern="0">
              <a:solidFill>
                <a:srgbClr val="FFFFFF"/>
              </a:solidFill>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a:ln>
                  <a:noFill/>
                </a:ln>
                <a:solidFill>
                  <a:srgbClr val="FFFFFF"/>
                </a:solidFill>
                <a:effectLst/>
                <a:uLnTx/>
                <a:uFillTx/>
                <a:ea typeface="+mn-ea"/>
                <a:cs typeface="+mn-cs"/>
              </a:rPr>
              <a:t>Budget</a:t>
            </a:r>
          </a:p>
        </p:txBody>
      </p:sp>
      <p:sp>
        <p:nvSpPr>
          <p:cNvPr id="79" name="Oval 25">
            <a:extLst>
              <a:ext uri="{FF2B5EF4-FFF2-40B4-BE49-F238E27FC236}">
                <a16:creationId xmlns:a16="http://schemas.microsoft.com/office/drawing/2014/main" id="{120EE15E-A0D1-2650-34F1-DA27F8198FDE}"/>
              </a:ext>
            </a:extLst>
          </p:cNvPr>
          <p:cNvSpPr>
            <a:spLocks noChangeAspect="1"/>
          </p:cNvSpPr>
          <p:nvPr/>
        </p:nvSpPr>
        <p:spPr>
          <a:xfrm>
            <a:off x="410069" y="1528728"/>
            <a:ext cx="936000" cy="935999"/>
          </a:xfrm>
          <a:prstGeom prst="ellipse">
            <a:avLst/>
          </a:prstGeom>
          <a:solidFill>
            <a:srgbClr val="F6F6F6">
              <a:lumMod val="75000"/>
              <a:alpha val="80000"/>
            </a:srgbClr>
          </a:solidFill>
          <a:ln w="12700" cap="flat" cmpd="sng" algn="ctr">
            <a:noFill/>
            <a:prstDash val="solid"/>
            <a:miter lim="800000"/>
          </a:ln>
          <a:effectLst/>
        </p:spPr>
        <p:txBody>
          <a:bodyPr lIns="0" r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a:ln>
                  <a:noFill/>
                </a:ln>
                <a:solidFill>
                  <a:srgbClr val="FFFFFF"/>
                </a:solidFill>
                <a:effectLst/>
                <a:uLnTx/>
                <a:uFillTx/>
                <a:ea typeface="+mn-ea"/>
                <a:cs typeface="+mn-cs"/>
              </a:rPr>
              <a:t>As-Is Investments</a:t>
            </a:r>
          </a:p>
        </p:txBody>
      </p:sp>
      <p:sp>
        <p:nvSpPr>
          <p:cNvPr id="80" name="Oval 27">
            <a:extLst>
              <a:ext uri="{FF2B5EF4-FFF2-40B4-BE49-F238E27FC236}">
                <a16:creationId xmlns:a16="http://schemas.microsoft.com/office/drawing/2014/main" id="{E0408035-842B-6667-EA84-7E46A3C61470}"/>
              </a:ext>
            </a:extLst>
          </p:cNvPr>
          <p:cNvSpPr/>
          <p:nvPr/>
        </p:nvSpPr>
        <p:spPr>
          <a:xfrm>
            <a:off x="931327" y="2052254"/>
            <a:ext cx="1079999" cy="1079998"/>
          </a:xfrm>
          <a:prstGeom prst="ellipse">
            <a:avLst/>
          </a:prstGeom>
          <a:solidFill>
            <a:srgbClr val="0070AD">
              <a:alpha val="65000"/>
            </a:srgbClr>
          </a:solidFill>
          <a:ln w="12700" cap="flat" cmpd="sng" algn="ctr">
            <a:noFill/>
            <a:prstDash val="solid"/>
            <a:miter lim="800000"/>
          </a:ln>
          <a:effectLst/>
        </p:spPr>
        <p:txBody>
          <a:bodyPr lIns="0" r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rgbClr val="FFFFFF"/>
                </a:solidFill>
                <a:effectLst/>
                <a:uLnTx/>
                <a:uFillTx/>
                <a:ea typeface="+mn-ea"/>
                <a:cs typeface="+mn-cs"/>
              </a:rPr>
              <a:t>Current Investment Portfolio</a:t>
            </a:r>
          </a:p>
        </p:txBody>
      </p:sp>
      <p:cxnSp>
        <p:nvCxnSpPr>
          <p:cNvPr id="81" name="Straight Arrow Connector 30">
            <a:extLst>
              <a:ext uri="{FF2B5EF4-FFF2-40B4-BE49-F238E27FC236}">
                <a16:creationId xmlns:a16="http://schemas.microsoft.com/office/drawing/2014/main" id="{0C2420DE-3A68-C6F8-1C0F-C33E588AC982}"/>
              </a:ext>
            </a:extLst>
          </p:cNvPr>
          <p:cNvCxnSpPr>
            <a:cxnSpLocks/>
          </p:cNvCxnSpPr>
          <p:nvPr/>
        </p:nvCxnSpPr>
        <p:spPr>
          <a:xfrm>
            <a:off x="3150576" y="3617578"/>
            <a:ext cx="2412000" cy="0"/>
          </a:xfrm>
          <a:prstGeom prst="straightConnector1">
            <a:avLst/>
          </a:prstGeom>
          <a:solidFill>
            <a:srgbClr val="F6F6F6"/>
          </a:solidFill>
          <a:ln w="19050" cap="flat" cmpd="sng" algn="ctr">
            <a:solidFill>
              <a:srgbClr val="FFFFFF"/>
            </a:solidFill>
            <a:prstDash val="solid"/>
            <a:round/>
            <a:headEnd type="none" w="med" len="med"/>
            <a:tailEnd type="arrow"/>
          </a:ln>
          <a:effectLst/>
        </p:spPr>
      </p:cxnSp>
      <p:cxnSp>
        <p:nvCxnSpPr>
          <p:cNvPr id="82" name="Straight Arrow Connector 31">
            <a:extLst>
              <a:ext uri="{FF2B5EF4-FFF2-40B4-BE49-F238E27FC236}">
                <a16:creationId xmlns:a16="http://schemas.microsoft.com/office/drawing/2014/main" id="{04F07C2B-A25B-22B5-C59C-5886ADBF61F1}"/>
              </a:ext>
            </a:extLst>
          </p:cNvPr>
          <p:cNvCxnSpPr>
            <a:cxnSpLocks/>
          </p:cNvCxnSpPr>
          <p:nvPr/>
        </p:nvCxnSpPr>
        <p:spPr>
          <a:xfrm>
            <a:off x="3150576" y="3801548"/>
            <a:ext cx="2412000" cy="0"/>
          </a:xfrm>
          <a:prstGeom prst="straightConnector1">
            <a:avLst/>
          </a:prstGeom>
          <a:solidFill>
            <a:srgbClr val="F6F6F6"/>
          </a:solidFill>
          <a:ln w="19050" cap="flat" cmpd="sng" algn="ctr">
            <a:solidFill>
              <a:srgbClr val="FFFFFF"/>
            </a:solidFill>
            <a:prstDash val="solid"/>
            <a:round/>
            <a:headEnd type="none" w="med" len="med"/>
            <a:tailEnd type="arrow"/>
          </a:ln>
          <a:effectLst/>
        </p:spPr>
      </p:cxnSp>
      <p:cxnSp>
        <p:nvCxnSpPr>
          <p:cNvPr id="83" name="Straight Arrow Connector 32">
            <a:extLst>
              <a:ext uri="{FF2B5EF4-FFF2-40B4-BE49-F238E27FC236}">
                <a16:creationId xmlns:a16="http://schemas.microsoft.com/office/drawing/2014/main" id="{3ED8D6F2-557A-A00A-391A-67213CB185E9}"/>
              </a:ext>
            </a:extLst>
          </p:cNvPr>
          <p:cNvCxnSpPr>
            <a:cxnSpLocks/>
          </p:cNvCxnSpPr>
          <p:nvPr/>
        </p:nvCxnSpPr>
        <p:spPr>
          <a:xfrm>
            <a:off x="3150576" y="3432199"/>
            <a:ext cx="2412000" cy="0"/>
          </a:xfrm>
          <a:prstGeom prst="straightConnector1">
            <a:avLst/>
          </a:prstGeom>
          <a:solidFill>
            <a:srgbClr val="F6F6F6"/>
          </a:solidFill>
          <a:ln w="19050" cap="flat" cmpd="sng" algn="ctr">
            <a:solidFill>
              <a:srgbClr val="FFFFFF"/>
            </a:solidFill>
            <a:prstDash val="solid"/>
            <a:round/>
            <a:headEnd type="none" w="med" len="med"/>
            <a:tailEnd type="arrow"/>
          </a:ln>
          <a:effectLst/>
        </p:spPr>
      </p:cxnSp>
      <p:cxnSp>
        <p:nvCxnSpPr>
          <p:cNvPr id="84" name="Connecteur en angle 19">
            <a:extLst>
              <a:ext uri="{FF2B5EF4-FFF2-40B4-BE49-F238E27FC236}">
                <a16:creationId xmlns:a16="http://schemas.microsoft.com/office/drawing/2014/main" id="{F0937399-AB10-1ED5-688D-D949FD9BD4F2}"/>
              </a:ext>
            </a:extLst>
          </p:cNvPr>
          <p:cNvCxnSpPr>
            <a:cxnSpLocks/>
            <a:endCxn id="70" idx="2"/>
          </p:cNvCxnSpPr>
          <p:nvPr/>
        </p:nvCxnSpPr>
        <p:spPr bwMode="auto">
          <a:xfrm rot="10800000">
            <a:off x="3214707" y="2325832"/>
            <a:ext cx="2347481" cy="799940"/>
          </a:xfrm>
          <a:prstGeom prst="bentConnector2">
            <a:avLst/>
          </a:prstGeom>
          <a:solidFill>
            <a:srgbClr val="F6F6F6"/>
          </a:solidFill>
          <a:ln w="19050" cap="flat" cmpd="sng" algn="ctr">
            <a:solidFill>
              <a:srgbClr val="FFFFFF"/>
            </a:solidFill>
            <a:prstDash val="solid"/>
            <a:round/>
            <a:headEnd type="arrow" w="med" len="med"/>
            <a:tailEnd type="arrow"/>
          </a:ln>
          <a:effectLst/>
        </p:spPr>
      </p:cxnSp>
      <p:cxnSp>
        <p:nvCxnSpPr>
          <p:cNvPr id="85" name="Connecteur en angle 19">
            <a:extLst>
              <a:ext uri="{FF2B5EF4-FFF2-40B4-BE49-F238E27FC236}">
                <a16:creationId xmlns:a16="http://schemas.microsoft.com/office/drawing/2014/main" id="{71D9AD1B-25F2-017B-D166-A453795E07AF}"/>
              </a:ext>
            </a:extLst>
          </p:cNvPr>
          <p:cNvCxnSpPr>
            <a:cxnSpLocks/>
            <a:endCxn id="96" idx="0"/>
          </p:cNvCxnSpPr>
          <p:nvPr/>
        </p:nvCxnSpPr>
        <p:spPr bwMode="auto">
          <a:xfrm rot="10800000" flipV="1">
            <a:off x="3046482" y="4092540"/>
            <a:ext cx="2441845" cy="620685"/>
          </a:xfrm>
          <a:prstGeom prst="bentConnector2">
            <a:avLst/>
          </a:prstGeom>
          <a:solidFill>
            <a:srgbClr val="F6F6F6"/>
          </a:solidFill>
          <a:ln w="19050" cap="flat" cmpd="sng" algn="ctr">
            <a:solidFill>
              <a:srgbClr val="FFFFFF"/>
            </a:solidFill>
            <a:prstDash val="solid"/>
            <a:round/>
            <a:headEnd type="arrow" w="med" len="med"/>
            <a:tailEnd type="arrow"/>
          </a:ln>
          <a:effectLst/>
        </p:spPr>
      </p:cxnSp>
      <p:sp>
        <p:nvSpPr>
          <p:cNvPr id="86" name="TextBox 85">
            <a:extLst>
              <a:ext uri="{FF2B5EF4-FFF2-40B4-BE49-F238E27FC236}">
                <a16:creationId xmlns:a16="http://schemas.microsoft.com/office/drawing/2014/main" id="{3BEEEF67-61C0-A6EA-C442-5C028F934142}"/>
              </a:ext>
            </a:extLst>
          </p:cNvPr>
          <p:cNvSpPr txBox="1"/>
          <p:nvPr/>
        </p:nvSpPr>
        <p:spPr>
          <a:xfrm>
            <a:off x="2529180" y="5330317"/>
            <a:ext cx="1399590" cy="400110"/>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FFFFFF"/>
                </a:solidFill>
                <a:effectLst/>
                <a:uLnTx/>
                <a:uFillTx/>
              </a:rPr>
              <a:t>Current Data Analysis</a:t>
            </a:r>
          </a:p>
        </p:txBody>
      </p:sp>
      <p:sp>
        <p:nvSpPr>
          <p:cNvPr id="87" name="TextBox 86">
            <a:extLst>
              <a:ext uri="{FF2B5EF4-FFF2-40B4-BE49-F238E27FC236}">
                <a16:creationId xmlns:a16="http://schemas.microsoft.com/office/drawing/2014/main" id="{DD07FDA4-33BF-0581-8269-86ACE670142B}"/>
              </a:ext>
            </a:extLst>
          </p:cNvPr>
          <p:cNvSpPr txBox="1"/>
          <p:nvPr/>
        </p:nvSpPr>
        <p:spPr>
          <a:xfrm>
            <a:off x="3562187" y="4567087"/>
            <a:ext cx="2011680" cy="1015663"/>
          </a:xfrm>
          <a:prstGeom prst="rect">
            <a:avLst/>
          </a:prstGeom>
          <a:noFill/>
        </p:spPr>
        <p:txBody>
          <a:bodyPr wrap="square" rtlCol="0">
            <a:spAutoFit/>
          </a:bodyPr>
          <a:lstStyle/>
          <a:p>
            <a:pPr marL="171450" marR="0" lvl="0" indent="-1714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0" cap="none" spc="0" normalizeH="0" baseline="0" noProof="0">
                <a:ln>
                  <a:noFill/>
                </a:ln>
                <a:solidFill>
                  <a:srgbClr val="FFFFFF"/>
                </a:solidFill>
                <a:effectLst/>
                <a:uLnTx/>
                <a:uFillTx/>
              </a:rPr>
              <a:t>Tools &amp; technologies used for Finance Management</a:t>
            </a:r>
          </a:p>
          <a:p>
            <a:pPr marL="171450" marR="0" lvl="0" indent="-1714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0" cap="none" spc="0" normalizeH="0" baseline="0" noProof="0">
                <a:ln>
                  <a:noFill/>
                </a:ln>
                <a:solidFill>
                  <a:srgbClr val="FFFFFF"/>
                </a:solidFill>
                <a:effectLst/>
                <a:uLnTx/>
                <a:uFillTx/>
              </a:rPr>
              <a:t>Methods for Data Visualization</a:t>
            </a:r>
          </a:p>
          <a:p>
            <a:pPr marL="171450" marR="0" lvl="0" indent="-1714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0" cap="none" spc="0" normalizeH="0" baseline="0" noProof="0">
                <a:ln>
                  <a:noFill/>
                </a:ln>
                <a:solidFill>
                  <a:srgbClr val="FFFFFF"/>
                </a:solidFill>
                <a:effectLst/>
                <a:uLnTx/>
                <a:uFillTx/>
              </a:rPr>
              <a:t>Data Sources for measurement</a:t>
            </a:r>
          </a:p>
        </p:txBody>
      </p:sp>
      <p:sp>
        <p:nvSpPr>
          <p:cNvPr id="88" name="TextBox 87">
            <a:extLst>
              <a:ext uri="{FF2B5EF4-FFF2-40B4-BE49-F238E27FC236}">
                <a16:creationId xmlns:a16="http://schemas.microsoft.com/office/drawing/2014/main" id="{EA745EE0-9BED-6342-D95C-5A967E82E486}"/>
              </a:ext>
            </a:extLst>
          </p:cNvPr>
          <p:cNvSpPr txBox="1"/>
          <p:nvPr/>
        </p:nvSpPr>
        <p:spPr>
          <a:xfrm>
            <a:off x="3562187" y="1302365"/>
            <a:ext cx="2011680" cy="1477328"/>
          </a:xfrm>
          <a:prstGeom prst="rect">
            <a:avLst/>
          </a:prstGeom>
          <a:noFill/>
        </p:spPr>
        <p:txBody>
          <a:bodyPr wrap="square" rtlCol="0">
            <a:spAutoFit/>
          </a:bodyPr>
          <a:lstStyle/>
          <a:p>
            <a:pPr marL="171450" marR="0" lvl="0" indent="-1714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0" cap="none" spc="0" normalizeH="0" baseline="0" noProof="0">
                <a:ln>
                  <a:noFill/>
                </a:ln>
                <a:solidFill>
                  <a:srgbClr val="FFFFFF"/>
                </a:solidFill>
                <a:effectLst/>
                <a:uLnTx/>
                <a:uFillTx/>
              </a:rPr>
              <a:t>Key Strategic Business Drivers</a:t>
            </a:r>
          </a:p>
          <a:p>
            <a:pPr marL="171450" marR="0" lvl="0" indent="-1714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0" cap="none" spc="0" normalizeH="0" baseline="0" noProof="0">
                <a:ln>
                  <a:noFill/>
                </a:ln>
                <a:solidFill>
                  <a:srgbClr val="FFFFFF"/>
                </a:solidFill>
                <a:effectLst/>
                <a:uLnTx/>
                <a:uFillTx/>
              </a:rPr>
              <a:t>Current Pain Points</a:t>
            </a:r>
          </a:p>
          <a:p>
            <a:pPr marL="171450" lvl="0" indent="-171450">
              <a:buFont typeface="Arial" panose="020B0604020202020204" pitchFamily="34" charset="0"/>
              <a:buChar char="•"/>
              <a:defRPr/>
            </a:pPr>
            <a:r>
              <a:rPr kumimoji="0" lang="en-US" sz="1000" b="0" i="0" u="none" strike="noStrike" kern="0" cap="none" spc="0" normalizeH="0" baseline="0" noProof="0">
                <a:ln>
                  <a:noFill/>
                </a:ln>
                <a:solidFill>
                  <a:srgbClr val="FFFFFF"/>
                </a:solidFill>
                <a:effectLst/>
                <a:uLnTx/>
                <a:uFillTx/>
              </a:rPr>
              <a:t>List of </a:t>
            </a:r>
            <a:r>
              <a:rPr lang="en-US" sz="1000" kern="0">
                <a:solidFill>
                  <a:srgbClr val="FFFFFF"/>
                </a:solidFill>
              </a:rPr>
              <a:t>opportunities from Stage 1</a:t>
            </a:r>
            <a:endParaRPr kumimoji="0" lang="en-US" sz="1000" b="0" i="0" u="none" strike="noStrike" kern="0" cap="none" spc="0" normalizeH="0" baseline="0" noProof="0">
              <a:ln>
                <a:noFill/>
              </a:ln>
              <a:solidFill>
                <a:srgbClr val="FFFFFF"/>
              </a:solidFill>
              <a:effectLst/>
              <a:uLnTx/>
              <a:uFillTx/>
            </a:endParaRPr>
          </a:p>
          <a:p>
            <a:pPr marL="171450" marR="0" lvl="0" indent="-1714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0" cap="none" spc="0" normalizeH="0" baseline="0" noProof="0">
                <a:ln>
                  <a:noFill/>
                </a:ln>
                <a:solidFill>
                  <a:srgbClr val="FFFFFF"/>
                </a:solidFill>
                <a:effectLst/>
                <a:uLnTx/>
                <a:uFillTx/>
              </a:rPr>
              <a:t>Existing Business Cases &amp; Assets</a:t>
            </a:r>
          </a:p>
          <a:p>
            <a:pPr marL="171450" marR="0" lvl="0" indent="-1714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0" cap="none" spc="0" normalizeH="0" baseline="0" noProof="0">
                <a:ln>
                  <a:noFill/>
                </a:ln>
                <a:solidFill>
                  <a:srgbClr val="FFFFFF"/>
                </a:solidFill>
                <a:effectLst/>
                <a:uLnTx/>
                <a:uFillTx/>
              </a:rPr>
              <a:t>Transformation Roadmap</a:t>
            </a:r>
          </a:p>
          <a:p>
            <a:pPr marL="171450" marR="0" lvl="0" indent="-1714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0" cap="none" spc="0" normalizeH="0" baseline="0" noProof="0">
                <a:ln>
                  <a:noFill/>
                </a:ln>
                <a:solidFill>
                  <a:srgbClr val="FFFFFF"/>
                </a:solidFill>
                <a:effectLst/>
                <a:uLnTx/>
                <a:uFillTx/>
              </a:rPr>
              <a:t>Lessons learnt from past programs</a:t>
            </a:r>
          </a:p>
        </p:txBody>
      </p:sp>
      <p:pic>
        <p:nvPicPr>
          <p:cNvPr id="89" name="Graphic 88" descr="Blueprint outline">
            <a:extLst>
              <a:ext uri="{FF2B5EF4-FFF2-40B4-BE49-F238E27FC236}">
                <a16:creationId xmlns:a16="http://schemas.microsoft.com/office/drawing/2014/main" id="{E10995F3-D5AC-7F9C-213B-7B556D1B6D9D}"/>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236744" y="3116985"/>
            <a:ext cx="725470" cy="725470"/>
          </a:xfrm>
          <a:prstGeom prst="rect">
            <a:avLst/>
          </a:prstGeom>
        </p:spPr>
      </p:pic>
      <p:sp>
        <p:nvSpPr>
          <p:cNvPr id="90" name="TextBox 89">
            <a:extLst>
              <a:ext uri="{FF2B5EF4-FFF2-40B4-BE49-F238E27FC236}">
                <a16:creationId xmlns:a16="http://schemas.microsoft.com/office/drawing/2014/main" id="{4C83CE8A-A830-9F18-C3C5-1F8C944F1031}"/>
              </a:ext>
            </a:extLst>
          </p:cNvPr>
          <p:cNvSpPr txBox="1"/>
          <p:nvPr/>
        </p:nvSpPr>
        <p:spPr>
          <a:xfrm>
            <a:off x="1980478" y="3755963"/>
            <a:ext cx="1238002" cy="246221"/>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FFFFFF"/>
                </a:solidFill>
                <a:effectLst/>
                <a:uLnTx/>
                <a:uFillTx/>
              </a:rPr>
              <a:t>Design Principles</a:t>
            </a:r>
          </a:p>
        </p:txBody>
      </p:sp>
      <p:sp>
        <p:nvSpPr>
          <p:cNvPr id="92" name="Oval 24">
            <a:extLst>
              <a:ext uri="{FF2B5EF4-FFF2-40B4-BE49-F238E27FC236}">
                <a16:creationId xmlns:a16="http://schemas.microsoft.com/office/drawing/2014/main" id="{E21CC388-3B53-26B5-5C40-D9FAF5A2CDDA}"/>
              </a:ext>
            </a:extLst>
          </p:cNvPr>
          <p:cNvSpPr>
            <a:spLocks noChangeAspect="1"/>
          </p:cNvSpPr>
          <p:nvPr/>
        </p:nvSpPr>
        <p:spPr>
          <a:xfrm>
            <a:off x="1550935" y="5438735"/>
            <a:ext cx="972000" cy="972001"/>
          </a:xfrm>
          <a:prstGeom prst="ellipse">
            <a:avLst/>
          </a:prstGeom>
          <a:solidFill>
            <a:srgbClr val="000000">
              <a:lumMod val="50000"/>
              <a:alpha val="80000"/>
            </a:srgbClr>
          </a:solidFill>
          <a:ln w="12700" cap="flat" cmpd="sng" algn="ctr">
            <a:noFill/>
            <a:prstDash val="solid"/>
            <a:miter lim="800000"/>
          </a:ln>
          <a:effectLst/>
        </p:spPr>
        <p:txBody>
          <a:bodyPr lIns="0" r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a:ln>
                  <a:noFill/>
                </a:ln>
                <a:solidFill>
                  <a:srgbClr val="FFFFFF"/>
                </a:solidFill>
                <a:effectLst/>
                <a:uLnTx/>
                <a:uFillTx/>
                <a:ea typeface="+mn-ea"/>
                <a:cs typeface="+mn-cs"/>
              </a:rPr>
              <a:t>Measurement Processes </a:t>
            </a:r>
          </a:p>
        </p:txBody>
      </p:sp>
      <p:sp>
        <p:nvSpPr>
          <p:cNvPr id="93" name="Oval 23">
            <a:extLst>
              <a:ext uri="{FF2B5EF4-FFF2-40B4-BE49-F238E27FC236}">
                <a16:creationId xmlns:a16="http://schemas.microsoft.com/office/drawing/2014/main" id="{F217CC43-66C2-B7B3-C834-1836A2C85063}"/>
              </a:ext>
            </a:extLst>
          </p:cNvPr>
          <p:cNvSpPr>
            <a:spLocks noChangeAspect="1"/>
          </p:cNvSpPr>
          <p:nvPr/>
        </p:nvSpPr>
        <p:spPr>
          <a:xfrm>
            <a:off x="399230" y="4094015"/>
            <a:ext cx="972000" cy="972000"/>
          </a:xfrm>
          <a:prstGeom prst="ellipse">
            <a:avLst/>
          </a:prstGeom>
          <a:solidFill>
            <a:srgbClr val="0F878A">
              <a:lumMod val="50000"/>
              <a:alpha val="80000"/>
            </a:srgbClr>
          </a:solidFill>
          <a:ln w="12700" cap="flat" cmpd="sng" algn="ctr">
            <a:noFill/>
            <a:prstDash val="solid"/>
            <a:miter lim="800000"/>
          </a:ln>
          <a:effectLst/>
        </p:spPr>
        <p:txBody>
          <a:bodyPr lIns="0" r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a:ln>
                  <a:noFill/>
                </a:ln>
                <a:solidFill>
                  <a:srgbClr val="FFFFFF"/>
                </a:solidFill>
                <a:effectLst/>
                <a:uLnTx/>
                <a:uFillTx/>
                <a:ea typeface="+mn-ea"/>
                <a:cs typeface="+mn-cs"/>
              </a:rPr>
              <a:t>Current KPIs Measured</a:t>
            </a:r>
          </a:p>
        </p:txBody>
      </p:sp>
      <p:sp>
        <p:nvSpPr>
          <p:cNvPr id="94" name="Oval 25">
            <a:extLst>
              <a:ext uri="{FF2B5EF4-FFF2-40B4-BE49-F238E27FC236}">
                <a16:creationId xmlns:a16="http://schemas.microsoft.com/office/drawing/2014/main" id="{1D434269-DF70-CCCF-197E-358FBB8663D5}"/>
              </a:ext>
            </a:extLst>
          </p:cNvPr>
          <p:cNvSpPr>
            <a:spLocks noChangeAspect="1"/>
          </p:cNvSpPr>
          <p:nvPr/>
        </p:nvSpPr>
        <p:spPr>
          <a:xfrm>
            <a:off x="380467" y="5438734"/>
            <a:ext cx="972000" cy="972000"/>
          </a:xfrm>
          <a:prstGeom prst="ellipse">
            <a:avLst/>
          </a:prstGeom>
          <a:solidFill>
            <a:srgbClr val="0070AD">
              <a:alpha val="80000"/>
            </a:srgbClr>
          </a:solidFill>
          <a:ln w="12700" cap="flat" cmpd="sng" algn="ctr">
            <a:noFill/>
            <a:prstDash val="solid"/>
            <a:miter lim="800000"/>
          </a:ln>
          <a:effectLst/>
        </p:spPr>
        <p:txBody>
          <a:bodyPr lIns="0" r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a:ln>
                  <a:noFill/>
                </a:ln>
                <a:solidFill>
                  <a:srgbClr val="FFFFFF"/>
                </a:solidFill>
                <a:effectLst/>
                <a:uLnTx/>
                <a:uFillTx/>
                <a:ea typeface="+mn-ea"/>
                <a:cs typeface="+mn-cs"/>
              </a:rPr>
              <a:t>Measurement Tools</a:t>
            </a:r>
          </a:p>
        </p:txBody>
      </p:sp>
      <p:sp>
        <p:nvSpPr>
          <p:cNvPr id="95" name="Oval 27">
            <a:extLst>
              <a:ext uri="{FF2B5EF4-FFF2-40B4-BE49-F238E27FC236}">
                <a16:creationId xmlns:a16="http://schemas.microsoft.com/office/drawing/2014/main" id="{2DEAB0F0-95F3-1533-6581-C662AFF14A23}"/>
              </a:ext>
            </a:extLst>
          </p:cNvPr>
          <p:cNvSpPr/>
          <p:nvPr/>
        </p:nvSpPr>
        <p:spPr>
          <a:xfrm>
            <a:off x="901725" y="4717328"/>
            <a:ext cx="1080000" cy="1080001"/>
          </a:xfrm>
          <a:prstGeom prst="ellipse">
            <a:avLst/>
          </a:prstGeom>
          <a:solidFill>
            <a:srgbClr val="0F878A">
              <a:lumMod val="20000"/>
              <a:lumOff val="80000"/>
              <a:alpha val="65000"/>
            </a:srgbClr>
          </a:solidFill>
          <a:ln w="12700" cap="flat" cmpd="sng" algn="ctr">
            <a:noFill/>
            <a:prstDash val="solid"/>
            <a:miter lim="800000"/>
          </a:ln>
          <a:effectLst/>
        </p:spPr>
        <p:txBody>
          <a:bodyPr lIns="0" r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rgbClr val="FFFFFF"/>
                </a:solidFill>
                <a:effectLst/>
                <a:uLnTx/>
                <a:uFillTx/>
                <a:ea typeface="+mn-ea"/>
                <a:cs typeface="+mn-cs"/>
              </a:rPr>
              <a:t>Current Value Measurement</a:t>
            </a:r>
          </a:p>
        </p:txBody>
      </p:sp>
      <p:pic>
        <p:nvPicPr>
          <p:cNvPr id="96" name="Picture 95" descr="A magnifying glass and graph&#10;&#10;Description automatically generated">
            <a:extLst>
              <a:ext uri="{FF2B5EF4-FFF2-40B4-BE49-F238E27FC236}">
                <a16:creationId xmlns:a16="http://schemas.microsoft.com/office/drawing/2014/main" id="{13F86C45-01A7-9613-06D8-4189715DE491}"/>
              </a:ext>
            </a:extLst>
          </p:cNvPr>
          <p:cNvPicPr>
            <a:picLocks noChangeAspect="1"/>
          </p:cNvPicPr>
          <p:nvPr/>
        </p:nvPicPr>
        <p:blipFill>
          <a:blip r:embed="rId6">
            <a:duotone>
              <a:srgbClr val="272936">
                <a:shade val="45000"/>
                <a:satMod val="135000"/>
              </a:srgbClr>
              <a:prstClr val="white"/>
            </a:duotone>
          </a:blip>
          <a:stretch>
            <a:fillRect/>
          </a:stretch>
        </p:blipFill>
        <p:spPr>
          <a:xfrm>
            <a:off x="2822920" y="4713226"/>
            <a:ext cx="595626" cy="595626"/>
          </a:xfrm>
          <a:prstGeom prst="rect">
            <a:avLst/>
          </a:prstGeom>
        </p:spPr>
      </p:pic>
      <p:sp>
        <p:nvSpPr>
          <p:cNvPr id="97" name="Rectangle 96">
            <a:extLst>
              <a:ext uri="{FF2B5EF4-FFF2-40B4-BE49-F238E27FC236}">
                <a16:creationId xmlns:a16="http://schemas.microsoft.com/office/drawing/2014/main" id="{563CD5E8-C1BA-AEDD-0EF8-71A6A0E31C73}"/>
              </a:ext>
            </a:extLst>
          </p:cNvPr>
          <p:cNvSpPr/>
          <p:nvPr/>
        </p:nvSpPr>
        <p:spPr bwMode="ltGray">
          <a:xfrm>
            <a:off x="5625847" y="4340501"/>
            <a:ext cx="1246150" cy="351559"/>
          </a:xfrm>
          <a:prstGeom prst="rect">
            <a:avLst/>
          </a:prstGeom>
          <a:solidFill>
            <a:srgbClr val="12ABDB">
              <a:lumMod val="75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000" b="0" i="0" u="none" strike="noStrike" kern="0" cap="none" spc="0" normalizeH="0" baseline="0" noProof="0">
                <a:ln>
                  <a:noFill/>
                </a:ln>
                <a:solidFill>
                  <a:srgbClr val="FFFFFF"/>
                </a:solidFill>
                <a:effectLst/>
                <a:uLnTx/>
                <a:uFillTx/>
                <a:ea typeface="+mn-ea"/>
                <a:cs typeface="+mn-cs"/>
              </a:rPr>
              <a:t>Data Analysis Strategy</a:t>
            </a:r>
          </a:p>
        </p:txBody>
      </p:sp>
      <p:sp>
        <p:nvSpPr>
          <p:cNvPr id="98" name="Rectangle 97">
            <a:extLst>
              <a:ext uri="{FF2B5EF4-FFF2-40B4-BE49-F238E27FC236}">
                <a16:creationId xmlns:a16="http://schemas.microsoft.com/office/drawing/2014/main" id="{8811F79D-7862-EE3E-0A8D-5EF19B90E98B}"/>
              </a:ext>
            </a:extLst>
          </p:cNvPr>
          <p:cNvSpPr/>
          <p:nvPr/>
        </p:nvSpPr>
        <p:spPr bwMode="ltGray">
          <a:xfrm>
            <a:off x="6895294" y="4340501"/>
            <a:ext cx="1246150" cy="351559"/>
          </a:xfrm>
          <a:prstGeom prst="rect">
            <a:avLst/>
          </a:prstGeom>
          <a:solidFill>
            <a:srgbClr val="12ABDB">
              <a:lumMod val="75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000" b="0" i="0" u="none" strike="noStrike" kern="0" cap="none" spc="0" normalizeH="0" baseline="0" noProof="0">
                <a:ln>
                  <a:noFill/>
                </a:ln>
                <a:solidFill>
                  <a:srgbClr val="FFFFFF"/>
                </a:solidFill>
                <a:effectLst/>
                <a:uLnTx/>
                <a:uFillTx/>
                <a:ea typeface="+mn-ea"/>
                <a:cs typeface="+mn-cs"/>
              </a:rPr>
              <a:t>Strategic KPI Alignment</a:t>
            </a:r>
          </a:p>
        </p:txBody>
      </p:sp>
      <p:sp>
        <p:nvSpPr>
          <p:cNvPr id="99" name="Rectangle 98">
            <a:extLst>
              <a:ext uri="{FF2B5EF4-FFF2-40B4-BE49-F238E27FC236}">
                <a16:creationId xmlns:a16="http://schemas.microsoft.com/office/drawing/2014/main" id="{3042E0DD-5869-7A74-6473-E62C6A6ECAB8}"/>
              </a:ext>
            </a:extLst>
          </p:cNvPr>
          <p:cNvSpPr/>
          <p:nvPr/>
        </p:nvSpPr>
        <p:spPr bwMode="ltGray">
          <a:xfrm>
            <a:off x="5625847" y="3944300"/>
            <a:ext cx="1246150" cy="351559"/>
          </a:xfrm>
          <a:prstGeom prst="rect">
            <a:avLst/>
          </a:prstGeom>
          <a:solidFill>
            <a:srgbClr val="12ABDB"/>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000" b="0" i="0" u="none" strike="noStrike" kern="0" cap="none" spc="0" normalizeH="0" baseline="0" noProof="0">
                <a:ln>
                  <a:noFill/>
                </a:ln>
                <a:solidFill>
                  <a:srgbClr val="FFFFFF"/>
                </a:solidFill>
                <a:effectLst/>
                <a:uLnTx/>
                <a:uFillTx/>
                <a:ea typeface="+mn-ea"/>
                <a:cs typeface="+mn-cs"/>
              </a:rPr>
              <a:t>Baseline Assessment</a:t>
            </a:r>
          </a:p>
        </p:txBody>
      </p:sp>
      <p:sp>
        <p:nvSpPr>
          <p:cNvPr id="100" name="Rectangle 99">
            <a:extLst>
              <a:ext uri="{FF2B5EF4-FFF2-40B4-BE49-F238E27FC236}">
                <a16:creationId xmlns:a16="http://schemas.microsoft.com/office/drawing/2014/main" id="{EE43AFBD-7CD0-DAAB-BF68-BB65042AE6CF}"/>
              </a:ext>
            </a:extLst>
          </p:cNvPr>
          <p:cNvSpPr/>
          <p:nvPr/>
        </p:nvSpPr>
        <p:spPr bwMode="ltGray">
          <a:xfrm>
            <a:off x="6895294" y="3944731"/>
            <a:ext cx="1246150" cy="351559"/>
          </a:xfrm>
          <a:prstGeom prst="rect">
            <a:avLst/>
          </a:prstGeom>
          <a:solidFill>
            <a:srgbClr val="12ABDB"/>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000" b="0" i="0" u="none" strike="noStrike" kern="0" cap="none" spc="0" normalizeH="0" baseline="0" noProof="0">
                <a:ln>
                  <a:noFill/>
                </a:ln>
                <a:solidFill>
                  <a:srgbClr val="FFFFFF"/>
                </a:solidFill>
                <a:effectLst/>
                <a:uLnTx/>
                <a:uFillTx/>
                <a:ea typeface="+mn-ea"/>
                <a:cs typeface="+mn-cs"/>
              </a:rPr>
              <a:t>Target State Assessment</a:t>
            </a:r>
          </a:p>
        </p:txBody>
      </p:sp>
      <p:sp>
        <p:nvSpPr>
          <p:cNvPr id="101" name="Rectangle 100">
            <a:extLst>
              <a:ext uri="{FF2B5EF4-FFF2-40B4-BE49-F238E27FC236}">
                <a16:creationId xmlns:a16="http://schemas.microsoft.com/office/drawing/2014/main" id="{03CF71FF-ADA9-3A52-A281-61E214A05FFC}"/>
              </a:ext>
            </a:extLst>
          </p:cNvPr>
          <p:cNvSpPr/>
          <p:nvPr/>
        </p:nvSpPr>
        <p:spPr bwMode="ltGray">
          <a:xfrm>
            <a:off x="6226978" y="4735753"/>
            <a:ext cx="1311233" cy="351559"/>
          </a:xfrm>
          <a:prstGeom prst="rect">
            <a:avLst/>
          </a:prstGeom>
          <a:solidFill>
            <a:srgbClr val="12ABDB">
              <a:lumMod val="5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000" b="0" i="0" u="none" strike="noStrike" kern="0" cap="none" spc="0" normalizeH="0" baseline="0" noProof="0">
                <a:ln>
                  <a:noFill/>
                </a:ln>
                <a:solidFill>
                  <a:srgbClr val="FFFFFF"/>
                </a:solidFill>
                <a:effectLst/>
                <a:uLnTx/>
                <a:uFillTx/>
                <a:ea typeface="+mn-ea"/>
                <a:cs typeface="+mn-cs"/>
              </a:rPr>
              <a:t>Governance Model Assessment</a:t>
            </a:r>
          </a:p>
        </p:txBody>
      </p:sp>
      <p:sp>
        <p:nvSpPr>
          <p:cNvPr id="102" name="TextBox 101">
            <a:extLst>
              <a:ext uri="{FF2B5EF4-FFF2-40B4-BE49-F238E27FC236}">
                <a16:creationId xmlns:a16="http://schemas.microsoft.com/office/drawing/2014/main" id="{B5039326-D149-0164-96D0-1340BDDBD1D1}"/>
              </a:ext>
            </a:extLst>
          </p:cNvPr>
          <p:cNvSpPr txBox="1"/>
          <p:nvPr/>
        </p:nvSpPr>
        <p:spPr>
          <a:xfrm>
            <a:off x="9722125" y="1259457"/>
            <a:ext cx="2286000" cy="553998"/>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IN" sz="1000" b="1" i="0" u="none" strike="noStrike" kern="0" cap="none" spc="0" normalizeH="0" baseline="0" noProof="0">
                <a:ln>
                  <a:noFill/>
                </a:ln>
                <a:solidFill>
                  <a:srgbClr val="FFFFFF"/>
                </a:solidFill>
                <a:effectLst/>
                <a:uLnTx/>
                <a:uFillTx/>
              </a:rPr>
              <a:t>Consolidate Baseline</a:t>
            </a:r>
          </a:p>
          <a:p>
            <a:pPr marL="0" marR="0" lvl="0" indent="0" defTabSz="914400" eaLnBrk="1" fontAlgn="auto" latinLnBrk="0" hangingPunct="1">
              <a:lnSpc>
                <a:spcPct val="100000"/>
              </a:lnSpc>
              <a:spcBef>
                <a:spcPts val="0"/>
              </a:spcBef>
              <a:spcAft>
                <a:spcPts val="0"/>
              </a:spcAft>
              <a:buClrTx/>
              <a:buSzTx/>
              <a:buFontTx/>
              <a:buNone/>
              <a:tabLst/>
              <a:defRPr/>
            </a:pPr>
            <a:r>
              <a:rPr kumimoji="0" lang="en-IN" sz="1000" b="0" i="0" u="none" strike="noStrike" kern="0" cap="none" spc="0" normalizeH="0" baseline="0" noProof="0">
                <a:ln>
                  <a:noFill/>
                </a:ln>
                <a:solidFill>
                  <a:srgbClr val="FFFFFF"/>
                </a:solidFill>
                <a:effectLst/>
                <a:uLnTx/>
                <a:uFillTx/>
              </a:rPr>
              <a:t>Based on investment portfolio &amp; transformation roadmap</a:t>
            </a:r>
          </a:p>
        </p:txBody>
      </p:sp>
      <p:sp>
        <p:nvSpPr>
          <p:cNvPr id="103" name="TextBox 102">
            <a:extLst>
              <a:ext uri="{FF2B5EF4-FFF2-40B4-BE49-F238E27FC236}">
                <a16:creationId xmlns:a16="http://schemas.microsoft.com/office/drawing/2014/main" id="{D2DEC84C-DCE7-0006-CF6A-DD4FC801114A}"/>
              </a:ext>
            </a:extLst>
          </p:cNvPr>
          <p:cNvSpPr txBox="1"/>
          <p:nvPr/>
        </p:nvSpPr>
        <p:spPr>
          <a:xfrm>
            <a:off x="9722125" y="2932785"/>
            <a:ext cx="2286000" cy="553998"/>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IN" sz="1000" b="1" i="0" u="none" strike="noStrike" kern="0" cap="none" spc="0" normalizeH="0" baseline="0" noProof="0">
                <a:ln>
                  <a:noFill/>
                </a:ln>
                <a:solidFill>
                  <a:srgbClr val="FFFFFF"/>
                </a:solidFill>
                <a:effectLst/>
                <a:uLnTx/>
                <a:uFillTx/>
              </a:rPr>
              <a:t>Benefits Framework </a:t>
            </a:r>
            <a:r>
              <a:rPr kumimoji="0" lang="en-IN" sz="1000" b="0" i="0" u="none" strike="noStrike" kern="0" cap="none" spc="0" normalizeH="0" baseline="0" noProof="0">
                <a:ln>
                  <a:noFill/>
                </a:ln>
                <a:solidFill>
                  <a:srgbClr val="FFFFFF"/>
                </a:solidFill>
                <a:effectLst/>
                <a:uLnTx/>
                <a:uFillTx/>
              </a:rPr>
              <a:t>created for the outlined KPIs to monitor and compare </a:t>
            </a:r>
            <a:r>
              <a:rPr lang="en-IN" sz="1000" kern="0">
                <a:solidFill>
                  <a:srgbClr val="FFFFFF"/>
                </a:solidFill>
              </a:rPr>
              <a:t>implementations</a:t>
            </a:r>
            <a:endParaRPr kumimoji="0" lang="en-IN" sz="1000" b="0" i="0" u="none" strike="noStrike" kern="0" cap="none" spc="0" normalizeH="0" baseline="0" noProof="0">
              <a:ln>
                <a:noFill/>
              </a:ln>
              <a:solidFill>
                <a:srgbClr val="FFFFFF"/>
              </a:solidFill>
              <a:effectLst/>
              <a:uLnTx/>
              <a:uFillTx/>
            </a:endParaRPr>
          </a:p>
        </p:txBody>
      </p:sp>
      <p:sp>
        <p:nvSpPr>
          <p:cNvPr id="104" name="TextBox 103">
            <a:extLst>
              <a:ext uri="{FF2B5EF4-FFF2-40B4-BE49-F238E27FC236}">
                <a16:creationId xmlns:a16="http://schemas.microsoft.com/office/drawing/2014/main" id="{92AE5EDF-9DBD-6CC4-8440-1868D5967E59}"/>
              </a:ext>
            </a:extLst>
          </p:cNvPr>
          <p:cNvSpPr txBox="1"/>
          <p:nvPr/>
        </p:nvSpPr>
        <p:spPr>
          <a:xfrm>
            <a:off x="9722125" y="4287978"/>
            <a:ext cx="2286000" cy="553998"/>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IN" sz="1000" b="1" i="0" u="none" strike="noStrike" kern="0" cap="none" spc="0" normalizeH="0" baseline="0" noProof="0">
                <a:ln>
                  <a:noFill/>
                </a:ln>
                <a:solidFill>
                  <a:srgbClr val="FFFFFF"/>
                </a:solidFill>
                <a:effectLst/>
                <a:uLnTx/>
                <a:uFillTx/>
              </a:rPr>
              <a:t>Data Analysis Strategy</a:t>
            </a:r>
          </a:p>
          <a:p>
            <a:pPr marL="0" marR="0" lvl="0" indent="0" defTabSz="914400" eaLnBrk="1" fontAlgn="auto" latinLnBrk="0" hangingPunct="1">
              <a:lnSpc>
                <a:spcPct val="100000"/>
              </a:lnSpc>
              <a:spcBef>
                <a:spcPts val="0"/>
              </a:spcBef>
              <a:spcAft>
                <a:spcPts val="0"/>
              </a:spcAft>
              <a:buClrTx/>
              <a:buSzTx/>
              <a:buFontTx/>
              <a:buNone/>
              <a:tabLst/>
              <a:defRPr/>
            </a:pPr>
            <a:r>
              <a:rPr kumimoji="0" lang="en-IN" sz="1000" b="0" i="0" u="none" strike="noStrike" kern="0" cap="none" spc="0" normalizeH="0" baseline="0" noProof="0">
                <a:ln>
                  <a:noFill/>
                </a:ln>
                <a:solidFill>
                  <a:srgbClr val="FFFFFF"/>
                </a:solidFill>
                <a:effectLst/>
                <a:uLnTx/>
                <a:uFillTx/>
              </a:rPr>
              <a:t>to identify data sources, KPI analysis &amp; reporting </a:t>
            </a:r>
          </a:p>
        </p:txBody>
      </p:sp>
      <p:sp>
        <p:nvSpPr>
          <p:cNvPr id="105" name="TextBox 104">
            <a:extLst>
              <a:ext uri="{FF2B5EF4-FFF2-40B4-BE49-F238E27FC236}">
                <a16:creationId xmlns:a16="http://schemas.microsoft.com/office/drawing/2014/main" id="{1BB0F811-31E9-A03D-D8B6-551246735CCB}"/>
              </a:ext>
            </a:extLst>
          </p:cNvPr>
          <p:cNvSpPr txBox="1"/>
          <p:nvPr/>
        </p:nvSpPr>
        <p:spPr>
          <a:xfrm>
            <a:off x="9722125" y="2384642"/>
            <a:ext cx="2286000" cy="553998"/>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IN" sz="1000" b="1" i="0" u="none" strike="noStrike" kern="0" cap="none" spc="0" normalizeH="0" baseline="0" noProof="0">
                <a:ln>
                  <a:noFill/>
                </a:ln>
                <a:solidFill>
                  <a:srgbClr val="FFFFFF"/>
                </a:solidFill>
                <a:effectLst/>
                <a:uLnTx/>
                <a:uFillTx/>
              </a:rPr>
              <a:t>Prioritized List of KPIs </a:t>
            </a:r>
            <a:r>
              <a:rPr kumimoji="0" lang="en-IN" sz="1000" b="0" i="0" u="none" strike="noStrike" kern="0" cap="none" spc="0" normalizeH="0" baseline="0" noProof="0">
                <a:ln>
                  <a:noFill/>
                </a:ln>
                <a:solidFill>
                  <a:srgbClr val="FFFFFF"/>
                </a:solidFill>
                <a:effectLst/>
                <a:uLnTx/>
                <a:uFillTx/>
              </a:rPr>
              <a:t>aligned to project objectives &amp; transformation plan</a:t>
            </a:r>
          </a:p>
        </p:txBody>
      </p:sp>
      <p:sp>
        <p:nvSpPr>
          <p:cNvPr id="106" name="TextBox 105">
            <a:extLst>
              <a:ext uri="{FF2B5EF4-FFF2-40B4-BE49-F238E27FC236}">
                <a16:creationId xmlns:a16="http://schemas.microsoft.com/office/drawing/2014/main" id="{6BF4F98C-009D-F5E1-A4A5-9831A8783CA8}"/>
              </a:ext>
            </a:extLst>
          </p:cNvPr>
          <p:cNvSpPr txBox="1"/>
          <p:nvPr/>
        </p:nvSpPr>
        <p:spPr>
          <a:xfrm>
            <a:off x="9722125" y="4903108"/>
            <a:ext cx="2286000" cy="707886"/>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IN" sz="1000" b="1" i="0" u="none" strike="noStrike" kern="0" cap="none" spc="0" normalizeH="0" baseline="0" noProof="0">
                <a:ln>
                  <a:noFill/>
                </a:ln>
                <a:solidFill>
                  <a:srgbClr val="FFFFFF"/>
                </a:solidFill>
                <a:effectLst/>
                <a:uLnTx/>
                <a:uFillTx/>
              </a:rPr>
              <a:t>VRO Governance Model</a:t>
            </a:r>
          </a:p>
          <a:p>
            <a:pPr marL="0" marR="0" lvl="0" indent="0" defTabSz="914400" eaLnBrk="1" fontAlgn="auto" latinLnBrk="0" hangingPunct="1">
              <a:lnSpc>
                <a:spcPct val="100000"/>
              </a:lnSpc>
              <a:spcBef>
                <a:spcPts val="0"/>
              </a:spcBef>
              <a:spcAft>
                <a:spcPts val="0"/>
              </a:spcAft>
              <a:buClrTx/>
              <a:buSzTx/>
              <a:buFontTx/>
              <a:buNone/>
              <a:tabLst/>
              <a:defRPr/>
            </a:pPr>
            <a:r>
              <a:rPr kumimoji="0" lang="en-IN" sz="1000" b="0" i="0" u="none" strike="noStrike" kern="0" cap="none" spc="0" normalizeH="0" baseline="0" noProof="0">
                <a:ln>
                  <a:noFill/>
                </a:ln>
                <a:solidFill>
                  <a:srgbClr val="FFFFFF"/>
                </a:solidFill>
                <a:effectLst/>
                <a:uLnTx/>
                <a:uFillTx/>
              </a:rPr>
              <a:t>Based on design principles &amp; best practices to efficiently operate the VRO</a:t>
            </a:r>
          </a:p>
        </p:txBody>
      </p:sp>
      <p:pic>
        <p:nvPicPr>
          <p:cNvPr id="107" name="Picture 106">
            <a:extLst>
              <a:ext uri="{FF2B5EF4-FFF2-40B4-BE49-F238E27FC236}">
                <a16:creationId xmlns:a16="http://schemas.microsoft.com/office/drawing/2014/main" id="{14612CF7-8BC6-76C4-AD56-5F68F88F9E7D}"/>
              </a:ext>
            </a:extLst>
          </p:cNvPr>
          <p:cNvPicPr>
            <a:picLocks/>
          </p:cNvPicPr>
          <p:nvPr/>
        </p:nvPicPr>
        <p:blipFill>
          <a:blip r:embed="rId7"/>
          <a:stretch>
            <a:fillRect/>
          </a:stretch>
        </p:blipFill>
        <p:spPr>
          <a:xfrm>
            <a:off x="9103297" y="1367219"/>
            <a:ext cx="540000" cy="360000"/>
          </a:xfrm>
          <a:prstGeom prst="rect">
            <a:avLst/>
          </a:prstGeom>
          <a:ln>
            <a:noFill/>
          </a:ln>
          <a:effectLst>
            <a:outerShdw blurRad="50800" dist="38100" dir="8100000" algn="tr" rotWithShape="0">
              <a:prstClr val="black">
                <a:alpha val="40000"/>
              </a:prstClr>
            </a:outerShdw>
          </a:effectLst>
        </p:spPr>
      </p:pic>
      <p:pic>
        <p:nvPicPr>
          <p:cNvPr id="108" name="Picture 107">
            <a:extLst>
              <a:ext uri="{FF2B5EF4-FFF2-40B4-BE49-F238E27FC236}">
                <a16:creationId xmlns:a16="http://schemas.microsoft.com/office/drawing/2014/main" id="{98BEE629-C46B-D33F-5030-5E33CDAB11BF}"/>
              </a:ext>
            </a:extLst>
          </p:cNvPr>
          <p:cNvPicPr>
            <a:picLocks/>
          </p:cNvPicPr>
          <p:nvPr/>
        </p:nvPicPr>
        <p:blipFill rotWithShape="1">
          <a:blip r:embed="rId8"/>
          <a:srcRect b="9146"/>
          <a:stretch/>
        </p:blipFill>
        <p:spPr>
          <a:xfrm>
            <a:off x="9103297" y="2504615"/>
            <a:ext cx="540000" cy="360000"/>
          </a:xfrm>
          <a:prstGeom prst="rect">
            <a:avLst/>
          </a:prstGeom>
          <a:ln>
            <a:noFill/>
          </a:ln>
          <a:effectLst>
            <a:outerShdw blurRad="50800" dist="38100" dir="8100000" algn="tr" rotWithShape="0">
              <a:prstClr val="black">
                <a:alpha val="40000"/>
              </a:prstClr>
            </a:outerShdw>
          </a:effectLst>
        </p:spPr>
      </p:pic>
      <p:pic>
        <p:nvPicPr>
          <p:cNvPr id="109" name="Picture 108">
            <a:extLst>
              <a:ext uri="{FF2B5EF4-FFF2-40B4-BE49-F238E27FC236}">
                <a16:creationId xmlns:a16="http://schemas.microsoft.com/office/drawing/2014/main" id="{9B9CEAC7-B3AB-1962-CC68-35A80C26AE4B}"/>
              </a:ext>
            </a:extLst>
          </p:cNvPr>
          <p:cNvPicPr>
            <a:picLocks/>
          </p:cNvPicPr>
          <p:nvPr/>
        </p:nvPicPr>
        <p:blipFill>
          <a:blip r:embed="rId9"/>
          <a:stretch>
            <a:fillRect/>
          </a:stretch>
        </p:blipFill>
        <p:spPr>
          <a:xfrm>
            <a:off x="9097996" y="3072408"/>
            <a:ext cx="540000" cy="360000"/>
          </a:xfrm>
          <a:prstGeom prst="rect">
            <a:avLst/>
          </a:prstGeom>
          <a:ln>
            <a:noFill/>
          </a:ln>
          <a:effectLst>
            <a:outerShdw blurRad="50800" dist="38100" dir="8100000" algn="tr" rotWithShape="0">
              <a:prstClr val="black">
                <a:alpha val="40000"/>
              </a:prstClr>
            </a:outerShdw>
          </a:effectLst>
        </p:spPr>
      </p:pic>
      <p:cxnSp>
        <p:nvCxnSpPr>
          <p:cNvPr id="110" name="Straight Connector 109">
            <a:extLst>
              <a:ext uri="{FF2B5EF4-FFF2-40B4-BE49-F238E27FC236}">
                <a16:creationId xmlns:a16="http://schemas.microsoft.com/office/drawing/2014/main" id="{4A0B28C8-0153-CE19-5103-AABE5079E37A}"/>
              </a:ext>
            </a:extLst>
          </p:cNvPr>
          <p:cNvCxnSpPr>
            <a:cxnSpLocks/>
          </p:cNvCxnSpPr>
          <p:nvPr/>
        </p:nvCxnSpPr>
        <p:spPr bwMode="black">
          <a:xfrm>
            <a:off x="7931018" y="5096386"/>
            <a:ext cx="1078172" cy="1251898"/>
          </a:xfrm>
          <a:prstGeom prst="line">
            <a:avLst/>
          </a:prstGeom>
          <a:noFill/>
          <a:ln w="38100" cap="flat" cmpd="sng" algn="ctr">
            <a:solidFill>
              <a:srgbClr val="0070AD"/>
            </a:solidFill>
            <a:prstDash val="dash"/>
            <a:miter lim="800000"/>
          </a:ln>
          <a:effectLst/>
        </p:spPr>
      </p:cxnSp>
      <p:cxnSp>
        <p:nvCxnSpPr>
          <p:cNvPr id="111" name="Straight Connector 110">
            <a:extLst>
              <a:ext uri="{FF2B5EF4-FFF2-40B4-BE49-F238E27FC236}">
                <a16:creationId xmlns:a16="http://schemas.microsoft.com/office/drawing/2014/main" id="{1DF43D93-345F-EF56-98DD-A02F9C963E84}"/>
              </a:ext>
            </a:extLst>
          </p:cNvPr>
          <p:cNvCxnSpPr>
            <a:cxnSpLocks/>
          </p:cNvCxnSpPr>
          <p:nvPr/>
        </p:nvCxnSpPr>
        <p:spPr bwMode="black">
          <a:xfrm flipV="1">
            <a:off x="7942034" y="1184237"/>
            <a:ext cx="1003768" cy="1159686"/>
          </a:xfrm>
          <a:prstGeom prst="line">
            <a:avLst/>
          </a:prstGeom>
          <a:noFill/>
          <a:ln w="38100" cap="flat" cmpd="sng" algn="ctr">
            <a:solidFill>
              <a:srgbClr val="0070AD"/>
            </a:solidFill>
            <a:prstDash val="dash"/>
            <a:miter lim="800000"/>
          </a:ln>
          <a:effectLst/>
        </p:spPr>
      </p:cxnSp>
      <p:pic>
        <p:nvPicPr>
          <p:cNvPr id="112" name="Picture 111" descr="A hand holding a group of people&#10;&#10;Description automatically generated">
            <a:extLst>
              <a:ext uri="{FF2B5EF4-FFF2-40B4-BE49-F238E27FC236}">
                <a16:creationId xmlns:a16="http://schemas.microsoft.com/office/drawing/2014/main" id="{5F8707DC-DE6F-1F94-D67B-F7E4039BE700}"/>
              </a:ext>
            </a:extLst>
          </p:cNvPr>
          <p:cNvPicPr>
            <a:picLocks noChangeAspect="1"/>
          </p:cNvPicPr>
          <p:nvPr/>
        </p:nvPicPr>
        <p:blipFill>
          <a:blip r:embed="rId10">
            <a:duotone>
              <a:srgbClr val="272936">
                <a:shade val="45000"/>
                <a:satMod val="135000"/>
              </a:srgbClr>
              <a:prstClr val="white"/>
            </a:duotone>
          </a:blip>
          <a:stretch>
            <a:fillRect/>
          </a:stretch>
        </p:blipFill>
        <p:spPr>
          <a:xfrm>
            <a:off x="9163281" y="4946644"/>
            <a:ext cx="439773" cy="474714"/>
          </a:xfrm>
          <a:prstGeom prst="rect">
            <a:avLst/>
          </a:prstGeom>
        </p:spPr>
      </p:pic>
      <p:pic>
        <p:nvPicPr>
          <p:cNvPr id="113" name="Picture 112" descr="A clock and gear with colorful bars and arrows&#10;&#10;Description automatically generated">
            <a:extLst>
              <a:ext uri="{FF2B5EF4-FFF2-40B4-BE49-F238E27FC236}">
                <a16:creationId xmlns:a16="http://schemas.microsoft.com/office/drawing/2014/main" id="{1B145FE3-9372-94D8-6E75-67138ED583D6}"/>
              </a:ext>
            </a:extLst>
          </p:cNvPr>
          <p:cNvPicPr>
            <a:picLocks noChangeAspect="1"/>
          </p:cNvPicPr>
          <p:nvPr/>
        </p:nvPicPr>
        <p:blipFill>
          <a:blip r:embed="rId11">
            <a:duotone>
              <a:srgbClr val="272936">
                <a:shade val="45000"/>
                <a:satMod val="135000"/>
              </a:srgbClr>
              <a:prstClr val="white"/>
            </a:duotone>
          </a:blip>
          <a:stretch>
            <a:fillRect/>
          </a:stretch>
        </p:blipFill>
        <p:spPr>
          <a:xfrm>
            <a:off x="9097996" y="4278611"/>
            <a:ext cx="519823" cy="540000"/>
          </a:xfrm>
          <a:prstGeom prst="rect">
            <a:avLst/>
          </a:prstGeom>
        </p:spPr>
      </p:pic>
      <p:sp>
        <p:nvSpPr>
          <p:cNvPr id="114" name="TextBox 113">
            <a:extLst>
              <a:ext uri="{FF2B5EF4-FFF2-40B4-BE49-F238E27FC236}">
                <a16:creationId xmlns:a16="http://schemas.microsoft.com/office/drawing/2014/main" id="{2417D64D-AD37-39CE-4436-04250E651D6E}"/>
              </a:ext>
            </a:extLst>
          </p:cNvPr>
          <p:cNvSpPr txBox="1"/>
          <p:nvPr/>
        </p:nvSpPr>
        <p:spPr>
          <a:xfrm>
            <a:off x="2405661" y="1091284"/>
            <a:ext cx="1003769" cy="215444"/>
          </a:xfrm>
          <a:prstGeom prst="rect">
            <a:avLst/>
          </a:prstGeom>
          <a:solidFill>
            <a:srgbClr val="0070AD"/>
          </a:solidFill>
        </p:spPr>
        <p:txBody>
          <a:bodyPr wrap="square" tIns="0" bIns="0"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400" b="1" i="1" u="none" strike="noStrike" kern="0" cap="none" spc="0" normalizeH="0" baseline="0" noProof="0">
                <a:ln>
                  <a:noFill/>
                </a:ln>
                <a:solidFill>
                  <a:srgbClr val="FFFFFF"/>
                </a:solidFill>
                <a:effectLst/>
                <a:uLnTx/>
                <a:uFillTx/>
              </a:rPr>
              <a:t>Input</a:t>
            </a:r>
          </a:p>
        </p:txBody>
      </p:sp>
      <p:cxnSp>
        <p:nvCxnSpPr>
          <p:cNvPr id="115" name="Straight Connector 114">
            <a:extLst>
              <a:ext uri="{FF2B5EF4-FFF2-40B4-BE49-F238E27FC236}">
                <a16:creationId xmlns:a16="http://schemas.microsoft.com/office/drawing/2014/main" id="{6772C1CC-DAF0-E03A-2DD1-3453E8B98D05}"/>
              </a:ext>
            </a:extLst>
          </p:cNvPr>
          <p:cNvCxnSpPr>
            <a:cxnSpLocks/>
          </p:cNvCxnSpPr>
          <p:nvPr/>
        </p:nvCxnSpPr>
        <p:spPr bwMode="black">
          <a:xfrm>
            <a:off x="8406320" y="1088355"/>
            <a:ext cx="3568299" cy="0"/>
          </a:xfrm>
          <a:prstGeom prst="line">
            <a:avLst/>
          </a:prstGeom>
          <a:noFill/>
          <a:ln w="28575" cap="flat" cmpd="sng" algn="ctr">
            <a:solidFill>
              <a:srgbClr val="0070AD"/>
            </a:solidFill>
            <a:prstDash val="solid"/>
            <a:miter lim="800000"/>
            <a:headEnd type="oval"/>
            <a:tailEnd type="oval"/>
          </a:ln>
          <a:effectLst/>
        </p:spPr>
      </p:cxnSp>
      <p:sp>
        <p:nvSpPr>
          <p:cNvPr id="118" name="TextBox 117">
            <a:extLst>
              <a:ext uri="{FF2B5EF4-FFF2-40B4-BE49-F238E27FC236}">
                <a16:creationId xmlns:a16="http://schemas.microsoft.com/office/drawing/2014/main" id="{040B97A2-568B-6ED4-52C9-559049A1856D}"/>
              </a:ext>
            </a:extLst>
          </p:cNvPr>
          <p:cNvSpPr txBox="1"/>
          <p:nvPr/>
        </p:nvSpPr>
        <p:spPr>
          <a:xfrm>
            <a:off x="9675511" y="980635"/>
            <a:ext cx="1356748" cy="215440"/>
          </a:xfrm>
          <a:prstGeom prst="rect">
            <a:avLst/>
          </a:prstGeom>
          <a:solidFill>
            <a:srgbClr val="0070AD"/>
          </a:solidFill>
        </p:spPr>
        <p:txBody>
          <a:bodyPr wrap="square" tIns="0" bIns="0"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400" b="1" i="1" u="none" strike="noStrike" kern="0" cap="none" spc="0" normalizeH="0" baseline="0" noProof="0">
                <a:ln>
                  <a:noFill/>
                </a:ln>
                <a:solidFill>
                  <a:srgbClr val="FFFFFF"/>
                </a:solidFill>
                <a:effectLst/>
                <a:uLnTx/>
                <a:uFillTx/>
              </a:rPr>
              <a:t>Output </a:t>
            </a:r>
          </a:p>
        </p:txBody>
      </p:sp>
      <p:sp>
        <p:nvSpPr>
          <p:cNvPr id="119" name="TextBox 118">
            <a:extLst>
              <a:ext uri="{FF2B5EF4-FFF2-40B4-BE49-F238E27FC236}">
                <a16:creationId xmlns:a16="http://schemas.microsoft.com/office/drawing/2014/main" id="{769C92E5-241D-0965-1B60-07043ECA847C}"/>
              </a:ext>
            </a:extLst>
          </p:cNvPr>
          <p:cNvSpPr txBox="1"/>
          <p:nvPr/>
        </p:nvSpPr>
        <p:spPr>
          <a:xfrm>
            <a:off x="9722125" y="3749744"/>
            <a:ext cx="2286000" cy="553998"/>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IN" sz="1000" b="1" i="0" u="none" strike="noStrike" kern="0" cap="none" spc="0" normalizeH="0" baseline="0" noProof="0">
                <a:ln>
                  <a:noFill/>
                </a:ln>
                <a:solidFill>
                  <a:srgbClr val="FFFFFF"/>
                </a:solidFill>
                <a:effectLst/>
                <a:uLnTx/>
                <a:uFillTx/>
              </a:rPr>
              <a:t>VRO Design &amp; Run Templates</a:t>
            </a:r>
          </a:p>
          <a:p>
            <a:pPr marL="0" marR="0" lvl="0" indent="0" defTabSz="914400" eaLnBrk="1" fontAlgn="auto" latinLnBrk="0" hangingPunct="1">
              <a:lnSpc>
                <a:spcPct val="100000"/>
              </a:lnSpc>
              <a:spcBef>
                <a:spcPts val="0"/>
              </a:spcBef>
              <a:spcAft>
                <a:spcPts val="0"/>
              </a:spcAft>
              <a:buClrTx/>
              <a:buSzTx/>
              <a:buFontTx/>
              <a:buNone/>
              <a:tabLst/>
              <a:defRPr/>
            </a:pPr>
            <a:r>
              <a:rPr kumimoji="0" lang="en-IN" sz="1000" b="0" i="0" u="none" strike="noStrike" kern="0" cap="none" spc="0" normalizeH="0" baseline="0" noProof="0">
                <a:ln>
                  <a:noFill/>
                </a:ln>
                <a:solidFill>
                  <a:srgbClr val="FFFFFF"/>
                </a:solidFill>
                <a:effectLst/>
                <a:uLnTx/>
                <a:uFillTx/>
              </a:rPr>
              <a:t>to measure success of the each initiative </a:t>
            </a:r>
          </a:p>
        </p:txBody>
      </p:sp>
      <p:pic>
        <p:nvPicPr>
          <p:cNvPr id="120" name="Picture 119">
            <a:extLst>
              <a:ext uri="{FF2B5EF4-FFF2-40B4-BE49-F238E27FC236}">
                <a16:creationId xmlns:a16="http://schemas.microsoft.com/office/drawing/2014/main" id="{BFD39C71-1B9B-FE1A-7A56-C067147BC8B2}"/>
              </a:ext>
            </a:extLst>
          </p:cNvPr>
          <p:cNvPicPr>
            <a:picLocks/>
          </p:cNvPicPr>
          <p:nvPr/>
        </p:nvPicPr>
        <p:blipFill>
          <a:blip r:embed="rId12"/>
          <a:stretch>
            <a:fillRect/>
          </a:stretch>
        </p:blipFill>
        <p:spPr>
          <a:xfrm>
            <a:off x="9103297" y="3782409"/>
            <a:ext cx="540000" cy="360000"/>
          </a:xfrm>
          <a:prstGeom prst="rect">
            <a:avLst/>
          </a:prstGeom>
          <a:effectLst>
            <a:outerShdw blurRad="50800" dist="38100" dir="8100000" algn="tr" rotWithShape="0">
              <a:prstClr val="black">
                <a:alpha val="40000"/>
              </a:prstClr>
            </a:outerShdw>
          </a:effectLst>
        </p:spPr>
      </p:pic>
      <p:sp>
        <p:nvSpPr>
          <p:cNvPr id="121" name="TextBox 120">
            <a:extLst>
              <a:ext uri="{FF2B5EF4-FFF2-40B4-BE49-F238E27FC236}">
                <a16:creationId xmlns:a16="http://schemas.microsoft.com/office/drawing/2014/main" id="{CFD107D1-3233-E27B-F76B-E0F26AB0C553}"/>
              </a:ext>
            </a:extLst>
          </p:cNvPr>
          <p:cNvSpPr txBox="1"/>
          <p:nvPr/>
        </p:nvSpPr>
        <p:spPr>
          <a:xfrm>
            <a:off x="9722125" y="5598940"/>
            <a:ext cx="2286000" cy="707886"/>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IN" sz="1000" b="1" i="0" u="none" strike="noStrike" kern="0" cap="none" spc="0" normalizeH="0" baseline="0" noProof="0">
                <a:ln>
                  <a:noFill/>
                </a:ln>
                <a:solidFill>
                  <a:srgbClr val="FFFFFF"/>
                </a:solidFill>
                <a:effectLst/>
                <a:uLnTx/>
                <a:uFillTx/>
              </a:rPr>
              <a:t>VRO Dashboard Model</a:t>
            </a:r>
          </a:p>
          <a:p>
            <a:pPr marL="0" marR="0" lvl="0" indent="0" defTabSz="914400" eaLnBrk="1" fontAlgn="auto" latinLnBrk="0" hangingPunct="1">
              <a:lnSpc>
                <a:spcPct val="100000"/>
              </a:lnSpc>
              <a:spcBef>
                <a:spcPts val="0"/>
              </a:spcBef>
              <a:spcAft>
                <a:spcPts val="0"/>
              </a:spcAft>
              <a:buClrTx/>
              <a:buSzTx/>
              <a:buFontTx/>
              <a:buNone/>
              <a:tabLst/>
              <a:defRPr/>
            </a:pPr>
            <a:r>
              <a:rPr kumimoji="0" lang="en-IN" sz="1000" b="0" i="0" u="none" strike="noStrike" kern="0" cap="none" spc="0" normalizeH="0" baseline="0" noProof="0">
                <a:ln>
                  <a:noFill/>
                </a:ln>
                <a:solidFill>
                  <a:srgbClr val="FFFFFF"/>
                </a:solidFill>
                <a:effectLst/>
                <a:uLnTx/>
                <a:uFillTx/>
              </a:rPr>
              <a:t>To track progress and extract insights detailing actionable areas &amp; achieved value</a:t>
            </a:r>
          </a:p>
        </p:txBody>
      </p:sp>
      <p:pic>
        <p:nvPicPr>
          <p:cNvPr id="122" name="Content Placeholder 4">
            <a:extLst>
              <a:ext uri="{FF2B5EF4-FFF2-40B4-BE49-F238E27FC236}">
                <a16:creationId xmlns:a16="http://schemas.microsoft.com/office/drawing/2014/main" id="{9A6680F2-B6C7-856F-C9F6-462AD4BECE11}"/>
              </a:ext>
            </a:extLst>
          </p:cNvPr>
          <p:cNvPicPr>
            <a:picLocks/>
          </p:cNvPicPr>
          <p:nvPr/>
        </p:nvPicPr>
        <p:blipFill rotWithShape="1">
          <a:blip r:embed="rId13"/>
          <a:srcRect r="19258"/>
          <a:stretch/>
        </p:blipFill>
        <p:spPr>
          <a:xfrm>
            <a:off x="9103297" y="5714709"/>
            <a:ext cx="539999" cy="360000"/>
          </a:xfrm>
          <a:prstGeom prst="rect">
            <a:avLst/>
          </a:prstGeom>
          <a:ln>
            <a:noFill/>
          </a:ln>
          <a:effectLst>
            <a:outerShdw blurRad="50800" dist="38100" dir="8100000" algn="tr" rotWithShape="0">
              <a:prstClr val="black">
                <a:alpha val="40000"/>
              </a:prstClr>
            </a:outerShdw>
          </a:effectLst>
        </p:spPr>
      </p:pic>
      <p:grpSp>
        <p:nvGrpSpPr>
          <p:cNvPr id="123" name="Google Shape;13451;p75">
            <a:extLst>
              <a:ext uri="{FF2B5EF4-FFF2-40B4-BE49-F238E27FC236}">
                <a16:creationId xmlns:a16="http://schemas.microsoft.com/office/drawing/2014/main" id="{EC248C63-B54C-6A85-6C1A-27F8DA23DE5E}"/>
              </a:ext>
            </a:extLst>
          </p:cNvPr>
          <p:cNvGrpSpPr/>
          <p:nvPr/>
        </p:nvGrpSpPr>
        <p:grpSpPr>
          <a:xfrm>
            <a:off x="2716330" y="1409207"/>
            <a:ext cx="232293" cy="286041"/>
            <a:chOff x="3316000" y="4399325"/>
            <a:chExt cx="392325" cy="483100"/>
          </a:xfrm>
          <a:solidFill>
            <a:srgbClr val="272936"/>
          </a:solidFill>
        </p:grpSpPr>
        <p:sp>
          <p:nvSpPr>
            <p:cNvPr id="124" name="Google Shape;13452;p75">
              <a:extLst>
                <a:ext uri="{FF2B5EF4-FFF2-40B4-BE49-F238E27FC236}">
                  <a16:creationId xmlns:a16="http://schemas.microsoft.com/office/drawing/2014/main" id="{3906139E-E272-5473-E27B-8D8C7EE65B2E}"/>
                </a:ext>
              </a:extLst>
            </p:cNvPr>
            <p:cNvSpPr/>
            <p:nvPr/>
          </p:nvSpPr>
          <p:spPr>
            <a:xfrm>
              <a:off x="3316000" y="4399325"/>
              <a:ext cx="392325" cy="483100"/>
            </a:xfrm>
            <a:custGeom>
              <a:avLst/>
              <a:gdLst/>
              <a:ahLst/>
              <a:cxnLst/>
              <a:rect l="l" t="t" r="r" b="b"/>
              <a:pathLst>
                <a:path w="15693" h="19324" extrusionOk="0">
                  <a:moveTo>
                    <a:pt x="7824" y="1132"/>
                  </a:moveTo>
                  <a:cubicBezTo>
                    <a:pt x="8714" y="1132"/>
                    <a:pt x="9554" y="1551"/>
                    <a:pt x="10088" y="2264"/>
                  </a:cubicBezTo>
                  <a:cubicBezTo>
                    <a:pt x="9551" y="2977"/>
                    <a:pt x="8711" y="3393"/>
                    <a:pt x="7824" y="3396"/>
                  </a:cubicBezTo>
                  <a:lnTo>
                    <a:pt x="5049" y="3396"/>
                  </a:lnTo>
                  <a:cubicBezTo>
                    <a:pt x="5321" y="2080"/>
                    <a:pt x="6477" y="1135"/>
                    <a:pt x="7824" y="1132"/>
                  </a:cubicBezTo>
                  <a:close/>
                  <a:moveTo>
                    <a:pt x="10595" y="3393"/>
                  </a:moveTo>
                  <a:cubicBezTo>
                    <a:pt x="10635" y="3580"/>
                    <a:pt x="10653" y="3771"/>
                    <a:pt x="10653" y="3964"/>
                  </a:cubicBezTo>
                  <a:lnTo>
                    <a:pt x="10653" y="6304"/>
                  </a:lnTo>
                  <a:cubicBezTo>
                    <a:pt x="10653" y="7865"/>
                    <a:pt x="9385" y="9133"/>
                    <a:pt x="7824" y="9133"/>
                  </a:cubicBezTo>
                  <a:cubicBezTo>
                    <a:pt x="6260" y="9133"/>
                    <a:pt x="4991" y="7865"/>
                    <a:pt x="4991" y="6304"/>
                  </a:cubicBezTo>
                  <a:lnTo>
                    <a:pt x="4991" y="4529"/>
                  </a:lnTo>
                  <a:lnTo>
                    <a:pt x="7824" y="4529"/>
                  </a:lnTo>
                  <a:cubicBezTo>
                    <a:pt x="8859" y="4525"/>
                    <a:pt x="9856" y="4121"/>
                    <a:pt x="10595" y="3393"/>
                  </a:cubicBezTo>
                  <a:close/>
                  <a:moveTo>
                    <a:pt x="6465" y="10027"/>
                  </a:moveTo>
                  <a:cubicBezTo>
                    <a:pt x="6903" y="10187"/>
                    <a:pt x="7362" y="10267"/>
                    <a:pt x="7823" y="10267"/>
                  </a:cubicBezTo>
                  <a:cubicBezTo>
                    <a:pt x="8283" y="10267"/>
                    <a:pt x="8743" y="10187"/>
                    <a:pt x="9182" y="10027"/>
                  </a:cubicBezTo>
                  <a:lnTo>
                    <a:pt x="9182" y="10027"/>
                  </a:lnTo>
                  <a:lnTo>
                    <a:pt x="7824" y="12071"/>
                  </a:lnTo>
                  <a:lnTo>
                    <a:pt x="6465" y="10027"/>
                  </a:lnTo>
                  <a:close/>
                  <a:moveTo>
                    <a:pt x="10152" y="10610"/>
                  </a:moveTo>
                  <a:lnTo>
                    <a:pt x="11051" y="11476"/>
                  </a:lnTo>
                  <a:lnTo>
                    <a:pt x="9433" y="13904"/>
                  </a:lnTo>
                  <a:lnTo>
                    <a:pt x="8551" y="13022"/>
                  </a:lnTo>
                  <a:lnTo>
                    <a:pt x="10152" y="10610"/>
                  </a:lnTo>
                  <a:close/>
                  <a:moveTo>
                    <a:pt x="5493" y="10610"/>
                  </a:moveTo>
                  <a:lnTo>
                    <a:pt x="7096" y="13022"/>
                  </a:lnTo>
                  <a:lnTo>
                    <a:pt x="6211" y="13907"/>
                  </a:lnTo>
                  <a:lnTo>
                    <a:pt x="4593" y="11476"/>
                  </a:lnTo>
                  <a:lnTo>
                    <a:pt x="5493" y="10610"/>
                  </a:lnTo>
                  <a:close/>
                  <a:moveTo>
                    <a:pt x="3630" y="12074"/>
                  </a:moveTo>
                  <a:lnTo>
                    <a:pt x="5653" y="15109"/>
                  </a:lnTo>
                  <a:cubicBezTo>
                    <a:pt x="5746" y="15251"/>
                    <a:pt x="5900" y="15341"/>
                    <a:pt x="6069" y="15356"/>
                  </a:cubicBezTo>
                  <a:cubicBezTo>
                    <a:pt x="6087" y="15359"/>
                    <a:pt x="6106" y="15359"/>
                    <a:pt x="6124" y="15359"/>
                  </a:cubicBezTo>
                  <a:cubicBezTo>
                    <a:pt x="6275" y="15359"/>
                    <a:pt x="6417" y="15302"/>
                    <a:pt x="6525" y="15193"/>
                  </a:cubicBezTo>
                  <a:lnTo>
                    <a:pt x="7256" y="14463"/>
                  </a:lnTo>
                  <a:lnTo>
                    <a:pt x="7256" y="18192"/>
                  </a:lnTo>
                  <a:lnTo>
                    <a:pt x="2247" y="18192"/>
                  </a:lnTo>
                  <a:lnTo>
                    <a:pt x="1332" y="13502"/>
                  </a:lnTo>
                  <a:cubicBezTo>
                    <a:pt x="1329" y="13493"/>
                    <a:pt x="1326" y="13484"/>
                    <a:pt x="1326" y="13475"/>
                  </a:cubicBezTo>
                  <a:cubicBezTo>
                    <a:pt x="1235" y="13110"/>
                    <a:pt x="1438" y="12735"/>
                    <a:pt x="1791" y="12612"/>
                  </a:cubicBezTo>
                  <a:lnTo>
                    <a:pt x="3630" y="12074"/>
                  </a:lnTo>
                  <a:close/>
                  <a:moveTo>
                    <a:pt x="12015" y="12074"/>
                  </a:moveTo>
                  <a:lnTo>
                    <a:pt x="13899" y="12612"/>
                  </a:lnTo>
                  <a:cubicBezTo>
                    <a:pt x="14252" y="12735"/>
                    <a:pt x="14454" y="13110"/>
                    <a:pt x="14367" y="13475"/>
                  </a:cubicBezTo>
                  <a:cubicBezTo>
                    <a:pt x="14364" y="13481"/>
                    <a:pt x="14361" y="13490"/>
                    <a:pt x="14361" y="13496"/>
                  </a:cubicBezTo>
                  <a:lnTo>
                    <a:pt x="13395" y="18192"/>
                  </a:lnTo>
                  <a:lnTo>
                    <a:pt x="8388" y="18192"/>
                  </a:lnTo>
                  <a:lnTo>
                    <a:pt x="8388" y="14463"/>
                  </a:lnTo>
                  <a:lnTo>
                    <a:pt x="9119" y="15196"/>
                  </a:lnTo>
                  <a:cubicBezTo>
                    <a:pt x="9228" y="15302"/>
                    <a:pt x="9370" y="15362"/>
                    <a:pt x="9521" y="15362"/>
                  </a:cubicBezTo>
                  <a:cubicBezTo>
                    <a:pt x="9539" y="15362"/>
                    <a:pt x="9557" y="15359"/>
                    <a:pt x="9578" y="15359"/>
                  </a:cubicBezTo>
                  <a:cubicBezTo>
                    <a:pt x="9744" y="15341"/>
                    <a:pt x="9898" y="15251"/>
                    <a:pt x="9992" y="15109"/>
                  </a:cubicBezTo>
                  <a:lnTo>
                    <a:pt x="12015" y="12074"/>
                  </a:lnTo>
                  <a:close/>
                  <a:moveTo>
                    <a:pt x="7823" y="1"/>
                  </a:moveTo>
                  <a:cubicBezTo>
                    <a:pt x="7476" y="1"/>
                    <a:pt x="7126" y="46"/>
                    <a:pt x="6779" y="141"/>
                  </a:cubicBezTo>
                  <a:cubicBezTo>
                    <a:pt x="5055" y="612"/>
                    <a:pt x="3859" y="2176"/>
                    <a:pt x="3859" y="3964"/>
                  </a:cubicBezTo>
                  <a:lnTo>
                    <a:pt x="3859" y="6304"/>
                  </a:lnTo>
                  <a:cubicBezTo>
                    <a:pt x="3859" y="7355"/>
                    <a:pt x="4279" y="8363"/>
                    <a:pt x="5022" y="9106"/>
                  </a:cubicBezTo>
                  <a:lnTo>
                    <a:pt x="5022" y="9489"/>
                  </a:lnTo>
                  <a:lnTo>
                    <a:pt x="3539" y="10921"/>
                  </a:lnTo>
                  <a:lnTo>
                    <a:pt x="1462" y="11528"/>
                  </a:lnTo>
                  <a:lnTo>
                    <a:pt x="1444" y="11534"/>
                  </a:lnTo>
                  <a:cubicBezTo>
                    <a:pt x="529" y="11842"/>
                    <a:pt x="0" y="12796"/>
                    <a:pt x="221" y="13735"/>
                  </a:cubicBezTo>
                  <a:lnTo>
                    <a:pt x="1223" y="18868"/>
                  </a:lnTo>
                  <a:cubicBezTo>
                    <a:pt x="1274" y="19131"/>
                    <a:pt x="1507" y="19324"/>
                    <a:pt x="1779" y="19324"/>
                  </a:cubicBezTo>
                  <a:cubicBezTo>
                    <a:pt x="1794" y="19324"/>
                    <a:pt x="1809" y="19324"/>
                    <a:pt x="1824" y="19321"/>
                  </a:cubicBezTo>
                  <a:cubicBezTo>
                    <a:pt x="1839" y="19321"/>
                    <a:pt x="1854" y="19324"/>
                    <a:pt x="1869" y="19324"/>
                  </a:cubicBezTo>
                  <a:lnTo>
                    <a:pt x="13856" y="19324"/>
                  </a:lnTo>
                  <a:cubicBezTo>
                    <a:pt x="14125" y="19324"/>
                    <a:pt x="14358" y="19134"/>
                    <a:pt x="14412" y="18871"/>
                  </a:cubicBezTo>
                  <a:lnTo>
                    <a:pt x="15469" y="13735"/>
                  </a:lnTo>
                  <a:cubicBezTo>
                    <a:pt x="15692" y="12796"/>
                    <a:pt x="15164" y="11842"/>
                    <a:pt x="14249" y="11534"/>
                  </a:cubicBezTo>
                  <a:lnTo>
                    <a:pt x="14225" y="11525"/>
                  </a:lnTo>
                  <a:lnTo>
                    <a:pt x="12108" y="10921"/>
                  </a:lnTo>
                  <a:lnTo>
                    <a:pt x="10623" y="9489"/>
                  </a:lnTo>
                  <a:lnTo>
                    <a:pt x="10623" y="9103"/>
                  </a:lnTo>
                  <a:cubicBezTo>
                    <a:pt x="11368" y="8363"/>
                    <a:pt x="11785" y="7355"/>
                    <a:pt x="11785" y="6304"/>
                  </a:cubicBezTo>
                  <a:lnTo>
                    <a:pt x="11785" y="3964"/>
                  </a:lnTo>
                  <a:cubicBezTo>
                    <a:pt x="11785" y="3281"/>
                    <a:pt x="11610" y="2611"/>
                    <a:pt x="11275" y="2019"/>
                  </a:cubicBezTo>
                  <a:cubicBezTo>
                    <a:pt x="11263" y="1995"/>
                    <a:pt x="11251" y="1971"/>
                    <a:pt x="11233" y="1950"/>
                  </a:cubicBezTo>
                  <a:cubicBezTo>
                    <a:pt x="10507" y="720"/>
                    <a:pt x="9197" y="1"/>
                    <a:pt x="7823" y="1"/>
                  </a:cubicBezTo>
                  <a:close/>
                </a:path>
              </a:pathLst>
            </a:custGeom>
            <a:grp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000" b="0" i="0" u="none" strike="noStrike" kern="0" cap="none" spc="0" normalizeH="0" baseline="0" noProof="0">
                <a:ln>
                  <a:noFill/>
                </a:ln>
                <a:solidFill>
                  <a:srgbClr val="FFFFFF"/>
                </a:solidFill>
                <a:effectLst/>
                <a:uLnTx/>
                <a:uFillTx/>
              </a:endParaRPr>
            </a:p>
          </p:txBody>
        </p:sp>
        <p:sp>
          <p:nvSpPr>
            <p:cNvPr id="125" name="Google Shape;13453;p75">
              <a:extLst>
                <a:ext uri="{FF2B5EF4-FFF2-40B4-BE49-F238E27FC236}">
                  <a16:creationId xmlns:a16="http://schemas.microsoft.com/office/drawing/2014/main" id="{D49FF61F-DFB2-2B87-DD37-90A8FAFFD840}"/>
                </a:ext>
              </a:extLst>
            </p:cNvPr>
            <p:cNvSpPr/>
            <p:nvPr/>
          </p:nvSpPr>
          <p:spPr>
            <a:xfrm>
              <a:off x="3582300" y="4797475"/>
              <a:ext cx="56650" cy="28350"/>
            </a:xfrm>
            <a:custGeom>
              <a:avLst/>
              <a:gdLst/>
              <a:ahLst/>
              <a:cxnLst/>
              <a:rect l="l" t="t" r="r" b="b"/>
              <a:pathLst>
                <a:path w="2266" h="1134" extrusionOk="0">
                  <a:moveTo>
                    <a:pt x="569" y="1"/>
                  </a:moveTo>
                  <a:cubicBezTo>
                    <a:pt x="254" y="1"/>
                    <a:pt x="1" y="255"/>
                    <a:pt x="1" y="569"/>
                  </a:cubicBezTo>
                  <a:cubicBezTo>
                    <a:pt x="1" y="880"/>
                    <a:pt x="254" y="1133"/>
                    <a:pt x="569" y="1133"/>
                  </a:cubicBezTo>
                  <a:lnTo>
                    <a:pt x="1701" y="1133"/>
                  </a:lnTo>
                  <a:cubicBezTo>
                    <a:pt x="2012" y="1133"/>
                    <a:pt x="2265" y="880"/>
                    <a:pt x="2265" y="569"/>
                  </a:cubicBezTo>
                  <a:cubicBezTo>
                    <a:pt x="2265" y="255"/>
                    <a:pt x="2012" y="1"/>
                    <a:pt x="1701" y="1"/>
                  </a:cubicBezTo>
                  <a:close/>
                </a:path>
              </a:pathLst>
            </a:custGeom>
            <a:grp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000" b="0" i="0" u="none" strike="noStrike" kern="0" cap="none" spc="0" normalizeH="0" baseline="0" noProof="0">
                <a:ln>
                  <a:noFill/>
                </a:ln>
                <a:solidFill>
                  <a:srgbClr val="FFFFFF"/>
                </a:solidFill>
                <a:effectLst/>
                <a:uLnTx/>
                <a:uFillTx/>
              </a:endParaRPr>
            </a:p>
          </p:txBody>
        </p:sp>
      </p:grpSp>
      <p:sp>
        <p:nvSpPr>
          <p:cNvPr id="126" name="TextBox 125">
            <a:extLst>
              <a:ext uri="{FF2B5EF4-FFF2-40B4-BE49-F238E27FC236}">
                <a16:creationId xmlns:a16="http://schemas.microsoft.com/office/drawing/2014/main" id="{152BDD44-99C6-3CCC-9A3B-235C6C0AF085}"/>
              </a:ext>
            </a:extLst>
          </p:cNvPr>
          <p:cNvSpPr txBox="1"/>
          <p:nvPr/>
        </p:nvSpPr>
        <p:spPr>
          <a:xfrm>
            <a:off x="9722125" y="1818526"/>
            <a:ext cx="2286000" cy="553998"/>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IN" sz="1000" b="1" i="0" u="none" strike="noStrike" kern="0" cap="none" spc="0" normalizeH="0" baseline="0" noProof="0">
                <a:ln>
                  <a:noFill/>
                </a:ln>
                <a:solidFill>
                  <a:srgbClr val="FFFFFF"/>
                </a:solidFill>
                <a:effectLst/>
                <a:uLnTx/>
                <a:uFillTx/>
              </a:rPr>
              <a:t>Evaluation of benefits </a:t>
            </a:r>
            <a:r>
              <a:rPr kumimoji="0" lang="en-IN" sz="1000" b="0" i="0" u="none" strike="noStrike" kern="0" cap="none" spc="0" normalizeH="0" baseline="0" noProof="0">
                <a:ln>
                  <a:noFill/>
                </a:ln>
                <a:solidFill>
                  <a:srgbClr val="FFFFFF"/>
                </a:solidFill>
                <a:effectLst/>
                <a:uLnTx/>
                <a:uFillTx/>
              </a:rPr>
              <a:t>based on industry </a:t>
            </a:r>
            <a:r>
              <a:rPr lang="en-IN" sz="1000" kern="0">
                <a:solidFill>
                  <a:srgbClr val="FFFFFF"/>
                </a:solidFill>
              </a:rPr>
              <a:t>benchmarks</a:t>
            </a:r>
            <a:r>
              <a:rPr kumimoji="0" lang="en-IN" sz="1000" b="0" i="0" u="none" strike="noStrike" kern="0" cap="none" spc="0" normalizeH="0" baseline="0" noProof="0">
                <a:ln>
                  <a:noFill/>
                </a:ln>
                <a:solidFill>
                  <a:srgbClr val="FFFFFF"/>
                </a:solidFill>
                <a:effectLst/>
                <a:uLnTx/>
                <a:uFillTx/>
              </a:rPr>
              <a:t> and business cases</a:t>
            </a:r>
          </a:p>
        </p:txBody>
      </p:sp>
      <p:pic>
        <p:nvPicPr>
          <p:cNvPr id="214" name="Picture 213">
            <a:extLst>
              <a:ext uri="{FF2B5EF4-FFF2-40B4-BE49-F238E27FC236}">
                <a16:creationId xmlns:a16="http://schemas.microsoft.com/office/drawing/2014/main" id="{D224ABFC-C0E8-F5BA-CB82-8FFA12AF713F}"/>
              </a:ext>
            </a:extLst>
          </p:cNvPr>
          <p:cNvPicPr>
            <a:picLocks/>
          </p:cNvPicPr>
          <p:nvPr/>
        </p:nvPicPr>
        <p:blipFill rotWithShape="1">
          <a:blip r:embed="rId8"/>
          <a:srcRect b="9146"/>
          <a:stretch/>
        </p:blipFill>
        <p:spPr>
          <a:xfrm>
            <a:off x="9103296" y="1927613"/>
            <a:ext cx="540000" cy="360000"/>
          </a:xfrm>
          <a:prstGeom prst="rect">
            <a:avLst/>
          </a:prstGeom>
          <a:ln>
            <a:noFill/>
          </a:ln>
          <a:effectLst>
            <a:outerShdw blurRad="50800" dist="38100" dir="8100000" algn="tr" rotWithShape="0">
              <a:prstClr val="black">
                <a:alpha val="40000"/>
              </a:prstClr>
            </a:outerShdw>
          </a:effectLst>
        </p:spPr>
      </p:pic>
      <p:sp>
        <p:nvSpPr>
          <p:cNvPr id="215" name="Arrow: Pentagon 214">
            <a:extLst>
              <a:ext uri="{FF2B5EF4-FFF2-40B4-BE49-F238E27FC236}">
                <a16:creationId xmlns:a16="http://schemas.microsoft.com/office/drawing/2014/main" id="{6110B6B9-F4D2-6987-2EB0-F53601605284}"/>
              </a:ext>
            </a:extLst>
          </p:cNvPr>
          <p:cNvSpPr/>
          <p:nvPr/>
        </p:nvSpPr>
        <p:spPr>
          <a:xfrm>
            <a:off x="9016652" y="1240999"/>
            <a:ext cx="3012397" cy="2359606"/>
          </a:xfrm>
          <a:prstGeom prst="homePlate">
            <a:avLst>
              <a:gd name="adj" fmla="val 0"/>
            </a:avLst>
          </a:prstGeom>
          <a:noFill/>
          <a:ln w="19050" cap="flat" cmpd="sng" algn="ctr">
            <a:solidFill>
              <a:srgbClr val="BD4709"/>
            </a:solidFill>
            <a:prstDash val="dash"/>
            <a:miter lim="800000"/>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332" eaLnBrk="1" fontAlgn="auto" latinLnBrk="0" hangingPunct="1">
              <a:lnSpc>
                <a:spcPct val="100000"/>
              </a:lnSpc>
              <a:spcBef>
                <a:spcPts val="0"/>
              </a:spcBef>
              <a:spcAft>
                <a:spcPts val="0"/>
              </a:spcAft>
              <a:buClrTx/>
              <a:buSzTx/>
              <a:buFontTx/>
              <a:buNone/>
              <a:tabLst/>
              <a:defRPr/>
            </a:pPr>
            <a:endParaRPr kumimoji="0" lang="en-GB" sz="900" b="0" i="0" u="none" strike="noStrike" kern="0" cap="none" spc="0" normalizeH="0" baseline="0" noProof="0">
              <a:ln>
                <a:noFill/>
              </a:ln>
              <a:solidFill>
                <a:prstClr val="white"/>
              </a:solidFill>
              <a:effectLst/>
              <a:uLnTx/>
              <a:uFillTx/>
            </a:endParaRPr>
          </a:p>
        </p:txBody>
      </p:sp>
      <p:pic>
        <p:nvPicPr>
          <p:cNvPr id="216" name="Graphic 215" descr="Badge 1 with solid fill">
            <a:extLst>
              <a:ext uri="{FF2B5EF4-FFF2-40B4-BE49-F238E27FC236}">
                <a16:creationId xmlns:a16="http://schemas.microsoft.com/office/drawing/2014/main" id="{987B6385-D5DC-837B-864B-A7ADBE16BCD6}"/>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8838503" y="1091297"/>
            <a:ext cx="324778" cy="324778"/>
          </a:xfrm>
          <a:prstGeom prst="rect">
            <a:avLst/>
          </a:prstGeom>
        </p:spPr>
      </p:pic>
      <p:sp>
        <p:nvSpPr>
          <p:cNvPr id="218" name="Freeform: Shape 217">
            <a:extLst>
              <a:ext uri="{FF2B5EF4-FFF2-40B4-BE49-F238E27FC236}">
                <a16:creationId xmlns:a16="http://schemas.microsoft.com/office/drawing/2014/main" id="{1A4EA0EC-C922-25E1-EC97-2BAD51DDA5EE}"/>
              </a:ext>
            </a:extLst>
          </p:cNvPr>
          <p:cNvSpPr/>
          <p:nvPr/>
        </p:nvSpPr>
        <p:spPr>
          <a:xfrm>
            <a:off x="5251790" y="5903871"/>
            <a:ext cx="2926080" cy="246506"/>
          </a:xfrm>
          <a:custGeom>
            <a:avLst/>
            <a:gdLst>
              <a:gd name="connsiteX0" fmla="*/ 0 w 2951523"/>
              <a:gd name="connsiteY0" fmla="*/ 42901 h 257400"/>
              <a:gd name="connsiteX1" fmla="*/ 42901 w 2951523"/>
              <a:gd name="connsiteY1" fmla="*/ 0 h 257400"/>
              <a:gd name="connsiteX2" fmla="*/ 2908622 w 2951523"/>
              <a:gd name="connsiteY2" fmla="*/ 0 h 257400"/>
              <a:gd name="connsiteX3" fmla="*/ 2951523 w 2951523"/>
              <a:gd name="connsiteY3" fmla="*/ 42901 h 257400"/>
              <a:gd name="connsiteX4" fmla="*/ 2951523 w 2951523"/>
              <a:gd name="connsiteY4" fmla="*/ 214499 h 257400"/>
              <a:gd name="connsiteX5" fmla="*/ 2908622 w 2951523"/>
              <a:gd name="connsiteY5" fmla="*/ 257400 h 257400"/>
              <a:gd name="connsiteX6" fmla="*/ 42901 w 2951523"/>
              <a:gd name="connsiteY6" fmla="*/ 257400 h 257400"/>
              <a:gd name="connsiteX7" fmla="*/ 0 w 2951523"/>
              <a:gd name="connsiteY7" fmla="*/ 214499 h 257400"/>
              <a:gd name="connsiteX8" fmla="*/ 0 w 2951523"/>
              <a:gd name="connsiteY8" fmla="*/ 42901 h 257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951523" h="257400">
                <a:moveTo>
                  <a:pt x="0" y="42901"/>
                </a:moveTo>
                <a:cubicBezTo>
                  <a:pt x="0" y="19207"/>
                  <a:pt x="19207" y="0"/>
                  <a:pt x="42901" y="0"/>
                </a:cubicBezTo>
                <a:lnTo>
                  <a:pt x="2908622" y="0"/>
                </a:lnTo>
                <a:cubicBezTo>
                  <a:pt x="2932316" y="0"/>
                  <a:pt x="2951523" y="19207"/>
                  <a:pt x="2951523" y="42901"/>
                </a:cubicBezTo>
                <a:lnTo>
                  <a:pt x="2951523" y="214499"/>
                </a:lnTo>
                <a:cubicBezTo>
                  <a:pt x="2951523" y="238193"/>
                  <a:pt x="2932316" y="257400"/>
                  <a:pt x="2908622" y="257400"/>
                </a:cubicBezTo>
                <a:lnTo>
                  <a:pt x="42901" y="257400"/>
                </a:lnTo>
                <a:cubicBezTo>
                  <a:pt x="19207" y="257400"/>
                  <a:pt x="0" y="238193"/>
                  <a:pt x="0" y="214499"/>
                </a:cubicBezTo>
                <a:lnTo>
                  <a:pt x="0" y="42901"/>
                </a:lnTo>
                <a:close/>
              </a:path>
            </a:pathLst>
          </a:custGeom>
          <a:solidFill>
            <a:schemeClr val="tx1">
              <a:lumMod val="85000"/>
              <a:lumOff val="15000"/>
            </a:schemeClr>
          </a:solidFill>
          <a:ln w="19050" cap="flat" cmpd="sng" algn="ctr">
            <a:solidFill>
              <a:srgbClr val="BD4709"/>
            </a:solidFill>
            <a:prstDash val="dash"/>
            <a:miter lim="800000"/>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defTabSz="914332"/>
            <a:r>
              <a:rPr lang="en-IN" sz="800" kern="0">
                <a:solidFill>
                  <a:prstClr val="white"/>
                </a:solidFill>
              </a:rPr>
              <a:t>Key </a:t>
            </a:r>
            <a:r>
              <a:rPr lang="en-IN" sz="800" kern="0">
                <a:solidFill>
                  <a:schemeClr val="bg1"/>
                </a:solidFill>
              </a:rPr>
              <a:t>Deliverables for Benefits Validation &amp; Framework </a:t>
            </a:r>
            <a:r>
              <a:rPr lang="en-IN" sz="800" kern="0">
                <a:solidFill>
                  <a:prstClr val="white"/>
                </a:solidFill>
              </a:rPr>
              <a:t>Design</a:t>
            </a:r>
          </a:p>
        </p:txBody>
      </p:sp>
      <p:sp>
        <p:nvSpPr>
          <p:cNvPr id="219" name="Freeform: Shape 218">
            <a:extLst>
              <a:ext uri="{FF2B5EF4-FFF2-40B4-BE49-F238E27FC236}">
                <a16:creationId xmlns:a16="http://schemas.microsoft.com/office/drawing/2014/main" id="{A6E00EA6-BFC4-FA06-C8BF-F6DC8F283373}"/>
              </a:ext>
            </a:extLst>
          </p:cNvPr>
          <p:cNvSpPr/>
          <p:nvPr/>
        </p:nvSpPr>
        <p:spPr>
          <a:xfrm>
            <a:off x="5251790" y="6225182"/>
            <a:ext cx="2926080" cy="260798"/>
          </a:xfrm>
          <a:custGeom>
            <a:avLst/>
            <a:gdLst>
              <a:gd name="connsiteX0" fmla="*/ 0 w 2951523"/>
              <a:gd name="connsiteY0" fmla="*/ 42901 h 257400"/>
              <a:gd name="connsiteX1" fmla="*/ 42901 w 2951523"/>
              <a:gd name="connsiteY1" fmla="*/ 0 h 257400"/>
              <a:gd name="connsiteX2" fmla="*/ 2908622 w 2951523"/>
              <a:gd name="connsiteY2" fmla="*/ 0 h 257400"/>
              <a:gd name="connsiteX3" fmla="*/ 2951523 w 2951523"/>
              <a:gd name="connsiteY3" fmla="*/ 42901 h 257400"/>
              <a:gd name="connsiteX4" fmla="*/ 2951523 w 2951523"/>
              <a:gd name="connsiteY4" fmla="*/ 214499 h 257400"/>
              <a:gd name="connsiteX5" fmla="*/ 2908622 w 2951523"/>
              <a:gd name="connsiteY5" fmla="*/ 257400 h 257400"/>
              <a:gd name="connsiteX6" fmla="*/ 42901 w 2951523"/>
              <a:gd name="connsiteY6" fmla="*/ 257400 h 257400"/>
              <a:gd name="connsiteX7" fmla="*/ 0 w 2951523"/>
              <a:gd name="connsiteY7" fmla="*/ 214499 h 257400"/>
              <a:gd name="connsiteX8" fmla="*/ 0 w 2951523"/>
              <a:gd name="connsiteY8" fmla="*/ 42901 h 257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951523" h="257400">
                <a:moveTo>
                  <a:pt x="0" y="42901"/>
                </a:moveTo>
                <a:cubicBezTo>
                  <a:pt x="0" y="19207"/>
                  <a:pt x="19207" y="0"/>
                  <a:pt x="42901" y="0"/>
                </a:cubicBezTo>
                <a:lnTo>
                  <a:pt x="2908622" y="0"/>
                </a:lnTo>
                <a:cubicBezTo>
                  <a:pt x="2932316" y="0"/>
                  <a:pt x="2951523" y="19207"/>
                  <a:pt x="2951523" y="42901"/>
                </a:cubicBezTo>
                <a:lnTo>
                  <a:pt x="2951523" y="214499"/>
                </a:lnTo>
                <a:cubicBezTo>
                  <a:pt x="2951523" y="238193"/>
                  <a:pt x="2932316" y="257400"/>
                  <a:pt x="2908622" y="257400"/>
                </a:cubicBezTo>
                <a:lnTo>
                  <a:pt x="42901" y="257400"/>
                </a:lnTo>
                <a:cubicBezTo>
                  <a:pt x="19207" y="257400"/>
                  <a:pt x="0" y="238193"/>
                  <a:pt x="0" y="214499"/>
                </a:cubicBezTo>
                <a:lnTo>
                  <a:pt x="0" y="42901"/>
                </a:lnTo>
                <a:close/>
              </a:path>
            </a:pathLst>
          </a:custGeom>
          <a:solidFill>
            <a:schemeClr val="tx1">
              <a:lumMod val="85000"/>
              <a:lumOff val="15000"/>
            </a:schemeClr>
          </a:solidFill>
          <a:ln w="19050" cap="flat" cmpd="sng" algn="ctr">
            <a:solidFill>
              <a:srgbClr val="12ABDB"/>
            </a:solidFill>
            <a:prstDash val="dash"/>
            <a:miter lim="800000"/>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defTabSz="914332"/>
            <a:r>
              <a:rPr lang="en-IN" sz="800" kern="0">
                <a:solidFill>
                  <a:prstClr val="white"/>
                </a:solidFill>
              </a:rPr>
              <a:t>Key </a:t>
            </a:r>
            <a:r>
              <a:rPr lang="en-IN" sz="800" kern="0">
                <a:solidFill>
                  <a:schemeClr val="bg1"/>
                </a:solidFill>
              </a:rPr>
              <a:t>Deliverables for VRO Setup &amp; Run</a:t>
            </a:r>
          </a:p>
        </p:txBody>
      </p:sp>
      <p:pic>
        <p:nvPicPr>
          <p:cNvPr id="220" name="Graphic 219" descr="Badge 1 with solid fill">
            <a:extLst>
              <a:ext uri="{FF2B5EF4-FFF2-40B4-BE49-F238E27FC236}">
                <a16:creationId xmlns:a16="http://schemas.microsoft.com/office/drawing/2014/main" id="{C8F2BCE0-04AA-EF82-587C-B27825CD97EC}"/>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4864128" y="5845939"/>
            <a:ext cx="324778" cy="324778"/>
          </a:xfrm>
          <a:prstGeom prst="rect">
            <a:avLst/>
          </a:prstGeom>
        </p:spPr>
      </p:pic>
      <p:pic>
        <p:nvPicPr>
          <p:cNvPr id="221" name="Graphic 220" descr="Badge with solid fill">
            <a:extLst>
              <a:ext uri="{FF2B5EF4-FFF2-40B4-BE49-F238E27FC236}">
                <a16:creationId xmlns:a16="http://schemas.microsoft.com/office/drawing/2014/main" id="{DD15688A-917F-02B4-CB68-4B7EBD208C81}"/>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4852260" y="6190989"/>
            <a:ext cx="329184" cy="329184"/>
          </a:xfrm>
          <a:prstGeom prst="rect">
            <a:avLst/>
          </a:prstGeom>
        </p:spPr>
      </p:pic>
      <p:pic>
        <p:nvPicPr>
          <p:cNvPr id="222" name="Graphic 221" descr="Badge with solid fill">
            <a:extLst>
              <a:ext uri="{FF2B5EF4-FFF2-40B4-BE49-F238E27FC236}">
                <a16:creationId xmlns:a16="http://schemas.microsoft.com/office/drawing/2014/main" id="{F3E386C9-430C-ECEC-DCC0-5688EDC8416B}"/>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8853211" y="3581743"/>
            <a:ext cx="329184" cy="329184"/>
          </a:xfrm>
          <a:prstGeom prst="rect">
            <a:avLst/>
          </a:prstGeom>
        </p:spPr>
      </p:pic>
      <p:sp>
        <p:nvSpPr>
          <p:cNvPr id="3" name="TextBox 2">
            <a:extLst>
              <a:ext uri="{FF2B5EF4-FFF2-40B4-BE49-F238E27FC236}">
                <a16:creationId xmlns:a16="http://schemas.microsoft.com/office/drawing/2014/main" id="{0647BB88-51F0-BB04-D38C-EFCEE641E555}"/>
              </a:ext>
            </a:extLst>
          </p:cNvPr>
          <p:cNvSpPr txBox="1"/>
          <p:nvPr/>
        </p:nvSpPr>
        <p:spPr>
          <a:xfrm flipH="1">
            <a:off x="967526" y="3161335"/>
            <a:ext cx="1005840" cy="217625"/>
          </a:xfrm>
          <a:prstGeom prst="rect">
            <a:avLst/>
          </a:prstGeom>
          <a:noFill/>
        </p:spPr>
        <p:txBody>
          <a:bodyPr vert="horz" wrap="square" lIns="90000" tIns="46800" rIns="90000" bIns="46800" rtlCol="0" anchor="ctr">
            <a:spAutoFit/>
          </a:bodyPr>
          <a:lstStyle/>
          <a:p>
            <a:pPr algn="ctr">
              <a:spcBef>
                <a:spcPct val="0"/>
              </a:spcBef>
            </a:pPr>
            <a:r>
              <a:rPr lang="en-US" sz="800" b="1">
                <a:solidFill>
                  <a:schemeClr val="bg1"/>
                </a:solidFill>
              </a:rPr>
              <a:t>Transformation</a:t>
            </a:r>
          </a:p>
        </p:txBody>
      </p:sp>
    </p:spTree>
    <p:extLst>
      <p:ext uri="{BB962C8B-B14F-4D97-AF65-F5344CB8AC3E}">
        <p14:creationId xmlns:p14="http://schemas.microsoft.com/office/powerpoint/2010/main" val="11395429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F06C1A-CDD2-ADDC-32FE-231AE5F832F1}"/>
              </a:ext>
            </a:extLst>
          </p:cNvPr>
          <p:cNvSpPr>
            <a:spLocks noGrp="1"/>
          </p:cNvSpPr>
          <p:nvPr>
            <p:ph type="title"/>
          </p:nvPr>
        </p:nvSpPr>
        <p:spPr>
          <a:xfrm>
            <a:off x="554183" y="124153"/>
            <a:ext cx="11007725" cy="969963"/>
          </a:xfrm>
        </p:spPr>
        <p:txBody>
          <a:bodyPr vert="horz" lIns="0" tIns="0" rIns="0" bIns="126000" rtlCol="0" anchor="t" anchorCtr="0">
            <a:noAutofit/>
          </a:bodyPr>
          <a:lstStyle/>
          <a:p>
            <a:r>
              <a:rPr lang="en-US" sz="2400"/>
              <a:t>Proposed engagement timeline for stage 3</a:t>
            </a:r>
          </a:p>
        </p:txBody>
      </p:sp>
      <p:pic>
        <p:nvPicPr>
          <p:cNvPr id="161" name="Graphic 160" descr="Stopwatch 25% with solid fill">
            <a:extLst>
              <a:ext uri="{FF2B5EF4-FFF2-40B4-BE49-F238E27FC236}">
                <a16:creationId xmlns:a16="http://schemas.microsoft.com/office/drawing/2014/main" id="{6374BFB2-13C9-758A-4EBF-F26CB366471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317741" y="576594"/>
            <a:ext cx="274320" cy="274320"/>
          </a:xfrm>
          <a:prstGeom prst="rect">
            <a:avLst/>
          </a:prstGeom>
        </p:spPr>
      </p:pic>
      <p:pic>
        <p:nvPicPr>
          <p:cNvPr id="162" name="Graphic 161" descr="Stopwatch 75% with solid fill">
            <a:extLst>
              <a:ext uri="{FF2B5EF4-FFF2-40B4-BE49-F238E27FC236}">
                <a16:creationId xmlns:a16="http://schemas.microsoft.com/office/drawing/2014/main" id="{8CAFF9D7-0BCC-D6AA-00B5-E2AA596DCAD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622369" y="602683"/>
            <a:ext cx="274320" cy="274320"/>
          </a:xfrm>
          <a:prstGeom prst="rect">
            <a:avLst/>
          </a:prstGeom>
        </p:spPr>
      </p:pic>
      <p:sp>
        <p:nvSpPr>
          <p:cNvPr id="163" name="TextBox 162">
            <a:extLst>
              <a:ext uri="{FF2B5EF4-FFF2-40B4-BE49-F238E27FC236}">
                <a16:creationId xmlns:a16="http://schemas.microsoft.com/office/drawing/2014/main" id="{429716F3-BA28-A500-CFBB-352FB3FFB59E}"/>
              </a:ext>
            </a:extLst>
          </p:cNvPr>
          <p:cNvSpPr txBox="1"/>
          <p:nvPr/>
        </p:nvSpPr>
        <p:spPr>
          <a:xfrm>
            <a:off x="6509079" y="593259"/>
            <a:ext cx="737707" cy="233014"/>
          </a:xfrm>
          <a:prstGeom prst="rect">
            <a:avLst/>
          </a:prstGeom>
          <a:noFill/>
        </p:spPr>
        <p:txBody>
          <a:bodyPr vert="horz" wrap="square" lIns="90000" tIns="46800" rIns="90000" bIns="46800" rtlCol="0" anchor="ctr">
            <a:spAutoFit/>
          </a:bodyPr>
          <a:lstStyle/>
          <a:p>
            <a:pPr algn="l">
              <a:spcBef>
                <a:spcPct val="0"/>
              </a:spcBef>
            </a:pPr>
            <a:r>
              <a:rPr lang="en-IN" sz="900">
                <a:solidFill>
                  <a:schemeClr val="bg1"/>
                </a:solidFill>
              </a:rPr>
              <a:t>Quick wins</a:t>
            </a:r>
          </a:p>
        </p:txBody>
      </p:sp>
      <p:graphicFrame>
        <p:nvGraphicFramePr>
          <p:cNvPr id="337" name="Table 336">
            <a:extLst>
              <a:ext uri="{FF2B5EF4-FFF2-40B4-BE49-F238E27FC236}">
                <a16:creationId xmlns:a16="http://schemas.microsoft.com/office/drawing/2014/main" id="{D51DC2D0-6A68-D71C-214C-4CAECEF09E2B}"/>
              </a:ext>
            </a:extLst>
          </p:cNvPr>
          <p:cNvGraphicFramePr>
            <a:graphicFrameLocks noGrp="1"/>
          </p:cNvGraphicFramePr>
          <p:nvPr>
            <p:extLst>
              <p:ext uri="{D42A27DB-BD31-4B8C-83A1-F6EECF244321}">
                <p14:modId xmlns:p14="http://schemas.microsoft.com/office/powerpoint/2010/main" val="3074295185"/>
              </p:ext>
            </p:extLst>
          </p:nvPr>
        </p:nvGraphicFramePr>
        <p:xfrm>
          <a:off x="554183" y="682584"/>
          <a:ext cx="11496823" cy="5838403"/>
        </p:xfrm>
        <a:graphic>
          <a:graphicData uri="http://schemas.openxmlformats.org/drawingml/2006/table">
            <a:tbl>
              <a:tblPr/>
              <a:tblGrid>
                <a:gridCol w="957063">
                  <a:extLst>
                    <a:ext uri="{9D8B030D-6E8A-4147-A177-3AD203B41FA5}">
                      <a16:colId xmlns:a16="http://schemas.microsoft.com/office/drawing/2014/main" val="2497439381"/>
                    </a:ext>
                  </a:extLst>
                </a:gridCol>
                <a:gridCol w="1672111">
                  <a:extLst>
                    <a:ext uri="{9D8B030D-6E8A-4147-A177-3AD203B41FA5}">
                      <a16:colId xmlns:a16="http://schemas.microsoft.com/office/drawing/2014/main" val="3556409991"/>
                    </a:ext>
                  </a:extLst>
                </a:gridCol>
                <a:gridCol w="670305">
                  <a:extLst>
                    <a:ext uri="{9D8B030D-6E8A-4147-A177-3AD203B41FA5}">
                      <a16:colId xmlns:a16="http://schemas.microsoft.com/office/drawing/2014/main" val="1426474587"/>
                    </a:ext>
                  </a:extLst>
                </a:gridCol>
                <a:gridCol w="683112">
                  <a:extLst>
                    <a:ext uri="{9D8B030D-6E8A-4147-A177-3AD203B41FA5}">
                      <a16:colId xmlns:a16="http://schemas.microsoft.com/office/drawing/2014/main" val="3045604748"/>
                    </a:ext>
                  </a:extLst>
                </a:gridCol>
                <a:gridCol w="683112">
                  <a:extLst>
                    <a:ext uri="{9D8B030D-6E8A-4147-A177-3AD203B41FA5}">
                      <a16:colId xmlns:a16="http://schemas.microsoft.com/office/drawing/2014/main" val="1101490118"/>
                    </a:ext>
                  </a:extLst>
                </a:gridCol>
                <a:gridCol w="683112">
                  <a:extLst>
                    <a:ext uri="{9D8B030D-6E8A-4147-A177-3AD203B41FA5}">
                      <a16:colId xmlns:a16="http://schemas.microsoft.com/office/drawing/2014/main" val="4058267061"/>
                    </a:ext>
                  </a:extLst>
                </a:gridCol>
                <a:gridCol w="683112">
                  <a:extLst>
                    <a:ext uri="{9D8B030D-6E8A-4147-A177-3AD203B41FA5}">
                      <a16:colId xmlns:a16="http://schemas.microsoft.com/office/drawing/2014/main" val="1036693493"/>
                    </a:ext>
                  </a:extLst>
                </a:gridCol>
                <a:gridCol w="683112">
                  <a:extLst>
                    <a:ext uri="{9D8B030D-6E8A-4147-A177-3AD203B41FA5}">
                      <a16:colId xmlns:a16="http://schemas.microsoft.com/office/drawing/2014/main" val="3345068107"/>
                    </a:ext>
                  </a:extLst>
                </a:gridCol>
                <a:gridCol w="683112">
                  <a:extLst>
                    <a:ext uri="{9D8B030D-6E8A-4147-A177-3AD203B41FA5}">
                      <a16:colId xmlns:a16="http://schemas.microsoft.com/office/drawing/2014/main" val="3009000706"/>
                    </a:ext>
                  </a:extLst>
                </a:gridCol>
                <a:gridCol w="683112">
                  <a:extLst>
                    <a:ext uri="{9D8B030D-6E8A-4147-A177-3AD203B41FA5}">
                      <a16:colId xmlns:a16="http://schemas.microsoft.com/office/drawing/2014/main" val="1056565208"/>
                    </a:ext>
                  </a:extLst>
                </a:gridCol>
                <a:gridCol w="683112">
                  <a:extLst>
                    <a:ext uri="{9D8B030D-6E8A-4147-A177-3AD203B41FA5}">
                      <a16:colId xmlns:a16="http://schemas.microsoft.com/office/drawing/2014/main" val="1385655337"/>
                    </a:ext>
                  </a:extLst>
                </a:gridCol>
                <a:gridCol w="683112">
                  <a:extLst>
                    <a:ext uri="{9D8B030D-6E8A-4147-A177-3AD203B41FA5}">
                      <a16:colId xmlns:a16="http://schemas.microsoft.com/office/drawing/2014/main" val="1396266475"/>
                    </a:ext>
                  </a:extLst>
                </a:gridCol>
                <a:gridCol w="683112">
                  <a:extLst>
                    <a:ext uri="{9D8B030D-6E8A-4147-A177-3AD203B41FA5}">
                      <a16:colId xmlns:a16="http://schemas.microsoft.com/office/drawing/2014/main" val="3083643501"/>
                    </a:ext>
                  </a:extLst>
                </a:gridCol>
                <a:gridCol w="683112">
                  <a:extLst>
                    <a:ext uri="{9D8B030D-6E8A-4147-A177-3AD203B41FA5}">
                      <a16:colId xmlns:a16="http://schemas.microsoft.com/office/drawing/2014/main" val="3884074527"/>
                    </a:ext>
                  </a:extLst>
                </a:gridCol>
                <a:gridCol w="683112">
                  <a:extLst>
                    <a:ext uri="{9D8B030D-6E8A-4147-A177-3AD203B41FA5}">
                      <a16:colId xmlns:a16="http://schemas.microsoft.com/office/drawing/2014/main" val="3434114566"/>
                    </a:ext>
                  </a:extLst>
                </a:gridCol>
              </a:tblGrid>
              <a:tr h="475859">
                <a:tc gridSpan="2">
                  <a:txBody>
                    <a:bodyPr/>
                    <a:lstStyle>
                      <a:lvl1pPr marL="0" algn="l" defTabSz="914400" rtl="0" eaLnBrk="1" latinLnBrk="0" hangingPunct="1">
                        <a:defRPr sz="1800" kern="1200">
                          <a:solidFill>
                            <a:schemeClr val="tx1"/>
                          </a:solidFill>
                          <a:latin typeface="Ubuntu"/>
                        </a:defRPr>
                      </a:lvl1pPr>
                      <a:lvl2pPr marL="457200" algn="l" defTabSz="914400" rtl="0" eaLnBrk="1" latinLnBrk="0" hangingPunct="1">
                        <a:defRPr sz="1800" kern="1200">
                          <a:solidFill>
                            <a:schemeClr val="tx1"/>
                          </a:solidFill>
                          <a:latin typeface="Ubuntu"/>
                        </a:defRPr>
                      </a:lvl2pPr>
                      <a:lvl3pPr marL="914400" algn="l" defTabSz="914400" rtl="0" eaLnBrk="1" latinLnBrk="0" hangingPunct="1">
                        <a:defRPr sz="1800" kern="1200">
                          <a:solidFill>
                            <a:schemeClr val="tx1"/>
                          </a:solidFill>
                          <a:latin typeface="Ubuntu"/>
                        </a:defRPr>
                      </a:lvl3pPr>
                      <a:lvl4pPr marL="1371600" algn="l" defTabSz="914400" rtl="0" eaLnBrk="1" latinLnBrk="0" hangingPunct="1">
                        <a:defRPr sz="1800" kern="1200">
                          <a:solidFill>
                            <a:schemeClr val="tx1"/>
                          </a:solidFill>
                          <a:latin typeface="Ubuntu"/>
                        </a:defRPr>
                      </a:lvl4pPr>
                      <a:lvl5pPr marL="1828800" algn="l" defTabSz="914400" rtl="0" eaLnBrk="1" latinLnBrk="0" hangingPunct="1">
                        <a:defRPr sz="1800" kern="1200">
                          <a:solidFill>
                            <a:schemeClr val="tx1"/>
                          </a:solidFill>
                          <a:latin typeface="Ubuntu"/>
                        </a:defRPr>
                      </a:lvl5pPr>
                      <a:lvl6pPr marL="2286000" algn="l" defTabSz="914400" rtl="0" eaLnBrk="1" latinLnBrk="0" hangingPunct="1">
                        <a:defRPr sz="1800" kern="1200">
                          <a:solidFill>
                            <a:schemeClr val="tx1"/>
                          </a:solidFill>
                          <a:latin typeface="Ubuntu"/>
                        </a:defRPr>
                      </a:lvl6pPr>
                      <a:lvl7pPr marL="2743200" algn="l" defTabSz="914400" rtl="0" eaLnBrk="1" latinLnBrk="0" hangingPunct="1">
                        <a:defRPr sz="1800" kern="1200">
                          <a:solidFill>
                            <a:schemeClr val="tx1"/>
                          </a:solidFill>
                          <a:latin typeface="Ubuntu"/>
                        </a:defRPr>
                      </a:lvl7pPr>
                      <a:lvl8pPr marL="3200400" algn="l" defTabSz="914400" rtl="0" eaLnBrk="1" latinLnBrk="0" hangingPunct="1">
                        <a:defRPr sz="1800" kern="1200">
                          <a:solidFill>
                            <a:schemeClr val="tx1"/>
                          </a:solidFill>
                          <a:latin typeface="Ubuntu"/>
                        </a:defRPr>
                      </a:lvl8pPr>
                      <a:lvl9pPr marL="3657600" algn="l" defTabSz="914400" rtl="0" eaLnBrk="1" latinLnBrk="0" hangingPunct="1">
                        <a:defRPr sz="1800" kern="1200">
                          <a:solidFill>
                            <a:schemeClr val="tx1"/>
                          </a:solidFill>
                          <a:latin typeface="Ubuntu"/>
                        </a:defRPr>
                      </a:lvl9pPr>
                    </a:lstStyle>
                    <a:p>
                      <a:pPr marL="144000" algn="l" fontAlgn="ctr"/>
                      <a:r>
                        <a:rPr lang="en-IN" sz="1200" b="1" i="0" u="none" strike="noStrike">
                          <a:solidFill>
                            <a:schemeClr val="bg1"/>
                          </a:solidFill>
                          <a:effectLst/>
                          <a:latin typeface="+mn-lt"/>
                        </a:rPr>
                        <a:t>Stage 3</a:t>
                      </a:r>
                    </a:p>
                  </a:txBody>
                  <a:tcPr marL="7620" marR="7620" marT="7620" marB="0" anchor="ctr">
                    <a:lnL w="12700" cap="flat" cmpd="sng" algn="ctr">
                      <a:solidFill>
                        <a:sysClr val="windowText" lastClr="000000">
                          <a:lumMod val="50000"/>
                          <a:lumOff val="50000"/>
                        </a:sysClr>
                      </a:solidFill>
                      <a:prstDash val="solid"/>
                      <a:round/>
                      <a:headEnd type="none" w="med" len="med"/>
                      <a:tailEnd type="none" w="med" len="med"/>
                    </a:lnL>
                    <a:lnR w="28575" cap="flat" cmpd="sng" algn="ctr">
                      <a:solidFill>
                        <a:srgbClr val="FFFFFF"/>
                      </a:solidFill>
                      <a:prstDash val="solid"/>
                      <a:round/>
                      <a:headEnd type="none" w="med" len="med"/>
                      <a:tailEnd type="none" w="med" len="med"/>
                    </a:lnR>
                    <a:lnT w="12700" cap="flat" cmpd="sng" algn="ctr">
                      <a:solidFill>
                        <a:sysClr val="windowText" lastClr="000000">
                          <a:lumMod val="50000"/>
                          <a:lumOff val="50000"/>
                        </a:sysClr>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12ABDB">
                        <a:lumMod val="75000"/>
                      </a:srgbClr>
                    </a:solidFill>
                  </a:tcPr>
                </a:tc>
                <a:tc hMerge="1">
                  <a:txBody>
                    <a:bodyPr/>
                    <a:lstStyle/>
                    <a:p>
                      <a:endParaRPr lang="en-IN"/>
                    </a:p>
                  </a:txBody>
                  <a:tcPr/>
                </a:tc>
                <a:tc>
                  <a:txBody>
                    <a:bodyPr/>
                    <a:lstStyle>
                      <a:lvl1pPr marL="0" algn="l" defTabSz="914400" rtl="0" eaLnBrk="1" latinLnBrk="0" hangingPunct="1">
                        <a:defRPr sz="1800" kern="1200">
                          <a:solidFill>
                            <a:schemeClr val="tx1"/>
                          </a:solidFill>
                          <a:latin typeface="Ubuntu"/>
                        </a:defRPr>
                      </a:lvl1pPr>
                      <a:lvl2pPr marL="457200" algn="l" defTabSz="914400" rtl="0" eaLnBrk="1" latinLnBrk="0" hangingPunct="1">
                        <a:defRPr sz="1800" kern="1200">
                          <a:solidFill>
                            <a:schemeClr val="tx1"/>
                          </a:solidFill>
                          <a:latin typeface="Ubuntu"/>
                        </a:defRPr>
                      </a:lvl2pPr>
                      <a:lvl3pPr marL="914400" algn="l" defTabSz="914400" rtl="0" eaLnBrk="1" latinLnBrk="0" hangingPunct="1">
                        <a:defRPr sz="1800" kern="1200">
                          <a:solidFill>
                            <a:schemeClr val="tx1"/>
                          </a:solidFill>
                          <a:latin typeface="Ubuntu"/>
                        </a:defRPr>
                      </a:lvl3pPr>
                      <a:lvl4pPr marL="1371600" algn="l" defTabSz="914400" rtl="0" eaLnBrk="1" latinLnBrk="0" hangingPunct="1">
                        <a:defRPr sz="1800" kern="1200">
                          <a:solidFill>
                            <a:schemeClr val="tx1"/>
                          </a:solidFill>
                          <a:latin typeface="Ubuntu"/>
                        </a:defRPr>
                      </a:lvl4pPr>
                      <a:lvl5pPr marL="1828800" algn="l" defTabSz="914400" rtl="0" eaLnBrk="1" latinLnBrk="0" hangingPunct="1">
                        <a:defRPr sz="1800" kern="1200">
                          <a:solidFill>
                            <a:schemeClr val="tx1"/>
                          </a:solidFill>
                          <a:latin typeface="Ubuntu"/>
                        </a:defRPr>
                      </a:lvl5pPr>
                      <a:lvl6pPr marL="2286000" algn="l" defTabSz="914400" rtl="0" eaLnBrk="1" latinLnBrk="0" hangingPunct="1">
                        <a:defRPr sz="1800" kern="1200">
                          <a:solidFill>
                            <a:schemeClr val="tx1"/>
                          </a:solidFill>
                          <a:latin typeface="Ubuntu"/>
                        </a:defRPr>
                      </a:lvl6pPr>
                      <a:lvl7pPr marL="2743200" algn="l" defTabSz="914400" rtl="0" eaLnBrk="1" latinLnBrk="0" hangingPunct="1">
                        <a:defRPr sz="1800" kern="1200">
                          <a:solidFill>
                            <a:schemeClr val="tx1"/>
                          </a:solidFill>
                          <a:latin typeface="Ubuntu"/>
                        </a:defRPr>
                      </a:lvl7pPr>
                      <a:lvl8pPr marL="3200400" algn="l" defTabSz="914400" rtl="0" eaLnBrk="1" latinLnBrk="0" hangingPunct="1">
                        <a:defRPr sz="1800" kern="1200">
                          <a:solidFill>
                            <a:schemeClr val="tx1"/>
                          </a:solidFill>
                          <a:latin typeface="Ubuntu"/>
                        </a:defRPr>
                      </a:lvl8pPr>
                      <a:lvl9pPr marL="3657600" algn="l" defTabSz="914400" rtl="0" eaLnBrk="1" latinLnBrk="0" hangingPunct="1">
                        <a:defRPr sz="1800" kern="1200">
                          <a:solidFill>
                            <a:schemeClr val="tx1"/>
                          </a:solidFill>
                          <a:latin typeface="Ubuntu"/>
                        </a:defRPr>
                      </a:lvl9pPr>
                    </a:lstStyle>
                    <a:p>
                      <a:pPr algn="ctr" fontAlgn="b"/>
                      <a:r>
                        <a:rPr lang="en-IN" sz="1100" b="1" i="0" u="none" strike="noStrike">
                          <a:solidFill>
                            <a:schemeClr val="bg1"/>
                          </a:solidFill>
                          <a:effectLst/>
                          <a:latin typeface="+mn-lt"/>
                        </a:rPr>
                        <a:t>Month 4</a:t>
                      </a:r>
                    </a:p>
                  </a:txBody>
                  <a:tcPr marL="7620" marR="7620" marT="7620" marB="0" vert="vert270" anchor="ctr">
                    <a:lnL w="28575"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ysClr val="windowText" lastClr="000000">
                          <a:lumMod val="50000"/>
                          <a:lumOff val="50000"/>
                        </a:sysClr>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007D74"/>
                    </a:solidFill>
                  </a:tcPr>
                </a:tc>
                <a:tc>
                  <a:txBody>
                    <a:bodyPr/>
                    <a:lstStyle>
                      <a:lvl1pPr marL="0" algn="l" defTabSz="914400" rtl="0" eaLnBrk="1" latinLnBrk="0" hangingPunct="1">
                        <a:defRPr sz="1800" kern="1200">
                          <a:solidFill>
                            <a:schemeClr val="tx1"/>
                          </a:solidFill>
                          <a:latin typeface="Ubuntu"/>
                        </a:defRPr>
                      </a:lvl1pPr>
                      <a:lvl2pPr marL="457200" algn="l" defTabSz="914400" rtl="0" eaLnBrk="1" latinLnBrk="0" hangingPunct="1">
                        <a:defRPr sz="1800" kern="1200">
                          <a:solidFill>
                            <a:schemeClr val="tx1"/>
                          </a:solidFill>
                          <a:latin typeface="Ubuntu"/>
                        </a:defRPr>
                      </a:lvl2pPr>
                      <a:lvl3pPr marL="914400" algn="l" defTabSz="914400" rtl="0" eaLnBrk="1" latinLnBrk="0" hangingPunct="1">
                        <a:defRPr sz="1800" kern="1200">
                          <a:solidFill>
                            <a:schemeClr val="tx1"/>
                          </a:solidFill>
                          <a:latin typeface="Ubuntu"/>
                        </a:defRPr>
                      </a:lvl3pPr>
                      <a:lvl4pPr marL="1371600" algn="l" defTabSz="914400" rtl="0" eaLnBrk="1" latinLnBrk="0" hangingPunct="1">
                        <a:defRPr sz="1800" kern="1200">
                          <a:solidFill>
                            <a:schemeClr val="tx1"/>
                          </a:solidFill>
                          <a:latin typeface="Ubuntu"/>
                        </a:defRPr>
                      </a:lvl4pPr>
                      <a:lvl5pPr marL="1828800" algn="l" defTabSz="914400" rtl="0" eaLnBrk="1" latinLnBrk="0" hangingPunct="1">
                        <a:defRPr sz="1800" kern="1200">
                          <a:solidFill>
                            <a:schemeClr val="tx1"/>
                          </a:solidFill>
                          <a:latin typeface="Ubuntu"/>
                        </a:defRPr>
                      </a:lvl5pPr>
                      <a:lvl6pPr marL="2286000" algn="l" defTabSz="914400" rtl="0" eaLnBrk="1" latinLnBrk="0" hangingPunct="1">
                        <a:defRPr sz="1800" kern="1200">
                          <a:solidFill>
                            <a:schemeClr val="tx1"/>
                          </a:solidFill>
                          <a:latin typeface="Ubuntu"/>
                        </a:defRPr>
                      </a:lvl6pPr>
                      <a:lvl7pPr marL="2743200" algn="l" defTabSz="914400" rtl="0" eaLnBrk="1" latinLnBrk="0" hangingPunct="1">
                        <a:defRPr sz="1800" kern="1200">
                          <a:solidFill>
                            <a:schemeClr val="tx1"/>
                          </a:solidFill>
                          <a:latin typeface="Ubuntu"/>
                        </a:defRPr>
                      </a:lvl7pPr>
                      <a:lvl8pPr marL="3200400" algn="l" defTabSz="914400" rtl="0" eaLnBrk="1" latinLnBrk="0" hangingPunct="1">
                        <a:defRPr sz="1800" kern="1200">
                          <a:solidFill>
                            <a:schemeClr val="tx1"/>
                          </a:solidFill>
                          <a:latin typeface="Ubuntu"/>
                        </a:defRPr>
                      </a:lvl8pPr>
                      <a:lvl9pPr marL="3657600" algn="l" defTabSz="914400" rtl="0" eaLnBrk="1" latinLnBrk="0" hangingPunct="1">
                        <a:defRPr sz="1800" kern="1200">
                          <a:solidFill>
                            <a:schemeClr val="tx1"/>
                          </a:solidFill>
                          <a:latin typeface="Ubuntu"/>
                        </a:defRPr>
                      </a:lvl9pPr>
                    </a:lstStyle>
                    <a:p>
                      <a:pPr algn="ctr" fontAlgn="b"/>
                      <a:r>
                        <a:rPr lang="en-IN" sz="1100" b="1" i="0" u="none" strike="noStrike">
                          <a:solidFill>
                            <a:schemeClr val="bg1"/>
                          </a:solidFill>
                          <a:effectLst/>
                          <a:latin typeface="+mn-lt"/>
                        </a:rPr>
                        <a:t>Month 5</a:t>
                      </a:r>
                    </a:p>
                  </a:txBody>
                  <a:tcPr marL="7620" marR="7620" marT="7620" marB="0" vert="vert27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ysClr val="windowText" lastClr="000000">
                          <a:lumMod val="50000"/>
                          <a:lumOff val="50000"/>
                        </a:sysClr>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007D74"/>
                    </a:solidFill>
                  </a:tcPr>
                </a:tc>
                <a:tc>
                  <a:txBody>
                    <a:bodyPr/>
                    <a:lstStyle>
                      <a:lvl1pPr marL="0" algn="l" defTabSz="914400" rtl="0" eaLnBrk="1" latinLnBrk="0" hangingPunct="1">
                        <a:defRPr sz="1800" kern="1200">
                          <a:solidFill>
                            <a:schemeClr val="tx1"/>
                          </a:solidFill>
                          <a:latin typeface="Ubuntu"/>
                        </a:defRPr>
                      </a:lvl1pPr>
                      <a:lvl2pPr marL="457200" algn="l" defTabSz="914400" rtl="0" eaLnBrk="1" latinLnBrk="0" hangingPunct="1">
                        <a:defRPr sz="1800" kern="1200">
                          <a:solidFill>
                            <a:schemeClr val="tx1"/>
                          </a:solidFill>
                          <a:latin typeface="Ubuntu"/>
                        </a:defRPr>
                      </a:lvl2pPr>
                      <a:lvl3pPr marL="914400" algn="l" defTabSz="914400" rtl="0" eaLnBrk="1" latinLnBrk="0" hangingPunct="1">
                        <a:defRPr sz="1800" kern="1200">
                          <a:solidFill>
                            <a:schemeClr val="tx1"/>
                          </a:solidFill>
                          <a:latin typeface="Ubuntu"/>
                        </a:defRPr>
                      </a:lvl3pPr>
                      <a:lvl4pPr marL="1371600" algn="l" defTabSz="914400" rtl="0" eaLnBrk="1" latinLnBrk="0" hangingPunct="1">
                        <a:defRPr sz="1800" kern="1200">
                          <a:solidFill>
                            <a:schemeClr val="tx1"/>
                          </a:solidFill>
                          <a:latin typeface="Ubuntu"/>
                        </a:defRPr>
                      </a:lvl4pPr>
                      <a:lvl5pPr marL="1828800" algn="l" defTabSz="914400" rtl="0" eaLnBrk="1" latinLnBrk="0" hangingPunct="1">
                        <a:defRPr sz="1800" kern="1200">
                          <a:solidFill>
                            <a:schemeClr val="tx1"/>
                          </a:solidFill>
                          <a:latin typeface="Ubuntu"/>
                        </a:defRPr>
                      </a:lvl5pPr>
                      <a:lvl6pPr marL="2286000" algn="l" defTabSz="914400" rtl="0" eaLnBrk="1" latinLnBrk="0" hangingPunct="1">
                        <a:defRPr sz="1800" kern="1200">
                          <a:solidFill>
                            <a:schemeClr val="tx1"/>
                          </a:solidFill>
                          <a:latin typeface="Ubuntu"/>
                        </a:defRPr>
                      </a:lvl6pPr>
                      <a:lvl7pPr marL="2743200" algn="l" defTabSz="914400" rtl="0" eaLnBrk="1" latinLnBrk="0" hangingPunct="1">
                        <a:defRPr sz="1800" kern="1200">
                          <a:solidFill>
                            <a:schemeClr val="tx1"/>
                          </a:solidFill>
                          <a:latin typeface="Ubuntu"/>
                        </a:defRPr>
                      </a:lvl7pPr>
                      <a:lvl8pPr marL="3200400" algn="l" defTabSz="914400" rtl="0" eaLnBrk="1" latinLnBrk="0" hangingPunct="1">
                        <a:defRPr sz="1800" kern="1200">
                          <a:solidFill>
                            <a:schemeClr val="tx1"/>
                          </a:solidFill>
                          <a:latin typeface="Ubuntu"/>
                        </a:defRPr>
                      </a:lvl8pPr>
                      <a:lvl9pPr marL="3657600" algn="l" defTabSz="914400" rtl="0" eaLnBrk="1" latinLnBrk="0" hangingPunct="1">
                        <a:defRPr sz="1800" kern="1200">
                          <a:solidFill>
                            <a:schemeClr val="tx1"/>
                          </a:solidFill>
                          <a:latin typeface="Ubuntu"/>
                        </a:defRPr>
                      </a:lvl9pPr>
                    </a:lstStyle>
                    <a:p>
                      <a:pPr algn="ctr" fontAlgn="b"/>
                      <a:r>
                        <a:rPr lang="en-IN" sz="1400" b="1" i="0" u="none" strike="noStrike">
                          <a:solidFill>
                            <a:schemeClr val="bg1"/>
                          </a:solidFill>
                          <a:effectLst/>
                          <a:latin typeface="+mn-lt"/>
                        </a:rPr>
                        <a:t>…..</a:t>
                      </a:r>
                    </a:p>
                  </a:txBody>
                  <a:tcPr marL="7620"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ysClr val="windowText" lastClr="000000">
                          <a:lumMod val="50000"/>
                          <a:lumOff val="50000"/>
                        </a:sysClr>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007D74"/>
                    </a:solidFill>
                  </a:tcPr>
                </a:tc>
                <a:tc>
                  <a:txBody>
                    <a:bodyPr/>
                    <a:lstStyle>
                      <a:lvl1pPr marL="0" algn="l" defTabSz="914400" rtl="0" eaLnBrk="1" latinLnBrk="0" hangingPunct="1">
                        <a:defRPr sz="1800" kern="1200">
                          <a:solidFill>
                            <a:schemeClr val="tx1"/>
                          </a:solidFill>
                          <a:latin typeface="Ubuntu"/>
                        </a:defRPr>
                      </a:lvl1pPr>
                      <a:lvl2pPr marL="457200" algn="l" defTabSz="914400" rtl="0" eaLnBrk="1" latinLnBrk="0" hangingPunct="1">
                        <a:defRPr sz="1800" kern="1200">
                          <a:solidFill>
                            <a:schemeClr val="tx1"/>
                          </a:solidFill>
                          <a:latin typeface="Ubuntu"/>
                        </a:defRPr>
                      </a:lvl2pPr>
                      <a:lvl3pPr marL="914400" algn="l" defTabSz="914400" rtl="0" eaLnBrk="1" latinLnBrk="0" hangingPunct="1">
                        <a:defRPr sz="1800" kern="1200">
                          <a:solidFill>
                            <a:schemeClr val="tx1"/>
                          </a:solidFill>
                          <a:latin typeface="Ubuntu"/>
                        </a:defRPr>
                      </a:lvl3pPr>
                      <a:lvl4pPr marL="1371600" algn="l" defTabSz="914400" rtl="0" eaLnBrk="1" latinLnBrk="0" hangingPunct="1">
                        <a:defRPr sz="1800" kern="1200">
                          <a:solidFill>
                            <a:schemeClr val="tx1"/>
                          </a:solidFill>
                          <a:latin typeface="Ubuntu"/>
                        </a:defRPr>
                      </a:lvl4pPr>
                      <a:lvl5pPr marL="1828800" algn="l" defTabSz="914400" rtl="0" eaLnBrk="1" latinLnBrk="0" hangingPunct="1">
                        <a:defRPr sz="1800" kern="1200">
                          <a:solidFill>
                            <a:schemeClr val="tx1"/>
                          </a:solidFill>
                          <a:latin typeface="Ubuntu"/>
                        </a:defRPr>
                      </a:lvl5pPr>
                      <a:lvl6pPr marL="2286000" algn="l" defTabSz="914400" rtl="0" eaLnBrk="1" latinLnBrk="0" hangingPunct="1">
                        <a:defRPr sz="1800" kern="1200">
                          <a:solidFill>
                            <a:schemeClr val="tx1"/>
                          </a:solidFill>
                          <a:latin typeface="Ubuntu"/>
                        </a:defRPr>
                      </a:lvl6pPr>
                      <a:lvl7pPr marL="2743200" algn="l" defTabSz="914400" rtl="0" eaLnBrk="1" latinLnBrk="0" hangingPunct="1">
                        <a:defRPr sz="1800" kern="1200">
                          <a:solidFill>
                            <a:schemeClr val="tx1"/>
                          </a:solidFill>
                          <a:latin typeface="Ubuntu"/>
                        </a:defRPr>
                      </a:lvl7pPr>
                      <a:lvl8pPr marL="3200400" algn="l" defTabSz="914400" rtl="0" eaLnBrk="1" latinLnBrk="0" hangingPunct="1">
                        <a:defRPr sz="1800" kern="1200">
                          <a:solidFill>
                            <a:schemeClr val="tx1"/>
                          </a:solidFill>
                          <a:latin typeface="Ubuntu"/>
                        </a:defRPr>
                      </a:lvl8pPr>
                      <a:lvl9pPr marL="3657600" algn="l" defTabSz="914400" rtl="0" eaLnBrk="1" latinLnBrk="0" hangingPunct="1">
                        <a:defRPr sz="1800" kern="1200">
                          <a:solidFill>
                            <a:schemeClr val="tx1"/>
                          </a:solidFill>
                          <a:latin typeface="Ubuntu"/>
                        </a:defRPr>
                      </a:lvl9pPr>
                    </a:lstStyle>
                    <a:p>
                      <a:pPr algn="ctr" fontAlgn="b"/>
                      <a:r>
                        <a:rPr lang="en-IN" sz="1400" b="1" i="0" u="none" strike="noStrike">
                          <a:solidFill>
                            <a:schemeClr val="bg1"/>
                          </a:solidFill>
                          <a:effectLst/>
                          <a:latin typeface="+mn-lt"/>
                        </a:rPr>
                        <a:t>…..</a:t>
                      </a:r>
                    </a:p>
                  </a:txBody>
                  <a:tcPr marL="7620"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ysClr val="windowText" lastClr="000000">
                          <a:lumMod val="50000"/>
                          <a:lumOff val="50000"/>
                        </a:sysClr>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007D74"/>
                    </a:solidFill>
                  </a:tcPr>
                </a:tc>
                <a:tc>
                  <a:txBody>
                    <a:bodyPr/>
                    <a:lstStyle>
                      <a:lvl1pPr marL="0" algn="l" defTabSz="914400" rtl="0" eaLnBrk="1" latinLnBrk="0" hangingPunct="1">
                        <a:defRPr sz="1800" kern="1200">
                          <a:solidFill>
                            <a:schemeClr val="tx1"/>
                          </a:solidFill>
                          <a:latin typeface="Ubuntu"/>
                        </a:defRPr>
                      </a:lvl1pPr>
                      <a:lvl2pPr marL="457200" algn="l" defTabSz="914400" rtl="0" eaLnBrk="1" latinLnBrk="0" hangingPunct="1">
                        <a:defRPr sz="1800" kern="1200">
                          <a:solidFill>
                            <a:schemeClr val="tx1"/>
                          </a:solidFill>
                          <a:latin typeface="Ubuntu"/>
                        </a:defRPr>
                      </a:lvl2pPr>
                      <a:lvl3pPr marL="914400" algn="l" defTabSz="914400" rtl="0" eaLnBrk="1" latinLnBrk="0" hangingPunct="1">
                        <a:defRPr sz="1800" kern="1200">
                          <a:solidFill>
                            <a:schemeClr val="tx1"/>
                          </a:solidFill>
                          <a:latin typeface="Ubuntu"/>
                        </a:defRPr>
                      </a:lvl3pPr>
                      <a:lvl4pPr marL="1371600" algn="l" defTabSz="914400" rtl="0" eaLnBrk="1" latinLnBrk="0" hangingPunct="1">
                        <a:defRPr sz="1800" kern="1200">
                          <a:solidFill>
                            <a:schemeClr val="tx1"/>
                          </a:solidFill>
                          <a:latin typeface="Ubuntu"/>
                        </a:defRPr>
                      </a:lvl4pPr>
                      <a:lvl5pPr marL="1828800" algn="l" defTabSz="914400" rtl="0" eaLnBrk="1" latinLnBrk="0" hangingPunct="1">
                        <a:defRPr sz="1800" kern="1200">
                          <a:solidFill>
                            <a:schemeClr val="tx1"/>
                          </a:solidFill>
                          <a:latin typeface="Ubuntu"/>
                        </a:defRPr>
                      </a:lvl5pPr>
                      <a:lvl6pPr marL="2286000" algn="l" defTabSz="914400" rtl="0" eaLnBrk="1" latinLnBrk="0" hangingPunct="1">
                        <a:defRPr sz="1800" kern="1200">
                          <a:solidFill>
                            <a:schemeClr val="tx1"/>
                          </a:solidFill>
                          <a:latin typeface="Ubuntu"/>
                        </a:defRPr>
                      </a:lvl6pPr>
                      <a:lvl7pPr marL="2743200" algn="l" defTabSz="914400" rtl="0" eaLnBrk="1" latinLnBrk="0" hangingPunct="1">
                        <a:defRPr sz="1800" kern="1200">
                          <a:solidFill>
                            <a:schemeClr val="tx1"/>
                          </a:solidFill>
                          <a:latin typeface="Ubuntu"/>
                        </a:defRPr>
                      </a:lvl7pPr>
                      <a:lvl8pPr marL="3200400" algn="l" defTabSz="914400" rtl="0" eaLnBrk="1" latinLnBrk="0" hangingPunct="1">
                        <a:defRPr sz="1800" kern="1200">
                          <a:solidFill>
                            <a:schemeClr val="tx1"/>
                          </a:solidFill>
                          <a:latin typeface="Ubuntu"/>
                        </a:defRPr>
                      </a:lvl8pPr>
                      <a:lvl9pPr marL="3657600" algn="l" defTabSz="914400" rtl="0" eaLnBrk="1" latinLnBrk="0" hangingPunct="1">
                        <a:defRPr sz="1800" kern="1200">
                          <a:solidFill>
                            <a:schemeClr val="tx1"/>
                          </a:solidFill>
                          <a:latin typeface="Ubuntu"/>
                        </a:defRPr>
                      </a:lvl9pPr>
                    </a:lstStyle>
                    <a:p>
                      <a:pPr algn="ctr" fontAlgn="b"/>
                      <a:r>
                        <a:rPr lang="en-IN" sz="1400" b="1" i="0" u="none" strike="noStrike">
                          <a:solidFill>
                            <a:schemeClr val="bg1"/>
                          </a:solidFill>
                          <a:effectLst/>
                          <a:latin typeface="+mn-lt"/>
                        </a:rPr>
                        <a:t>……</a:t>
                      </a:r>
                    </a:p>
                  </a:txBody>
                  <a:tcPr marL="7620"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ysClr val="windowText" lastClr="000000">
                          <a:lumMod val="50000"/>
                          <a:lumOff val="50000"/>
                        </a:sysClr>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007D74"/>
                    </a:solidFill>
                  </a:tcPr>
                </a:tc>
                <a:tc>
                  <a:txBody>
                    <a:bodyPr/>
                    <a:lstStyle>
                      <a:lvl1pPr marL="0" algn="l" defTabSz="914400" rtl="0" eaLnBrk="1" latinLnBrk="0" hangingPunct="1">
                        <a:defRPr sz="1800" kern="1200">
                          <a:solidFill>
                            <a:schemeClr val="tx1"/>
                          </a:solidFill>
                          <a:latin typeface="Ubuntu"/>
                        </a:defRPr>
                      </a:lvl1pPr>
                      <a:lvl2pPr marL="457200" algn="l" defTabSz="914400" rtl="0" eaLnBrk="1" latinLnBrk="0" hangingPunct="1">
                        <a:defRPr sz="1800" kern="1200">
                          <a:solidFill>
                            <a:schemeClr val="tx1"/>
                          </a:solidFill>
                          <a:latin typeface="Ubuntu"/>
                        </a:defRPr>
                      </a:lvl2pPr>
                      <a:lvl3pPr marL="914400" algn="l" defTabSz="914400" rtl="0" eaLnBrk="1" latinLnBrk="0" hangingPunct="1">
                        <a:defRPr sz="1800" kern="1200">
                          <a:solidFill>
                            <a:schemeClr val="tx1"/>
                          </a:solidFill>
                          <a:latin typeface="Ubuntu"/>
                        </a:defRPr>
                      </a:lvl3pPr>
                      <a:lvl4pPr marL="1371600" algn="l" defTabSz="914400" rtl="0" eaLnBrk="1" latinLnBrk="0" hangingPunct="1">
                        <a:defRPr sz="1800" kern="1200">
                          <a:solidFill>
                            <a:schemeClr val="tx1"/>
                          </a:solidFill>
                          <a:latin typeface="Ubuntu"/>
                        </a:defRPr>
                      </a:lvl4pPr>
                      <a:lvl5pPr marL="1828800" algn="l" defTabSz="914400" rtl="0" eaLnBrk="1" latinLnBrk="0" hangingPunct="1">
                        <a:defRPr sz="1800" kern="1200">
                          <a:solidFill>
                            <a:schemeClr val="tx1"/>
                          </a:solidFill>
                          <a:latin typeface="Ubuntu"/>
                        </a:defRPr>
                      </a:lvl5pPr>
                      <a:lvl6pPr marL="2286000" algn="l" defTabSz="914400" rtl="0" eaLnBrk="1" latinLnBrk="0" hangingPunct="1">
                        <a:defRPr sz="1800" kern="1200">
                          <a:solidFill>
                            <a:schemeClr val="tx1"/>
                          </a:solidFill>
                          <a:latin typeface="Ubuntu"/>
                        </a:defRPr>
                      </a:lvl6pPr>
                      <a:lvl7pPr marL="2743200" algn="l" defTabSz="914400" rtl="0" eaLnBrk="1" latinLnBrk="0" hangingPunct="1">
                        <a:defRPr sz="1800" kern="1200">
                          <a:solidFill>
                            <a:schemeClr val="tx1"/>
                          </a:solidFill>
                          <a:latin typeface="Ubuntu"/>
                        </a:defRPr>
                      </a:lvl7pPr>
                      <a:lvl8pPr marL="3200400" algn="l" defTabSz="914400" rtl="0" eaLnBrk="1" latinLnBrk="0" hangingPunct="1">
                        <a:defRPr sz="1800" kern="1200">
                          <a:solidFill>
                            <a:schemeClr val="tx1"/>
                          </a:solidFill>
                          <a:latin typeface="Ubuntu"/>
                        </a:defRPr>
                      </a:lvl8pPr>
                      <a:lvl9pPr marL="3657600" algn="l" defTabSz="914400" rtl="0" eaLnBrk="1" latinLnBrk="0" hangingPunct="1">
                        <a:defRPr sz="1800" kern="1200">
                          <a:solidFill>
                            <a:schemeClr val="tx1"/>
                          </a:solidFill>
                          <a:latin typeface="Ubuntu"/>
                        </a:defRPr>
                      </a:lvl9pPr>
                    </a:lstStyle>
                    <a:p>
                      <a:pPr algn="ctr" fontAlgn="b"/>
                      <a:r>
                        <a:rPr lang="en-IN" sz="1400" b="1" i="0" u="none" strike="noStrike">
                          <a:solidFill>
                            <a:schemeClr val="bg1"/>
                          </a:solidFill>
                          <a:effectLst/>
                          <a:latin typeface="+mn-lt"/>
                        </a:rPr>
                        <a:t>…..</a:t>
                      </a:r>
                    </a:p>
                  </a:txBody>
                  <a:tcPr marL="7620"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ysClr val="windowText" lastClr="000000">
                          <a:lumMod val="50000"/>
                          <a:lumOff val="50000"/>
                        </a:sysClr>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007D74"/>
                    </a:solidFill>
                  </a:tcPr>
                </a:tc>
                <a:tc>
                  <a:txBody>
                    <a:bodyPr/>
                    <a:lstStyle>
                      <a:lvl1pPr marL="0" algn="l" defTabSz="914400" rtl="0" eaLnBrk="1" latinLnBrk="0" hangingPunct="1">
                        <a:defRPr sz="1800" kern="1200">
                          <a:solidFill>
                            <a:schemeClr val="tx1"/>
                          </a:solidFill>
                          <a:latin typeface="Ubuntu"/>
                        </a:defRPr>
                      </a:lvl1pPr>
                      <a:lvl2pPr marL="457200" algn="l" defTabSz="914400" rtl="0" eaLnBrk="1" latinLnBrk="0" hangingPunct="1">
                        <a:defRPr sz="1800" kern="1200">
                          <a:solidFill>
                            <a:schemeClr val="tx1"/>
                          </a:solidFill>
                          <a:latin typeface="Ubuntu"/>
                        </a:defRPr>
                      </a:lvl2pPr>
                      <a:lvl3pPr marL="914400" algn="l" defTabSz="914400" rtl="0" eaLnBrk="1" latinLnBrk="0" hangingPunct="1">
                        <a:defRPr sz="1800" kern="1200">
                          <a:solidFill>
                            <a:schemeClr val="tx1"/>
                          </a:solidFill>
                          <a:latin typeface="Ubuntu"/>
                        </a:defRPr>
                      </a:lvl3pPr>
                      <a:lvl4pPr marL="1371600" algn="l" defTabSz="914400" rtl="0" eaLnBrk="1" latinLnBrk="0" hangingPunct="1">
                        <a:defRPr sz="1800" kern="1200">
                          <a:solidFill>
                            <a:schemeClr val="tx1"/>
                          </a:solidFill>
                          <a:latin typeface="Ubuntu"/>
                        </a:defRPr>
                      </a:lvl4pPr>
                      <a:lvl5pPr marL="1828800" algn="l" defTabSz="914400" rtl="0" eaLnBrk="1" latinLnBrk="0" hangingPunct="1">
                        <a:defRPr sz="1800" kern="1200">
                          <a:solidFill>
                            <a:schemeClr val="tx1"/>
                          </a:solidFill>
                          <a:latin typeface="Ubuntu"/>
                        </a:defRPr>
                      </a:lvl5pPr>
                      <a:lvl6pPr marL="2286000" algn="l" defTabSz="914400" rtl="0" eaLnBrk="1" latinLnBrk="0" hangingPunct="1">
                        <a:defRPr sz="1800" kern="1200">
                          <a:solidFill>
                            <a:schemeClr val="tx1"/>
                          </a:solidFill>
                          <a:latin typeface="Ubuntu"/>
                        </a:defRPr>
                      </a:lvl6pPr>
                      <a:lvl7pPr marL="2743200" algn="l" defTabSz="914400" rtl="0" eaLnBrk="1" latinLnBrk="0" hangingPunct="1">
                        <a:defRPr sz="1800" kern="1200">
                          <a:solidFill>
                            <a:schemeClr val="tx1"/>
                          </a:solidFill>
                          <a:latin typeface="Ubuntu"/>
                        </a:defRPr>
                      </a:lvl7pPr>
                      <a:lvl8pPr marL="3200400" algn="l" defTabSz="914400" rtl="0" eaLnBrk="1" latinLnBrk="0" hangingPunct="1">
                        <a:defRPr sz="1800" kern="1200">
                          <a:solidFill>
                            <a:schemeClr val="tx1"/>
                          </a:solidFill>
                          <a:latin typeface="Ubuntu"/>
                        </a:defRPr>
                      </a:lvl8pPr>
                      <a:lvl9pPr marL="3657600" algn="l" defTabSz="914400" rtl="0" eaLnBrk="1" latinLnBrk="0" hangingPunct="1">
                        <a:defRPr sz="1800" kern="1200">
                          <a:solidFill>
                            <a:schemeClr val="tx1"/>
                          </a:solidFill>
                          <a:latin typeface="Ubuntu"/>
                        </a:defRPr>
                      </a:lvl9pPr>
                    </a:lstStyle>
                    <a:p>
                      <a:pPr algn="ctr" fontAlgn="b"/>
                      <a:r>
                        <a:rPr lang="en-IN" sz="1400" b="1" i="0" u="none" strike="noStrike">
                          <a:solidFill>
                            <a:schemeClr val="bg1"/>
                          </a:solidFill>
                          <a:effectLst/>
                          <a:latin typeface="+mn-lt"/>
                        </a:rPr>
                        <a:t>…..</a:t>
                      </a:r>
                    </a:p>
                  </a:txBody>
                  <a:tcPr marL="7620"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ysClr val="windowText" lastClr="000000">
                          <a:lumMod val="50000"/>
                          <a:lumOff val="50000"/>
                        </a:sysClr>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007D74"/>
                    </a:solidFill>
                  </a:tcPr>
                </a:tc>
                <a:tc>
                  <a:txBody>
                    <a:bodyPr/>
                    <a:lstStyle>
                      <a:lvl1pPr marL="0" algn="l" defTabSz="914400" rtl="0" eaLnBrk="1" latinLnBrk="0" hangingPunct="1">
                        <a:defRPr sz="1800" kern="1200">
                          <a:solidFill>
                            <a:schemeClr val="tx1"/>
                          </a:solidFill>
                          <a:latin typeface="Ubuntu"/>
                        </a:defRPr>
                      </a:lvl1pPr>
                      <a:lvl2pPr marL="457200" algn="l" defTabSz="914400" rtl="0" eaLnBrk="1" latinLnBrk="0" hangingPunct="1">
                        <a:defRPr sz="1800" kern="1200">
                          <a:solidFill>
                            <a:schemeClr val="tx1"/>
                          </a:solidFill>
                          <a:latin typeface="Ubuntu"/>
                        </a:defRPr>
                      </a:lvl2pPr>
                      <a:lvl3pPr marL="914400" algn="l" defTabSz="914400" rtl="0" eaLnBrk="1" latinLnBrk="0" hangingPunct="1">
                        <a:defRPr sz="1800" kern="1200">
                          <a:solidFill>
                            <a:schemeClr val="tx1"/>
                          </a:solidFill>
                          <a:latin typeface="Ubuntu"/>
                        </a:defRPr>
                      </a:lvl3pPr>
                      <a:lvl4pPr marL="1371600" algn="l" defTabSz="914400" rtl="0" eaLnBrk="1" latinLnBrk="0" hangingPunct="1">
                        <a:defRPr sz="1800" kern="1200">
                          <a:solidFill>
                            <a:schemeClr val="tx1"/>
                          </a:solidFill>
                          <a:latin typeface="Ubuntu"/>
                        </a:defRPr>
                      </a:lvl4pPr>
                      <a:lvl5pPr marL="1828800" algn="l" defTabSz="914400" rtl="0" eaLnBrk="1" latinLnBrk="0" hangingPunct="1">
                        <a:defRPr sz="1800" kern="1200">
                          <a:solidFill>
                            <a:schemeClr val="tx1"/>
                          </a:solidFill>
                          <a:latin typeface="Ubuntu"/>
                        </a:defRPr>
                      </a:lvl5pPr>
                      <a:lvl6pPr marL="2286000" algn="l" defTabSz="914400" rtl="0" eaLnBrk="1" latinLnBrk="0" hangingPunct="1">
                        <a:defRPr sz="1800" kern="1200">
                          <a:solidFill>
                            <a:schemeClr val="tx1"/>
                          </a:solidFill>
                          <a:latin typeface="Ubuntu"/>
                        </a:defRPr>
                      </a:lvl6pPr>
                      <a:lvl7pPr marL="2743200" algn="l" defTabSz="914400" rtl="0" eaLnBrk="1" latinLnBrk="0" hangingPunct="1">
                        <a:defRPr sz="1800" kern="1200">
                          <a:solidFill>
                            <a:schemeClr val="tx1"/>
                          </a:solidFill>
                          <a:latin typeface="Ubuntu"/>
                        </a:defRPr>
                      </a:lvl7pPr>
                      <a:lvl8pPr marL="3200400" algn="l" defTabSz="914400" rtl="0" eaLnBrk="1" latinLnBrk="0" hangingPunct="1">
                        <a:defRPr sz="1800" kern="1200">
                          <a:solidFill>
                            <a:schemeClr val="tx1"/>
                          </a:solidFill>
                          <a:latin typeface="Ubuntu"/>
                        </a:defRPr>
                      </a:lvl8pPr>
                      <a:lvl9pPr marL="3657600" algn="l" defTabSz="914400" rtl="0" eaLnBrk="1" latinLnBrk="0" hangingPunct="1">
                        <a:defRPr sz="1800" kern="1200">
                          <a:solidFill>
                            <a:schemeClr val="tx1"/>
                          </a:solidFill>
                          <a:latin typeface="Ubuntu"/>
                        </a:defRPr>
                      </a:lvl9pPr>
                    </a:lstStyle>
                    <a:p>
                      <a:pPr algn="ctr" fontAlgn="b"/>
                      <a:r>
                        <a:rPr lang="en-IN" sz="1400" b="1" i="0" u="none" strike="noStrike">
                          <a:solidFill>
                            <a:schemeClr val="bg1"/>
                          </a:solidFill>
                          <a:effectLst/>
                          <a:latin typeface="+mn-lt"/>
                        </a:rPr>
                        <a:t>……</a:t>
                      </a:r>
                    </a:p>
                  </a:txBody>
                  <a:tcPr marL="7620"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ysClr val="windowText" lastClr="000000">
                          <a:lumMod val="50000"/>
                          <a:lumOff val="50000"/>
                        </a:sysClr>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007D74"/>
                    </a:solidFill>
                  </a:tcPr>
                </a:tc>
                <a:tc>
                  <a:txBody>
                    <a:bodyPr/>
                    <a:lstStyle>
                      <a:lvl1pPr marL="0" algn="l" defTabSz="914400" rtl="0" eaLnBrk="1" latinLnBrk="0" hangingPunct="1">
                        <a:defRPr sz="1800" kern="1200">
                          <a:solidFill>
                            <a:schemeClr val="tx1"/>
                          </a:solidFill>
                          <a:latin typeface="Ubuntu"/>
                        </a:defRPr>
                      </a:lvl1pPr>
                      <a:lvl2pPr marL="457200" algn="l" defTabSz="914400" rtl="0" eaLnBrk="1" latinLnBrk="0" hangingPunct="1">
                        <a:defRPr sz="1800" kern="1200">
                          <a:solidFill>
                            <a:schemeClr val="tx1"/>
                          </a:solidFill>
                          <a:latin typeface="Ubuntu"/>
                        </a:defRPr>
                      </a:lvl2pPr>
                      <a:lvl3pPr marL="914400" algn="l" defTabSz="914400" rtl="0" eaLnBrk="1" latinLnBrk="0" hangingPunct="1">
                        <a:defRPr sz="1800" kern="1200">
                          <a:solidFill>
                            <a:schemeClr val="tx1"/>
                          </a:solidFill>
                          <a:latin typeface="Ubuntu"/>
                        </a:defRPr>
                      </a:lvl3pPr>
                      <a:lvl4pPr marL="1371600" algn="l" defTabSz="914400" rtl="0" eaLnBrk="1" latinLnBrk="0" hangingPunct="1">
                        <a:defRPr sz="1800" kern="1200">
                          <a:solidFill>
                            <a:schemeClr val="tx1"/>
                          </a:solidFill>
                          <a:latin typeface="Ubuntu"/>
                        </a:defRPr>
                      </a:lvl4pPr>
                      <a:lvl5pPr marL="1828800" algn="l" defTabSz="914400" rtl="0" eaLnBrk="1" latinLnBrk="0" hangingPunct="1">
                        <a:defRPr sz="1800" kern="1200">
                          <a:solidFill>
                            <a:schemeClr val="tx1"/>
                          </a:solidFill>
                          <a:latin typeface="Ubuntu"/>
                        </a:defRPr>
                      </a:lvl5pPr>
                      <a:lvl6pPr marL="2286000" algn="l" defTabSz="914400" rtl="0" eaLnBrk="1" latinLnBrk="0" hangingPunct="1">
                        <a:defRPr sz="1800" kern="1200">
                          <a:solidFill>
                            <a:schemeClr val="tx1"/>
                          </a:solidFill>
                          <a:latin typeface="Ubuntu"/>
                        </a:defRPr>
                      </a:lvl6pPr>
                      <a:lvl7pPr marL="2743200" algn="l" defTabSz="914400" rtl="0" eaLnBrk="1" latinLnBrk="0" hangingPunct="1">
                        <a:defRPr sz="1800" kern="1200">
                          <a:solidFill>
                            <a:schemeClr val="tx1"/>
                          </a:solidFill>
                          <a:latin typeface="Ubuntu"/>
                        </a:defRPr>
                      </a:lvl7pPr>
                      <a:lvl8pPr marL="3200400" algn="l" defTabSz="914400" rtl="0" eaLnBrk="1" latinLnBrk="0" hangingPunct="1">
                        <a:defRPr sz="1800" kern="1200">
                          <a:solidFill>
                            <a:schemeClr val="tx1"/>
                          </a:solidFill>
                          <a:latin typeface="Ubuntu"/>
                        </a:defRPr>
                      </a:lvl8pPr>
                      <a:lvl9pPr marL="3657600" algn="l" defTabSz="914400" rtl="0" eaLnBrk="1" latinLnBrk="0" hangingPunct="1">
                        <a:defRPr sz="1800" kern="1200">
                          <a:solidFill>
                            <a:schemeClr val="tx1"/>
                          </a:solidFill>
                          <a:latin typeface="Ubuntu"/>
                        </a:defRPr>
                      </a:lvl9pPr>
                    </a:lstStyle>
                    <a:p>
                      <a:pPr algn="ctr" fontAlgn="b"/>
                      <a:r>
                        <a:rPr lang="en-IN" sz="1400" b="1" i="0" u="none" strike="noStrike">
                          <a:solidFill>
                            <a:schemeClr val="bg1"/>
                          </a:solidFill>
                          <a:effectLst/>
                          <a:latin typeface="+mn-lt"/>
                        </a:rPr>
                        <a:t>…..</a:t>
                      </a:r>
                    </a:p>
                  </a:txBody>
                  <a:tcPr marL="7620"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ysClr val="windowText" lastClr="000000">
                          <a:lumMod val="50000"/>
                          <a:lumOff val="50000"/>
                        </a:sysClr>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007D74"/>
                    </a:solidFill>
                  </a:tcPr>
                </a:tc>
                <a:tc>
                  <a:txBody>
                    <a:bodyPr/>
                    <a:lstStyle>
                      <a:lvl1pPr marL="0" algn="l" defTabSz="914400" rtl="0" eaLnBrk="1" latinLnBrk="0" hangingPunct="1">
                        <a:defRPr sz="1800" kern="1200">
                          <a:solidFill>
                            <a:schemeClr val="tx1"/>
                          </a:solidFill>
                          <a:latin typeface="Ubuntu"/>
                        </a:defRPr>
                      </a:lvl1pPr>
                      <a:lvl2pPr marL="457200" algn="l" defTabSz="914400" rtl="0" eaLnBrk="1" latinLnBrk="0" hangingPunct="1">
                        <a:defRPr sz="1800" kern="1200">
                          <a:solidFill>
                            <a:schemeClr val="tx1"/>
                          </a:solidFill>
                          <a:latin typeface="Ubuntu"/>
                        </a:defRPr>
                      </a:lvl2pPr>
                      <a:lvl3pPr marL="914400" algn="l" defTabSz="914400" rtl="0" eaLnBrk="1" latinLnBrk="0" hangingPunct="1">
                        <a:defRPr sz="1800" kern="1200">
                          <a:solidFill>
                            <a:schemeClr val="tx1"/>
                          </a:solidFill>
                          <a:latin typeface="Ubuntu"/>
                        </a:defRPr>
                      </a:lvl3pPr>
                      <a:lvl4pPr marL="1371600" algn="l" defTabSz="914400" rtl="0" eaLnBrk="1" latinLnBrk="0" hangingPunct="1">
                        <a:defRPr sz="1800" kern="1200">
                          <a:solidFill>
                            <a:schemeClr val="tx1"/>
                          </a:solidFill>
                          <a:latin typeface="Ubuntu"/>
                        </a:defRPr>
                      </a:lvl4pPr>
                      <a:lvl5pPr marL="1828800" algn="l" defTabSz="914400" rtl="0" eaLnBrk="1" latinLnBrk="0" hangingPunct="1">
                        <a:defRPr sz="1800" kern="1200">
                          <a:solidFill>
                            <a:schemeClr val="tx1"/>
                          </a:solidFill>
                          <a:latin typeface="Ubuntu"/>
                        </a:defRPr>
                      </a:lvl5pPr>
                      <a:lvl6pPr marL="2286000" algn="l" defTabSz="914400" rtl="0" eaLnBrk="1" latinLnBrk="0" hangingPunct="1">
                        <a:defRPr sz="1800" kern="1200">
                          <a:solidFill>
                            <a:schemeClr val="tx1"/>
                          </a:solidFill>
                          <a:latin typeface="Ubuntu"/>
                        </a:defRPr>
                      </a:lvl6pPr>
                      <a:lvl7pPr marL="2743200" algn="l" defTabSz="914400" rtl="0" eaLnBrk="1" latinLnBrk="0" hangingPunct="1">
                        <a:defRPr sz="1800" kern="1200">
                          <a:solidFill>
                            <a:schemeClr val="tx1"/>
                          </a:solidFill>
                          <a:latin typeface="Ubuntu"/>
                        </a:defRPr>
                      </a:lvl7pPr>
                      <a:lvl8pPr marL="3200400" algn="l" defTabSz="914400" rtl="0" eaLnBrk="1" latinLnBrk="0" hangingPunct="1">
                        <a:defRPr sz="1800" kern="1200">
                          <a:solidFill>
                            <a:schemeClr val="tx1"/>
                          </a:solidFill>
                          <a:latin typeface="Ubuntu"/>
                        </a:defRPr>
                      </a:lvl8pPr>
                      <a:lvl9pPr marL="3657600" algn="l" defTabSz="914400" rtl="0" eaLnBrk="1" latinLnBrk="0" hangingPunct="1">
                        <a:defRPr sz="1800" kern="1200">
                          <a:solidFill>
                            <a:schemeClr val="tx1"/>
                          </a:solidFill>
                          <a:latin typeface="Ubuntu"/>
                        </a:defRPr>
                      </a:lvl9pPr>
                    </a:lstStyle>
                    <a:p>
                      <a:pPr algn="ctr" fontAlgn="b"/>
                      <a:r>
                        <a:rPr lang="en-IN" sz="1400" b="1" i="0" u="none" strike="noStrike">
                          <a:solidFill>
                            <a:schemeClr val="bg1"/>
                          </a:solidFill>
                          <a:effectLst/>
                          <a:latin typeface="+mn-lt"/>
                        </a:rPr>
                        <a:t>…..</a:t>
                      </a:r>
                    </a:p>
                  </a:txBody>
                  <a:tcPr marL="7620"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ysClr val="windowText" lastClr="000000">
                          <a:lumMod val="50000"/>
                          <a:lumOff val="50000"/>
                        </a:sysClr>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007D74"/>
                    </a:solidFill>
                  </a:tcPr>
                </a:tc>
                <a:tc>
                  <a:txBody>
                    <a:bodyPr/>
                    <a:lstStyle>
                      <a:lvl1pPr marL="0" algn="l" defTabSz="914400" rtl="0" eaLnBrk="1" latinLnBrk="0" hangingPunct="1">
                        <a:defRPr sz="1800" kern="1200">
                          <a:solidFill>
                            <a:schemeClr val="tx1"/>
                          </a:solidFill>
                          <a:latin typeface="Ubuntu"/>
                        </a:defRPr>
                      </a:lvl1pPr>
                      <a:lvl2pPr marL="457200" algn="l" defTabSz="914400" rtl="0" eaLnBrk="1" latinLnBrk="0" hangingPunct="1">
                        <a:defRPr sz="1800" kern="1200">
                          <a:solidFill>
                            <a:schemeClr val="tx1"/>
                          </a:solidFill>
                          <a:latin typeface="Ubuntu"/>
                        </a:defRPr>
                      </a:lvl2pPr>
                      <a:lvl3pPr marL="914400" algn="l" defTabSz="914400" rtl="0" eaLnBrk="1" latinLnBrk="0" hangingPunct="1">
                        <a:defRPr sz="1800" kern="1200">
                          <a:solidFill>
                            <a:schemeClr val="tx1"/>
                          </a:solidFill>
                          <a:latin typeface="Ubuntu"/>
                        </a:defRPr>
                      </a:lvl3pPr>
                      <a:lvl4pPr marL="1371600" algn="l" defTabSz="914400" rtl="0" eaLnBrk="1" latinLnBrk="0" hangingPunct="1">
                        <a:defRPr sz="1800" kern="1200">
                          <a:solidFill>
                            <a:schemeClr val="tx1"/>
                          </a:solidFill>
                          <a:latin typeface="Ubuntu"/>
                        </a:defRPr>
                      </a:lvl4pPr>
                      <a:lvl5pPr marL="1828800" algn="l" defTabSz="914400" rtl="0" eaLnBrk="1" latinLnBrk="0" hangingPunct="1">
                        <a:defRPr sz="1800" kern="1200">
                          <a:solidFill>
                            <a:schemeClr val="tx1"/>
                          </a:solidFill>
                          <a:latin typeface="Ubuntu"/>
                        </a:defRPr>
                      </a:lvl5pPr>
                      <a:lvl6pPr marL="2286000" algn="l" defTabSz="914400" rtl="0" eaLnBrk="1" latinLnBrk="0" hangingPunct="1">
                        <a:defRPr sz="1800" kern="1200">
                          <a:solidFill>
                            <a:schemeClr val="tx1"/>
                          </a:solidFill>
                          <a:latin typeface="Ubuntu"/>
                        </a:defRPr>
                      </a:lvl6pPr>
                      <a:lvl7pPr marL="2743200" algn="l" defTabSz="914400" rtl="0" eaLnBrk="1" latinLnBrk="0" hangingPunct="1">
                        <a:defRPr sz="1800" kern="1200">
                          <a:solidFill>
                            <a:schemeClr val="tx1"/>
                          </a:solidFill>
                          <a:latin typeface="Ubuntu"/>
                        </a:defRPr>
                      </a:lvl7pPr>
                      <a:lvl8pPr marL="3200400" algn="l" defTabSz="914400" rtl="0" eaLnBrk="1" latinLnBrk="0" hangingPunct="1">
                        <a:defRPr sz="1800" kern="1200">
                          <a:solidFill>
                            <a:schemeClr val="tx1"/>
                          </a:solidFill>
                          <a:latin typeface="Ubuntu"/>
                        </a:defRPr>
                      </a:lvl8pPr>
                      <a:lvl9pPr marL="3657600" algn="l" defTabSz="914400" rtl="0" eaLnBrk="1" latinLnBrk="0" hangingPunct="1">
                        <a:defRPr sz="1800" kern="1200">
                          <a:solidFill>
                            <a:schemeClr val="tx1"/>
                          </a:solidFill>
                          <a:latin typeface="Ubuntu"/>
                        </a:defRPr>
                      </a:lvl9pPr>
                    </a:lstStyle>
                    <a:p>
                      <a:pPr algn="ctr" fontAlgn="b"/>
                      <a:r>
                        <a:rPr lang="en-IN" sz="1400" b="1" i="0" u="none" strike="noStrike">
                          <a:solidFill>
                            <a:schemeClr val="bg1"/>
                          </a:solidFill>
                          <a:effectLst/>
                          <a:latin typeface="+mn-lt"/>
                        </a:rPr>
                        <a:t>….</a:t>
                      </a:r>
                    </a:p>
                  </a:txBody>
                  <a:tcPr marL="7620"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ysClr val="windowText" lastClr="000000">
                          <a:lumMod val="50000"/>
                          <a:lumOff val="50000"/>
                        </a:sysClr>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007D74"/>
                    </a:solidFill>
                  </a:tcPr>
                </a:tc>
                <a:tc>
                  <a:txBody>
                    <a:bodyPr/>
                    <a:lstStyle>
                      <a:lvl1pPr marL="0" algn="l" defTabSz="914400" rtl="0" eaLnBrk="1" latinLnBrk="0" hangingPunct="1">
                        <a:defRPr sz="1800" kern="1200">
                          <a:solidFill>
                            <a:schemeClr val="tx1"/>
                          </a:solidFill>
                          <a:latin typeface="Ubuntu"/>
                        </a:defRPr>
                      </a:lvl1pPr>
                      <a:lvl2pPr marL="457200" algn="l" defTabSz="914400" rtl="0" eaLnBrk="1" latinLnBrk="0" hangingPunct="1">
                        <a:defRPr sz="1800" kern="1200">
                          <a:solidFill>
                            <a:schemeClr val="tx1"/>
                          </a:solidFill>
                          <a:latin typeface="Ubuntu"/>
                        </a:defRPr>
                      </a:lvl2pPr>
                      <a:lvl3pPr marL="914400" algn="l" defTabSz="914400" rtl="0" eaLnBrk="1" latinLnBrk="0" hangingPunct="1">
                        <a:defRPr sz="1800" kern="1200">
                          <a:solidFill>
                            <a:schemeClr val="tx1"/>
                          </a:solidFill>
                          <a:latin typeface="Ubuntu"/>
                        </a:defRPr>
                      </a:lvl3pPr>
                      <a:lvl4pPr marL="1371600" algn="l" defTabSz="914400" rtl="0" eaLnBrk="1" latinLnBrk="0" hangingPunct="1">
                        <a:defRPr sz="1800" kern="1200">
                          <a:solidFill>
                            <a:schemeClr val="tx1"/>
                          </a:solidFill>
                          <a:latin typeface="Ubuntu"/>
                        </a:defRPr>
                      </a:lvl4pPr>
                      <a:lvl5pPr marL="1828800" algn="l" defTabSz="914400" rtl="0" eaLnBrk="1" latinLnBrk="0" hangingPunct="1">
                        <a:defRPr sz="1800" kern="1200">
                          <a:solidFill>
                            <a:schemeClr val="tx1"/>
                          </a:solidFill>
                          <a:latin typeface="Ubuntu"/>
                        </a:defRPr>
                      </a:lvl5pPr>
                      <a:lvl6pPr marL="2286000" algn="l" defTabSz="914400" rtl="0" eaLnBrk="1" latinLnBrk="0" hangingPunct="1">
                        <a:defRPr sz="1800" kern="1200">
                          <a:solidFill>
                            <a:schemeClr val="tx1"/>
                          </a:solidFill>
                          <a:latin typeface="Ubuntu"/>
                        </a:defRPr>
                      </a:lvl6pPr>
                      <a:lvl7pPr marL="2743200" algn="l" defTabSz="914400" rtl="0" eaLnBrk="1" latinLnBrk="0" hangingPunct="1">
                        <a:defRPr sz="1800" kern="1200">
                          <a:solidFill>
                            <a:schemeClr val="tx1"/>
                          </a:solidFill>
                          <a:latin typeface="Ubuntu"/>
                        </a:defRPr>
                      </a:lvl7pPr>
                      <a:lvl8pPr marL="3200400" algn="l" defTabSz="914400" rtl="0" eaLnBrk="1" latinLnBrk="0" hangingPunct="1">
                        <a:defRPr sz="1800" kern="1200">
                          <a:solidFill>
                            <a:schemeClr val="tx1"/>
                          </a:solidFill>
                          <a:latin typeface="Ubuntu"/>
                        </a:defRPr>
                      </a:lvl8pPr>
                      <a:lvl9pPr marL="3657600" algn="l" defTabSz="914400" rtl="0" eaLnBrk="1" latinLnBrk="0" hangingPunct="1">
                        <a:defRPr sz="1800" kern="1200">
                          <a:solidFill>
                            <a:schemeClr val="tx1"/>
                          </a:solidFill>
                          <a:latin typeface="Ubuntu"/>
                        </a:defRPr>
                      </a:lvl9pPr>
                    </a:lstStyle>
                    <a:p>
                      <a:pPr algn="ctr" fontAlgn="b"/>
                      <a:r>
                        <a:rPr lang="en-IN" sz="1100" b="1" i="0" u="none" strike="noStrike">
                          <a:solidFill>
                            <a:schemeClr val="bg1"/>
                          </a:solidFill>
                          <a:effectLst/>
                          <a:latin typeface="+mn-lt"/>
                        </a:rPr>
                        <a:t>…..</a:t>
                      </a:r>
                    </a:p>
                  </a:txBody>
                  <a:tcPr marL="7620"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ysClr val="windowText" lastClr="000000">
                          <a:lumMod val="50000"/>
                          <a:lumOff val="50000"/>
                        </a:sysClr>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92D050">
                        <a:alpha val="29020"/>
                      </a:srgbClr>
                    </a:solidFill>
                  </a:tcPr>
                </a:tc>
                <a:tc>
                  <a:txBody>
                    <a:bodyPr/>
                    <a:lstStyle>
                      <a:lvl1pPr marL="0" algn="l" defTabSz="914400" rtl="0" eaLnBrk="1" latinLnBrk="0" hangingPunct="1">
                        <a:defRPr sz="1800" kern="1200">
                          <a:solidFill>
                            <a:schemeClr val="tx1"/>
                          </a:solidFill>
                          <a:latin typeface="Ubuntu"/>
                        </a:defRPr>
                      </a:lvl1pPr>
                      <a:lvl2pPr marL="457200" algn="l" defTabSz="914400" rtl="0" eaLnBrk="1" latinLnBrk="0" hangingPunct="1">
                        <a:defRPr sz="1800" kern="1200">
                          <a:solidFill>
                            <a:schemeClr val="tx1"/>
                          </a:solidFill>
                          <a:latin typeface="Ubuntu"/>
                        </a:defRPr>
                      </a:lvl2pPr>
                      <a:lvl3pPr marL="914400" algn="l" defTabSz="914400" rtl="0" eaLnBrk="1" latinLnBrk="0" hangingPunct="1">
                        <a:defRPr sz="1800" kern="1200">
                          <a:solidFill>
                            <a:schemeClr val="tx1"/>
                          </a:solidFill>
                          <a:latin typeface="Ubuntu"/>
                        </a:defRPr>
                      </a:lvl3pPr>
                      <a:lvl4pPr marL="1371600" algn="l" defTabSz="914400" rtl="0" eaLnBrk="1" latinLnBrk="0" hangingPunct="1">
                        <a:defRPr sz="1800" kern="1200">
                          <a:solidFill>
                            <a:schemeClr val="tx1"/>
                          </a:solidFill>
                          <a:latin typeface="Ubuntu"/>
                        </a:defRPr>
                      </a:lvl4pPr>
                      <a:lvl5pPr marL="1828800" algn="l" defTabSz="914400" rtl="0" eaLnBrk="1" latinLnBrk="0" hangingPunct="1">
                        <a:defRPr sz="1800" kern="1200">
                          <a:solidFill>
                            <a:schemeClr val="tx1"/>
                          </a:solidFill>
                          <a:latin typeface="Ubuntu"/>
                        </a:defRPr>
                      </a:lvl5pPr>
                      <a:lvl6pPr marL="2286000" algn="l" defTabSz="914400" rtl="0" eaLnBrk="1" latinLnBrk="0" hangingPunct="1">
                        <a:defRPr sz="1800" kern="1200">
                          <a:solidFill>
                            <a:schemeClr val="tx1"/>
                          </a:solidFill>
                          <a:latin typeface="Ubuntu"/>
                        </a:defRPr>
                      </a:lvl6pPr>
                      <a:lvl7pPr marL="2743200" algn="l" defTabSz="914400" rtl="0" eaLnBrk="1" latinLnBrk="0" hangingPunct="1">
                        <a:defRPr sz="1800" kern="1200">
                          <a:solidFill>
                            <a:schemeClr val="tx1"/>
                          </a:solidFill>
                          <a:latin typeface="Ubuntu"/>
                        </a:defRPr>
                      </a:lvl7pPr>
                      <a:lvl8pPr marL="3200400" algn="l" defTabSz="914400" rtl="0" eaLnBrk="1" latinLnBrk="0" hangingPunct="1">
                        <a:defRPr sz="1800" kern="1200">
                          <a:solidFill>
                            <a:schemeClr val="tx1"/>
                          </a:solidFill>
                          <a:latin typeface="Ubuntu"/>
                        </a:defRPr>
                      </a:lvl8pPr>
                      <a:lvl9pPr marL="3657600" algn="l" defTabSz="914400" rtl="0" eaLnBrk="1" latinLnBrk="0" hangingPunct="1">
                        <a:defRPr sz="1800" kern="1200">
                          <a:solidFill>
                            <a:schemeClr val="tx1"/>
                          </a:solidFill>
                          <a:latin typeface="Ubuntu"/>
                        </a:defRPr>
                      </a:lvl9pPr>
                    </a:lstStyle>
                    <a:p>
                      <a:pPr algn="ctr" fontAlgn="b"/>
                      <a:r>
                        <a:rPr lang="en-IN" sz="1100" b="1" i="0" u="none" strike="noStrike">
                          <a:solidFill>
                            <a:schemeClr val="bg1">
                              <a:lumMod val="50000"/>
                            </a:schemeClr>
                          </a:solidFill>
                          <a:effectLst/>
                          <a:latin typeface="+mn-lt"/>
                        </a:rPr>
                        <a:t>Month n</a:t>
                      </a:r>
                    </a:p>
                  </a:txBody>
                  <a:tcPr marL="7620" marR="7620" marT="7620" marB="0" vert="vert270" anchor="ctr">
                    <a:lnL w="12700" cap="flat" cmpd="sng" algn="ctr">
                      <a:solidFill>
                        <a:srgbClr val="FFFFFF"/>
                      </a:solidFill>
                      <a:prstDash val="solid"/>
                      <a:round/>
                      <a:headEnd type="none" w="med" len="med"/>
                      <a:tailEnd type="none" w="med" len="med"/>
                    </a:lnL>
                    <a:lnR w="12700" cap="flat" cmpd="sng" algn="ctr">
                      <a:solidFill>
                        <a:sysClr val="windowText" lastClr="000000">
                          <a:lumMod val="50000"/>
                          <a:lumOff val="50000"/>
                        </a:sysClr>
                      </a:solidFill>
                      <a:prstDash val="solid"/>
                      <a:round/>
                      <a:headEnd type="none" w="med" len="med"/>
                      <a:tailEnd type="none" w="med" len="med"/>
                    </a:lnR>
                    <a:lnT w="12700" cap="flat" cmpd="sng" algn="ctr">
                      <a:solidFill>
                        <a:sysClr val="windowText" lastClr="000000">
                          <a:lumMod val="50000"/>
                          <a:lumOff val="50000"/>
                        </a:sysClr>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92D050">
                        <a:alpha val="7059"/>
                      </a:srgbClr>
                    </a:solidFill>
                  </a:tcPr>
                </a:tc>
                <a:extLst>
                  <a:ext uri="{0D108BD9-81ED-4DB2-BD59-A6C34878D82A}">
                    <a16:rowId xmlns:a16="http://schemas.microsoft.com/office/drawing/2014/main" val="1706992459"/>
                  </a:ext>
                </a:extLst>
              </a:tr>
              <a:tr h="241333">
                <a:tc rowSpan="2" gridSpan="2">
                  <a:txBody>
                    <a:bodyPr/>
                    <a:lstStyle>
                      <a:lvl1pPr marL="0" algn="l" defTabSz="914400" rtl="0" eaLnBrk="1" latinLnBrk="0" hangingPunct="1">
                        <a:defRPr sz="1800" kern="1200">
                          <a:solidFill>
                            <a:schemeClr val="tx1"/>
                          </a:solidFill>
                          <a:latin typeface="Ubuntu"/>
                        </a:defRPr>
                      </a:lvl1pPr>
                      <a:lvl2pPr marL="457200" algn="l" defTabSz="914400" rtl="0" eaLnBrk="1" latinLnBrk="0" hangingPunct="1">
                        <a:defRPr sz="1800" kern="1200">
                          <a:solidFill>
                            <a:schemeClr val="tx1"/>
                          </a:solidFill>
                          <a:latin typeface="Ubuntu"/>
                        </a:defRPr>
                      </a:lvl2pPr>
                      <a:lvl3pPr marL="914400" algn="l" defTabSz="914400" rtl="0" eaLnBrk="1" latinLnBrk="0" hangingPunct="1">
                        <a:defRPr sz="1800" kern="1200">
                          <a:solidFill>
                            <a:schemeClr val="tx1"/>
                          </a:solidFill>
                          <a:latin typeface="Ubuntu"/>
                        </a:defRPr>
                      </a:lvl3pPr>
                      <a:lvl4pPr marL="1371600" algn="l" defTabSz="914400" rtl="0" eaLnBrk="1" latinLnBrk="0" hangingPunct="1">
                        <a:defRPr sz="1800" kern="1200">
                          <a:solidFill>
                            <a:schemeClr val="tx1"/>
                          </a:solidFill>
                          <a:latin typeface="Ubuntu"/>
                        </a:defRPr>
                      </a:lvl4pPr>
                      <a:lvl5pPr marL="1828800" algn="l" defTabSz="914400" rtl="0" eaLnBrk="1" latinLnBrk="0" hangingPunct="1">
                        <a:defRPr sz="1800" kern="1200">
                          <a:solidFill>
                            <a:schemeClr val="tx1"/>
                          </a:solidFill>
                          <a:latin typeface="Ubuntu"/>
                        </a:defRPr>
                      </a:lvl5pPr>
                      <a:lvl6pPr marL="2286000" algn="l" defTabSz="914400" rtl="0" eaLnBrk="1" latinLnBrk="0" hangingPunct="1">
                        <a:defRPr sz="1800" kern="1200">
                          <a:solidFill>
                            <a:schemeClr val="tx1"/>
                          </a:solidFill>
                          <a:latin typeface="Ubuntu"/>
                        </a:defRPr>
                      </a:lvl6pPr>
                      <a:lvl7pPr marL="2743200" algn="l" defTabSz="914400" rtl="0" eaLnBrk="1" latinLnBrk="0" hangingPunct="1">
                        <a:defRPr sz="1800" kern="1200">
                          <a:solidFill>
                            <a:schemeClr val="tx1"/>
                          </a:solidFill>
                          <a:latin typeface="Ubuntu"/>
                        </a:defRPr>
                      </a:lvl7pPr>
                      <a:lvl8pPr marL="3200400" algn="l" defTabSz="914400" rtl="0" eaLnBrk="1" latinLnBrk="0" hangingPunct="1">
                        <a:defRPr sz="1800" kern="1200">
                          <a:solidFill>
                            <a:schemeClr val="tx1"/>
                          </a:solidFill>
                          <a:latin typeface="Ubuntu"/>
                        </a:defRPr>
                      </a:lvl8pPr>
                      <a:lvl9pPr marL="3657600" algn="l" defTabSz="914400" rtl="0" eaLnBrk="1" latinLnBrk="0" hangingPunct="1">
                        <a:defRPr sz="1800" kern="1200">
                          <a:solidFill>
                            <a:schemeClr val="tx1"/>
                          </a:solidFill>
                          <a:latin typeface="Ubuntu"/>
                        </a:defRPr>
                      </a:lvl9pPr>
                    </a:lstStyle>
                    <a:p>
                      <a:pPr algn="l" fontAlgn="ctr"/>
                      <a:r>
                        <a:rPr lang="en-IN" sz="1000" b="0" i="0" u="none" strike="noStrike">
                          <a:solidFill>
                            <a:schemeClr val="bg1"/>
                          </a:solidFill>
                          <a:effectLst/>
                          <a:latin typeface="+mn-lt"/>
                        </a:rPr>
                        <a:t>Transformation Governance (PMO/ TMO)</a:t>
                      </a:r>
                    </a:p>
                  </a:txBody>
                  <a:tcPr marL="36000" marR="7620" marT="7620" marB="0" anchor="ctr">
                    <a:lnL w="12700" cap="flat" cmpd="sng" algn="ctr">
                      <a:solidFill>
                        <a:sysClr val="windowText" lastClr="000000">
                          <a:lumMod val="50000"/>
                          <a:lumOff val="50000"/>
                        </a:sysClr>
                      </a:solidFill>
                      <a:prstDash val="solid"/>
                      <a:round/>
                      <a:headEnd type="none" w="med" len="med"/>
                      <a:tailEnd type="none" w="med" len="med"/>
                    </a:lnL>
                    <a:lnR w="1905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tx1">
                        <a:lumMod val="95000"/>
                      </a:schemeClr>
                    </a:solidFill>
                  </a:tcPr>
                </a:tc>
                <a:tc rowSpan="2" hMerge="1">
                  <a:txBody>
                    <a:bodyPr/>
                    <a:lstStyle/>
                    <a:p>
                      <a:pPr algn="l" fontAlgn="ctr"/>
                      <a:endParaRPr lang="en-IN" sz="1200" b="1" i="0" u="none" strike="noStrike">
                        <a:solidFill>
                          <a:schemeClr val="bg1"/>
                        </a:solidFill>
                        <a:effectLst/>
                        <a:latin typeface="+mj-lt"/>
                      </a:endParaRPr>
                    </a:p>
                  </a:txBody>
                  <a:tcPr marL="36000" marR="7620" marT="7620"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F878A"/>
                    </a:solidFill>
                  </a:tcPr>
                </a:tc>
                <a:tc>
                  <a:txBody>
                    <a:bodyPr/>
                    <a:lstStyle>
                      <a:lvl1pPr marL="0" algn="l" defTabSz="914400" rtl="0" eaLnBrk="1" latinLnBrk="0" hangingPunct="1">
                        <a:defRPr sz="1800" kern="1200">
                          <a:solidFill>
                            <a:schemeClr val="tx1"/>
                          </a:solidFill>
                          <a:latin typeface="Ubuntu"/>
                        </a:defRPr>
                      </a:lvl1pPr>
                      <a:lvl2pPr marL="457200" algn="l" defTabSz="914400" rtl="0" eaLnBrk="1" latinLnBrk="0" hangingPunct="1">
                        <a:defRPr sz="1800" kern="1200">
                          <a:solidFill>
                            <a:schemeClr val="tx1"/>
                          </a:solidFill>
                          <a:latin typeface="Ubuntu"/>
                        </a:defRPr>
                      </a:lvl2pPr>
                      <a:lvl3pPr marL="914400" algn="l" defTabSz="914400" rtl="0" eaLnBrk="1" latinLnBrk="0" hangingPunct="1">
                        <a:defRPr sz="1800" kern="1200">
                          <a:solidFill>
                            <a:schemeClr val="tx1"/>
                          </a:solidFill>
                          <a:latin typeface="Ubuntu"/>
                        </a:defRPr>
                      </a:lvl3pPr>
                      <a:lvl4pPr marL="1371600" algn="l" defTabSz="914400" rtl="0" eaLnBrk="1" latinLnBrk="0" hangingPunct="1">
                        <a:defRPr sz="1800" kern="1200">
                          <a:solidFill>
                            <a:schemeClr val="tx1"/>
                          </a:solidFill>
                          <a:latin typeface="Ubuntu"/>
                        </a:defRPr>
                      </a:lvl4pPr>
                      <a:lvl5pPr marL="1828800" algn="l" defTabSz="914400" rtl="0" eaLnBrk="1" latinLnBrk="0" hangingPunct="1">
                        <a:defRPr sz="1800" kern="1200">
                          <a:solidFill>
                            <a:schemeClr val="tx1"/>
                          </a:solidFill>
                          <a:latin typeface="Ubuntu"/>
                        </a:defRPr>
                      </a:lvl5pPr>
                      <a:lvl6pPr marL="2286000" algn="l" defTabSz="914400" rtl="0" eaLnBrk="1" latinLnBrk="0" hangingPunct="1">
                        <a:defRPr sz="1800" kern="1200">
                          <a:solidFill>
                            <a:schemeClr val="tx1"/>
                          </a:solidFill>
                          <a:latin typeface="Ubuntu"/>
                        </a:defRPr>
                      </a:lvl6pPr>
                      <a:lvl7pPr marL="2743200" algn="l" defTabSz="914400" rtl="0" eaLnBrk="1" latinLnBrk="0" hangingPunct="1">
                        <a:defRPr sz="1800" kern="1200">
                          <a:solidFill>
                            <a:schemeClr val="tx1"/>
                          </a:solidFill>
                          <a:latin typeface="Ubuntu"/>
                        </a:defRPr>
                      </a:lvl7pPr>
                      <a:lvl8pPr marL="3200400" algn="l" defTabSz="914400" rtl="0" eaLnBrk="1" latinLnBrk="0" hangingPunct="1">
                        <a:defRPr sz="1800" kern="1200">
                          <a:solidFill>
                            <a:schemeClr val="tx1"/>
                          </a:solidFill>
                          <a:latin typeface="Ubuntu"/>
                        </a:defRPr>
                      </a:lvl8pPr>
                      <a:lvl9pPr marL="3657600" algn="l" defTabSz="914400" rtl="0" eaLnBrk="1" latinLnBrk="0" hangingPunct="1">
                        <a:defRPr sz="1800" kern="1200">
                          <a:solidFill>
                            <a:schemeClr val="tx1"/>
                          </a:solidFill>
                          <a:latin typeface="Ubuntu"/>
                        </a:defRPr>
                      </a:lvl9pPr>
                    </a:lstStyle>
                    <a:p>
                      <a:pPr algn="l" fontAlgn="ctr"/>
                      <a:endParaRPr lang="en-IN" sz="1100" b="0" i="0" u="none" strike="noStrike">
                        <a:solidFill>
                          <a:srgbClr val="000000"/>
                        </a:solidFill>
                        <a:effectLst/>
                        <a:latin typeface="+mn-lt"/>
                      </a:endParaRPr>
                    </a:p>
                  </a:txBody>
                  <a:tcPr marL="7620" marR="7620" marT="7620" marB="0" anchor="ctr">
                    <a:lnL w="1905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272936">
                        <a:lumMod val="10000"/>
                        <a:lumOff val="90000"/>
                      </a:srgbClr>
                    </a:solidFill>
                  </a:tcPr>
                </a:tc>
                <a:tc>
                  <a:txBody>
                    <a:bodyPr/>
                    <a:lstStyle>
                      <a:lvl1pPr marL="0" algn="l" defTabSz="914400" rtl="0" eaLnBrk="1" latinLnBrk="0" hangingPunct="1">
                        <a:defRPr sz="1800" kern="1200">
                          <a:solidFill>
                            <a:schemeClr val="tx1"/>
                          </a:solidFill>
                          <a:latin typeface="Ubuntu"/>
                        </a:defRPr>
                      </a:lvl1pPr>
                      <a:lvl2pPr marL="457200" algn="l" defTabSz="914400" rtl="0" eaLnBrk="1" latinLnBrk="0" hangingPunct="1">
                        <a:defRPr sz="1800" kern="1200">
                          <a:solidFill>
                            <a:schemeClr val="tx1"/>
                          </a:solidFill>
                          <a:latin typeface="Ubuntu"/>
                        </a:defRPr>
                      </a:lvl2pPr>
                      <a:lvl3pPr marL="914400" algn="l" defTabSz="914400" rtl="0" eaLnBrk="1" latinLnBrk="0" hangingPunct="1">
                        <a:defRPr sz="1800" kern="1200">
                          <a:solidFill>
                            <a:schemeClr val="tx1"/>
                          </a:solidFill>
                          <a:latin typeface="Ubuntu"/>
                        </a:defRPr>
                      </a:lvl3pPr>
                      <a:lvl4pPr marL="1371600" algn="l" defTabSz="914400" rtl="0" eaLnBrk="1" latinLnBrk="0" hangingPunct="1">
                        <a:defRPr sz="1800" kern="1200">
                          <a:solidFill>
                            <a:schemeClr val="tx1"/>
                          </a:solidFill>
                          <a:latin typeface="Ubuntu"/>
                        </a:defRPr>
                      </a:lvl4pPr>
                      <a:lvl5pPr marL="1828800" algn="l" defTabSz="914400" rtl="0" eaLnBrk="1" latinLnBrk="0" hangingPunct="1">
                        <a:defRPr sz="1800" kern="1200">
                          <a:solidFill>
                            <a:schemeClr val="tx1"/>
                          </a:solidFill>
                          <a:latin typeface="Ubuntu"/>
                        </a:defRPr>
                      </a:lvl5pPr>
                      <a:lvl6pPr marL="2286000" algn="l" defTabSz="914400" rtl="0" eaLnBrk="1" latinLnBrk="0" hangingPunct="1">
                        <a:defRPr sz="1800" kern="1200">
                          <a:solidFill>
                            <a:schemeClr val="tx1"/>
                          </a:solidFill>
                          <a:latin typeface="Ubuntu"/>
                        </a:defRPr>
                      </a:lvl6pPr>
                      <a:lvl7pPr marL="2743200" algn="l" defTabSz="914400" rtl="0" eaLnBrk="1" latinLnBrk="0" hangingPunct="1">
                        <a:defRPr sz="1800" kern="1200">
                          <a:solidFill>
                            <a:schemeClr val="tx1"/>
                          </a:solidFill>
                          <a:latin typeface="Ubuntu"/>
                        </a:defRPr>
                      </a:lvl7pPr>
                      <a:lvl8pPr marL="3200400" algn="l" defTabSz="914400" rtl="0" eaLnBrk="1" latinLnBrk="0" hangingPunct="1">
                        <a:defRPr sz="1800" kern="1200">
                          <a:solidFill>
                            <a:schemeClr val="tx1"/>
                          </a:solidFill>
                          <a:latin typeface="Ubuntu"/>
                        </a:defRPr>
                      </a:lvl8pPr>
                      <a:lvl9pPr marL="3657600" algn="l" defTabSz="914400" rtl="0" eaLnBrk="1" latinLnBrk="0" hangingPunct="1">
                        <a:defRPr sz="1800" kern="1200">
                          <a:solidFill>
                            <a:schemeClr val="tx1"/>
                          </a:solidFill>
                          <a:latin typeface="Ubuntu"/>
                        </a:defRPr>
                      </a:lvl9pPr>
                    </a:lstStyle>
                    <a:p>
                      <a:pPr algn="l" fontAlgn="ctr"/>
                      <a:endParaRPr lang="en-IN" sz="1100" b="0" i="0" u="none" strike="noStrike">
                        <a:solidFill>
                          <a:srgbClr val="000000"/>
                        </a:solidFill>
                        <a:effectLst/>
                        <a:latin typeface="+mn-lt"/>
                      </a:endParaRPr>
                    </a:p>
                  </a:txBody>
                  <a:tcPr marL="7620"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272936">
                        <a:lumMod val="10000"/>
                        <a:lumOff val="90000"/>
                      </a:srgbClr>
                    </a:solidFill>
                  </a:tcPr>
                </a:tc>
                <a:tc>
                  <a:txBody>
                    <a:bodyPr/>
                    <a:lstStyle>
                      <a:lvl1pPr marL="0" algn="l" defTabSz="914400" rtl="0" eaLnBrk="1" latinLnBrk="0" hangingPunct="1">
                        <a:defRPr sz="1800" kern="1200">
                          <a:solidFill>
                            <a:schemeClr val="tx1"/>
                          </a:solidFill>
                          <a:latin typeface="Ubuntu"/>
                        </a:defRPr>
                      </a:lvl1pPr>
                      <a:lvl2pPr marL="457200" algn="l" defTabSz="914400" rtl="0" eaLnBrk="1" latinLnBrk="0" hangingPunct="1">
                        <a:defRPr sz="1800" kern="1200">
                          <a:solidFill>
                            <a:schemeClr val="tx1"/>
                          </a:solidFill>
                          <a:latin typeface="Ubuntu"/>
                        </a:defRPr>
                      </a:lvl2pPr>
                      <a:lvl3pPr marL="914400" algn="l" defTabSz="914400" rtl="0" eaLnBrk="1" latinLnBrk="0" hangingPunct="1">
                        <a:defRPr sz="1800" kern="1200">
                          <a:solidFill>
                            <a:schemeClr val="tx1"/>
                          </a:solidFill>
                          <a:latin typeface="Ubuntu"/>
                        </a:defRPr>
                      </a:lvl3pPr>
                      <a:lvl4pPr marL="1371600" algn="l" defTabSz="914400" rtl="0" eaLnBrk="1" latinLnBrk="0" hangingPunct="1">
                        <a:defRPr sz="1800" kern="1200">
                          <a:solidFill>
                            <a:schemeClr val="tx1"/>
                          </a:solidFill>
                          <a:latin typeface="Ubuntu"/>
                        </a:defRPr>
                      </a:lvl4pPr>
                      <a:lvl5pPr marL="1828800" algn="l" defTabSz="914400" rtl="0" eaLnBrk="1" latinLnBrk="0" hangingPunct="1">
                        <a:defRPr sz="1800" kern="1200">
                          <a:solidFill>
                            <a:schemeClr val="tx1"/>
                          </a:solidFill>
                          <a:latin typeface="Ubuntu"/>
                        </a:defRPr>
                      </a:lvl5pPr>
                      <a:lvl6pPr marL="2286000" algn="l" defTabSz="914400" rtl="0" eaLnBrk="1" latinLnBrk="0" hangingPunct="1">
                        <a:defRPr sz="1800" kern="1200">
                          <a:solidFill>
                            <a:schemeClr val="tx1"/>
                          </a:solidFill>
                          <a:latin typeface="Ubuntu"/>
                        </a:defRPr>
                      </a:lvl6pPr>
                      <a:lvl7pPr marL="2743200" algn="l" defTabSz="914400" rtl="0" eaLnBrk="1" latinLnBrk="0" hangingPunct="1">
                        <a:defRPr sz="1800" kern="1200">
                          <a:solidFill>
                            <a:schemeClr val="tx1"/>
                          </a:solidFill>
                          <a:latin typeface="Ubuntu"/>
                        </a:defRPr>
                      </a:lvl7pPr>
                      <a:lvl8pPr marL="3200400" algn="l" defTabSz="914400" rtl="0" eaLnBrk="1" latinLnBrk="0" hangingPunct="1">
                        <a:defRPr sz="1800" kern="1200">
                          <a:solidFill>
                            <a:schemeClr val="tx1"/>
                          </a:solidFill>
                          <a:latin typeface="Ubuntu"/>
                        </a:defRPr>
                      </a:lvl8pPr>
                      <a:lvl9pPr marL="3657600" algn="l" defTabSz="914400" rtl="0" eaLnBrk="1" latinLnBrk="0" hangingPunct="1">
                        <a:defRPr sz="1800" kern="1200">
                          <a:solidFill>
                            <a:schemeClr val="tx1"/>
                          </a:solidFill>
                          <a:latin typeface="Ubuntu"/>
                        </a:defRPr>
                      </a:lvl9pPr>
                    </a:lstStyle>
                    <a:p>
                      <a:pPr algn="l" fontAlgn="ctr"/>
                      <a:endParaRPr lang="en-IN" sz="1100" b="0" i="0" u="none" strike="noStrike">
                        <a:solidFill>
                          <a:srgbClr val="000000"/>
                        </a:solidFill>
                        <a:effectLst/>
                        <a:latin typeface="+mn-lt"/>
                      </a:endParaRPr>
                    </a:p>
                  </a:txBody>
                  <a:tcPr marL="7620"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272936">
                        <a:lumMod val="10000"/>
                        <a:lumOff val="90000"/>
                      </a:srgbClr>
                    </a:solidFill>
                  </a:tcPr>
                </a:tc>
                <a:tc>
                  <a:txBody>
                    <a:bodyPr/>
                    <a:lstStyle>
                      <a:lvl1pPr marL="0" algn="l" defTabSz="914400" rtl="0" eaLnBrk="1" latinLnBrk="0" hangingPunct="1">
                        <a:defRPr sz="1800" kern="1200">
                          <a:solidFill>
                            <a:schemeClr val="tx1"/>
                          </a:solidFill>
                          <a:latin typeface="Ubuntu"/>
                        </a:defRPr>
                      </a:lvl1pPr>
                      <a:lvl2pPr marL="457200" algn="l" defTabSz="914400" rtl="0" eaLnBrk="1" latinLnBrk="0" hangingPunct="1">
                        <a:defRPr sz="1800" kern="1200">
                          <a:solidFill>
                            <a:schemeClr val="tx1"/>
                          </a:solidFill>
                          <a:latin typeface="Ubuntu"/>
                        </a:defRPr>
                      </a:lvl2pPr>
                      <a:lvl3pPr marL="914400" algn="l" defTabSz="914400" rtl="0" eaLnBrk="1" latinLnBrk="0" hangingPunct="1">
                        <a:defRPr sz="1800" kern="1200">
                          <a:solidFill>
                            <a:schemeClr val="tx1"/>
                          </a:solidFill>
                          <a:latin typeface="Ubuntu"/>
                        </a:defRPr>
                      </a:lvl3pPr>
                      <a:lvl4pPr marL="1371600" algn="l" defTabSz="914400" rtl="0" eaLnBrk="1" latinLnBrk="0" hangingPunct="1">
                        <a:defRPr sz="1800" kern="1200">
                          <a:solidFill>
                            <a:schemeClr val="tx1"/>
                          </a:solidFill>
                          <a:latin typeface="Ubuntu"/>
                        </a:defRPr>
                      </a:lvl4pPr>
                      <a:lvl5pPr marL="1828800" algn="l" defTabSz="914400" rtl="0" eaLnBrk="1" latinLnBrk="0" hangingPunct="1">
                        <a:defRPr sz="1800" kern="1200">
                          <a:solidFill>
                            <a:schemeClr val="tx1"/>
                          </a:solidFill>
                          <a:latin typeface="Ubuntu"/>
                        </a:defRPr>
                      </a:lvl5pPr>
                      <a:lvl6pPr marL="2286000" algn="l" defTabSz="914400" rtl="0" eaLnBrk="1" latinLnBrk="0" hangingPunct="1">
                        <a:defRPr sz="1800" kern="1200">
                          <a:solidFill>
                            <a:schemeClr val="tx1"/>
                          </a:solidFill>
                          <a:latin typeface="Ubuntu"/>
                        </a:defRPr>
                      </a:lvl6pPr>
                      <a:lvl7pPr marL="2743200" algn="l" defTabSz="914400" rtl="0" eaLnBrk="1" latinLnBrk="0" hangingPunct="1">
                        <a:defRPr sz="1800" kern="1200">
                          <a:solidFill>
                            <a:schemeClr val="tx1"/>
                          </a:solidFill>
                          <a:latin typeface="Ubuntu"/>
                        </a:defRPr>
                      </a:lvl7pPr>
                      <a:lvl8pPr marL="3200400" algn="l" defTabSz="914400" rtl="0" eaLnBrk="1" latinLnBrk="0" hangingPunct="1">
                        <a:defRPr sz="1800" kern="1200">
                          <a:solidFill>
                            <a:schemeClr val="tx1"/>
                          </a:solidFill>
                          <a:latin typeface="Ubuntu"/>
                        </a:defRPr>
                      </a:lvl8pPr>
                      <a:lvl9pPr marL="3657600" algn="l" defTabSz="914400" rtl="0" eaLnBrk="1" latinLnBrk="0" hangingPunct="1">
                        <a:defRPr sz="1800" kern="1200">
                          <a:solidFill>
                            <a:schemeClr val="tx1"/>
                          </a:solidFill>
                          <a:latin typeface="Ubuntu"/>
                        </a:defRPr>
                      </a:lvl9pPr>
                    </a:lstStyle>
                    <a:p>
                      <a:pPr algn="l" fontAlgn="ctr"/>
                      <a:endParaRPr lang="en-IN" sz="1100" b="0" i="0" u="none" strike="noStrike">
                        <a:solidFill>
                          <a:srgbClr val="000000"/>
                        </a:solidFill>
                        <a:effectLst/>
                        <a:latin typeface="+mn-lt"/>
                      </a:endParaRPr>
                    </a:p>
                  </a:txBody>
                  <a:tcPr marL="7620"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272936">
                        <a:lumMod val="10000"/>
                        <a:lumOff val="90000"/>
                      </a:srgbClr>
                    </a:solidFill>
                  </a:tcPr>
                </a:tc>
                <a:tc>
                  <a:txBody>
                    <a:bodyPr/>
                    <a:lstStyle>
                      <a:lvl1pPr marL="0" algn="l" defTabSz="914400" rtl="0" eaLnBrk="1" latinLnBrk="0" hangingPunct="1">
                        <a:defRPr sz="1800" kern="1200">
                          <a:solidFill>
                            <a:schemeClr val="tx1"/>
                          </a:solidFill>
                          <a:latin typeface="Ubuntu"/>
                        </a:defRPr>
                      </a:lvl1pPr>
                      <a:lvl2pPr marL="457200" algn="l" defTabSz="914400" rtl="0" eaLnBrk="1" latinLnBrk="0" hangingPunct="1">
                        <a:defRPr sz="1800" kern="1200">
                          <a:solidFill>
                            <a:schemeClr val="tx1"/>
                          </a:solidFill>
                          <a:latin typeface="Ubuntu"/>
                        </a:defRPr>
                      </a:lvl2pPr>
                      <a:lvl3pPr marL="914400" algn="l" defTabSz="914400" rtl="0" eaLnBrk="1" latinLnBrk="0" hangingPunct="1">
                        <a:defRPr sz="1800" kern="1200">
                          <a:solidFill>
                            <a:schemeClr val="tx1"/>
                          </a:solidFill>
                          <a:latin typeface="Ubuntu"/>
                        </a:defRPr>
                      </a:lvl3pPr>
                      <a:lvl4pPr marL="1371600" algn="l" defTabSz="914400" rtl="0" eaLnBrk="1" latinLnBrk="0" hangingPunct="1">
                        <a:defRPr sz="1800" kern="1200">
                          <a:solidFill>
                            <a:schemeClr val="tx1"/>
                          </a:solidFill>
                          <a:latin typeface="Ubuntu"/>
                        </a:defRPr>
                      </a:lvl4pPr>
                      <a:lvl5pPr marL="1828800" algn="l" defTabSz="914400" rtl="0" eaLnBrk="1" latinLnBrk="0" hangingPunct="1">
                        <a:defRPr sz="1800" kern="1200">
                          <a:solidFill>
                            <a:schemeClr val="tx1"/>
                          </a:solidFill>
                          <a:latin typeface="Ubuntu"/>
                        </a:defRPr>
                      </a:lvl5pPr>
                      <a:lvl6pPr marL="2286000" algn="l" defTabSz="914400" rtl="0" eaLnBrk="1" latinLnBrk="0" hangingPunct="1">
                        <a:defRPr sz="1800" kern="1200">
                          <a:solidFill>
                            <a:schemeClr val="tx1"/>
                          </a:solidFill>
                          <a:latin typeface="Ubuntu"/>
                        </a:defRPr>
                      </a:lvl6pPr>
                      <a:lvl7pPr marL="2743200" algn="l" defTabSz="914400" rtl="0" eaLnBrk="1" latinLnBrk="0" hangingPunct="1">
                        <a:defRPr sz="1800" kern="1200">
                          <a:solidFill>
                            <a:schemeClr val="tx1"/>
                          </a:solidFill>
                          <a:latin typeface="Ubuntu"/>
                        </a:defRPr>
                      </a:lvl7pPr>
                      <a:lvl8pPr marL="3200400" algn="l" defTabSz="914400" rtl="0" eaLnBrk="1" latinLnBrk="0" hangingPunct="1">
                        <a:defRPr sz="1800" kern="1200">
                          <a:solidFill>
                            <a:schemeClr val="tx1"/>
                          </a:solidFill>
                          <a:latin typeface="Ubuntu"/>
                        </a:defRPr>
                      </a:lvl8pPr>
                      <a:lvl9pPr marL="3657600" algn="l" defTabSz="914400" rtl="0" eaLnBrk="1" latinLnBrk="0" hangingPunct="1">
                        <a:defRPr sz="1800" kern="1200">
                          <a:solidFill>
                            <a:schemeClr val="tx1"/>
                          </a:solidFill>
                          <a:latin typeface="Ubuntu"/>
                        </a:defRPr>
                      </a:lvl9pPr>
                    </a:lstStyle>
                    <a:p>
                      <a:pPr algn="l" fontAlgn="ctr"/>
                      <a:endParaRPr lang="en-IN" sz="1100" b="0" i="0" u="none" strike="noStrike">
                        <a:solidFill>
                          <a:srgbClr val="000000"/>
                        </a:solidFill>
                        <a:effectLst/>
                        <a:latin typeface="+mn-lt"/>
                      </a:endParaRPr>
                    </a:p>
                  </a:txBody>
                  <a:tcPr marL="7620"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272936">
                        <a:lumMod val="10000"/>
                        <a:lumOff val="90000"/>
                      </a:srgbClr>
                    </a:solidFill>
                  </a:tcPr>
                </a:tc>
                <a:tc>
                  <a:txBody>
                    <a:bodyPr/>
                    <a:lstStyle>
                      <a:lvl1pPr marL="0" algn="l" defTabSz="914400" rtl="0" eaLnBrk="1" latinLnBrk="0" hangingPunct="1">
                        <a:defRPr sz="1800" kern="1200">
                          <a:solidFill>
                            <a:schemeClr val="tx1"/>
                          </a:solidFill>
                          <a:latin typeface="Ubuntu"/>
                        </a:defRPr>
                      </a:lvl1pPr>
                      <a:lvl2pPr marL="457200" algn="l" defTabSz="914400" rtl="0" eaLnBrk="1" latinLnBrk="0" hangingPunct="1">
                        <a:defRPr sz="1800" kern="1200">
                          <a:solidFill>
                            <a:schemeClr val="tx1"/>
                          </a:solidFill>
                          <a:latin typeface="Ubuntu"/>
                        </a:defRPr>
                      </a:lvl2pPr>
                      <a:lvl3pPr marL="914400" algn="l" defTabSz="914400" rtl="0" eaLnBrk="1" latinLnBrk="0" hangingPunct="1">
                        <a:defRPr sz="1800" kern="1200">
                          <a:solidFill>
                            <a:schemeClr val="tx1"/>
                          </a:solidFill>
                          <a:latin typeface="Ubuntu"/>
                        </a:defRPr>
                      </a:lvl3pPr>
                      <a:lvl4pPr marL="1371600" algn="l" defTabSz="914400" rtl="0" eaLnBrk="1" latinLnBrk="0" hangingPunct="1">
                        <a:defRPr sz="1800" kern="1200">
                          <a:solidFill>
                            <a:schemeClr val="tx1"/>
                          </a:solidFill>
                          <a:latin typeface="Ubuntu"/>
                        </a:defRPr>
                      </a:lvl4pPr>
                      <a:lvl5pPr marL="1828800" algn="l" defTabSz="914400" rtl="0" eaLnBrk="1" latinLnBrk="0" hangingPunct="1">
                        <a:defRPr sz="1800" kern="1200">
                          <a:solidFill>
                            <a:schemeClr val="tx1"/>
                          </a:solidFill>
                          <a:latin typeface="Ubuntu"/>
                        </a:defRPr>
                      </a:lvl5pPr>
                      <a:lvl6pPr marL="2286000" algn="l" defTabSz="914400" rtl="0" eaLnBrk="1" latinLnBrk="0" hangingPunct="1">
                        <a:defRPr sz="1800" kern="1200">
                          <a:solidFill>
                            <a:schemeClr val="tx1"/>
                          </a:solidFill>
                          <a:latin typeface="Ubuntu"/>
                        </a:defRPr>
                      </a:lvl6pPr>
                      <a:lvl7pPr marL="2743200" algn="l" defTabSz="914400" rtl="0" eaLnBrk="1" latinLnBrk="0" hangingPunct="1">
                        <a:defRPr sz="1800" kern="1200">
                          <a:solidFill>
                            <a:schemeClr val="tx1"/>
                          </a:solidFill>
                          <a:latin typeface="Ubuntu"/>
                        </a:defRPr>
                      </a:lvl7pPr>
                      <a:lvl8pPr marL="3200400" algn="l" defTabSz="914400" rtl="0" eaLnBrk="1" latinLnBrk="0" hangingPunct="1">
                        <a:defRPr sz="1800" kern="1200">
                          <a:solidFill>
                            <a:schemeClr val="tx1"/>
                          </a:solidFill>
                          <a:latin typeface="Ubuntu"/>
                        </a:defRPr>
                      </a:lvl8pPr>
                      <a:lvl9pPr marL="3657600" algn="l" defTabSz="914400" rtl="0" eaLnBrk="1" latinLnBrk="0" hangingPunct="1">
                        <a:defRPr sz="1800" kern="1200">
                          <a:solidFill>
                            <a:schemeClr val="tx1"/>
                          </a:solidFill>
                          <a:latin typeface="Ubuntu"/>
                        </a:defRPr>
                      </a:lvl9pPr>
                    </a:lstStyle>
                    <a:p>
                      <a:pPr algn="l" fontAlgn="ctr"/>
                      <a:endParaRPr lang="en-IN" sz="1100" b="0" i="0" u="none" strike="noStrike">
                        <a:solidFill>
                          <a:srgbClr val="000000"/>
                        </a:solidFill>
                        <a:effectLst/>
                        <a:latin typeface="+mn-lt"/>
                      </a:endParaRPr>
                    </a:p>
                  </a:txBody>
                  <a:tcPr marL="7620"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272936">
                        <a:lumMod val="10000"/>
                        <a:lumOff val="90000"/>
                      </a:srgbClr>
                    </a:solidFill>
                  </a:tcPr>
                </a:tc>
                <a:tc>
                  <a:txBody>
                    <a:bodyPr/>
                    <a:lstStyle>
                      <a:lvl1pPr marL="0" algn="l" defTabSz="914400" rtl="0" eaLnBrk="1" latinLnBrk="0" hangingPunct="1">
                        <a:defRPr sz="1800" kern="1200">
                          <a:solidFill>
                            <a:schemeClr val="tx1"/>
                          </a:solidFill>
                          <a:latin typeface="Ubuntu"/>
                        </a:defRPr>
                      </a:lvl1pPr>
                      <a:lvl2pPr marL="457200" algn="l" defTabSz="914400" rtl="0" eaLnBrk="1" latinLnBrk="0" hangingPunct="1">
                        <a:defRPr sz="1800" kern="1200">
                          <a:solidFill>
                            <a:schemeClr val="tx1"/>
                          </a:solidFill>
                          <a:latin typeface="Ubuntu"/>
                        </a:defRPr>
                      </a:lvl2pPr>
                      <a:lvl3pPr marL="914400" algn="l" defTabSz="914400" rtl="0" eaLnBrk="1" latinLnBrk="0" hangingPunct="1">
                        <a:defRPr sz="1800" kern="1200">
                          <a:solidFill>
                            <a:schemeClr val="tx1"/>
                          </a:solidFill>
                          <a:latin typeface="Ubuntu"/>
                        </a:defRPr>
                      </a:lvl3pPr>
                      <a:lvl4pPr marL="1371600" algn="l" defTabSz="914400" rtl="0" eaLnBrk="1" latinLnBrk="0" hangingPunct="1">
                        <a:defRPr sz="1800" kern="1200">
                          <a:solidFill>
                            <a:schemeClr val="tx1"/>
                          </a:solidFill>
                          <a:latin typeface="Ubuntu"/>
                        </a:defRPr>
                      </a:lvl4pPr>
                      <a:lvl5pPr marL="1828800" algn="l" defTabSz="914400" rtl="0" eaLnBrk="1" latinLnBrk="0" hangingPunct="1">
                        <a:defRPr sz="1800" kern="1200">
                          <a:solidFill>
                            <a:schemeClr val="tx1"/>
                          </a:solidFill>
                          <a:latin typeface="Ubuntu"/>
                        </a:defRPr>
                      </a:lvl5pPr>
                      <a:lvl6pPr marL="2286000" algn="l" defTabSz="914400" rtl="0" eaLnBrk="1" latinLnBrk="0" hangingPunct="1">
                        <a:defRPr sz="1800" kern="1200">
                          <a:solidFill>
                            <a:schemeClr val="tx1"/>
                          </a:solidFill>
                          <a:latin typeface="Ubuntu"/>
                        </a:defRPr>
                      </a:lvl6pPr>
                      <a:lvl7pPr marL="2743200" algn="l" defTabSz="914400" rtl="0" eaLnBrk="1" latinLnBrk="0" hangingPunct="1">
                        <a:defRPr sz="1800" kern="1200">
                          <a:solidFill>
                            <a:schemeClr val="tx1"/>
                          </a:solidFill>
                          <a:latin typeface="Ubuntu"/>
                        </a:defRPr>
                      </a:lvl7pPr>
                      <a:lvl8pPr marL="3200400" algn="l" defTabSz="914400" rtl="0" eaLnBrk="1" latinLnBrk="0" hangingPunct="1">
                        <a:defRPr sz="1800" kern="1200">
                          <a:solidFill>
                            <a:schemeClr val="tx1"/>
                          </a:solidFill>
                          <a:latin typeface="Ubuntu"/>
                        </a:defRPr>
                      </a:lvl8pPr>
                      <a:lvl9pPr marL="3657600" algn="l" defTabSz="914400" rtl="0" eaLnBrk="1" latinLnBrk="0" hangingPunct="1">
                        <a:defRPr sz="1800" kern="1200">
                          <a:solidFill>
                            <a:schemeClr val="tx1"/>
                          </a:solidFill>
                          <a:latin typeface="Ubuntu"/>
                        </a:defRPr>
                      </a:lvl9pPr>
                    </a:lstStyle>
                    <a:p>
                      <a:pPr algn="l" fontAlgn="ctr"/>
                      <a:endParaRPr lang="en-IN" sz="1100" b="0" i="0" u="none" strike="noStrike">
                        <a:solidFill>
                          <a:srgbClr val="000000"/>
                        </a:solidFill>
                        <a:effectLst/>
                        <a:latin typeface="+mn-lt"/>
                      </a:endParaRPr>
                    </a:p>
                  </a:txBody>
                  <a:tcPr marL="7620"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272936">
                        <a:lumMod val="10000"/>
                        <a:lumOff val="90000"/>
                      </a:srgbClr>
                    </a:solidFill>
                  </a:tcPr>
                </a:tc>
                <a:tc>
                  <a:txBody>
                    <a:bodyPr/>
                    <a:lstStyle>
                      <a:lvl1pPr marL="0" algn="l" defTabSz="914400" rtl="0" eaLnBrk="1" latinLnBrk="0" hangingPunct="1">
                        <a:defRPr sz="1800" kern="1200">
                          <a:solidFill>
                            <a:schemeClr val="tx1"/>
                          </a:solidFill>
                          <a:latin typeface="Ubuntu"/>
                        </a:defRPr>
                      </a:lvl1pPr>
                      <a:lvl2pPr marL="457200" algn="l" defTabSz="914400" rtl="0" eaLnBrk="1" latinLnBrk="0" hangingPunct="1">
                        <a:defRPr sz="1800" kern="1200">
                          <a:solidFill>
                            <a:schemeClr val="tx1"/>
                          </a:solidFill>
                          <a:latin typeface="Ubuntu"/>
                        </a:defRPr>
                      </a:lvl2pPr>
                      <a:lvl3pPr marL="914400" algn="l" defTabSz="914400" rtl="0" eaLnBrk="1" latinLnBrk="0" hangingPunct="1">
                        <a:defRPr sz="1800" kern="1200">
                          <a:solidFill>
                            <a:schemeClr val="tx1"/>
                          </a:solidFill>
                          <a:latin typeface="Ubuntu"/>
                        </a:defRPr>
                      </a:lvl3pPr>
                      <a:lvl4pPr marL="1371600" algn="l" defTabSz="914400" rtl="0" eaLnBrk="1" latinLnBrk="0" hangingPunct="1">
                        <a:defRPr sz="1800" kern="1200">
                          <a:solidFill>
                            <a:schemeClr val="tx1"/>
                          </a:solidFill>
                          <a:latin typeface="Ubuntu"/>
                        </a:defRPr>
                      </a:lvl4pPr>
                      <a:lvl5pPr marL="1828800" algn="l" defTabSz="914400" rtl="0" eaLnBrk="1" latinLnBrk="0" hangingPunct="1">
                        <a:defRPr sz="1800" kern="1200">
                          <a:solidFill>
                            <a:schemeClr val="tx1"/>
                          </a:solidFill>
                          <a:latin typeface="Ubuntu"/>
                        </a:defRPr>
                      </a:lvl5pPr>
                      <a:lvl6pPr marL="2286000" algn="l" defTabSz="914400" rtl="0" eaLnBrk="1" latinLnBrk="0" hangingPunct="1">
                        <a:defRPr sz="1800" kern="1200">
                          <a:solidFill>
                            <a:schemeClr val="tx1"/>
                          </a:solidFill>
                          <a:latin typeface="Ubuntu"/>
                        </a:defRPr>
                      </a:lvl6pPr>
                      <a:lvl7pPr marL="2743200" algn="l" defTabSz="914400" rtl="0" eaLnBrk="1" latinLnBrk="0" hangingPunct="1">
                        <a:defRPr sz="1800" kern="1200">
                          <a:solidFill>
                            <a:schemeClr val="tx1"/>
                          </a:solidFill>
                          <a:latin typeface="Ubuntu"/>
                        </a:defRPr>
                      </a:lvl7pPr>
                      <a:lvl8pPr marL="3200400" algn="l" defTabSz="914400" rtl="0" eaLnBrk="1" latinLnBrk="0" hangingPunct="1">
                        <a:defRPr sz="1800" kern="1200">
                          <a:solidFill>
                            <a:schemeClr val="tx1"/>
                          </a:solidFill>
                          <a:latin typeface="Ubuntu"/>
                        </a:defRPr>
                      </a:lvl8pPr>
                      <a:lvl9pPr marL="3657600" algn="l" defTabSz="914400" rtl="0" eaLnBrk="1" latinLnBrk="0" hangingPunct="1">
                        <a:defRPr sz="1800" kern="1200">
                          <a:solidFill>
                            <a:schemeClr val="tx1"/>
                          </a:solidFill>
                          <a:latin typeface="Ubuntu"/>
                        </a:defRPr>
                      </a:lvl9pPr>
                    </a:lstStyle>
                    <a:p>
                      <a:pPr algn="l" fontAlgn="ctr"/>
                      <a:endParaRPr lang="en-IN" sz="1100" b="0" i="0" u="none" strike="noStrike">
                        <a:solidFill>
                          <a:srgbClr val="000000"/>
                        </a:solidFill>
                        <a:effectLst/>
                        <a:latin typeface="+mn-lt"/>
                      </a:endParaRPr>
                    </a:p>
                  </a:txBody>
                  <a:tcPr marL="7620"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272936">
                        <a:lumMod val="10000"/>
                        <a:lumOff val="90000"/>
                      </a:srgbClr>
                    </a:solidFill>
                  </a:tcPr>
                </a:tc>
                <a:tc>
                  <a:txBody>
                    <a:bodyPr/>
                    <a:lstStyle>
                      <a:lvl1pPr marL="0" algn="l" defTabSz="914400" rtl="0" eaLnBrk="1" latinLnBrk="0" hangingPunct="1">
                        <a:defRPr sz="1800" kern="1200">
                          <a:solidFill>
                            <a:schemeClr val="tx1"/>
                          </a:solidFill>
                          <a:latin typeface="Ubuntu"/>
                        </a:defRPr>
                      </a:lvl1pPr>
                      <a:lvl2pPr marL="457200" algn="l" defTabSz="914400" rtl="0" eaLnBrk="1" latinLnBrk="0" hangingPunct="1">
                        <a:defRPr sz="1800" kern="1200">
                          <a:solidFill>
                            <a:schemeClr val="tx1"/>
                          </a:solidFill>
                          <a:latin typeface="Ubuntu"/>
                        </a:defRPr>
                      </a:lvl2pPr>
                      <a:lvl3pPr marL="914400" algn="l" defTabSz="914400" rtl="0" eaLnBrk="1" latinLnBrk="0" hangingPunct="1">
                        <a:defRPr sz="1800" kern="1200">
                          <a:solidFill>
                            <a:schemeClr val="tx1"/>
                          </a:solidFill>
                          <a:latin typeface="Ubuntu"/>
                        </a:defRPr>
                      </a:lvl3pPr>
                      <a:lvl4pPr marL="1371600" algn="l" defTabSz="914400" rtl="0" eaLnBrk="1" latinLnBrk="0" hangingPunct="1">
                        <a:defRPr sz="1800" kern="1200">
                          <a:solidFill>
                            <a:schemeClr val="tx1"/>
                          </a:solidFill>
                          <a:latin typeface="Ubuntu"/>
                        </a:defRPr>
                      </a:lvl4pPr>
                      <a:lvl5pPr marL="1828800" algn="l" defTabSz="914400" rtl="0" eaLnBrk="1" latinLnBrk="0" hangingPunct="1">
                        <a:defRPr sz="1800" kern="1200">
                          <a:solidFill>
                            <a:schemeClr val="tx1"/>
                          </a:solidFill>
                          <a:latin typeface="Ubuntu"/>
                        </a:defRPr>
                      </a:lvl5pPr>
                      <a:lvl6pPr marL="2286000" algn="l" defTabSz="914400" rtl="0" eaLnBrk="1" latinLnBrk="0" hangingPunct="1">
                        <a:defRPr sz="1800" kern="1200">
                          <a:solidFill>
                            <a:schemeClr val="tx1"/>
                          </a:solidFill>
                          <a:latin typeface="Ubuntu"/>
                        </a:defRPr>
                      </a:lvl6pPr>
                      <a:lvl7pPr marL="2743200" algn="l" defTabSz="914400" rtl="0" eaLnBrk="1" latinLnBrk="0" hangingPunct="1">
                        <a:defRPr sz="1800" kern="1200">
                          <a:solidFill>
                            <a:schemeClr val="tx1"/>
                          </a:solidFill>
                          <a:latin typeface="Ubuntu"/>
                        </a:defRPr>
                      </a:lvl7pPr>
                      <a:lvl8pPr marL="3200400" algn="l" defTabSz="914400" rtl="0" eaLnBrk="1" latinLnBrk="0" hangingPunct="1">
                        <a:defRPr sz="1800" kern="1200">
                          <a:solidFill>
                            <a:schemeClr val="tx1"/>
                          </a:solidFill>
                          <a:latin typeface="Ubuntu"/>
                        </a:defRPr>
                      </a:lvl8pPr>
                      <a:lvl9pPr marL="3657600" algn="l" defTabSz="914400" rtl="0" eaLnBrk="1" latinLnBrk="0" hangingPunct="1">
                        <a:defRPr sz="1800" kern="1200">
                          <a:solidFill>
                            <a:schemeClr val="tx1"/>
                          </a:solidFill>
                          <a:latin typeface="Ubuntu"/>
                        </a:defRPr>
                      </a:lvl9pPr>
                    </a:lstStyle>
                    <a:p>
                      <a:pPr algn="l" fontAlgn="ctr"/>
                      <a:endParaRPr lang="en-IN" sz="1100" b="0" i="0" u="none" strike="noStrike">
                        <a:solidFill>
                          <a:srgbClr val="000000"/>
                        </a:solidFill>
                        <a:effectLst/>
                        <a:latin typeface="+mn-lt"/>
                      </a:endParaRPr>
                    </a:p>
                  </a:txBody>
                  <a:tcPr marL="7620"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272936">
                        <a:lumMod val="10000"/>
                        <a:lumOff val="90000"/>
                      </a:srgbClr>
                    </a:solidFill>
                  </a:tcPr>
                </a:tc>
                <a:tc>
                  <a:txBody>
                    <a:bodyPr/>
                    <a:lstStyle>
                      <a:lvl1pPr marL="0" algn="l" defTabSz="914400" rtl="0" eaLnBrk="1" latinLnBrk="0" hangingPunct="1">
                        <a:defRPr sz="1800" kern="1200">
                          <a:solidFill>
                            <a:schemeClr val="tx1"/>
                          </a:solidFill>
                          <a:latin typeface="Ubuntu"/>
                        </a:defRPr>
                      </a:lvl1pPr>
                      <a:lvl2pPr marL="457200" algn="l" defTabSz="914400" rtl="0" eaLnBrk="1" latinLnBrk="0" hangingPunct="1">
                        <a:defRPr sz="1800" kern="1200">
                          <a:solidFill>
                            <a:schemeClr val="tx1"/>
                          </a:solidFill>
                          <a:latin typeface="Ubuntu"/>
                        </a:defRPr>
                      </a:lvl2pPr>
                      <a:lvl3pPr marL="914400" algn="l" defTabSz="914400" rtl="0" eaLnBrk="1" latinLnBrk="0" hangingPunct="1">
                        <a:defRPr sz="1800" kern="1200">
                          <a:solidFill>
                            <a:schemeClr val="tx1"/>
                          </a:solidFill>
                          <a:latin typeface="Ubuntu"/>
                        </a:defRPr>
                      </a:lvl3pPr>
                      <a:lvl4pPr marL="1371600" algn="l" defTabSz="914400" rtl="0" eaLnBrk="1" latinLnBrk="0" hangingPunct="1">
                        <a:defRPr sz="1800" kern="1200">
                          <a:solidFill>
                            <a:schemeClr val="tx1"/>
                          </a:solidFill>
                          <a:latin typeface="Ubuntu"/>
                        </a:defRPr>
                      </a:lvl4pPr>
                      <a:lvl5pPr marL="1828800" algn="l" defTabSz="914400" rtl="0" eaLnBrk="1" latinLnBrk="0" hangingPunct="1">
                        <a:defRPr sz="1800" kern="1200">
                          <a:solidFill>
                            <a:schemeClr val="tx1"/>
                          </a:solidFill>
                          <a:latin typeface="Ubuntu"/>
                        </a:defRPr>
                      </a:lvl5pPr>
                      <a:lvl6pPr marL="2286000" algn="l" defTabSz="914400" rtl="0" eaLnBrk="1" latinLnBrk="0" hangingPunct="1">
                        <a:defRPr sz="1800" kern="1200">
                          <a:solidFill>
                            <a:schemeClr val="tx1"/>
                          </a:solidFill>
                          <a:latin typeface="Ubuntu"/>
                        </a:defRPr>
                      </a:lvl6pPr>
                      <a:lvl7pPr marL="2743200" algn="l" defTabSz="914400" rtl="0" eaLnBrk="1" latinLnBrk="0" hangingPunct="1">
                        <a:defRPr sz="1800" kern="1200">
                          <a:solidFill>
                            <a:schemeClr val="tx1"/>
                          </a:solidFill>
                          <a:latin typeface="Ubuntu"/>
                        </a:defRPr>
                      </a:lvl7pPr>
                      <a:lvl8pPr marL="3200400" algn="l" defTabSz="914400" rtl="0" eaLnBrk="1" latinLnBrk="0" hangingPunct="1">
                        <a:defRPr sz="1800" kern="1200">
                          <a:solidFill>
                            <a:schemeClr val="tx1"/>
                          </a:solidFill>
                          <a:latin typeface="Ubuntu"/>
                        </a:defRPr>
                      </a:lvl8pPr>
                      <a:lvl9pPr marL="3657600" algn="l" defTabSz="914400" rtl="0" eaLnBrk="1" latinLnBrk="0" hangingPunct="1">
                        <a:defRPr sz="1800" kern="1200">
                          <a:solidFill>
                            <a:schemeClr val="tx1"/>
                          </a:solidFill>
                          <a:latin typeface="Ubuntu"/>
                        </a:defRPr>
                      </a:lvl9pPr>
                    </a:lstStyle>
                    <a:p>
                      <a:pPr algn="l" fontAlgn="ctr"/>
                      <a:endParaRPr lang="en-IN" sz="1100" b="0" i="0" u="none" strike="noStrike">
                        <a:solidFill>
                          <a:srgbClr val="000000"/>
                        </a:solidFill>
                        <a:effectLst/>
                        <a:latin typeface="+mn-lt"/>
                      </a:endParaRPr>
                    </a:p>
                  </a:txBody>
                  <a:tcPr marL="7620"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272936">
                        <a:lumMod val="10000"/>
                        <a:lumOff val="90000"/>
                      </a:srgbClr>
                    </a:solidFill>
                  </a:tcPr>
                </a:tc>
                <a:tc>
                  <a:txBody>
                    <a:bodyPr/>
                    <a:lstStyle>
                      <a:lvl1pPr marL="0" algn="l" defTabSz="914400" rtl="0" eaLnBrk="1" latinLnBrk="0" hangingPunct="1">
                        <a:defRPr sz="1800" kern="1200">
                          <a:solidFill>
                            <a:schemeClr val="tx1"/>
                          </a:solidFill>
                          <a:latin typeface="Ubuntu"/>
                        </a:defRPr>
                      </a:lvl1pPr>
                      <a:lvl2pPr marL="457200" algn="l" defTabSz="914400" rtl="0" eaLnBrk="1" latinLnBrk="0" hangingPunct="1">
                        <a:defRPr sz="1800" kern="1200">
                          <a:solidFill>
                            <a:schemeClr val="tx1"/>
                          </a:solidFill>
                          <a:latin typeface="Ubuntu"/>
                        </a:defRPr>
                      </a:lvl2pPr>
                      <a:lvl3pPr marL="914400" algn="l" defTabSz="914400" rtl="0" eaLnBrk="1" latinLnBrk="0" hangingPunct="1">
                        <a:defRPr sz="1800" kern="1200">
                          <a:solidFill>
                            <a:schemeClr val="tx1"/>
                          </a:solidFill>
                          <a:latin typeface="Ubuntu"/>
                        </a:defRPr>
                      </a:lvl3pPr>
                      <a:lvl4pPr marL="1371600" algn="l" defTabSz="914400" rtl="0" eaLnBrk="1" latinLnBrk="0" hangingPunct="1">
                        <a:defRPr sz="1800" kern="1200">
                          <a:solidFill>
                            <a:schemeClr val="tx1"/>
                          </a:solidFill>
                          <a:latin typeface="Ubuntu"/>
                        </a:defRPr>
                      </a:lvl4pPr>
                      <a:lvl5pPr marL="1828800" algn="l" defTabSz="914400" rtl="0" eaLnBrk="1" latinLnBrk="0" hangingPunct="1">
                        <a:defRPr sz="1800" kern="1200">
                          <a:solidFill>
                            <a:schemeClr val="tx1"/>
                          </a:solidFill>
                          <a:latin typeface="Ubuntu"/>
                        </a:defRPr>
                      </a:lvl5pPr>
                      <a:lvl6pPr marL="2286000" algn="l" defTabSz="914400" rtl="0" eaLnBrk="1" latinLnBrk="0" hangingPunct="1">
                        <a:defRPr sz="1800" kern="1200">
                          <a:solidFill>
                            <a:schemeClr val="tx1"/>
                          </a:solidFill>
                          <a:latin typeface="Ubuntu"/>
                        </a:defRPr>
                      </a:lvl6pPr>
                      <a:lvl7pPr marL="2743200" algn="l" defTabSz="914400" rtl="0" eaLnBrk="1" latinLnBrk="0" hangingPunct="1">
                        <a:defRPr sz="1800" kern="1200">
                          <a:solidFill>
                            <a:schemeClr val="tx1"/>
                          </a:solidFill>
                          <a:latin typeface="Ubuntu"/>
                        </a:defRPr>
                      </a:lvl7pPr>
                      <a:lvl8pPr marL="3200400" algn="l" defTabSz="914400" rtl="0" eaLnBrk="1" latinLnBrk="0" hangingPunct="1">
                        <a:defRPr sz="1800" kern="1200">
                          <a:solidFill>
                            <a:schemeClr val="tx1"/>
                          </a:solidFill>
                          <a:latin typeface="Ubuntu"/>
                        </a:defRPr>
                      </a:lvl8pPr>
                      <a:lvl9pPr marL="3657600" algn="l" defTabSz="914400" rtl="0" eaLnBrk="1" latinLnBrk="0" hangingPunct="1">
                        <a:defRPr sz="1800" kern="1200">
                          <a:solidFill>
                            <a:schemeClr val="tx1"/>
                          </a:solidFill>
                          <a:latin typeface="Ubuntu"/>
                        </a:defRPr>
                      </a:lvl9pPr>
                    </a:lstStyle>
                    <a:p>
                      <a:pPr algn="l" fontAlgn="ctr"/>
                      <a:endParaRPr lang="en-IN" sz="1100" b="0" i="0" u="none" strike="noStrike">
                        <a:solidFill>
                          <a:srgbClr val="000000"/>
                        </a:solidFill>
                        <a:effectLst/>
                        <a:latin typeface="+mn-lt"/>
                      </a:endParaRPr>
                    </a:p>
                  </a:txBody>
                  <a:tcPr marL="7620"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272936">
                        <a:lumMod val="10000"/>
                        <a:lumOff val="90000"/>
                      </a:srgbClr>
                    </a:solidFill>
                  </a:tcPr>
                </a:tc>
                <a:tc>
                  <a:txBody>
                    <a:bodyPr/>
                    <a:lstStyle>
                      <a:lvl1pPr marL="0" algn="l" defTabSz="914400" rtl="0" eaLnBrk="1" latinLnBrk="0" hangingPunct="1">
                        <a:defRPr sz="1800" kern="1200">
                          <a:solidFill>
                            <a:schemeClr val="tx1"/>
                          </a:solidFill>
                          <a:latin typeface="Ubuntu"/>
                        </a:defRPr>
                      </a:lvl1pPr>
                      <a:lvl2pPr marL="457200" algn="l" defTabSz="914400" rtl="0" eaLnBrk="1" latinLnBrk="0" hangingPunct="1">
                        <a:defRPr sz="1800" kern="1200">
                          <a:solidFill>
                            <a:schemeClr val="tx1"/>
                          </a:solidFill>
                          <a:latin typeface="Ubuntu"/>
                        </a:defRPr>
                      </a:lvl2pPr>
                      <a:lvl3pPr marL="914400" algn="l" defTabSz="914400" rtl="0" eaLnBrk="1" latinLnBrk="0" hangingPunct="1">
                        <a:defRPr sz="1800" kern="1200">
                          <a:solidFill>
                            <a:schemeClr val="tx1"/>
                          </a:solidFill>
                          <a:latin typeface="Ubuntu"/>
                        </a:defRPr>
                      </a:lvl3pPr>
                      <a:lvl4pPr marL="1371600" algn="l" defTabSz="914400" rtl="0" eaLnBrk="1" latinLnBrk="0" hangingPunct="1">
                        <a:defRPr sz="1800" kern="1200">
                          <a:solidFill>
                            <a:schemeClr val="tx1"/>
                          </a:solidFill>
                          <a:latin typeface="Ubuntu"/>
                        </a:defRPr>
                      </a:lvl4pPr>
                      <a:lvl5pPr marL="1828800" algn="l" defTabSz="914400" rtl="0" eaLnBrk="1" latinLnBrk="0" hangingPunct="1">
                        <a:defRPr sz="1800" kern="1200">
                          <a:solidFill>
                            <a:schemeClr val="tx1"/>
                          </a:solidFill>
                          <a:latin typeface="Ubuntu"/>
                        </a:defRPr>
                      </a:lvl5pPr>
                      <a:lvl6pPr marL="2286000" algn="l" defTabSz="914400" rtl="0" eaLnBrk="1" latinLnBrk="0" hangingPunct="1">
                        <a:defRPr sz="1800" kern="1200">
                          <a:solidFill>
                            <a:schemeClr val="tx1"/>
                          </a:solidFill>
                          <a:latin typeface="Ubuntu"/>
                        </a:defRPr>
                      </a:lvl6pPr>
                      <a:lvl7pPr marL="2743200" algn="l" defTabSz="914400" rtl="0" eaLnBrk="1" latinLnBrk="0" hangingPunct="1">
                        <a:defRPr sz="1800" kern="1200">
                          <a:solidFill>
                            <a:schemeClr val="tx1"/>
                          </a:solidFill>
                          <a:latin typeface="Ubuntu"/>
                        </a:defRPr>
                      </a:lvl7pPr>
                      <a:lvl8pPr marL="3200400" algn="l" defTabSz="914400" rtl="0" eaLnBrk="1" latinLnBrk="0" hangingPunct="1">
                        <a:defRPr sz="1800" kern="1200">
                          <a:solidFill>
                            <a:schemeClr val="tx1"/>
                          </a:solidFill>
                          <a:latin typeface="Ubuntu"/>
                        </a:defRPr>
                      </a:lvl8pPr>
                      <a:lvl9pPr marL="3657600" algn="l" defTabSz="914400" rtl="0" eaLnBrk="1" latinLnBrk="0" hangingPunct="1">
                        <a:defRPr sz="1800" kern="1200">
                          <a:solidFill>
                            <a:schemeClr val="tx1"/>
                          </a:solidFill>
                          <a:latin typeface="Ubuntu"/>
                        </a:defRPr>
                      </a:lvl9pPr>
                    </a:lstStyle>
                    <a:p>
                      <a:pPr algn="l" fontAlgn="ctr"/>
                      <a:endParaRPr lang="en-IN" sz="1100" b="0" i="0" u="none" strike="noStrike">
                        <a:solidFill>
                          <a:srgbClr val="000000"/>
                        </a:solidFill>
                        <a:effectLst/>
                        <a:latin typeface="+mn-lt"/>
                      </a:endParaRPr>
                    </a:p>
                  </a:txBody>
                  <a:tcPr marL="7620"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272936">
                        <a:lumMod val="10000"/>
                        <a:lumOff val="90000"/>
                      </a:srgbClr>
                    </a:solidFill>
                  </a:tcPr>
                </a:tc>
                <a:tc>
                  <a:txBody>
                    <a:bodyPr/>
                    <a:lstStyle>
                      <a:lvl1pPr marL="0" algn="l" defTabSz="914400" rtl="0" eaLnBrk="1" latinLnBrk="0" hangingPunct="1">
                        <a:defRPr sz="1800" kern="1200">
                          <a:solidFill>
                            <a:schemeClr val="tx1"/>
                          </a:solidFill>
                          <a:latin typeface="Ubuntu"/>
                        </a:defRPr>
                      </a:lvl1pPr>
                      <a:lvl2pPr marL="457200" algn="l" defTabSz="914400" rtl="0" eaLnBrk="1" latinLnBrk="0" hangingPunct="1">
                        <a:defRPr sz="1800" kern="1200">
                          <a:solidFill>
                            <a:schemeClr val="tx1"/>
                          </a:solidFill>
                          <a:latin typeface="Ubuntu"/>
                        </a:defRPr>
                      </a:lvl2pPr>
                      <a:lvl3pPr marL="914400" algn="l" defTabSz="914400" rtl="0" eaLnBrk="1" latinLnBrk="0" hangingPunct="1">
                        <a:defRPr sz="1800" kern="1200">
                          <a:solidFill>
                            <a:schemeClr val="tx1"/>
                          </a:solidFill>
                          <a:latin typeface="Ubuntu"/>
                        </a:defRPr>
                      </a:lvl3pPr>
                      <a:lvl4pPr marL="1371600" algn="l" defTabSz="914400" rtl="0" eaLnBrk="1" latinLnBrk="0" hangingPunct="1">
                        <a:defRPr sz="1800" kern="1200">
                          <a:solidFill>
                            <a:schemeClr val="tx1"/>
                          </a:solidFill>
                          <a:latin typeface="Ubuntu"/>
                        </a:defRPr>
                      </a:lvl4pPr>
                      <a:lvl5pPr marL="1828800" algn="l" defTabSz="914400" rtl="0" eaLnBrk="1" latinLnBrk="0" hangingPunct="1">
                        <a:defRPr sz="1800" kern="1200">
                          <a:solidFill>
                            <a:schemeClr val="tx1"/>
                          </a:solidFill>
                          <a:latin typeface="Ubuntu"/>
                        </a:defRPr>
                      </a:lvl5pPr>
                      <a:lvl6pPr marL="2286000" algn="l" defTabSz="914400" rtl="0" eaLnBrk="1" latinLnBrk="0" hangingPunct="1">
                        <a:defRPr sz="1800" kern="1200">
                          <a:solidFill>
                            <a:schemeClr val="tx1"/>
                          </a:solidFill>
                          <a:latin typeface="Ubuntu"/>
                        </a:defRPr>
                      </a:lvl6pPr>
                      <a:lvl7pPr marL="2743200" algn="l" defTabSz="914400" rtl="0" eaLnBrk="1" latinLnBrk="0" hangingPunct="1">
                        <a:defRPr sz="1800" kern="1200">
                          <a:solidFill>
                            <a:schemeClr val="tx1"/>
                          </a:solidFill>
                          <a:latin typeface="Ubuntu"/>
                        </a:defRPr>
                      </a:lvl7pPr>
                      <a:lvl8pPr marL="3200400" algn="l" defTabSz="914400" rtl="0" eaLnBrk="1" latinLnBrk="0" hangingPunct="1">
                        <a:defRPr sz="1800" kern="1200">
                          <a:solidFill>
                            <a:schemeClr val="tx1"/>
                          </a:solidFill>
                          <a:latin typeface="Ubuntu"/>
                        </a:defRPr>
                      </a:lvl8pPr>
                      <a:lvl9pPr marL="3657600" algn="l" defTabSz="914400" rtl="0" eaLnBrk="1" latinLnBrk="0" hangingPunct="1">
                        <a:defRPr sz="1800" kern="1200">
                          <a:solidFill>
                            <a:schemeClr val="tx1"/>
                          </a:solidFill>
                          <a:latin typeface="Ubuntu"/>
                        </a:defRPr>
                      </a:lvl9pPr>
                    </a:lstStyle>
                    <a:p>
                      <a:pPr algn="l" fontAlgn="ctr"/>
                      <a:endParaRPr lang="en-IN" sz="1100" b="0" i="0" u="none" strike="noStrike">
                        <a:solidFill>
                          <a:srgbClr val="000000"/>
                        </a:solidFill>
                        <a:effectLst/>
                        <a:latin typeface="+mn-lt"/>
                      </a:endParaRPr>
                    </a:p>
                  </a:txBody>
                  <a:tcPr marL="7620" marR="7620" marT="7620" marB="0" anchor="ctr">
                    <a:lnL w="12700" cap="flat" cmpd="sng" algn="ctr">
                      <a:solidFill>
                        <a:srgbClr val="FFFFFF"/>
                      </a:solidFill>
                      <a:prstDash val="solid"/>
                      <a:round/>
                      <a:headEnd type="none" w="med" len="med"/>
                      <a:tailEnd type="none" w="med" len="med"/>
                    </a:lnL>
                    <a:lnR w="12700" cap="flat" cmpd="sng" algn="ctr">
                      <a:solidFill>
                        <a:sysClr val="windowText" lastClr="000000">
                          <a:lumMod val="50000"/>
                          <a:lumOff val="50000"/>
                        </a:sysClr>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272936">
                        <a:lumMod val="10000"/>
                        <a:lumOff val="90000"/>
                      </a:srgbClr>
                    </a:solidFill>
                  </a:tcPr>
                </a:tc>
                <a:extLst>
                  <a:ext uri="{0D108BD9-81ED-4DB2-BD59-A6C34878D82A}">
                    <a16:rowId xmlns:a16="http://schemas.microsoft.com/office/drawing/2014/main" val="1442824699"/>
                  </a:ext>
                </a:extLst>
              </a:tr>
              <a:tr h="0">
                <a:tc gridSpan="2" vMerge="1">
                  <a:txBody>
                    <a:bodyPr/>
                    <a:lstStyle/>
                    <a:p>
                      <a:endParaRPr/>
                    </a:p>
                  </a:txBody>
                  <a:tcPr marL="36000" marR="7620" marT="7620" marB="0" anchor="ctr">
                    <a:lnL w="12700" cap="flat" cmpd="sng" algn="ctr">
                      <a:solidFill>
                        <a:schemeClr val="tx1">
                          <a:lumMod val="50000"/>
                          <a:lumOff val="50000"/>
                        </a:schemeClr>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85000"/>
                      </a:schemeClr>
                    </a:solidFill>
                  </a:tcPr>
                </a:tc>
                <a:tc hMerge="1" vMerge="1">
                  <a:txBody>
                    <a:bodyPr/>
                    <a:lstStyle/>
                    <a:p>
                      <a:pPr algn="l" fontAlgn="ctr"/>
                      <a:endParaRPr lang="en-IN" sz="1200" b="1" i="0" u="none" strike="noStrike">
                        <a:solidFill>
                          <a:schemeClr val="bg1"/>
                        </a:solidFill>
                        <a:effectLst/>
                        <a:latin typeface="+mj-lt"/>
                      </a:endParaRPr>
                    </a:p>
                  </a:txBody>
                  <a:tcPr marL="36000" marR="7620" marT="7620"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F878A"/>
                    </a:solidFill>
                  </a:tcPr>
                </a:tc>
                <a:tc>
                  <a:txBody>
                    <a:bodyPr/>
                    <a:lstStyle>
                      <a:lvl1pPr marL="0" algn="l" defTabSz="914400" rtl="0" eaLnBrk="1" latinLnBrk="0" hangingPunct="1">
                        <a:defRPr sz="1800" kern="1200">
                          <a:solidFill>
                            <a:schemeClr val="tx1"/>
                          </a:solidFill>
                          <a:latin typeface="Ubuntu"/>
                        </a:defRPr>
                      </a:lvl1pPr>
                      <a:lvl2pPr marL="457200" algn="l" defTabSz="914400" rtl="0" eaLnBrk="1" latinLnBrk="0" hangingPunct="1">
                        <a:defRPr sz="1800" kern="1200">
                          <a:solidFill>
                            <a:schemeClr val="tx1"/>
                          </a:solidFill>
                          <a:latin typeface="Ubuntu"/>
                        </a:defRPr>
                      </a:lvl2pPr>
                      <a:lvl3pPr marL="914400" algn="l" defTabSz="914400" rtl="0" eaLnBrk="1" latinLnBrk="0" hangingPunct="1">
                        <a:defRPr sz="1800" kern="1200">
                          <a:solidFill>
                            <a:schemeClr val="tx1"/>
                          </a:solidFill>
                          <a:latin typeface="Ubuntu"/>
                        </a:defRPr>
                      </a:lvl3pPr>
                      <a:lvl4pPr marL="1371600" algn="l" defTabSz="914400" rtl="0" eaLnBrk="1" latinLnBrk="0" hangingPunct="1">
                        <a:defRPr sz="1800" kern="1200">
                          <a:solidFill>
                            <a:schemeClr val="tx1"/>
                          </a:solidFill>
                          <a:latin typeface="Ubuntu"/>
                        </a:defRPr>
                      </a:lvl4pPr>
                      <a:lvl5pPr marL="1828800" algn="l" defTabSz="914400" rtl="0" eaLnBrk="1" latinLnBrk="0" hangingPunct="1">
                        <a:defRPr sz="1800" kern="1200">
                          <a:solidFill>
                            <a:schemeClr val="tx1"/>
                          </a:solidFill>
                          <a:latin typeface="Ubuntu"/>
                        </a:defRPr>
                      </a:lvl5pPr>
                      <a:lvl6pPr marL="2286000" algn="l" defTabSz="914400" rtl="0" eaLnBrk="1" latinLnBrk="0" hangingPunct="1">
                        <a:defRPr sz="1800" kern="1200">
                          <a:solidFill>
                            <a:schemeClr val="tx1"/>
                          </a:solidFill>
                          <a:latin typeface="Ubuntu"/>
                        </a:defRPr>
                      </a:lvl6pPr>
                      <a:lvl7pPr marL="2743200" algn="l" defTabSz="914400" rtl="0" eaLnBrk="1" latinLnBrk="0" hangingPunct="1">
                        <a:defRPr sz="1800" kern="1200">
                          <a:solidFill>
                            <a:schemeClr val="tx1"/>
                          </a:solidFill>
                          <a:latin typeface="Ubuntu"/>
                        </a:defRPr>
                      </a:lvl7pPr>
                      <a:lvl8pPr marL="3200400" algn="l" defTabSz="914400" rtl="0" eaLnBrk="1" latinLnBrk="0" hangingPunct="1">
                        <a:defRPr sz="1800" kern="1200">
                          <a:solidFill>
                            <a:schemeClr val="tx1"/>
                          </a:solidFill>
                          <a:latin typeface="Ubuntu"/>
                        </a:defRPr>
                      </a:lvl8pPr>
                      <a:lvl9pPr marL="3657600" algn="l" defTabSz="914400" rtl="0" eaLnBrk="1" latinLnBrk="0" hangingPunct="1">
                        <a:defRPr sz="1800" kern="1200">
                          <a:solidFill>
                            <a:schemeClr val="tx1"/>
                          </a:solidFill>
                          <a:latin typeface="Ubuntu"/>
                        </a:defRPr>
                      </a:lvl9pPr>
                    </a:lstStyle>
                    <a:p>
                      <a:pPr algn="l" fontAlgn="ctr"/>
                      <a:endParaRPr lang="en-IN" sz="1100" b="0" i="0" u="none" strike="noStrike">
                        <a:solidFill>
                          <a:srgbClr val="000000"/>
                        </a:solidFill>
                        <a:effectLst/>
                        <a:latin typeface="+mn-lt"/>
                      </a:endParaRPr>
                    </a:p>
                  </a:txBody>
                  <a:tcPr marL="7620" marR="7620" marT="7620" marB="0" anchor="ctr">
                    <a:lnL w="28575"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914400" rtl="0" eaLnBrk="1" latinLnBrk="0" hangingPunct="1">
                        <a:defRPr sz="1800" kern="1200">
                          <a:solidFill>
                            <a:schemeClr val="tx1"/>
                          </a:solidFill>
                          <a:latin typeface="Ubuntu"/>
                        </a:defRPr>
                      </a:lvl1pPr>
                      <a:lvl2pPr marL="457200" algn="l" defTabSz="914400" rtl="0" eaLnBrk="1" latinLnBrk="0" hangingPunct="1">
                        <a:defRPr sz="1800" kern="1200">
                          <a:solidFill>
                            <a:schemeClr val="tx1"/>
                          </a:solidFill>
                          <a:latin typeface="Ubuntu"/>
                        </a:defRPr>
                      </a:lvl2pPr>
                      <a:lvl3pPr marL="914400" algn="l" defTabSz="914400" rtl="0" eaLnBrk="1" latinLnBrk="0" hangingPunct="1">
                        <a:defRPr sz="1800" kern="1200">
                          <a:solidFill>
                            <a:schemeClr val="tx1"/>
                          </a:solidFill>
                          <a:latin typeface="Ubuntu"/>
                        </a:defRPr>
                      </a:lvl3pPr>
                      <a:lvl4pPr marL="1371600" algn="l" defTabSz="914400" rtl="0" eaLnBrk="1" latinLnBrk="0" hangingPunct="1">
                        <a:defRPr sz="1800" kern="1200">
                          <a:solidFill>
                            <a:schemeClr val="tx1"/>
                          </a:solidFill>
                          <a:latin typeface="Ubuntu"/>
                        </a:defRPr>
                      </a:lvl4pPr>
                      <a:lvl5pPr marL="1828800" algn="l" defTabSz="914400" rtl="0" eaLnBrk="1" latinLnBrk="0" hangingPunct="1">
                        <a:defRPr sz="1800" kern="1200">
                          <a:solidFill>
                            <a:schemeClr val="tx1"/>
                          </a:solidFill>
                          <a:latin typeface="Ubuntu"/>
                        </a:defRPr>
                      </a:lvl5pPr>
                      <a:lvl6pPr marL="2286000" algn="l" defTabSz="914400" rtl="0" eaLnBrk="1" latinLnBrk="0" hangingPunct="1">
                        <a:defRPr sz="1800" kern="1200">
                          <a:solidFill>
                            <a:schemeClr val="tx1"/>
                          </a:solidFill>
                          <a:latin typeface="Ubuntu"/>
                        </a:defRPr>
                      </a:lvl6pPr>
                      <a:lvl7pPr marL="2743200" algn="l" defTabSz="914400" rtl="0" eaLnBrk="1" latinLnBrk="0" hangingPunct="1">
                        <a:defRPr sz="1800" kern="1200">
                          <a:solidFill>
                            <a:schemeClr val="tx1"/>
                          </a:solidFill>
                          <a:latin typeface="Ubuntu"/>
                        </a:defRPr>
                      </a:lvl7pPr>
                      <a:lvl8pPr marL="3200400" algn="l" defTabSz="914400" rtl="0" eaLnBrk="1" latinLnBrk="0" hangingPunct="1">
                        <a:defRPr sz="1800" kern="1200">
                          <a:solidFill>
                            <a:schemeClr val="tx1"/>
                          </a:solidFill>
                          <a:latin typeface="Ubuntu"/>
                        </a:defRPr>
                      </a:lvl8pPr>
                      <a:lvl9pPr marL="3657600" algn="l" defTabSz="914400" rtl="0" eaLnBrk="1" latinLnBrk="0" hangingPunct="1">
                        <a:defRPr sz="1800" kern="1200">
                          <a:solidFill>
                            <a:schemeClr val="tx1"/>
                          </a:solidFill>
                          <a:latin typeface="Ubuntu"/>
                        </a:defRPr>
                      </a:lvl9pPr>
                    </a:lstStyle>
                    <a:p>
                      <a:pPr algn="l" fontAlgn="ctr"/>
                      <a:endParaRPr lang="en-IN" sz="1100" b="0" i="0" u="none" strike="noStrike">
                        <a:solidFill>
                          <a:srgbClr val="000000"/>
                        </a:solidFill>
                        <a:effectLst/>
                        <a:latin typeface="+mn-lt"/>
                      </a:endParaRPr>
                    </a:p>
                  </a:txBody>
                  <a:tcPr marL="7620"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914400" rtl="0" eaLnBrk="1" latinLnBrk="0" hangingPunct="1">
                        <a:defRPr sz="1800" kern="1200">
                          <a:solidFill>
                            <a:schemeClr val="tx1"/>
                          </a:solidFill>
                          <a:latin typeface="Ubuntu"/>
                        </a:defRPr>
                      </a:lvl1pPr>
                      <a:lvl2pPr marL="457200" algn="l" defTabSz="914400" rtl="0" eaLnBrk="1" latinLnBrk="0" hangingPunct="1">
                        <a:defRPr sz="1800" kern="1200">
                          <a:solidFill>
                            <a:schemeClr val="tx1"/>
                          </a:solidFill>
                          <a:latin typeface="Ubuntu"/>
                        </a:defRPr>
                      </a:lvl2pPr>
                      <a:lvl3pPr marL="914400" algn="l" defTabSz="914400" rtl="0" eaLnBrk="1" latinLnBrk="0" hangingPunct="1">
                        <a:defRPr sz="1800" kern="1200">
                          <a:solidFill>
                            <a:schemeClr val="tx1"/>
                          </a:solidFill>
                          <a:latin typeface="Ubuntu"/>
                        </a:defRPr>
                      </a:lvl3pPr>
                      <a:lvl4pPr marL="1371600" algn="l" defTabSz="914400" rtl="0" eaLnBrk="1" latinLnBrk="0" hangingPunct="1">
                        <a:defRPr sz="1800" kern="1200">
                          <a:solidFill>
                            <a:schemeClr val="tx1"/>
                          </a:solidFill>
                          <a:latin typeface="Ubuntu"/>
                        </a:defRPr>
                      </a:lvl4pPr>
                      <a:lvl5pPr marL="1828800" algn="l" defTabSz="914400" rtl="0" eaLnBrk="1" latinLnBrk="0" hangingPunct="1">
                        <a:defRPr sz="1800" kern="1200">
                          <a:solidFill>
                            <a:schemeClr val="tx1"/>
                          </a:solidFill>
                          <a:latin typeface="Ubuntu"/>
                        </a:defRPr>
                      </a:lvl5pPr>
                      <a:lvl6pPr marL="2286000" algn="l" defTabSz="914400" rtl="0" eaLnBrk="1" latinLnBrk="0" hangingPunct="1">
                        <a:defRPr sz="1800" kern="1200">
                          <a:solidFill>
                            <a:schemeClr val="tx1"/>
                          </a:solidFill>
                          <a:latin typeface="Ubuntu"/>
                        </a:defRPr>
                      </a:lvl6pPr>
                      <a:lvl7pPr marL="2743200" algn="l" defTabSz="914400" rtl="0" eaLnBrk="1" latinLnBrk="0" hangingPunct="1">
                        <a:defRPr sz="1800" kern="1200">
                          <a:solidFill>
                            <a:schemeClr val="tx1"/>
                          </a:solidFill>
                          <a:latin typeface="Ubuntu"/>
                        </a:defRPr>
                      </a:lvl7pPr>
                      <a:lvl8pPr marL="3200400" algn="l" defTabSz="914400" rtl="0" eaLnBrk="1" latinLnBrk="0" hangingPunct="1">
                        <a:defRPr sz="1800" kern="1200">
                          <a:solidFill>
                            <a:schemeClr val="tx1"/>
                          </a:solidFill>
                          <a:latin typeface="Ubuntu"/>
                        </a:defRPr>
                      </a:lvl8pPr>
                      <a:lvl9pPr marL="3657600" algn="l" defTabSz="914400" rtl="0" eaLnBrk="1" latinLnBrk="0" hangingPunct="1">
                        <a:defRPr sz="1800" kern="1200">
                          <a:solidFill>
                            <a:schemeClr val="tx1"/>
                          </a:solidFill>
                          <a:latin typeface="Ubuntu"/>
                        </a:defRPr>
                      </a:lvl9pPr>
                    </a:lstStyle>
                    <a:p>
                      <a:pPr algn="l" fontAlgn="ctr"/>
                      <a:endParaRPr lang="en-IN" sz="1100" b="0" i="0" u="none" strike="noStrike">
                        <a:solidFill>
                          <a:srgbClr val="000000"/>
                        </a:solidFill>
                        <a:effectLst/>
                        <a:latin typeface="+mn-lt"/>
                      </a:endParaRPr>
                    </a:p>
                  </a:txBody>
                  <a:tcPr marL="7620"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914400" rtl="0" eaLnBrk="1" latinLnBrk="0" hangingPunct="1">
                        <a:defRPr sz="1800" kern="1200">
                          <a:solidFill>
                            <a:schemeClr val="tx1"/>
                          </a:solidFill>
                          <a:latin typeface="Ubuntu"/>
                        </a:defRPr>
                      </a:lvl1pPr>
                      <a:lvl2pPr marL="457200" algn="l" defTabSz="914400" rtl="0" eaLnBrk="1" latinLnBrk="0" hangingPunct="1">
                        <a:defRPr sz="1800" kern="1200">
                          <a:solidFill>
                            <a:schemeClr val="tx1"/>
                          </a:solidFill>
                          <a:latin typeface="Ubuntu"/>
                        </a:defRPr>
                      </a:lvl2pPr>
                      <a:lvl3pPr marL="914400" algn="l" defTabSz="914400" rtl="0" eaLnBrk="1" latinLnBrk="0" hangingPunct="1">
                        <a:defRPr sz="1800" kern="1200">
                          <a:solidFill>
                            <a:schemeClr val="tx1"/>
                          </a:solidFill>
                          <a:latin typeface="Ubuntu"/>
                        </a:defRPr>
                      </a:lvl3pPr>
                      <a:lvl4pPr marL="1371600" algn="l" defTabSz="914400" rtl="0" eaLnBrk="1" latinLnBrk="0" hangingPunct="1">
                        <a:defRPr sz="1800" kern="1200">
                          <a:solidFill>
                            <a:schemeClr val="tx1"/>
                          </a:solidFill>
                          <a:latin typeface="Ubuntu"/>
                        </a:defRPr>
                      </a:lvl4pPr>
                      <a:lvl5pPr marL="1828800" algn="l" defTabSz="914400" rtl="0" eaLnBrk="1" latinLnBrk="0" hangingPunct="1">
                        <a:defRPr sz="1800" kern="1200">
                          <a:solidFill>
                            <a:schemeClr val="tx1"/>
                          </a:solidFill>
                          <a:latin typeface="Ubuntu"/>
                        </a:defRPr>
                      </a:lvl5pPr>
                      <a:lvl6pPr marL="2286000" algn="l" defTabSz="914400" rtl="0" eaLnBrk="1" latinLnBrk="0" hangingPunct="1">
                        <a:defRPr sz="1800" kern="1200">
                          <a:solidFill>
                            <a:schemeClr val="tx1"/>
                          </a:solidFill>
                          <a:latin typeface="Ubuntu"/>
                        </a:defRPr>
                      </a:lvl6pPr>
                      <a:lvl7pPr marL="2743200" algn="l" defTabSz="914400" rtl="0" eaLnBrk="1" latinLnBrk="0" hangingPunct="1">
                        <a:defRPr sz="1800" kern="1200">
                          <a:solidFill>
                            <a:schemeClr val="tx1"/>
                          </a:solidFill>
                          <a:latin typeface="Ubuntu"/>
                        </a:defRPr>
                      </a:lvl7pPr>
                      <a:lvl8pPr marL="3200400" algn="l" defTabSz="914400" rtl="0" eaLnBrk="1" latinLnBrk="0" hangingPunct="1">
                        <a:defRPr sz="1800" kern="1200">
                          <a:solidFill>
                            <a:schemeClr val="tx1"/>
                          </a:solidFill>
                          <a:latin typeface="Ubuntu"/>
                        </a:defRPr>
                      </a:lvl8pPr>
                      <a:lvl9pPr marL="3657600" algn="l" defTabSz="914400" rtl="0" eaLnBrk="1" latinLnBrk="0" hangingPunct="1">
                        <a:defRPr sz="1800" kern="1200">
                          <a:solidFill>
                            <a:schemeClr val="tx1"/>
                          </a:solidFill>
                          <a:latin typeface="Ubuntu"/>
                        </a:defRPr>
                      </a:lvl9pPr>
                    </a:lstStyle>
                    <a:p>
                      <a:pPr algn="l" fontAlgn="ctr"/>
                      <a:endParaRPr lang="en-IN" sz="1100" b="0" i="0" u="none" strike="noStrike">
                        <a:solidFill>
                          <a:srgbClr val="000000"/>
                        </a:solidFill>
                        <a:effectLst/>
                        <a:latin typeface="+mn-lt"/>
                      </a:endParaRPr>
                    </a:p>
                  </a:txBody>
                  <a:tcPr marL="7620"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914400" rtl="0" eaLnBrk="1" latinLnBrk="0" hangingPunct="1">
                        <a:defRPr sz="1800" kern="1200">
                          <a:solidFill>
                            <a:schemeClr val="tx1"/>
                          </a:solidFill>
                          <a:latin typeface="Ubuntu"/>
                        </a:defRPr>
                      </a:lvl1pPr>
                      <a:lvl2pPr marL="457200" algn="l" defTabSz="914400" rtl="0" eaLnBrk="1" latinLnBrk="0" hangingPunct="1">
                        <a:defRPr sz="1800" kern="1200">
                          <a:solidFill>
                            <a:schemeClr val="tx1"/>
                          </a:solidFill>
                          <a:latin typeface="Ubuntu"/>
                        </a:defRPr>
                      </a:lvl2pPr>
                      <a:lvl3pPr marL="914400" algn="l" defTabSz="914400" rtl="0" eaLnBrk="1" latinLnBrk="0" hangingPunct="1">
                        <a:defRPr sz="1800" kern="1200">
                          <a:solidFill>
                            <a:schemeClr val="tx1"/>
                          </a:solidFill>
                          <a:latin typeface="Ubuntu"/>
                        </a:defRPr>
                      </a:lvl3pPr>
                      <a:lvl4pPr marL="1371600" algn="l" defTabSz="914400" rtl="0" eaLnBrk="1" latinLnBrk="0" hangingPunct="1">
                        <a:defRPr sz="1800" kern="1200">
                          <a:solidFill>
                            <a:schemeClr val="tx1"/>
                          </a:solidFill>
                          <a:latin typeface="Ubuntu"/>
                        </a:defRPr>
                      </a:lvl4pPr>
                      <a:lvl5pPr marL="1828800" algn="l" defTabSz="914400" rtl="0" eaLnBrk="1" latinLnBrk="0" hangingPunct="1">
                        <a:defRPr sz="1800" kern="1200">
                          <a:solidFill>
                            <a:schemeClr val="tx1"/>
                          </a:solidFill>
                          <a:latin typeface="Ubuntu"/>
                        </a:defRPr>
                      </a:lvl5pPr>
                      <a:lvl6pPr marL="2286000" algn="l" defTabSz="914400" rtl="0" eaLnBrk="1" latinLnBrk="0" hangingPunct="1">
                        <a:defRPr sz="1800" kern="1200">
                          <a:solidFill>
                            <a:schemeClr val="tx1"/>
                          </a:solidFill>
                          <a:latin typeface="Ubuntu"/>
                        </a:defRPr>
                      </a:lvl6pPr>
                      <a:lvl7pPr marL="2743200" algn="l" defTabSz="914400" rtl="0" eaLnBrk="1" latinLnBrk="0" hangingPunct="1">
                        <a:defRPr sz="1800" kern="1200">
                          <a:solidFill>
                            <a:schemeClr val="tx1"/>
                          </a:solidFill>
                          <a:latin typeface="Ubuntu"/>
                        </a:defRPr>
                      </a:lvl7pPr>
                      <a:lvl8pPr marL="3200400" algn="l" defTabSz="914400" rtl="0" eaLnBrk="1" latinLnBrk="0" hangingPunct="1">
                        <a:defRPr sz="1800" kern="1200">
                          <a:solidFill>
                            <a:schemeClr val="tx1"/>
                          </a:solidFill>
                          <a:latin typeface="Ubuntu"/>
                        </a:defRPr>
                      </a:lvl8pPr>
                      <a:lvl9pPr marL="3657600" algn="l" defTabSz="914400" rtl="0" eaLnBrk="1" latinLnBrk="0" hangingPunct="1">
                        <a:defRPr sz="1800" kern="1200">
                          <a:solidFill>
                            <a:schemeClr val="tx1"/>
                          </a:solidFill>
                          <a:latin typeface="Ubuntu"/>
                        </a:defRPr>
                      </a:lvl9pPr>
                    </a:lstStyle>
                    <a:p>
                      <a:pPr algn="l" fontAlgn="ctr"/>
                      <a:endParaRPr lang="en-IN" sz="1100" b="0" i="0" u="none" strike="noStrike">
                        <a:solidFill>
                          <a:srgbClr val="000000"/>
                        </a:solidFill>
                        <a:effectLst/>
                        <a:latin typeface="+mn-lt"/>
                      </a:endParaRPr>
                    </a:p>
                  </a:txBody>
                  <a:tcPr marL="7620"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914400" rtl="0" eaLnBrk="1" latinLnBrk="0" hangingPunct="1">
                        <a:defRPr sz="1800" kern="1200">
                          <a:solidFill>
                            <a:schemeClr val="tx1"/>
                          </a:solidFill>
                          <a:latin typeface="Ubuntu"/>
                        </a:defRPr>
                      </a:lvl1pPr>
                      <a:lvl2pPr marL="457200" algn="l" defTabSz="914400" rtl="0" eaLnBrk="1" latinLnBrk="0" hangingPunct="1">
                        <a:defRPr sz="1800" kern="1200">
                          <a:solidFill>
                            <a:schemeClr val="tx1"/>
                          </a:solidFill>
                          <a:latin typeface="Ubuntu"/>
                        </a:defRPr>
                      </a:lvl2pPr>
                      <a:lvl3pPr marL="914400" algn="l" defTabSz="914400" rtl="0" eaLnBrk="1" latinLnBrk="0" hangingPunct="1">
                        <a:defRPr sz="1800" kern="1200">
                          <a:solidFill>
                            <a:schemeClr val="tx1"/>
                          </a:solidFill>
                          <a:latin typeface="Ubuntu"/>
                        </a:defRPr>
                      </a:lvl3pPr>
                      <a:lvl4pPr marL="1371600" algn="l" defTabSz="914400" rtl="0" eaLnBrk="1" latinLnBrk="0" hangingPunct="1">
                        <a:defRPr sz="1800" kern="1200">
                          <a:solidFill>
                            <a:schemeClr val="tx1"/>
                          </a:solidFill>
                          <a:latin typeface="Ubuntu"/>
                        </a:defRPr>
                      </a:lvl4pPr>
                      <a:lvl5pPr marL="1828800" algn="l" defTabSz="914400" rtl="0" eaLnBrk="1" latinLnBrk="0" hangingPunct="1">
                        <a:defRPr sz="1800" kern="1200">
                          <a:solidFill>
                            <a:schemeClr val="tx1"/>
                          </a:solidFill>
                          <a:latin typeface="Ubuntu"/>
                        </a:defRPr>
                      </a:lvl5pPr>
                      <a:lvl6pPr marL="2286000" algn="l" defTabSz="914400" rtl="0" eaLnBrk="1" latinLnBrk="0" hangingPunct="1">
                        <a:defRPr sz="1800" kern="1200">
                          <a:solidFill>
                            <a:schemeClr val="tx1"/>
                          </a:solidFill>
                          <a:latin typeface="Ubuntu"/>
                        </a:defRPr>
                      </a:lvl6pPr>
                      <a:lvl7pPr marL="2743200" algn="l" defTabSz="914400" rtl="0" eaLnBrk="1" latinLnBrk="0" hangingPunct="1">
                        <a:defRPr sz="1800" kern="1200">
                          <a:solidFill>
                            <a:schemeClr val="tx1"/>
                          </a:solidFill>
                          <a:latin typeface="Ubuntu"/>
                        </a:defRPr>
                      </a:lvl7pPr>
                      <a:lvl8pPr marL="3200400" algn="l" defTabSz="914400" rtl="0" eaLnBrk="1" latinLnBrk="0" hangingPunct="1">
                        <a:defRPr sz="1800" kern="1200">
                          <a:solidFill>
                            <a:schemeClr val="tx1"/>
                          </a:solidFill>
                          <a:latin typeface="Ubuntu"/>
                        </a:defRPr>
                      </a:lvl8pPr>
                      <a:lvl9pPr marL="3657600" algn="l" defTabSz="914400" rtl="0" eaLnBrk="1" latinLnBrk="0" hangingPunct="1">
                        <a:defRPr sz="1800" kern="1200">
                          <a:solidFill>
                            <a:schemeClr val="tx1"/>
                          </a:solidFill>
                          <a:latin typeface="Ubuntu"/>
                        </a:defRPr>
                      </a:lvl9pPr>
                    </a:lstStyle>
                    <a:p>
                      <a:pPr algn="l" fontAlgn="ctr"/>
                      <a:endParaRPr lang="en-IN" sz="1100" b="0" i="0" u="none" strike="noStrike">
                        <a:solidFill>
                          <a:srgbClr val="000000"/>
                        </a:solidFill>
                        <a:effectLst/>
                        <a:latin typeface="+mn-lt"/>
                      </a:endParaRPr>
                    </a:p>
                  </a:txBody>
                  <a:tcPr marL="7620"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914400" rtl="0" eaLnBrk="1" latinLnBrk="0" hangingPunct="1">
                        <a:defRPr sz="1800" kern="1200">
                          <a:solidFill>
                            <a:schemeClr val="tx1"/>
                          </a:solidFill>
                          <a:latin typeface="Ubuntu"/>
                        </a:defRPr>
                      </a:lvl1pPr>
                      <a:lvl2pPr marL="457200" algn="l" defTabSz="914400" rtl="0" eaLnBrk="1" latinLnBrk="0" hangingPunct="1">
                        <a:defRPr sz="1800" kern="1200">
                          <a:solidFill>
                            <a:schemeClr val="tx1"/>
                          </a:solidFill>
                          <a:latin typeface="Ubuntu"/>
                        </a:defRPr>
                      </a:lvl2pPr>
                      <a:lvl3pPr marL="914400" algn="l" defTabSz="914400" rtl="0" eaLnBrk="1" latinLnBrk="0" hangingPunct="1">
                        <a:defRPr sz="1800" kern="1200">
                          <a:solidFill>
                            <a:schemeClr val="tx1"/>
                          </a:solidFill>
                          <a:latin typeface="Ubuntu"/>
                        </a:defRPr>
                      </a:lvl3pPr>
                      <a:lvl4pPr marL="1371600" algn="l" defTabSz="914400" rtl="0" eaLnBrk="1" latinLnBrk="0" hangingPunct="1">
                        <a:defRPr sz="1800" kern="1200">
                          <a:solidFill>
                            <a:schemeClr val="tx1"/>
                          </a:solidFill>
                          <a:latin typeface="Ubuntu"/>
                        </a:defRPr>
                      </a:lvl4pPr>
                      <a:lvl5pPr marL="1828800" algn="l" defTabSz="914400" rtl="0" eaLnBrk="1" latinLnBrk="0" hangingPunct="1">
                        <a:defRPr sz="1800" kern="1200">
                          <a:solidFill>
                            <a:schemeClr val="tx1"/>
                          </a:solidFill>
                          <a:latin typeface="Ubuntu"/>
                        </a:defRPr>
                      </a:lvl5pPr>
                      <a:lvl6pPr marL="2286000" algn="l" defTabSz="914400" rtl="0" eaLnBrk="1" latinLnBrk="0" hangingPunct="1">
                        <a:defRPr sz="1800" kern="1200">
                          <a:solidFill>
                            <a:schemeClr val="tx1"/>
                          </a:solidFill>
                          <a:latin typeface="Ubuntu"/>
                        </a:defRPr>
                      </a:lvl6pPr>
                      <a:lvl7pPr marL="2743200" algn="l" defTabSz="914400" rtl="0" eaLnBrk="1" latinLnBrk="0" hangingPunct="1">
                        <a:defRPr sz="1800" kern="1200">
                          <a:solidFill>
                            <a:schemeClr val="tx1"/>
                          </a:solidFill>
                          <a:latin typeface="Ubuntu"/>
                        </a:defRPr>
                      </a:lvl7pPr>
                      <a:lvl8pPr marL="3200400" algn="l" defTabSz="914400" rtl="0" eaLnBrk="1" latinLnBrk="0" hangingPunct="1">
                        <a:defRPr sz="1800" kern="1200">
                          <a:solidFill>
                            <a:schemeClr val="tx1"/>
                          </a:solidFill>
                          <a:latin typeface="Ubuntu"/>
                        </a:defRPr>
                      </a:lvl8pPr>
                      <a:lvl9pPr marL="3657600" algn="l" defTabSz="914400" rtl="0" eaLnBrk="1" latinLnBrk="0" hangingPunct="1">
                        <a:defRPr sz="1800" kern="1200">
                          <a:solidFill>
                            <a:schemeClr val="tx1"/>
                          </a:solidFill>
                          <a:latin typeface="Ubuntu"/>
                        </a:defRPr>
                      </a:lvl9pPr>
                    </a:lstStyle>
                    <a:p>
                      <a:pPr algn="l" fontAlgn="ctr"/>
                      <a:endParaRPr lang="en-IN" sz="1100" b="0" i="0" u="none" strike="noStrike">
                        <a:solidFill>
                          <a:srgbClr val="000000"/>
                        </a:solidFill>
                        <a:effectLst/>
                        <a:latin typeface="+mn-lt"/>
                      </a:endParaRPr>
                    </a:p>
                  </a:txBody>
                  <a:tcPr marL="7620"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914400" rtl="0" eaLnBrk="1" latinLnBrk="0" hangingPunct="1">
                        <a:defRPr sz="1800" kern="1200">
                          <a:solidFill>
                            <a:schemeClr val="tx1"/>
                          </a:solidFill>
                          <a:latin typeface="Ubuntu"/>
                        </a:defRPr>
                      </a:lvl1pPr>
                      <a:lvl2pPr marL="457200" algn="l" defTabSz="914400" rtl="0" eaLnBrk="1" latinLnBrk="0" hangingPunct="1">
                        <a:defRPr sz="1800" kern="1200">
                          <a:solidFill>
                            <a:schemeClr val="tx1"/>
                          </a:solidFill>
                          <a:latin typeface="Ubuntu"/>
                        </a:defRPr>
                      </a:lvl2pPr>
                      <a:lvl3pPr marL="914400" algn="l" defTabSz="914400" rtl="0" eaLnBrk="1" latinLnBrk="0" hangingPunct="1">
                        <a:defRPr sz="1800" kern="1200">
                          <a:solidFill>
                            <a:schemeClr val="tx1"/>
                          </a:solidFill>
                          <a:latin typeface="Ubuntu"/>
                        </a:defRPr>
                      </a:lvl3pPr>
                      <a:lvl4pPr marL="1371600" algn="l" defTabSz="914400" rtl="0" eaLnBrk="1" latinLnBrk="0" hangingPunct="1">
                        <a:defRPr sz="1800" kern="1200">
                          <a:solidFill>
                            <a:schemeClr val="tx1"/>
                          </a:solidFill>
                          <a:latin typeface="Ubuntu"/>
                        </a:defRPr>
                      </a:lvl4pPr>
                      <a:lvl5pPr marL="1828800" algn="l" defTabSz="914400" rtl="0" eaLnBrk="1" latinLnBrk="0" hangingPunct="1">
                        <a:defRPr sz="1800" kern="1200">
                          <a:solidFill>
                            <a:schemeClr val="tx1"/>
                          </a:solidFill>
                          <a:latin typeface="Ubuntu"/>
                        </a:defRPr>
                      </a:lvl5pPr>
                      <a:lvl6pPr marL="2286000" algn="l" defTabSz="914400" rtl="0" eaLnBrk="1" latinLnBrk="0" hangingPunct="1">
                        <a:defRPr sz="1800" kern="1200">
                          <a:solidFill>
                            <a:schemeClr val="tx1"/>
                          </a:solidFill>
                          <a:latin typeface="Ubuntu"/>
                        </a:defRPr>
                      </a:lvl6pPr>
                      <a:lvl7pPr marL="2743200" algn="l" defTabSz="914400" rtl="0" eaLnBrk="1" latinLnBrk="0" hangingPunct="1">
                        <a:defRPr sz="1800" kern="1200">
                          <a:solidFill>
                            <a:schemeClr val="tx1"/>
                          </a:solidFill>
                          <a:latin typeface="Ubuntu"/>
                        </a:defRPr>
                      </a:lvl7pPr>
                      <a:lvl8pPr marL="3200400" algn="l" defTabSz="914400" rtl="0" eaLnBrk="1" latinLnBrk="0" hangingPunct="1">
                        <a:defRPr sz="1800" kern="1200">
                          <a:solidFill>
                            <a:schemeClr val="tx1"/>
                          </a:solidFill>
                          <a:latin typeface="Ubuntu"/>
                        </a:defRPr>
                      </a:lvl8pPr>
                      <a:lvl9pPr marL="3657600" algn="l" defTabSz="914400" rtl="0" eaLnBrk="1" latinLnBrk="0" hangingPunct="1">
                        <a:defRPr sz="1800" kern="1200">
                          <a:solidFill>
                            <a:schemeClr val="tx1"/>
                          </a:solidFill>
                          <a:latin typeface="Ubuntu"/>
                        </a:defRPr>
                      </a:lvl9pPr>
                    </a:lstStyle>
                    <a:p>
                      <a:pPr algn="l" fontAlgn="ctr"/>
                      <a:endParaRPr lang="en-IN" sz="1100" b="0" i="0" u="none" strike="noStrike">
                        <a:solidFill>
                          <a:srgbClr val="000000"/>
                        </a:solidFill>
                        <a:effectLst/>
                        <a:latin typeface="+mn-lt"/>
                      </a:endParaRPr>
                    </a:p>
                  </a:txBody>
                  <a:tcPr marL="7620"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914400" rtl="0" eaLnBrk="1" latinLnBrk="0" hangingPunct="1">
                        <a:defRPr sz="1800" kern="1200">
                          <a:solidFill>
                            <a:schemeClr val="tx1"/>
                          </a:solidFill>
                          <a:latin typeface="Ubuntu"/>
                        </a:defRPr>
                      </a:lvl1pPr>
                      <a:lvl2pPr marL="457200" algn="l" defTabSz="914400" rtl="0" eaLnBrk="1" latinLnBrk="0" hangingPunct="1">
                        <a:defRPr sz="1800" kern="1200">
                          <a:solidFill>
                            <a:schemeClr val="tx1"/>
                          </a:solidFill>
                          <a:latin typeface="Ubuntu"/>
                        </a:defRPr>
                      </a:lvl2pPr>
                      <a:lvl3pPr marL="914400" algn="l" defTabSz="914400" rtl="0" eaLnBrk="1" latinLnBrk="0" hangingPunct="1">
                        <a:defRPr sz="1800" kern="1200">
                          <a:solidFill>
                            <a:schemeClr val="tx1"/>
                          </a:solidFill>
                          <a:latin typeface="Ubuntu"/>
                        </a:defRPr>
                      </a:lvl3pPr>
                      <a:lvl4pPr marL="1371600" algn="l" defTabSz="914400" rtl="0" eaLnBrk="1" latinLnBrk="0" hangingPunct="1">
                        <a:defRPr sz="1800" kern="1200">
                          <a:solidFill>
                            <a:schemeClr val="tx1"/>
                          </a:solidFill>
                          <a:latin typeface="Ubuntu"/>
                        </a:defRPr>
                      </a:lvl4pPr>
                      <a:lvl5pPr marL="1828800" algn="l" defTabSz="914400" rtl="0" eaLnBrk="1" latinLnBrk="0" hangingPunct="1">
                        <a:defRPr sz="1800" kern="1200">
                          <a:solidFill>
                            <a:schemeClr val="tx1"/>
                          </a:solidFill>
                          <a:latin typeface="Ubuntu"/>
                        </a:defRPr>
                      </a:lvl5pPr>
                      <a:lvl6pPr marL="2286000" algn="l" defTabSz="914400" rtl="0" eaLnBrk="1" latinLnBrk="0" hangingPunct="1">
                        <a:defRPr sz="1800" kern="1200">
                          <a:solidFill>
                            <a:schemeClr val="tx1"/>
                          </a:solidFill>
                          <a:latin typeface="Ubuntu"/>
                        </a:defRPr>
                      </a:lvl6pPr>
                      <a:lvl7pPr marL="2743200" algn="l" defTabSz="914400" rtl="0" eaLnBrk="1" latinLnBrk="0" hangingPunct="1">
                        <a:defRPr sz="1800" kern="1200">
                          <a:solidFill>
                            <a:schemeClr val="tx1"/>
                          </a:solidFill>
                          <a:latin typeface="Ubuntu"/>
                        </a:defRPr>
                      </a:lvl7pPr>
                      <a:lvl8pPr marL="3200400" algn="l" defTabSz="914400" rtl="0" eaLnBrk="1" latinLnBrk="0" hangingPunct="1">
                        <a:defRPr sz="1800" kern="1200">
                          <a:solidFill>
                            <a:schemeClr val="tx1"/>
                          </a:solidFill>
                          <a:latin typeface="Ubuntu"/>
                        </a:defRPr>
                      </a:lvl8pPr>
                      <a:lvl9pPr marL="3657600" algn="l" defTabSz="914400" rtl="0" eaLnBrk="1" latinLnBrk="0" hangingPunct="1">
                        <a:defRPr sz="1800" kern="1200">
                          <a:solidFill>
                            <a:schemeClr val="tx1"/>
                          </a:solidFill>
                          <a:latin typeface="Ubuntu"/>
                        </a:defRPr>
                      </a:lvl9pPr>
                    </a:lstStyle>
                    <a:p>
                      <a:pPr algn="l" fontAlgn="ctr"/>
                      <a:endParaRPr lang="en-IN" sz="1100" b="0" i="0" u="none" strike="noStrike">
                        <a:solidFill>
                          <a:srgbClr val="000000"/>
                        </a:solidFill>
                        <a:effectLst/>
                        <a:latin typeface="+mn-lt"/>
                      </a:endParaRPr>
                    </a:p>
                  </a:txBody>
                  <a:tcPr marL="7620"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914400" rtl="0" eaLnBrk="1" latinLnBrk="0" hangingPunct="1">
                        <a:defRPr sz="1800" kern="1200">
                          <a:solidFill>
                            <a:schemeClr val="tx1"/>
                          </a:solidFill>
                          <a:latin typeface="Ubuntu"/>
                        </a:defRPr>
                      </a:lvl1pPr>
                      <a:lvl2pPr marL="457200" algn="l" defTabSz="914400" rtl="0" eaLnBrk="1" latinLnBrk="0" hangingPunct="1">
                        <a:defRPr sz="1800" kern="1200">
                          <a:solidFill>
                            <a:schemeClr val="tx1"/>
                          </a:solidFill>
                          <a:latin typeface="Ubuntu"/>
                        </a:defRPr>
                      </a:lvl2pPr>
                      <a:lvl3pPr marL="914400" algn="l" defTabSz="914400" rtl="0" eaLnBrk="1" latinLnBrk="0" hangingPunct="1">
                        <a:defRPr sz="1800" kern="1200">
                          <a:solidFill>
                            <a:schemeClr val="tx1"/>
                          </a:solidFill>
                          <a:latin typeface="Ubuntu"/>
                        </a:defRPr>
                      </a:lvl3pPr>
                      <a:lvl4pPr marL="1371600" algn="l" defTabSz="914400" rtl="0" eaLnBrk="1" latinLnBrk="0" hangingPunct="1">
                        <a:defRPr sz="1800" kern="1200">
                          <a:solidFill>
                            <a:schemeClr val="tx1"/>
                          </a:solidFill>
                          <a:latin typeface="Ubuntu"/>
                        </a:defRPr>
                      </a:lvl4pPr>
                      <a:lvl5pPr marL="1828800" algn="l" defTabSz="914400" rtl="0" eaLnBrk="1" latinLnBrk="0" hangingPunct="1">
                        <a:defRPr sz="1800" kern="1200">
                          <a:solidFill>
                            <a:schemeClr val="tx1"/>
                          </a:solidFill>
                          <a:latin typeface="Ubuntu"/>
                        </a:defRPr>
                      </a:lvl5pPr>
                      <a:lvl6pPr marL="2286000" algn="l" defTabSz="914400" rtl="0" eaLnBrk="1" latinLnBrk="0" hangingPunct="1">
                        <a:defRPr sz="1800" kern="1200">
                          <a:solidFill>
                            <a:schemeClr val="tx1"/>
                          </a:solidFill>
                          <a:latin typeface="Ubuntu"/>
                        </a:defRPr>
                      </a:lvl6pPr>
                      <a:lvl7pPr marL="2743200" algn="l" defTabSz="914400" rtl="0" eaLnBrk="1" latinLnBrk="0" hangingPunct="1">
                        <a:defRPr sz="1800" kern="1200">
                          <a:solidFill>
                            <a:schemeClr val="tx1"/>
                          </a:solidFill>
                          <a:latin typeface="Ubuntu"/>
                        </a:defRPr>
                      </a:lvl7pPr>
                      <a:lvl8pPr marL="3200400" algn="l" defTabSz="914400" rtl="0" eaLnBrk="1" latinLnBrk="0" hangingPunct="1">
                        <a:defRPr sz="1800" kern="1200">
                          <a:solidFill>
                            <a:schemeClr val="tx1"/>
                          </a:solidFill>
                          <a:latin typeface="Ubuntu"/>
                        </a:defRPr>
                      </a:lvl8pPr>
                      <a:lvl9pPr marL="3657600" algn="l" defTabSz="914400" rtl="0" eaLnBrk="1" latinLnBrk="0" hangingPunct="1">
                        <a:defRPr sz="1800" kern="1200">
                          <a:solidFill>
                            <a:schemeClr val="tx1"/>
                          </a:solidFill>
                          <a:latin typeface="Ubuntu"/>
                        </a:defRPr>
                      </a:lvl9pPr>
                    </a:lstStyle>
                    <a:p>
                      <a:pPr algn="l" fontAlgn="ctr"/>
                      <a:endParaRPr lang="en-IN" sz="1100" b="0" i="0" u="none" strike="noStrike">
                        <a:solidFill>
                          <a:srgbClr val="000000"/>
                        </a:solidFill>
                        <a:effectLst/>
                        <a:latin typeface="+mn-lt"/>
                      </a:endParaRPr>
                    </a:p>
                  </a:txBody>
                  <a:tcPr marL="7620"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914400" rtl="0" eaLnBrk="1" latinLnBrk="0" hangingPunct="1">
                        <a:defRPr sz="1800" kern="1200">
                          <a:solidFill>
                            <a:schemeClr val="tx1"/>
                          </a:solidFill>
                          <a:latin typeface="Ubuntu"/>
                        </a:defRPr>
                      </a:lvl1pPr>
                      <a:lvl2pPr marL="457200" algn="l" defTabSz="914400" rtl="0" eaLnBrk="1" latinLnBrk="0" hangingPunct="1">
                        <a:defRPr sz="1800" kern="1200">
                          <a:solidFill>
                            <a:schemeClr val="tx1"/>
                          </a:solidFill>
                          <a:latin typeface="Ubuntu"/>
                        </a:defRPr>
                      </a:lvl2pPr>
                      <a:lvl3pPr marL="914400" algn="l" defTabSz="914400" rtl="0" eaLnBrk="1" latinLnBrk="0" hangingPunct="1">
                        <a:defRPr sz="1800" kern="1200">
                          <a:solidFill>
                            <a:schemeClr val="tx1"/>
                          </a:solidFill>
                          <a:latin typeface="Ubuntu"/>
                        </a:defRPr>
                      </a:lvl3pPr>
                      <a:lvl4pPr marL="1371600" algn="l" defTabSz="914400" rtl="0" eaLnBrk="1" latinLnBrk="0" hangingPunct="1">
                        <a:defRPr sz="1800" kern="1200">
                          <a:solidFill>
                            <a:schemeClr val="tx1"/>
                          </a:solidFill>
                          <a:latin typeface="Ubuntu"/>
                        </a:defRPr>
                      </a:lvl4pPr>
                      <a:lvl5pPr marL="1828800" algn="l" defTabSz="914400" rtl="0" eaLnBrk="1" latinLnBrk="0" hangingPunct="1">
                        <a:defRPr sz="1800" kern="1200">
                          <a:solidFill>
                            <a:schemeClr val="tx1"/>
                          </a:solidFill>
                          <a:latin typeface="Ubuntu"/>
                        </a:defRPr>
                      </a:lvl5pPr>
                      <a:lvl6pPr marL="2286000" algn="l" defTabSz="914400" rtl="0" eaLnBrk="1" latinLnBrk="0" hangingPunct="1">
                        <a:defRPr sz="1800" kern="1200">
                          <a:solidFill>
                            <a:schemeClr val="tx1"/>
                          </a:solidFill>
                          <a:latin typeface="Ubuntu"/>
                        </a:defRPr>
                      </a:lvl6pPr>
                      <a:lvl7pPr marL="2743200" algn="l" defTabSz="914400" rtl="0" eaLnBrk="1" latinLnBrk="0" hangingPunct="1">
                        <a:defRPr sz="1800" kern="1200">
                          <a:solidFill>
                            <a:schemeClr val="tx1"/>
                          </a:solidFill>
                          <a:latin typeface="Ubuntu"/>
                        </a:defRPr>
                      </a:lvl7pPr>
                      <a:lvl8pPr marL="3200400" algn="l" defTabSz="914400" rtl="0" eaLnBrk="1" latinLnBrk="0" hangingPunct="1">
                        <a:defRPr sz="1800" kern="1200">
                          <a:solidFill>
                            <a:schemeClr val="tx1"/>
                          </a:solidFill>
                          <a:latin typeface="Ubuntu"/>
                        </a:defRPr>
                      </a:lvl8pPr>
                      <a:lvl9pPr marL="3657600" algn="l" defTabSz="914400" rtl="0" eaLnBrk="1" latinLnBrk="0" hangingPunct="1">
                        <a:defRPr sz="1800" kern="1200">
                          <a:solidFill>
                            <a:schemeClr val="tx1"/>
                          </a:solidFill>
                          <a:latin typeface="Ubuntu"/>
                        </a:defRPr>
                      </a:lvl9pPr>
                    </a:lstStyle>
                    <a:p>
                      <a:pPr algn="l" fontAlgn="ctr"/>
                      <a:endParaRPr lang="en-IN" sz="1100" b="0" i="0" u="none" strike="noStrike">
                        <a:solidFill>
                          <a:srgbClr val="000000"/>
                        </a:solidFill>
                        <a:effectLst/>
                        <a:latin typeface="+mn-lt"/>
                      </a:endParaRPr>
                    </a:p>
                  </a:txBody>
                  <a:tcPr marL="7620"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914400" rtl="0" eaLnBrk="1" latinLnBrk="0" hangingPunct="1">
                        <a:defRPr sz="1800" kern="1200">
                          <a:solidFill>
                            <a:schemeClr val="tx1"/>
                          </a:solidFill>
                          <a:latin typeface="Ubuntu"/>
                        </a:defRPr>
                      </a:lvl1pPr>
                      <a:lvl2pPr marL="457200" algn="l" defTabSz="914400" rtl="0" eaLnBrk="1" latinLnBrk="0" hangingPunct="1">
                        <a:defRPr sz="1800" kern="1200">
                          <a:solidFill>
                            <a:schemeClr val="tx1"/>
                          </a:solidFill>
                          <a:latin typeface="Ubuntu"/>
                        </a:defRPr>
                      </a:lvl2pPr>
                      <a:lvl3pPr marL="914400" algn="l" defTabSz="914400" rtl="0" eaLnBrk="1" latinLnBrk="0" hangingPunct="1">
                        <a:defRPr sz="1800" kern="1200">
                          <a:solidFill>
                            <a:schemeClr val="tx1"/>
                          </a:solidFill>
                          <a:latin typeface="Ubuntu"/>
                        </a:defRPr>
                      </a:lvl3pPr>
                      <a:lvl4pPr marL="1371600" algn="l" defTabSz="914400" rtl="0" eaLnBrk="1" latinLnBrk="0" hangingPunct="1">
                        <a:defRPr sz="1800" kern="1200">
                          <a:solidFill>
                            <a:schemeClr val="tx1"/>
                          </a:solidFill>
                          <a:latin typeface="Ubuntu"/>
                        </a:defRPr>
                      </a:lvl4pPr>
                      <a:lvl5pPr marL="1828800" algn="l" defTabSz="914400" rtl="0" eaLnBrk="1" latinLnBrk="0" hangingPunct="1">
                        <a:defRPr sz="1800" kern="1200">
                          <a:solidFill>
                            <a:schemeClr val="tx1"/>
                          </a:solidFill>
                          <a:latin typeface="Ubuntu"/>
                        </a:defRPr>
                      </a:lvl5pPr>
                      <a:lvl6pPr marL="2286000" algn="l" defTabSz="914400" rtl="0" eaLnBrk="1" latinLnBrk="0" hangingPunct="1">
                        <a:defRPr sz="1800" kern="1200">
                          <a:solidFill>
                            <a:schemeClr val="tx1"/>
                          </a:solidFill>
                          <a:latin typeface="Ubuntu"/>
                        </a:defRPr>
                      </a:lvl6pPr>
                      <a:lvl7pPr marL="2743200" algn="l" defTabSz="914400" rtl="0" eaLnBrk="1" latinLnBrk="0" hangingPunct="1">
                        <a:defRPr sz="1800" kern="1200">
                          <a:solidFill>
                            <a:schemeClr val="tx1"/>
                          </a:solidFill>
                          <a:latin typeface="Ubuntu"/>
                        </a:defRPr>
                      </a:lvl7pPr>
                      <a:lvl8pPr marL="3200400" algn="l" defTabSz="914400" rtl="0" eaLnBrk="1" latinLnBrk="0" hangingPunct="1">
                        <a:defRPr sz="1800" kern="1200">
                          <a:solidFill>
                            <a:schemeClr val="tx1"/>
                          </a:solidFill>
                          <a:latin typeface="Ubuntu"/>
                        </a:defRPr>
                      </a:lvl8pPr>
                      <a:lvl9pPr marL="3657600" algn="l" defTabSz="914400" rtl="0" eaLnBrk="1" latinLnBrk="0" hangingPunct="1">
                        <a:defRPr sz="1800" kern="1200">
                          <a:solidFill>
                            <a:schemeClr val="tx1"/>
                          </a:solidFill>
                          <a:latin typeface="Ubuntu"/>
                        </a:defRPr>
                      </a:lvl9pPr>
                    </a:lstStyle>
                    <a:p>
                      <a:pPr algn="l" fontAlgn="ctr"/>
                      <a:endParaRPr lang="en-IN" sz="1100" b="0" i="0" u="none" strike="noStrike">
                        <a:solidFill>
                          <a:srgbClr val="000000"/>
                        </a:solidFill>
                        <a:effectLst/>
                        <a:latin typeface="+mn-lt"/>
                      </a:endParaRPr>
                    </a:p>
                  </a:txBody>
                  <a:tcPr marL="7620"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914400" rtl="0" eaLnBrk="1" latinLnBrk="0" hangingPunct="1">
                        <a:defRPr sz="1800" kern="1200">
                          <a:solidFill>
                            <a:schemeClr val="tx1"/>
                          </a:solidFill>
                          <a:latin typeface="Ubuntu"/>
                        </a:defRPr>
                      </a:lvl1pPr>
                      <a:lvl2pPr marL="457200" algn="l" defTabSz="914400" rtl="0" eaLnBrk="1" latinLnBrk="0" hangingPunct="1">
                        <a:defRPr sz="1800" kern="1200">
                          <a:solidFill>
                            <a:schemeClr val="tx1"/>
                          </a:solidFill>
                          <a:latin typeface="Ubuntu"/>
                        </a:defRPr>
                      </a:lvl2pPr>
                      <a:lvl3pPr marL="914400" algn="l" defTabSz="914400" rtl="0" eaLnBrk="1" latinLnBrk="0" hangingPunct="1">
                        <a:defRPr sz="1800" kern="1200">
                          <a:solidFill>
                            <a:schemeClr val="tx1"/>
                          </a:solidFill>
                          <a:latin typeface="Ubuntu"/>
                        </a:defRPr>
                      </a:lvl3pPr>
                      <a:lvl4pPr marL="1371600" algn="l" defTabSz="914400" rtl="0" eaLnBrk="1" latinLnBrk="0" hangingPunct="1">
                        <a:defRPr sz="1800" kern="1200">
                          <a:solidFill>
                            <a:schemeClr val="tx1"/>
                          </a:solidFill>
                          <a:latin typeface="Ubuntu"/>
                        </a:defRPr>
                      </a:lvl4pPr>
                      <a:lvl5pPr marL="1828800" algn="l" defTabSz="914400" rtl="0" eaLnBrk="1" latinLnBrk="0" hangingPunct="1">
                        <a:defRPr sz="1800" kern="1200">
                          <a:solidFill>
                            <a:schemeClr val="tx1"/>
                          </a:solidFill>
                          <a:latin typeface="Ubuntu"/>
                        </a:defRPr>
                      </a:lvl5pPr>
                      <a:lvl6pPr marL="2286000" algn="l" defTabSz="914400" rtl="0" eaLnBrk="1" latinLnBrk="0" hangingPunct="1">
                        <a:defRPr sz="1800" kern="1200">
                          <a:solidFill>
                            <a:schemeClr val="tx1"/>
                          </a:solidFill>
                          <a:latin typeface="Ubuntu"/>
                        </a:defRPr>
                      </a:lvl6pPr>
                      <a:lvl7pPr marL="2743200" algn="l" defTabSz="914400" rtl="0" eaLnBrk="1" latinLnBrk="0" hangingPunct="1">
                        <a:defRPr sz="1800" kern="1200">
                          <a:solidFill>
                            <a:schemeClr val="tx1"/>
                          </a:solidFill>
                          <a:latin typeface="Ubuntu"/>
                        </a:defRPr>
                      </a:lvl7pPr>
                      <a:lvl8pPr marL="3200400" algn="l" defTabSz="914400" rtl="0" eaLnBrk="1" latinLnBrk="0" hangingPunct="1">
                        <a:defRPr sz="1800" kern="1200">
                          <a:solidFill>
                            <a:schemeClr val="tx1"/>
                          </a:solidFill>
                          <a:latin typeface="Ubuntu"/>
                        </a:defRPr>
                      </a:lvl8pPr>
                      <a:lvl9pPr marL="3657600" algn="l" defTabSz="914400" rtl="0" eaLnBrk="1" latinLnBrk="0" hangingPunct="1">
                        <a:defRPr sz="1800" kern="1200">
                          <a:solidFill>
                            <a:schemeClr val="tx1"/>
                          </a:solidFill>
                          <a:latin typeface="Ubuntu"/>
                        </a:defRPr>
                      </a:lvl9pPr>
                    </a:lstStyle>
                    <a:p>
                      <a:pPr algn="l" fontAlgn="ctr"/>
                      <a:endParaRPr lang="en-IN" sz="1100" b="0" i="0" u="none" strike="noStrike">
                        <a:solidFill>
                          <a:srgbClr val="000000"/>
                        </a:solidFill>
                        <a:effectLst/>
                        <a:latin typeface="+mn-lt"/>
                      </a:endParaRPr>
                    </a:p>
                  </a:txBody>
                  <a:tcPr marL="7620" marR="7620" marT="7620" marB="0" anchor="ctr">
                    <a:lnL w="12700" cap="flat" cmpd="sng" algn="ctr">
                      <a:solidFill>
                        <a:srgbClr val="FFFFFF"/>
                      </a:solidFill>
                      <a:prstDash val="solid"/>
                      <a:round/>
                      <a:headEnd type="none" w="med" len="med"/>
                      <a:tailEnd type="none" w="med" len="med"/>
                    </a:lnL>
                    <a:lnR w="12700" cap="flat" cmpd="sng" algn="ctr">
                      <a:solidFill>
                        <a:sysClr val="windowText" lastClr="000000">
                          <a:lumMod val="50000"/>
                          <a:lumOff val="50000"/>
                        </a:sysClr>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extLst>
                  <a:ext uri="{0D108BD9-81ED-4DB2-BD59-A6C34878D82A}">
                    <a16:rowId xmlns:a16="http://schemas.microsoft.com/office/drawing/2014/main" val="1239979565"/>
                  </a:ext>
                </a:extLst>
              </a:tr>
              <a:tr h="682864">
                <a:tc gridSpan="2">
                  <a:txBody>
                    <a:bodyPr/>
                    <a:lstStyle>
                      <a:lvl1pPr marL="0" algn="l" defTabSz="914400" rtl="0" eaLnBrk="1" latinLnBrk="0" hangingPunct="1">
                        <a:defRPr sz="1800" kern="1200">
                          <a:solidFill>
                            <a:schemeClr val="tx1"/>
                          </a:solidFill>
                          <a:latin typeface="Ubuntu"/>
                        </a:defRPr>
                      </a:lvl1pPr>
                      <a:lvl2pPr marL="457200" algn="l" defTabSz="914400" rtl="0" eaLnBrk="1" latinLnBrk="0" hangingPunct="1">
                        <a:defRPr sz="1800" kern="1200">
                          <a:solidFill>
                            <a:schemeClr val="tx1"/>
                          </a:solidFill>
                          <a:latin typeface="Ubuntu"/>
                        </a:defRPr>
                      </a:lvl2pPr>
                      <a:lvl3pPr marL="914400" algn="l" defTabSz="914400" rtl="0" eaLnBrk="1" latinLnBrk="0" hangingPunct="1">
                        <a:defRPr sz="1800" kern="1200">
                          <a:solidFill>
                            <a:schemeClr val="tx1"/>
                          </a:solidFill>
                          <a:latin typeface="Ubuntu"/>
                        </a:defRPr>
                      </a:lvl3pPr>
                      <a:lvl4pPr marL="1371600" algn="l" defTabSz="914400" rtl="0" eaLnBrk="1" latinLnBrk="0" hangingPunct="1">
                        <a:defRPr sz="1800" kern="1200">
                          <a:solidFill>
                            <a:schemeClr val="tx1"/>
                          </a:solidFill>
                          <a:latin typeface="Ubuntu"/>
                        </a:defRPr>
                      </a:lvl4pPr>
                      <a:lvl5pPr marL="1828800" algn="l" defTabSz="914400" rtl="0" eaLnBrk="1" latinLnBrk="0" hangingPunct="1">
                        <a:defRPr sz="1800" kern="1200">
                          <a:solidFill>
                            <a:schemeClr val="tx1"/>
                          </a:solidFill>
                          <a:latin typeface="Ubuntu"/>
                        </a:defRPr>
                      </a:lvl5pPr>
                      <a:lvl6pPr marL="2286000" algn="l" defTabSz="914400" rtl="0" eaLnBrk="1" latinLnBrk="0" hangingPunct="1">
                        <a:defRPr sz="1800" kern="1200">
                          <a:solidFill>
                            <a:schemeClr val="tx1"/>
                          </a:solidFill>
                          <a:latin typeface="Ubuntu"/>
                        </a:defRPr>
                      </a:lvl6pPr>
                      <a:lvl7pPr marL="2743200" algn="l" defTabSz="914400" rtl="0" eaLnBrk="1" latinLnBrk="0" hangingPunct="1">
                        <a:defRPr sz="1800" kern="1200">
                          <a:solidFill>
                            <a:schemeClr val="tx1"/>
                          </a:solidFill>
                          <a:latin typeface="Ubuntu"/>
                        </a:defRPr>
                      </a:lvl7pPr>
                      <a:lvl8pPr marL="3200400" algn="l" defTabSz="914400" rtl="0" eaLnBrk="1" latinLnBrk="0" hangingPunct="1">
                        <a:defRPr sz="1800" kern="1200">
                          <a:solidFill>
                            <a:schemeClr val="tx1"/>
                          </a:solidFill>
                          <a:latin typeface="Ubuntu"/>
                        </a:defRPr>
                      </a:lvl8pPr>
                      <a:lvl9pPr marL="3657600" algn="l" defTabSz="914400" rtl="0" eaLnBrk="1" latinLnBrk="0" hangingPunct="1">
                        <a:defRPr sz="1800" kern="1200">
                          <a:solidFill>
                            <a:schemeClr val="tx1"/>
                          </a:solidFill>
                          <a:latin typeface="Ubuntu"/>
                        </a:defRPr>
                      </a:lvl9pPr>
                    </a:lstStyle>
                    <a:p>
                      <a:pPr marL="0" marR="0" lvl="0" indent="0" algn="l" defTabSz="914400" rtl="0" eaLnBrk="1" fontAlgn="ctr" latinLnBrk="0" hangingPunct="1">
                        <a:lnSpc>
                          <a:spcPct val="100000"/>
                        </a:lnSpc>
                        <a:spcBef>
                          <a:spcPts val="0"/>
                        </a:spcBef>
                        <a:spcAft>
                          <a:spcPts val="0"/>
                        </a:spcAft>
                        <a:buClrTx/>
                        <a:buSzTx/>
                        <a:buFontTx/>
                        <a:buNone/>
                        <a:tabLst/>
                        <a:defRPr/>
                      </a:pPr>
                      <a:r>
                        <a:rPr lang="en-IN" sz="1000" b="0" i="0" u="none" strike="noStrike" kern="1200">
                          <a:solidFill>
                            <a:schemeClr val="bg1"/>
                          </a:solidFill>
                          <a:effectLst/>
                          <a:latin typeface="+mn-lt"/>
                          <a:ea typeface="+mn-ea"/>
                          <a:cs typeface="+mn-cs"/>
                        </a:rPr>
                        <a:t>VRO Design </a:t>
                      </a:r>
                    </a:p>
                  </a:txBody>
                  <a:tcPr marL="36000" marR="7620" marT="7620" marB="0" anchor="ctr">
                    <a:lnL w="12700" cap="flat" cmpd="sng" algn="ctr">
                      <a:solidFill>
                        <a:sysClr val="windowText" lastClr="000000">
                          <a:lumMod val="50000"/>
                          <a:lumOff val="50000"/>
                        </a:sysClr>
                      </a:solidFill>
                      <a:prstDash val="solid"/>
                      <a:round/>
                      <a:headEnd type="none" w="med" len="med"/>
                      <a:tailEnd type="none" w="med" len="med"/>
                    </a:lnL>
                    <a:lnR w="2857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tx1">
                        <a:lumMod val="95000"/>
                      </a:schemeClr>
                    </a:solidFill>
                  </a:tcPr>
                </a:tc>
                <a:tc hMerge="1">
                  <a:txBody>
                    <a:bodyPr/>
                    <a:lstStyle/>
                    <a:p>
                      <a:endParaRPr lang="en-US"/>
                    </a:p>
                  </a:txBody>
                  <a:tcPr/>
                </a:tc>
                <a:tc>
                  <a:txBody>
                    <a:bodyPr/>
                    <a:lstStyle>
                      <a:lvl1pPr marL="0" algn="l" defTabSz="914400" rtl="0" eaLnBrk="1" latinLnBrk="0" hangingPunct="1">
                        <a:defRPr sz="1800" kern="1200">
                          <a:solidFill>
                            <a:schemeClr val="tx1"/>
                          </a:solidFill>
                          <a:latin typeface="Ubuntu"/>
                        </a:defRPr>
                      </a:lvl1pPr>
                      <a:lvl2pPr marL="457200" algn="l" defTabSz="914400" rtl="0" eaLnBrk="1" latinLnBrk="0" hangingPunct="1">
                        <a:defRPr sz="1800" kern="1200">
                          <a:solidFill>
                            <a:schemeClr val="tx1"/>
                          </a:solidFill>
                          <a:latin typeface="Ubuntu"/>
                        </a:defRPr>
                      </a:lvl2pPr>
                      <a:lvl3pPr marL="914400" algn="l" defTabSz="914400" rtl="0" eaLnBrk="1" latinLnBrk="0" hangingPunct="1">
                        <a:defRPr sz="1800" kern="1200">
                          <a:solidFill>
                            <a:schemeClr val="tx1"/>
                          </a:solidFill>
                          <a:latin typeface="Ubuntu"/>
                        </a:defRPr>
                      </a:lvl3pPr>
                      <a:lvl4pPr marL="1371600" algn="l" defTabSz="914400" rtl="0" eaLnBrk="1" latinLnBrk="0" hangingPunct="1">
                        <a:defRPr sz="1800" kern="1200">
                          <a:solidFill>
                            <a:schemeClr val="tx1"/>
                          </a:solidFill>
                          <a:latin typeface="Ubuntu"/>
                        </a:defRPr>
                      </a:lvl4pPr>
                      <a:lvl5pPr marL="1828800" algn="l" defTabSz="914400" rtl="0" eaLnBrk="1" latinLnBrk="0" hangingPunct="1">
                        <a:defRPr sz="1800" kern="1200">
                          <a:solidFill>
                            <a:schemeClr val="tx1"/>
                          </a:solidFill>
                          <a:latin typeface="Ubuntu"/>
                        </a:defRPr>
                      </a:lvl5pPr>
                      <a:lvl6pPr marL="2286000" algn="l" defTabSz="914400" rtl="0" eaLnBrk="1" latinLnBrk="0" hangingPunct="1">
                        <a:defRPr sz="1800" kern="1200">
                          <a:solidFill>
                            <a:schemeClr val="tx1"/>
                          </a:solidFill>
                          <a:latin typeface="Ubuntu"/>
                        </a:defRPr>
                      </a:lvl6pPr>
                      <a:lvl7pPr marL="2743200" algn="l" defTabSz="914400" rtl="0" eaLnBrk="1" latinLnBrk="0" hangingPunct="1">
                        <a:defRPr sz="1800" kern="1200">
                          <a:solidFill>
                            <a:schemeClr val="tx1"/>
                          </a:solidFill>
                          <a:latin typeface="Ubuntu"/>
                        </a:defRPr>
                      </a:lvl7pPr>
                      <a:lvl8pPr marL="3200400" algn="l" defTabSz="914400" rtl="0" eaLnBrk="1" latinLnBrk="0" hangingPunct="1">
                        <a:defRPr sz="1800" kern="1200">
                          <a:solidFill>
                            <a:schemeClr val="tx1"/>
                          </a:solidFill>
                          <a:latin typeface="Ubuntu"/>
                        </a:defRPr>
                      </a:lvl8pPr>
                      <a:lvl9pPr marL="3657600" algn="l" defTabSz="914400" rtl="0" eaLnBrk="1" latinLnBrk="0" hangingPunct="1">
                        <a:defRPr sz="1800" kern="1200">
                          <a:solidFill>
                            <a:schemeClr val="tx1"/>
                          </a:solidFill>
                          <a:latin typeface="Ubuntu"/>
                        </a:defRPr>
                      </a:lvl9pPr>
                    </a:lstStyle>
                    <a:p>
                      <a:pPr algn="l" fontAlgn="ctr"/>
                      <a:endParaRPr lang="en-IN" sz="1100" b="0" i="0" u="none" strike="noStrike">
                        <a:solidFill>
                          <a:srgbClr val="000000"/>
                        </a:solidFill>
                        <a:effectLst/>
                        <a:latin typeface="+mn-lt"/>
                      </a:endParaRPr>
                    </a:p>
                  </a:txBody>
                  <a:tcPr marL="7620" marR="7620" marT="7620" marB="0" anchor="ctr">
                    <a:lnL w="28575"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272936">
                        <a:lumMod val="10000"/>
                        <a:lumOff val="90000"/>
                      </a:srgbClr>
                    </a:solidFill>
                  </a:tcPr>
                </a:tc>
                <a:tc>
                  <a:txBody>
                    <a:bodyPr/>
                    <a:lstStyle>
                      <a:lvl1pPr marL="0" algn="l" defTabSz="914400" rtl="0" eaLnBrk="1" latinLnBrk="0" hangingPunct="1">
                        <a:defRPr sz="1800" kern="1200">
                          <a:solidFill>
                            <a:schemeClr val="tx1"/>
                          </a:solidFill>
                          <a:latin typeface="Ubuntu"/>
                        </a:defRPr>
                      </a:lvl1pPr>
                      <a:lvl2pPr marL="457200" algn="l" defTabSz="914400" rtl="0" eaLnBrk="1" latinLnBrk="0" hangingPunct="1">
                        <a:defRPr sz="1800" kern="1200">
                          <a:solidFill>
                            <a:schemeClr val="tx1"/>
                          </a:solidFill>
                          <a:latin typeface="Ubuntu"/>
                        </a:defRPr>
                      </a:lvl2pPr>
                      <a:lvl3pPr marL="914400" algn="l" defTabSz="914400" rtl="0" eaLnBrk="1" latinLnBrk="0" hangingPunct="1">
                        <a:defRPr sz="1800" kern="1200">
                          <a:solidFill>
                            <a:schemeClr val="tx1"/>
                          </a:solidFill>
                          <a:latin typeface="Ubuntu"/>
                        </a:defRPr>
                      </a:lvl3pPr>
                      <a:lvl4pPr marL="1371600" algn="l" defTabSz="914400" rtl="0" eaLnBrk="1" latinLnBrk="0" hangingPunct="1">
                        <a:defRPr sz="1800" kern="1200">
                          <a:solidFill>
                            <a:schemeClr val="tx1"/>
                          </a:solidFill>
                          <a:latin typeface="Ubuntu"/>
                        </a:defRPr>
                      </a:lvl4pPr>
                      <a:lvl5pPr marL="1828800" algn="l" defTabSz="914400" rtl="0" eaLnBrk="1" latinLnBrk="0" hangingPunct="1">
                        <a:defRPr sz="1800" kern="1200">
                          <a:solidFill>
                            <a:schemeClr val="tx1"/>
                          </a:solidFill>
                          <a:latin typeface="Ubuntu"/>
                        </a:defRPr>
                      </a:lvl5pPr>
                      <a:lvl6pPr marL="2286000" algn="l" defTabSz="914400" rtl="0" eaLnBrk="1" latinLnBrk="0" hangingPunct="1">
                        <a:defRPr sz="1800" kern="1200">
                          <a:solidFill>
                            <a:schemeClr val="tx1"/>
                          </a:solidFill>
                          <a:latin typeface="Ubuntu"/>
                        </a:defRPr>
                      </a:lvl6pPr>
                      <a:lvl7pPr marL="2743200" algn="l" defTabSz="914400" rtl="0" eaLnBrk="1" latinLnBrk="0" hangingPunct="1">
                        <a:defRPr sz="1800" kern="1200">
                          <a:solidFill>
                            <a:schemeClr val="tx1"/>
                          </a:solidFill>
                          <a:latin typeface="Ubuntu"/>
                        </a:defRPr>
                      </a:lvl7pPr>
                      <a:lvl8pPr marL="3200400" algn="l" defTabSz="914400" rtl="0" eaLnBrk="1" latinLnBrk="0" hangingPunct="1">
                        <a:defRPr sz="1800" kern="1200">
                          <a:solidFill>
                            <a:schemeClr val="tx1"/>
                          </a:solidFill>
                          <a:latin typeface="Ubuntu"/>
                        </a:defRPr>
                      </a:lvl8pPr>
                      <a:lvl9pPr marL="3657600" algn="l" defTabSz="914400" rtl="0" eaLnBrk="1" latinLnBrk="0" hangingPunct="1">
                        <a:defRPr sz="1800" kern="1200">
                          <a:solidFill>
                            <a:schemeClr val="tx1"/>
                          </a:solidFill>
                          <a:latin typeface="Ubuntu"/>
                        </a:defRPr>
                      </a:lvl9pPr>
                    </a:lstStyle>
                    <a:p>
                      <a:pPr algn="l" fontAlgn="ctr"/>
                      <a:endParaRPr lang="en-IN" sz="1100" b="0" i="0" u="none" strike="noStrike">
                        <a:solidFill>
                          <a:srgbClr val="000000"/>
                        </a:solidFill>
                        <a:effectLst/>
                        <a:latin typeface="+mn-lt"/>
                      </a:endParaRPr>
                    </a:p>
                  </a:txBody>
                  <a:tcPr marL="7620"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272936">
                        <a:lumMod val="10000"/>
                        <a:lumOff val="90000"/>
                      </a:srgbClr>
                    </a:solidFill>
                  </a:tcPr>
                </a:tc>
                <a:tc>
                  <a:txBody>
                    <a:bodyPr/>
                    <a:lstStyle>
                      <a:lvl1pPr marL="0" algn="l" defTabSz="914400" rtl="0" eaLnBrk="1" latinLnBrk="0" hangingPunct="1">
                        <a:defRPr sz="1800" kern="1200">
                          <a:solidFill>
                            <a:schemeClr val="tx1"/>
                          </a:solidFill>
                          <a:latin typeface="Ubuntu"/>
                        </a:defRPr>
                      </a:lvl1pPr>
                      <a:lvl2pPr marL="457200" algn="l" defTabSz="914400" rtl="0" eaLnBrk="1" latinLnBrk="0" hangingPunct="1">
                        <a:defRPr sz="1800" kern="1200">
                          <a:solidFill>
                            <a:schemeClr val="tx1"/>
                          </a:solidFill>
                          <a:latin typeface="Ubuntu"/>
                        </a:defRPr>
                      </a:lvl2pPr>
                      <a:lvl3pPr marL="914400" algn="l" defTabSz="914400" rtl="0" eaLnBrk="1" latinLnBrk="0" hangingPunct="1">
                        <a:defRPr sz="1800" kern="1200">
                          <a:solidFill>
                            <a:schemeClr val="tx1"/>
                          </a:solidFill>
                          <a:latin typeface="Ubuntu"/>
                        </a:defRPr>
                      </a:lvl3pPr>
                      <a:lvl4pPr marL="1371600" algn="l" defTabSz="914400" rtl="0" eaLnBrk="1" latinLnBrk="0" hangingPunct="1">
                        <a:defRPr sz="1800" kern="1200">
                          <a:solidFill>
                            <a:schemeClr val="tx1"/>
                          </a:solidFill>
                          <a:latin typeface="Ubuntu"/>
                        </a:defRPr>
                      </a:lvl4pPr>
                      <a:lvl5pPr marL="1828800" algn="l" defTabSz="914400" rtl="0" eaLnBrk="1" latinLnBrk="0" hangingPunct="1">
                        <a:defRPr sz="1800" kern="1200">
                          <a:solidFill>
                            <a:schemeClr val="tx1"/>
                          </a:solidFill>
                          <a:latin typeface="Ubuntu"/>
                        </a:defRPr>
                      </a:lvl5pPr>
                      <a:lvl6pPr marL="2286000" algn="l" defTabSz="914400" rtl="0" eaLnBrk="1" latinLnBrk="0" hangingPunct="1">
                        <a:defRPr sz="1800" kern="1200">
                          <a:solidFill>
                            <a:schemeClr val="tx1"/>
                          </a:solidFill>
                          <a:latin typeface="Ubuntu"/>
                        </a:defRPr>
                      </a:lvl6pPr>
                      <a:lvl7pPr marL="2743200" algn="l" defTabSz="914400" rtl="0" eaLnBrk="1" latinLnBrk="0" hangingPunct="1">
                        <a:defRPr sz="1800" kern="1200">
                          <a:solidFill>
                            <a:schemeClr val="tx1"/>
                          </a:solidFill>
                          <a:latin typeface="Ubuntu"/>
                        </a:defRPr>
                      </a:lvl7pPr>
                      <a:lvl8pPr marL="3200400" algn="l" defTabSz="914400" rtl="0" eaLnBrk="1" latinLnBrk="0" hangingPunct="1">
                        <a:defRPr sz="1800" kern="1200">
                          <a:solidFill>
                            <a:schemeClr val="tx1"/>
                          </a:solidFill>
                          <a:latin typeface="Ubuntu"/>
                        </a:defRPr>
                      </a:lvl8pPr>
                      <a:lvl9pPr marL="3657600" algn="l" defTabSz="914400" rtl="0" eaLnBrk="1" latinLnBrk="0" hangingPunct="1">
                        <a:defRPr sz="1800" kern="1200">
                          <a:solidFill>
                            <a:schemeClr val="tx1"/>
                          </a:solidFill>
                          <a:latin typeface="Ubuntu"/>
                        </a:defRPr>
                      </a:lvl9pPr>
                    </a:lstStyle>
                    <a:p>
                      <a:pPr algn="l" fontAlgn="ctr"/>
                      <a:endParaRPr lang="en-IN" sz="1100" b="0" i="0" u="none" strike="noStrike">
                        <a:solidFill>
                          <a:srgbClr val="000000"/>
                        </a:solidFill>
                        <a:effectLst/>
                        <a:latin typeface="+mn-lt"/>
                      </a:endParaRPr>
                    </a:p>
                  </a:txBody>
                  <a:tcPr marL="7620"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272936">
                        <a:lumMod val="10000"/>
                        <a:lumOff val="90000"/>
                      </a:srgbClr>
                    </a:solidFill>
                  </a:tcPr>
                </a:tc>
                <a:tc>
                  <a:txBody>
                    <a:bodyPr/>
                    <a:lstStyle>
                      <a:lvl1pPr marL="0" algn="l" defTabSz="914400" rtl="0" eaLnBrk="1" latinLnBrk="0" hangingPunct="1">
                        <a:defRPr sz="1800" kern="1200">
                          <a:solidFill>
                            <a:schemeClr val="tx1"/>
                          </a:solidFill>
                          <a:latin typeface="Ubuntu"/>
                        </a:defRPr>
                      </a:lvl1pPr>
                      <a:lvl2pPr marL="457200" algn="l" defTabSz="914400" rtl="0" eaLnBrk="1" latinLnBrk="0" hangingPunct="1">
                        <a:defRPr sz="1800" kern="1200">
                          <a:solidFill>
                            <a:schemeClr val="tx1"/>
                          </a:solidFill>
                          <a:latin typeface="Ubuntu"/>
                        </a:defRPr>
                      </a:lvl2pPr>
                      <a:lvl3pPr marL="914400" algn="l" defTabSz="914400" rtl="0" eaLnBrk="1" latinLnBrk="0" hangingPunct="1">
                        <a:defRPr sz="1800" kern="1200">
                          <a:solidFill>
                            <a:schemeClr val="tx1"/>
                          </a:solidFill>
                          <a:latin typeface="Ubuntu"/>
                        </a:defRPr>
                      </a:lvl3pPr>
                      <a:lvl4pPr marL="1371600" algn="l" defTabSz="914400" rtl="0" eaLnBrk="1" latinLnBrk="0" hangingPunct="1">
                        <a:defRPr sz="1800" kern="1200">
                          <a:solidFill>
                            <a:schemeClr val="tx1"/>
                          </a:solidFill>
                          <a:latin typeface="Ubuntu"/>
                        </a:defRPr>
                      </a:lvl4pPr>
                      <a:lvl5pPr marL="1828800" algn="l" defTabSz="914400" rtl="0" eaLnBrk="1" latinLnBrk="0" hangingPunct="1">
                        <a:defRPr sz="1800" kern="1200">
                          <a:solidFill>
                            <a:schemeClr val="tx1"/>
                          </a:solidFill>
                          <a:latin typeface="Ubuntu"/>
                        </a:defRPr>
                      </a:lvl5pPr>
                      <a:lvl6pPr marL="2286000" algn="l" defTabSz="914400" rtl="0" eaLnBrk="1" latinLnBrk="0" hangingPunct="1">
                        <a:defRPr sz="1800" kern="1200">
                          <a:solidFill>
                            <a:schemeClr val="tx1"/>
                          </a:solidFill>
                          <a:latin typeface="Ubuntu"/>
                        </a:defRPr>
                      </a:lvl6pPr>
                      <a:lvl7pPr marL="2743200" algn="l" defTabSz="914400" rtl="0" eaLnBrk="1" latinLnBrk="0" hangingPunct="1">
                        <a:defRPr sz="1800" kern="1200">
                          <a:solidFill>
                            <a:schemeClr val="tx1"/>
                          </a:solidFill>
                          <a:latin typeface="Ubuntu"/>
                        </a:defRPr>
                      </a:lvl7pPr>
                      <a:lvl8pPr marL="3200400" algn="l" defTabSz="914400" rtl="0" eaLnBrk="1" latinLnBrk="0" hangingPunct="1">
                        <a:defRPr sz="1800" kern="1200">
                          <a:solidFill>
                            <a:schemeClr val="tx1"/>
                          </a:solidFill>
                          <a:latin typeface="Ubuntu"/>
                        </a:defRPr>
                      </a:lvl8pPr>
                      <a:lvl9pPr marL="3657600" algn="l" defTabSz="914400" rtl="0" eaLnBrk="1" latinLnBrk="0" hangingPunct="1">
                        <a:defRPr sz="1800" kern="1200">
                          <a:solidFill>
                            <a:schemeClr val="tx1"/>
                          </a:solidFill>
                          <a:latin typeface="Ubuntu"/>
                        </a:defRPr>
                      </a:lvl9pPr>
                    </a:lstStyle>
                    <a:p>
                      <a:pPr algn="l" fontAlgn="ctr"/>
                      <a:endParaRPr lang="en-IN" sz="1100" b="0" i="0" u="none" strike="noStrike">
                        <a:solidFill>
                          <a:srgbClr val="000000"/>
                        </a:solidFill>
                        <a:effectLst/>
                        <a:latin typeface="+mn-lt"/>
                      </a:endParaRPr>
                    </a:p>
                  </a:txBody>
                  <a:tcPr marL="7620"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272936">
                        <a:lumMod val="10000"/>
                        <a:lumOff val="90000"/>
                      </a:srgbClr>
                    </a:solidFill>
                  </a:tcPr>
                </a:tc>
                <a:tc>
                  <a:txBody>
                    <a:bodyPr/>
                    <a:lstStyle>
                      <a:lvl1pPr marL="0" algn="l" defTabSz="914400" rtl="0" eaLnBrk="1" latinLnBrk="0" hangingPunct="1">
                        <a:defRPr sz="1800" kern="1200">
                          <a:solidFill>
                            <a:schemeClr val="tx1"/>
                          </a:solidFill>
                          <a:latin typeface="Ubuntu"/>
                        </a:defRPr>
                      </a:lvl1pPr>
                      <a:lvl2pPr marL="457200" algn="l" defTabSz="914400" rtl="0" eaLnBrk="1" latinLnBrk="0" hangingPunct="1">
                        <a:defRPr sz="1800" kern="1200">
                          <a:solidFill>
                            <a:schemeClr val="tx1"/>
                          </a:solidFill>
                          <a:latin typeface="Ubuntu"/>
                        </a:defRPr>
                      </a:lvl2pPr>
                      <a:lvl3pPr marL="914400" algn="l" defTabSz="914400" rtl="0" eaLnBrk="1" latinLnBrk="0" hangingPunct="1">
                        <a:defRPr sz="1800" kern="1200">
                          <a:solidFill>
                            <a:schemeClr val="tx1"/>
                          </a:solidFill>
                          <a:latin typeface="Ubuntu"/>
                        </a:defRPr>
                      </a:lvl3pPr>
                      <a:lvl4pPr marL="1371600" algn="l" defTabSz="914400" rtl="0" eaLnBrk="1" latinLnBrk="0" hangingPunct="1">
                        <a:defRPr sz="1800" kern="1200">
                          <a:solidFill>
                            <a:schemeClr val="tx1"/>
                          </a:solidFill>
                          <a:latin typeface="Ubuntu"/>
                        </a:defRPr>
                      </a:lvl4pPr>
                      <a:lvl5pPr marL="1828800" algn="l" defTabSz="914400" rtl="0" eaLnBrk="1" latinLnBrk="0" hangingPunct="1">
                        <a:defRPr sz="1800" kern="1200">
                          <a:solidFill>
                            <a:schemeClr val="tx1"/>
                          </a:solidFill>
                          <a:latin typeface="Ubuntu"/>
                        </a:defRPr>
                      </a:lvl5pPr>
                      <a:lvl6pPr marL="2286000" algn="l" defTabSz="914400" rtl="0" eaLnBrk="1" latinLnBrk="0" hangingPunct="1">
                        <a:defRPr sz="1800" kern="1200">
                          <a:solidFill>
                            <a:schemeClr val="tx1"/>
                          </a:solidFill>
                          <a:latin typeface="Ubuntu"/>
                        </a:defRPr>
                      </a:lvl6pPr>
                      <a:lvl7pPr marL="2743200" algn="l" defTabSz="914400" rtl="0" eaLnBrk="1" latinLnBrk="0" hangingPunct="1">
                        <a:defRPr sz="1800" kern="1200">
                          <a:solidFill>
                            <a:schemeClr val="tx1"/>
                          </a:solidFill>
                          <a:latin typeface="Ubuntu"/>
                        </a:defRPr>
                      </a:lvl7pPr>
                      <a:lvl8pPr marL="3200400" algn="l" defTabSz="914400" rtl="0" eaLnBrk="1" latinLnBrk="0" hangingPunct="1">
                        <a:defRPr sz="1800" kern="1200">
                          <a:solidFill>
                            <a:schemeClr val="tx1"/>
                          </a:solidFill>
                          <a:latin typeface="Ubuntu"/>
                        </a:defRPr>
                      </a:lvl8pPr>
                      <a:lvl9pPr marL="3657600" algn="l" defTabSz="914400" rtl="0" eaLnBrk="1" latinLnBrk="0" hangingPunct="1">
                        <a:defRPr sz="1800" kern="1200">
                          <a:solidFill>
                            <a:schemeClr val="tx1"/>
                          </a:solidFill>
                          <a:latin typeface="Ubuntu"/>
                        </a:defRPr>
                      </a:lvl9pPr>
                    </a:lstStyle>
                    <a:p>
                      <a:pPr algn="l" fontAlgn="ctr"/>
                      <a:endParaRPr lang="en-IN" sz="1100" b="0" i="0" u="none" strike="noStrike">
                        <a:solidFill>
                          <a:srgbClr val="000000"/>
                        </a:solidFill>
                        <a:effectLst/>
                        <a:latin typeface="+mn-lt"/>
                      </a:endParaRPr>
                    </a:p>
                  </a:txBody>
                  <a:tcPr marL="7620"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272936">
                        <a:lumMod val="10000"/>
                        <a:lumOff val="90000"/>
                      </a:srgbClr>
                    </a:solidFill>
                  </a:tcPr>
                </a:tc>
                <a:tc>
                  <a:txBody>
                    <a:bodyPr/>
                    <a:lstStyle>
                      <a:lvl1pPr marL="0" algn="l" defTabSz="914400" rtl="0" eaLnBrk="1" latinLnBrk="0" hangingPunct="1">
                        <a:defRPr sz="1800" kern="1200">
                          <a:solidFill>
                            <a:schemeClr val="tx1"/>
                          </a:solidFill>
                          <a:latin typeface="Ubuntu"/>
                        </a:defRPr>
                      </a:lvl1pPr>
                      <a:lvl2pPr marL="457200" algn="l" defTabSz="914400" rtl="0" eaLnBrk="1" latinLnBrk="0" hangingPunct="1">
                        <a:defRPr sz="1800" kern="1200">
                          <a:solidFill>
                            <a:schemeClr val="tx1"/>
                          </a:solidFill>
                          <a:latin typeface="Ubuntu"/>
                        </a:defRPr>
                      </a:lvl2pPr>
                      <a:lvl3pPr marL="914400" algn="l" defTabSz="914400" rtl="0" eaLnBrk="1" latinLnBrk="0" hangingPunct="1">
                        <a:defRPr sz="1800" kern="1200">
                          <a:solidFill>
                            <a:schemeClr val="tx1"/>
                          </a:solidFill>
                          <a:latin typeface="Ubuntu"/>
                        </a:defRPr>
                      </a:lvl3pPr>
                      <a:lvl4pPr marL="1371600" algn="l" defTabSz="914400" rtl="0" eaLnBrk="1" latinLnBrk="0" hangingPunct="1">
                        <a:defRPr sz="1800" kern="1200">
                          <a:solidFill>
                            <a:schemeClr val="tx1"/>
                          </a:solidFill>
                          <a:latin typeface="Ubuntu"/>
                        </a:defRPr>
                      </a:lvl4pPr>
                      <a:lvl5pPr marL="1828800" algn="l" defTabSz="914400" rtl="0" eaLnBrk="1" latinLnBrk="0" hangingPunct="1">
                        <a:defRPr sz="1800" kern="1200">
                          <a:solidFill>
                            <a:schemeClr val="tx1"/>
                          </a:solidFill>
                          <a:latin typeface="Ubuntu"/>
                        </a:defRPr>
                      </a:lvl5pPr>
                      <a:lvl6pPr marL="2286000" algn="l" defTabSz="914400" rtl="0" eaLnBrk="1" latinLnBrk="0" hangingPunct="1">
                        <a:defRPr sz="1800" kern="1200">
                          <a:solidFill>
                            <a:schemeClr val="tx1"/>
                          </a:solidFill>
                          <a:latin typeface="Ubuntu"/>
                        </a:defRPr>
                      </a:lvl6pPr>
                      <a:lvl7pPr marL="2743200" algn="l" defTabSz="914400" rtl="0" eaLnBrk="1" latinLnBrk="0" hangingPunct="1">
                        <a:defRPr sz="1800" kern="1200">
                          <a:solidFill>
                            <a:schemeClr val="tx1"/>
                          </a:solidFill>
                          <a:latin typeface="Ubuntu"/>
                        </a:defRPr>
                      </a:lvl7pPr>
                      <a:lvl8pPr marL="3200400" algn="l" defTabSz="914400" rtl="0" eaLnBrk="1" latinLnBrk="0" hangingPunct="1">
                        <a:defRPr sz="1800" kern="1200">
                          <a:solidFill>
                            <a:schemeClr val="tx1"/>
                          </a:solidFill>
                          <a:latin typeface="Ubuntu"/>
                        </a:defRPr>
                      </a:lvl8pPr>
                      <a:lvl9pPr marL="3657600" algn="l" defTabSz="914400" rtl="0" eaLnBrk="1" latinLnBrk="0" hangingPunct="1">
                        <a:defRPr sz="1800" kern="1200">
                          <a:solidFill>
                            <a:schemeClr val="tx1"/>
                          </a:solidFill>
                          <a:latin typeface="Ubuntu"/>
                        </a:defRPr>
                      </a:lvl9pPr>
                    </a:lstStyle>
                    <a:p>
                      <a:pPr algn="l" fontAlgn="ctr"/>
                      <a:endParaRPr lang="en-IN" sz="1100" b="0" i="0" u="none" strike="noStrike">
                        <a:solidFill>
                          <a:srgbClr val="000000"/>
                        </a:solidFill>
                        <a:effectLst/>
                        <a:latin typeface="+mn-lt"/>
                      </a:endParaRPr>
                    </a:p>
                  </a:txBody>
                  <a:tcPr marL="7620"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272936">
                        <a:lumMod val="10000"/>
                        <a:lumOff val="90000"/>
                      </a:srgbClr>
                    </a:solidFill>
                  </a:tcPr>
                </a:tc>
                <a:tc>
                  <a:txBody>
                    <a:bodyPr/>
                    <a:lstStyle>
                      <a:lvl1pPr marL="0" algn="l" defTabSz="914400" rtl="0" eaLnBrk="1" latinLnBrk="0" hangingPunct="1">
                        <a:defRPr sz="1800" kern="1200">
                          <a:solidFill>
                            <a:schemeClr val="tx1"/>
                          </a:solidFill>
                          <a:latin typeface="Ubuntu"/>
                        </a:defRPr>
                      </a:lvl1pPr>
                      <a:lvl2pPr marL="457200" algn="l" defTabSz="914400" rtl="0" eaLnBrk="1" latinLnBrk="0" hangingPunct="1">
                        <a:defRPr sz="1800" kern="1200">
                          <a:solidFill>
                            <a:schemeClr val="tx1"/>
                          </a:solidFill>
                          <a:latin typeface="Ubuntu"/>
                        </a:defRPr>
                      </a:lvl2pPr>
                      <a:lvl3pPr marL="914400" algn="l" defTabSz="914400" rtl="0" eaLnBrk="1" latinLnBrk="0" hangingPunct="1">
                        <a:defRPr sz="1800" kern="1200">
                          <a:solidFill>
                            <a:schemeClr val="tx1"/>
                          </a:solidFill>
                          <a:latin typeface="Ubuntu"/>
                        </a:defRPr>
                      </a:lvl3pPr>
                      <a:lvl4pPr marL="1371600" algn="l" defTabSz="914400" rtl="0" eaLnBrk="1" latinLnBrk="0" hangingPunct="1">
                        <a:defRPr sz="1800" kern="1200">
                          <a:solidFill>
                            <a:schemeClr val="tx1"/>
                          </a:solidFill>
                          <a:latin typeface="Ubuntu"/>
                        </a:defRPr>
                      </a:lvl4pPr>
                      <a:lvl5pPr marL="1828800" algn="l" defTabSz="914400" rtl="0" eaLnBrk="1" latinLnBrk="0" hangingPunct="1">
                        <a:defRPr sz="1800" kern="1200">
                          <a:solidFill>
                            <a:schemeClr val="tx1"/>
                          </a:solidFill>
                          <a:latin typeface="Ubuntu"/>
                        </a:defRPr>
                      </a:lvl5pPr>
                      <a:lvl6pPr marL="2286000" algn="l" defTabSz="914400" rtl="0" eaLnBrk="1" latinLnBrk="0" hangingPunct="1">
                        <a:defRPr sz="1800" kern="1200">
                          <a:solidFill>
                            <a:schemeClr val="tx1"/>
                          </a:solidFill>
                          <a:latin typeface="Ubuntu"/>
                        </a:defRPr>
                      </a:lvl6pPr>
                      <a:lvl7pPr marL="2743200" algn="l" defTabSz="914400" rtl="0" eaLnBrk="1" latinLnBrk="0" hangingPunct="1">
                        <a:defRPr sz="1800" kern="1200">
                          <a:solidFill>
                            <a:schemeClr val="tx1"/>
                          </a:solidFill>
                          <a:latin typeface="Ubuntu"/>
                        </a:defRPr>
                      </a:lvl7pPr>
                      <a:lvl8pPr marL="3200400" algn="l" defTabSz="914400" rtl="0" eaLnBrk="1" latinLnBrk="0" hangingPunct="1">
                        <a:defRPr sz="1800" kern="1200">
                          <a:solidFill>
                            <a:schemeClr val="tx1"/>
                          </a:solidFill>
                          <a:latin typeface="Ubuntu"/>
                        </a:defRPr>
                      </a:lvl8pPr>
                      <a:lvl9pPr marL="3657600" algn="l" defTabSz="914400" rtl="0" eaLnBrk="1" latinLnBrk="0" hangingPunct="1">
                        <a:defRPr sz="1800" kern="1200">
                          <a:solidFill>
                            <a:schemeClr val="tx1"/>
                          </a:solidFill>
                          <a:latin typeface="Ubuntu"/>
                        </a:defRPr>
                      </a:lvl9pPr>
                    </a:lstStyle>
                    <a:p>
                      <a:pPr algn="l" fontAlgn="ctr"/>
                      <a:endParaRPr lang="en-IN" sz="1100" b="0" i="0" u="none" strike="noStrike">
                        <a:solidFill>
                          <a:srgbClr val="000000"/>
                        </a:solidFill>
                        <a:effectLst/>
                        <a:latin typeface="+mn-lt"/>
                      </a:endParaRPr>
                    </a:p>
                  </a:txBody>
                  <a:tcPr marL="7620"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272936">
                        <a:lumMod val="10000"/>
                        <a:lumOff val="90000"/>
                      </a:srgbClr>
                    </a:solidFill>
                  </a:tcPr>
                </a:tc>
                <a:tc>
                  <a:txBody>
                    <a:bodyPr/>
                    <a:lstStyle>
                      <a:lvl1pPr marL="0" algn="l" defTabSz="914400" rtl="0" eaLnBrk="1" latinLnBrk="0" hangingPunct="1">
                        <a:defRPr sz="1800" kern="1200">
                          <a:solidFill>
                            <a:schemeClr val="tx1"/>
                          </a:solidFill>
                          <a:latin typeface="Ubuntu"/>
                        </a:defRPr>
                      </a:lvl1pPr>
                      <a:lvl2pPr marL="457200" algn="l" defTabSz="914400" rtl="0" eaLnBrk="1" latinLnBrk="0" hangingPunct="1">
                        <a:defRPr sz="1800" kern="1200">
                          <a:solidFill>
                            <a:schemeClr val="tx1"/>
                          </a:solidFill>
                          <a:latin typeface="Ubuntu"/>
                        </a:defRPr>
                      </a:lvl2pPr>
                      <a:lvl3pPr marL="914400" algn="l" defTabSz="914400" rtl="0" eaLnBrk="1" latinLnBrk="0" hangingPunct="1">
                        <a:defRPr sz="1800" kern="1200">
                          <a:solidFill>
                            <a:schemeClr val="tx1"/>
                          </a:solidFill>
                          <a:latin typeface="Ubuntu"/>
                        </a:defRPr>
                      </a:lvl3pPr>
                      <a:lvl4pPr marL="1371600" algn="l" defTabSz="914400" rtl="0" eaLnBrk="1" latinLnBrk="0" hangingPunct="1">
                        <a:defRPr sz="1800" kern="1200">
                          <a:solidFill>
                            <a:schemeClr val="tx1"/>
                          </a:solidFill>
                          <a:latin typeface="Ubuntu"/>
                        </a:defRPr>
                      </a:lvl4pPr>
                      <a:lvl5pPr marL="1828800" algn="l" defTabSz="914400" rtl="0" eaLnBrk="1" latinLnBrk="0" hangingPunct="1">
                        <a:defRPr sz="1800" kern="1200">
                          <a:solidFill>
                            <a:schemeClr val="tx1"/>
                          </a:solidFill>
                          <a:latin typeface="Ubuntu"/>
                        </a:defRPr>
                      </a:lvl5pPr>
                      <a:lvl6pPr marL="2286000" algn="l" defTabSz="914400" rtl="0" eaLnBrk="1" latinLnBrk="0" hangingPunct="1">
                        <a:defRPr sz="1800" kern="1200">
                          <a:solidFill>
                            <a:schemeClr val="tx1"/>
                          </a:solidFill>
                          <a:latin typeface="Ubuntu"/>
                        </a:defRPr>
                      </a:lvl6pPr>
                      <a:lvl7pPr marL="2743200" algn="l" defTabSz="914400" rtl="0" eaLnBrk="1" latinLnBrk="0" hangingPunct="1">
                        <a:defRPr sz="1800" kern="1200">
                          <a:solidFill>
                            <a:schemeClr val="tx1"/>
                          </a:solidFill>
                          <a:latin typeface="Ubuntu"/>
                        </a:defRPr>
                      </a:lvl7pPr>
                      <a:lvl8pPr marL="3200400" algn="l" defTabSz="914400" rtl="0" eaLnBrk="1" latinLnBrk="0" hangingPunct="1">
                        <a:defRPr sz="1800" kern="1200">
                          <a:solidFill>
                            <a:schemeClr val="tx1"/>
                          </a:solidFill>
                          <a:latin typeface="Ubuntu"/>
                        </a:defRPr>
                      </a:lvl8pPr>
                      <a:lvl9pPr marL="3657600" algn="l" defTabSz="914400" rtl="0" eaLnBrk="1" latinLnBrk="0" hangingPunct="1">
                        <a:defRPr sz="1800" kern="1200">
                          <a:solidFill>
                            <a:schemeClr val="tx1"/>
                          </a:solidFill>
                          <a:latin typeface="Ubuntu"/>
                        </a:defRPr>
                      </a:lvl9pPr>
                    </a:lstStyle>
                    <a:p>
                      <a:pPr algn="l" fontAlgn="ctr"/>
                      <a:endParaRPr lang="en-IN" sz="1100" b="0" i="0" u="none" strike="noStrike">
                        <a:solidFill>
                          <a:srgbClr val="000000"/>
                        </a:solidFill>
                        <a:effectLst/>
                        <a:latin typeface="+mn-lt"/>
                      </a:endParaRPr>
                    </a:p>
                  </a:txBody>
                  <a:tcPr marL="7620"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272936">
                        <a:lumMod val="10000"/>
                        <a:lumOff val="90000"/>
                      </a:srgbClr>
                    </a:solidFill>
                  </a:tcPr>
                </a:tc>
                <a:tc>
                  <a:txBody>
                    <a:bodyPr/>
                    <a:lstStyle>
                      <a:lvl1pPr marL="0" algn="l" defTabSz="914400" rtl="0" eaLnBrk="1" latinLnBrk="0" hangingPunct="1">
                        <a:defRPr sz="1800" kern="1200">
                          <a:solidFill>
                            <a:schemeClr val="tx1"/>
                          </a:solidFill>
                          <a:latin typeface="Ubuntu"/>
                        </a:defRPr>
                      </a:lvl1pPr>
                      <a:lvl2pPr marL="457200" algn="l" defTabSz="914400" rtl="0" eaLnBrk="1" latinLnBrk="0" hangingPunct="1">
                        <a:defRPr sz="1800" kern="1200">
                          <a:solidFill>
                            <a:schemeClr val="tx1"/>
                          </a:solidFill>
                          <a:latin typeface="Ubuntu"/>
                        </a:defRPr>
                      </a:lvl2pPr>
                      <a:lvl3pPr marL="914400" algn="l" defTabSz="914400" rtl="0" eaLnBrk="1" latinLnBrk="0" hangingPunct="1">
                        <a:defRPr sz="1800" kern="1200">
                          <a:solidFill>
                            <a:schemeClr val="tx1"/>
                          </a:solidFill>
                          <a:latin typeface="Ubuntu"/>
                        </a:defRPr>
                      </a:lvl3pPr>
                      <a:lvl4pPr marL="1371600" algn="l" defTabSz="914400" rtl="0" eaLnBrk="1" latinLnBrk="0" hangingPunct="1">
                        <a:defRPr sz="1800" kern="1200">
                          <a:solidFill>
                            <a:schemeClr val="tx1"/>
                          </a:solidFill>
                          <a:latin typeface="Ubuntu"/>
                        </a:defRPr>
                      </a:lvl4pPr>
                      <a:lvl5pPr marL="1828800" algn="l" defTabSz="914400" rtl="0" eaLnBrk="1" latinLnBrk="0" hangingPunct="1">
                        <a:defRPr sz="1800" kern="1200">
                          <a:solidFill>
                            <a:schemeClr val="tx1"/>
                          </a:solidFill>
                          <a:latin typeface="Ubuntu"/>
                        </a:defRPr>
                      </a:lvl5pPr>
                      <a:lvl6pPr marL="2286000" algn="l" defTabSz="914400" rtl="0" eaLnBrk="1" latinLnBrk="0" hangingPunct="1">
                        <a:defRPr sz="1800" kern="1200">
                          <a:solidFill>
                            <a:schemeClr val="tx1"/>
                          </a:solidFill>
                          <a:latin typeface="Ubuntu"/>
                        </a:defRPr>
                      </a:lvl6pPr>
                      <a:lvl7pPr marL="2743200" algn="l" defTabSz="914400" rtl="0" eaLnBrk="1" latinLnBrk="0" hangingPunct="1">
                        <a:defRPr sz="1800" kern="1200">
                          <a:solidFill>
                            <a:schemeClr val="tx1"/>
                          </a:solidFill>
                          <a:latin typeface="Ubuntu"/>
                        </a:defRPr>
                      </a:lvl7pPr>
                      <a:lvl8pPr marL="3200400" algn="l" defTabSz="914400" rtl="0" eaLnBrk="1" latinLnBrk="0" hangingPunct="1">
                        <a:defRPr sz="1800" kern="1200">
                          <a:solidFill>
                            <a:schemeClr val="tx1"/>
                          </a:solidFill>
                          <a:latin typeface="Ubuntu"/>
                        </a:defRPr>
                      </a:lvl8pPr>
                      <a:lvl9pPr marL="3657600" algn="l" defTabSz="914400" rtl="0" eaLnBrk="1" latinLnBrk="0" hangingPunct="1">
                        <a:defRPr sz="1800" kern="1200">
                          <a:solidFill>
                            <a:schemeClr val="tx1"/>
                          </a:solidFill>
                          <a:latin typeface="Ubuntu"/>
                        </a:defRPr>
                      </a:lvl9pPr>
                    </a:lstStyle>
                    <a:p>
                      <a:pPr algn="l" fontAlgn="ctr"/>
                      <a:endParaRPr lang="en-IN" sz="1100" b="0" i="0" u="none" strike="noStrike">
                        <a:solidFill>
                          <a:srgbClr val="000000"/>
                        </a:solidFill>
                        <a:effectLst/>
                        <a:latin typeface="+mn-lt"/>
                      </a:endParaRPr>
                    </a:p>
                  </a:txBody>
                  <a:tcPr marL="7620"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272936">
                        <a:lumMod val="10000"/>
                        <a:lumOff val="90000"/>
                      </a:srgbClr>
                    </a:solidFill>
                  </a:tcPr>
                </a:tc>
                <a:tc>
                  <a:txBody>
                    <a:bodyPr/>
                    <a:lstStyle>
                      <a:lvl1pPr marL="0" algn="l" defTabSz="914400" rtl="0" eaLnBrk="1" latinLnBrk="0" hangingPunct="1">
                        <a:defRPr sz="1800" kern="1200">
                          <a:solidFill>
                            <a:schemeClr val="tx1"/>
                          </a:solidFill>
                          <a:latin typeface="Ubuntu"/>
                        </a:defRPr>
                      </a:lvl1pPr>
                      <a:lvl2pPr marL="457200" algn="l" defTabSz="914400" rtl="0" eaLnBrk="1" latinLnBrk="0" hangingPunct="1">
                        <a:defRPr sz="1800" kern="1200">
                          <a:solidFill>
                            <a:schemeClr val="tx1"/>
                          </a:solidFill>
                          <a:latin typeface="Ubuntu"/>
                        </a:defRPr>
                      </a:lvl2pPr>
                      <a:lvl3pPr marL="914400" algn="l" defTabSz="914400" rtl="0" eaLnBrk="1" latinLnBrk="0" hangingPunct="1">
                        <a:defRPr sz="1800" kern="1200">
                          <a:solidFill>
                            <a:schemeClr val="tx1"/>
                          </a:solidFill>
                          <a:latin typeface="Ubuntu"/>
                        </a:defRPr>
                      </a:lvl3pPr>
                      <a:lvl4pPr marL="1371600" algn="l" defTabSz="914400" rtl="0" eaLnBrk="1" latinLnBrk="0" hangingPunct="1">
                        <a:defRPr sz="1800" kern="1200">
                          <a:solidFill>
                            <a:schemeClr val="tx1"/>
                          </a:solidFill>
                          <a:latin typeface="Ubuntu"/>
                        </a:defRPr>
                      </a:lvl4pPr>
                      <a:lvl5pPr marL="1828800" algn="l" defTabSz="914400" rtl="0" eaLnBrk="1" latinLnBrk="0" hangingPunct="1">
                        <a:defRPr sz="1800" kern="1200">
                          <a:solidFill>
                            <a:schemeClr val="tx1"/>
                          </a:solidFill>
                          <a:latin typeface="Ubuntu"/>
                        </a:defRPr>
                      </a:lvl5pPr>
                      <a:lvl6pPr marL="2286000" algn="l" defTabSz="914400" rtl="0" eaLnBrk="1" latinLnBrk="0" hangingPunct="1">
                        <a:defRPr sz="1800" kern="1200">
                          <a:solidFill>
                            <a:schemeClr val="tx1"/>
                          </a:solidFill>
                          <a:latin typeface="Ubuntu"/>
                        </a:defRPr>
                      </a:lvl6pPr>
                      <a:lvl7pPr marL="2743200" algn="l" defTabSz="914400" rtl="0" eaLnBrk="1" latinLnBrk="0" hangingPunct="1">
                        <a:defRPr sz="1800" kern="1200">
                          <a:solidFill>
                            <a:schemeClr val="tx1"/>
                          </a:solidFill>
                          <a:latin typeface="Ubuntu"/>
                        </a:defRPr>
                      </a:lvl7pPr>
                      <a:lvl8pPr marL="3200400" algn="l" defTabSz="914400" rtl="0" eaLnBrk="1" latinLnBrk="0" hangingPunct="1">
                        <a:defRPr sz="1800" kern="1200">
                          <a:solidFill>
                            <a:schemeClr val="tx1"/>
                          </a:solidFill>
                          <a:latin typeface="Ubuntu"/>
                        </a:defRPr>
                      </a:lvl8pPr>
                      <a:lvl9pPr marL="3657600" algn="l" defTabSz="914400" rtl="0" eaLnBrk="1" latinLnBrk="0" hangingPunct="1">
                        <a:defRPr sz="1800" kern="1200">
                          <a:solidFill>
                            <a:schemeClr val="tx1"/>
                          </a:solidFill>
                          <a:latin typeface="Ubuntu"/>
                        </a:defRPr>
                      </a:lvl9pPr>
                    </a:lstStyle>
                    <a:p>
                      <a:pPr algn="l" fontAlgn="ctr"/>
                      <a:endParaRPr lang="en-IN" sz="1100" b="0" i="0" u="none" strike="noStrike">
                        <a:solidFill>
                          <a:srgbClr val="000000"/>
                        </a:solidFill>
                        <a:effectLst/>
                        <a:latin typeface="+mn-lt"/>
                      </a:endParaRPr>
                    </a:p>
                  </a:txBody>
                  <a:tcPr marL="7620"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272936">
                        <a:lumMod val="10000"/>
                        <a:lumOff val="90000"/>
                      </a:srgbClr>
                    </a:solidFill>
                  </a:tcPr>
                </a:tc>
                <a:tc>
                  <a:txBody>
                    <a:bodyPr/>
                    <a:lstStyle>
                      <a:lvl1pPr marL="0" algn="l" defTabSz="914400" rtl="0" eaLnBrk="1" latinLnBrk="0" hangingPunct="1">
                        <a:defRPr sz="1800" kern="1200">
                          <a:solidFill>
                            <a:schemeClr val="tx1"/>
                          </a:solidFill>
                          <a:latin typeface="Ubuntu"/>
                        </a:defRPr>
                      </a:lvl1pPr>
                      <a:lvl2pPr marL="457200" algn="l" defTabSz="914400" rtl="0" eaLnBrk="1" latinLnBrk="0" hangingPunct="1">
                        <a:defRPr sz="1800" kern="1200">
                          <a:solidFill>
                            <a:schemeClr val="tx1"/>
                          </a:solidFill>
                          <a:latin typeface="Ubuntu"/>
                        </a:defRPr>
                      </a:lvl2pPr>
                      <a:lvl3pPr marL="914400" algn="l" defTabSz="914400" rtl="0" eaLnBrk="1" latinLnBrk="0" hangingPunct="1">
                        <a:defRPr sz="1800" kern="1200">
                          <a:solidFill>
                            <a:schemeClr val="tx1"/>
                          </a:solidFill>
                          <a:latin typeface="Ubuntu"/>
                        </a:defRPr>
                      </a:lvl3pPr>
                      <a:lvl4pPr marL="1371600" algn="l" defTabSz="914400" rtl="0" eaLnBrk="1" latinLnBrk="0" hangingPunct="1">
                        <a:defRPr sz="1800" kern="1200">
                          <a:solidFill>
                            <a:schemeClr val="tx1"/>
                          </a:solidFill>
                          <a:latin typeface="Ubuntu"/>
                        </a:defRPr>
                      </a:lvl4pPr>
                      <a:lvl5pPr marL="1828800" algn="l" defTabSz="914400" rtl="0" eaLnBrk="1" latinLnBrk="0" hangingPunct="1">
                        <a:defRPr sz="1800" kern="1200">
                          <a:solidFill>
                            <a:schemeClr val="tx1"/>
                          </a:solidFill>
                          <a:latin typeface="Ubuntu"/>
                        </a:defRPr>
                      </a:lvl5pPr>
                      <a:lvl6pPr marL="2286000" algn="l" defTabSz="914400" rtl="0" eaLnBrk="1" latinLnBrk="0" hangingPunct="1">
                        <a:defRPr sz="1800" kern="1200">
                          <a:solidFill>
                            <a:schemeClr val="tx1"/>
                          </a:solidFill>
                          <a:latin typeface="Ubuntu"/>
                        </a:defRPr>
                      </a:lvl6pPr>
                      <a:lvl7pPr marL="2743200" algn="l" defTabSz="914400" rtl="0" eaLnBrk="1" latinLnBrk="0" hangingPunct="1">
                        <a:defRPr sz="1800" kern="1200">
                          <a:solidFill>
                            <a:schemeClr val="tx1"/>
                          </a:solidFill>
                          <a:latin typeface="Ubuntu"/>
                        </a:defRPr>
                      </a:lvl7pPr>
                      <a:lvl8pPr marL="3200400" algn="l" defTabSz="914400" rtl="0" eaLnBrk="1" latinLnBrk="0" hangingPunct="1">
                        <a:defRPr sz="1800" kern="1200">
                          <a:solidFill>
                            <a:schemeClr val="tx1"/>
                          </a:solidFill>
                          <a:latin typeface="Ubuntu"/>
                        </a:defRPr>
                      </a:lvl8pPr>
                      <a:lvl9pPr marL="3657600" algn="l" defTabSz="914400" rtl="0" eaLnBrk="1" latinLnBrk="0" hangingPunct="1">
                        <a:defRPr sz="1800" kern="1200">
                          <a:solidFill>
                            <a:schemeClr val="tx1"/>
                          </a:solidFill>
                          <a:latin typeface="Ubuntu"/>
                        </a:defRPr>
                      </a:lvl9pPr>
                    </a:lstStyle>
                    <a:p>
                      <a:pPr algn="l" fontAlgn="ctr"/>
                      <a:endParaRPr lang="en-IN" sz="1100" b="0" i="0" u="none" strike="noStrike">
                        <a:solidFill>
                          <a:srgbClr val="000000"/>
                        </a:solidFill>
                        <a:effectLst/>
                        <a:latin typeface="+mn-lt"/>
                      </a:endParaRPr>
                    </a:p>
                  </a:txBody>
                  <a:tcPr marL="7620"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272936">
                        <a:lumMod val="10000"/>
                        <a:lumOff val="90000"/>
                      </a:srgbClr>
                    </a:solidFill>
                  </a:tcPr>
                </a:tc>
                <a:tc>
                  <a:txBody>
                    <a:bodyPr/>
                    <a:lstStyle>
                      <a:lvl1pPr marL="0" algn="l" defTabSz="914400" rtl="0" eaLnBrk="1" latinLnBrk="0" hangingPunct="1">
                        <a:defRPr sz="1800" kern="1200">
                          <a:solidFill>
                            <a:schemeClr val="tx1"/>
                          </a:solidFill>
                          <a:latin typeface="Ubuntu"/>
                        </a:defRPr>
                      </a:lvl1pPr>
                      <a:lvl2pPr marL="457200" algn="l" defTabSz="914400" rtl="0" eaLnBrk="1" latinLnBrk="0" hangingPunct="1">
                        <a:defRPr sz="1800" kern="1200">
                          <a:solidFill>
                            <a:schemeClr val="tx1"/>
                          </a:solidFill>
                          <a:latin typeface="Ubuntu"/>
                        </a:defRPr>
                      </a:lvl2pPr>
                      <a:lvl3pPr marL="914400" algn="l" defTabSz="914400" rtl="0" eaLnBrk="1" latinLnBrk="0" hangingPunct="1">
                        <a:defRPr sz="1800" kern="1200">
                          <a:solidFill>
                            <a:schemeClr val="tx1"/>
                          </a:solidFill>
                          <a:latin typeface="Ubuntu"/>
                        </a:defRPr>
                      </a:lvl3pPr>
                      <a:lvl4pPr marL="1371600" algn="l" defTabSz="914400" rtl="0" eaLnBrk="1" latinLnBrk="0" hangingPunct="1">
                        <a:defRPr sz="1800" kern="1200">
                          <a:solidFill>
                            <a:schemeClr val="tx1"/>
                          </a:solidFill>
                          <a:latin typeface="Ubuntu"/>
                        </a:defRPr>
                      </a:lvl4pPr>
                      <a:lvl5pPr marL="1828800" algn="l" defTabSz="914400" rtl="0" eaLnBrk="1" latinLnBrk="0" hangingPunct="1">
                        <a:defRPr sz="1800" kern="1200">
                          <a:solidFill>
                            <a:schemeClr val="tx1"/>
                          </a:solidFill>
                          <a:latin typeface="Ubuntu"/>
                        </a:defRPr>
                      </a:lvl5pPr>
                      <a:lvl6pPr marL="2286000" algn="l" defTabSz="914400" rtl="0" eaLnBrk="1" latinLnBrk="0" hangingPunct="1">
                        <a:defRPr sz="1800" kern="1200">
                          <a:solidFill>
                            <a:schemeClr val="tx1"/>
                          </a:solidFill>
                          <a:latin typeface="Ubuntu"/>
                        </a:defRPr>
                      </a:lvl6pPr>
                      <a:lvl7pPr marL="2743200" algn="l" defTabSz="914400" rtl="0" eaLnBrk="1" latinLnBrk="0" hangingPunct="1">
                        <a:defRPr sz="1800" kern="1200">
                          <a:solidFill>
                            <a:schemeClr val="tx1"/>
                          </a:solidFill>
                          <a:latin typeface="Ubuntu"/>
                        </a:defRPr>
                      </a:lvl7pPr>
                      <a:lvl8pPr marL="3200400" algn="l" defTabSz="914400" rtl="0" eaLnBrk="1" latinLnBrk="0" hangingPunct="1">
                        <a:defRPr sz="1800" kern="1200">
                          <a:solidFill>
                            <a:schemeClr val="tx1"/>
                          </a:solidFill>
                          <a:latin typeface="Ubuntu"/>
                        </a:defRPr>
                      </a:lvl8pPr>
                      <a:lvl9pPr marL="3657600" algn="l" defTabSz="914400" rtl="0" eaLnBrk="1" latinLnBrk="0" hangingPunct="1">
                        <a:defRPr sz="1800" kern="1200">
                          <a:solidFill>
                            <a:schemeClr val="tx1"/>
                          </a:solidFill>
                          <a:latin typeface="Ubuntu"/>
                        </a:defRPr>
                      </a:lvl9pPr>
                    </a:lstStyle>
                    <a:p>
                      <a:pPr algn="l" fontAlgn="ctr"/>
                      <a:endParaRPr lang="en-IN" sz="1100" b="0" i="0" u="none" strike="noStrike">
                        <a:solidFill>
                          <a:srgbClr val="000000"/>
                        </a:solidFill>
                        <a:effectLst/>
                        <a:latin typeface="+mn-lt"/>
                      </a:endParaRPr>
                    </a:p>
                  </a:txBody>
                  <a:tcPr marL="7620"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272936">
                        <a:lumMod val="10000"/>
                        <a:lumOff val="90000"/>
                      </a:srgbClr>
                    </a:solidFill>
                  </a:tcPr>
                </a:tc>
                <a:tc>
                  <a:txBody>
                    <a:bodyPr/>
                    <a:lstStyle>
                      <a:lvl1pPr marL="0" algn="l" defTabSz="914400" rtl="0" eaLnBrk="1" latinLnBrk="0" hangingPunct="1">
                        <a:defRPr sz="1800" kern="1200">
                          <a:solidFill>
                            <a:schemeClr val="tx1"/>
                          </a:solidFill>
                          <a:latin typeface="Ubuntu"/>
                        </a:defRPr>
                      </a:lvl1pPr>
                      <a:lvl2pPr marL="457200" algn="l" defTabSz="914400" rtl="0" eaLnBrk="1" latinLnBrk="0" hangingPunct="1">
                        <a:defRPr sz="1800" kern="1200">
                          <a:solidFill>
                            <a:schemeClr val="tx1"/>
                          </a:solidFill>
                          <a:latin typeface="Ubuntu"/>
                        </a:defRPr>
                      </a:lvl2pPr>
                      <a:lvl3pPr marL="914400" algn="l" defTabSz="914400" rtl="0" eaLnBrk="1" latinLnBrk="0" hangingPunct="1">
                        <a:defRPr sz="1800" kern="1200">
                          <a:solidFill>
                            <a:schemeClr val="tx1"/>
                          </a:solidFill>
                          <a:latin typeface="Ubuntu"/>
                        </a:defRPr>
                      </a:lvl3pPr>
                      <a:lvl4pPr marL="1371600" algn="l" defTabSz="914400" rtl="0" eaLnBrk="1" latinLnBrk="0" hangingPunct="1">
                        <a:defRPr sz="1800" kern="1200">
                          <a:solidFill>
                            <a:schemeClr val="tx1"/>
                          </a:solidFill>
                          <a:latin typeface="Ubuntu"/>
                        </a:defRPr>
                      </a:lvl4pPr>
                      <a:lvl5pPr marL="1828800" algn="l" defTabSz="914400" rtl="0" eaLnBrk="1" latinLnBrk="0" hangingPunct="1">
                        <a:defRPr sz="1800" kern="1200">
                          <a:solidFill>
                            <a:schemeClr val="tx1"/>
                          </a:solidFill>
                          <a:latin typeface="Ubuntu"/>
                        </a:defRPr>
                      </a:lvl5pPr>
                      <a:lvl6pPr marL="2286000" algn="l" defTabSz="914400" rtl="0" eaLnBrk="1" latinLnBrk="0" hangingPunct="1">
                        <a:defRPr sz="1800" kern="1200">
                          <a:solidFill>
                            <a:schemeClr val="tx1"/>
                          </a:solidFill>
                          <a:latin typeface="Ubuntu"/>
                        </a:defRPr>
                      </a:lvl6pPr>
                      <a:lvl7pPr marL="2743200" algn="l" defTabSz="914400" rtl="0" eaLnBrk="1" latinLnBrk="0" hangingPunct="1">
                        <a:defRPr sz="1800" kern="1200">
                          <a:solidFill>
                            <a:schemeClr val="tx1"/>
                          </a:solidFill>
                          <a:latin typeface="Ubuntu"/>
                        </a:defRPr>
                      </a:lvl7pPr>
                      <a:lvl8pPr marL="3200400" algn="l" defTabSz="914400" rtl="0" eaLnBrk="1" latinLnBrk="0" hangingPunct="1">
                        <a:defRPr sz="1800" kern="1200">
                          <a:solidFill>
                            <a:schemeClr val="tx1"/>
                          </a:solidFill>
                          <a:latin typeface="Ubuntu"/>
                        </a:defRPr>
                      </a:lvl8pPr>
                      <a:lvl9pPr marL="3657600" algn="l" defTabSz="914400" rtl="0" eaLnBrk="1" latinLnBrk="0" hangingPunct="1">
                        <a:defRPr sz="1800" kern="1200">
                          <a:solidFill>
                            <a:schemeClr val="tx1"/>
                          </a:solidFill>
                          <a:latin typeface="Ubuntu"/>
                        </a:defRPr>
                      </a:lvl9pPr>
                    </a:lstStyle>
                    <a:p>
                      <a:pPr algn="l" fontAlgn="ctr"/>
                      <a:endParaRPr lang="en-IN" sz="1100" b="0" i="0" u="none" strike="noStrike">
                        <a:solidFill>
                          <a:srgbClr val="000000"/>
                        </a:solidFill>
                        <a:effectLst/>
                        <a:latin typeface="+mn-lt"/>
                      </a:endParaRPr>
                    </a:p>
                  </a:txBody>
                  <a:tcPr marL="7620" marR="7620" marT="7620" marB="0" anchor="ctr">
                    <a:lnL w="12700" cap="flat" cmpd="sng" algn="ctr">
                      <a:solidFill>
                        <a:srgbClr val="FFFFFF"/>
                      </a:solidFill>
                      <a:prstDash val="solid"/>
                      <a:round/>
                      <a:headEnd type="none" w="med" len="med"/>
                      <a:tailEnd type="none" w="med" len="med"/>
                    </a:lnL>
                    <a:lnR w="12700" cap="flat" cmpd="sng" algn="ctr">
                      <a:solidFill>
                        <a:sysClr val="windowText" lastClr="000000">
                          <a:lumMod val="50000"/>
                          <a:lumOff val="50000"/>
                        </a:sysClr>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272936">
                        <a:lumMod val="10000"/>
                        <a:lumOff val="90000"/>
                      </a:srgbClr>
                    </a:solidFill>
                  </a:tcPr>
                </a:tc>
                <a:extLst>
                  <a:ext uri="{0D108BD9-81ED-4DB2-BD59-A6C34878D82A}">
                    <a16:rowId xmlns:a16="http://schemas.microsoft.com/office/drawing/2014/main" val="1277787378"/>
                  </a:ext>
                </a:extLst>
              </a:tr>
              <a:tr h="598714">
                <a:tc gridSpan="2">
                  <a:txBody>
                    <a:bodyPr/>
                    <a:lstStyle>
                      <a:lvl1pPr marL="0" algn="l" defTabSz="914400" rtl="0" eaLnBrk="1" latinLnBrk="0" hangingPunct="1">
                        <a:defRPr sz="1800" kern="1200">
                          <a:solidFill>
                            <a:schemeClr val="tx1"/>
                          </a:solidFill>
                          <a:latin typeface="Ubuntu"/>
                        </a:defRPr>
                      </a:lvl1pPr>
                      <a:lvl2pPr marL="457200" algn="l" defTabSz="914400" rtl="0" eaLnBrk="1" latinLnBrk="0" hangingPunct="1">
                        <a:defRPr sz="1800" kern="1200">
                          <a:solidFill>
                            <a:schemeClr val="tx1"/>
                          </a:solidFill>
                          <a:latin typeface="Ubuntu"/>
                        </a:defRPr>
                      </a:lvl2pPr>
                      <a:lvl3pPr marL="914400" algn="l" defTabSz="914400" rtl="0" eaLnBrk="1" latinLnBrk="0" hangingPunct="1">
                        <a:defRPr sz="1800" kern="1200">
                          <a:solidFill>
                            <a:schemeClr val="tx1"/>
                          </a:solidFill>
                          <a:latin typeface="Ubuntu"/>
                        </a:defRPr>
                      </a:lvl3pPr>
                      <a:lvl4pPr marL="1371600" algn="l" defTabSz="914400" rtl="0" eaLnBrk="1" latinLnBrk="0" hangingPunct="1">
                        <a:defRPr sz="1800" kern="1200">
                          <a:solidFill>
                            <a:schemeClr val="tx1"/>
                          </a:solidFill>
                          <a:latin typeface="Ubuntu"/>
                        </a:defRPr>
                      </a:lvl4pPr>
                      <a:lvl5pPr marL="1828800" algn="l" defTabSz="914400" rtl="0" eaLnBrk="1" latinLnBrk="0" hangingPunct="1">
                        <a:defRPr sz="1800" kern="1200">
                          <a:solidFill>
                            <a:schemeClr val="tx1"/>
                          </a:solidFill>
                          <a:latin typeface="Ubuntu"/>
                        </a:defRPr>
                      </a:lvl5pPr>
                      <a:lvl6pPr marL="2286000" algn="l" defTabSz="914400" rtl="0" eaLnBrk="1" latinLnBrk="0" hangingPunct="1">
                        <a:defRPr sz="1800" kern="1200">
                          <a:solidFill>
                            <a:schemeClr val="tx1"/>
                          </a:solidFill>
                          <a:latin typeface="Ubuntu"/>
                        </a:defRPr>
                      </a:lvl6pPr>
                      <a:lvl7pPr marL="2743200" algn="l" defTabSz="914400" rtl="0" eaLnBrk="1" latinLnBrk="0" hangingPunct="1">
                        <a:defRPr sz="1800" kern="1200">
                          <a:solidFill>
                            <a:schemeClr val="tx1"/>
                          </a:solidFill>
                          <a:latin typeface="Ubuntu"/>
                        </a:defRPr>
                      </a:lvl7pPr>
                      <a:lvl8pPr marL="3200400" algn="l" defTabSz="914400" rtl="0" eaLnBrk="1" latinLnBrk="0" hangingPunct="1">
                        <a:defRPr sz="1800" kern="1200">
                          <a:solidFill>
                            <a:schemeClr val="tx1"/>
                          </a:solidFill>
                          <a:latin typeface="Ubuntu"/>
                        </a:defRPr>
                      </a:lvl8pPr>
                      <a:lvl9pPr marL="3657600" algn="l" defTabSz="914400" rtl="0" eaLnBrk="1" latinLnBrk="0" hangingPunct="1">
                        <a:defRPr sz="1800" kern="1200">
                          <a:solidFill>
                            <a:schemeClr val="tx1"/>
                          </a:solidFill>
                          <a:latin typeface="Ubuntu"/>
                        </a:defRPr>
                      </a:lvl9pPr>
                    </a:lstStyle>
                    <a:p>
                      <a:pPr algn="l" fontAlgn="ctr"/>
                      <a:r>
                        <a:rPr lang="en-IN" sz="1000" b="0" i="0" u="none" strike="noStrike">
                          <a:solidFill>
                            <a:schemeClr val="bg1"/>
                          </a:solidFill>
                          <a:effectLst/>
                          <a:latin typeface="+mn-lt"/>
                        </a:rPr>
                        <a:t>Change Management</a:t>
                      </a:r>
                    </a:p>
                  </a:txBody>
                  <a:tcPr marL="36000" marR="7620" marT="7620" marB="0" anchor="ctr">
                    <a:lnL w="12700" cap="flat" cmpd="sng" algn="ctr">
                      <a:solidFill>
                        <a:sysClr val="windowText" lastClr="000000">
                          <a:lumMod val="50000"/>
                          <a:lumOff val="50000"/>
                        </a:sysClr>
                      </a:solidFill>
                      <a:prstDash val="solid"/>
                      <a:round/>
                      <a:headEnd type="none" w="med" len="med"/>
                      <a:tailEnd type="none" w="med" len="med"/>
                    </a:lnL>
                    <a:lnR w="2857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tx1">
                        <a:lumMod val="95000"/>
                      </a:schemeClr>
                    </a:solidFill>
                  </a:tcPr>
                </a:tc>
                <a:tc hMerge="1">
                  <a:txBody>
                    <a:bodyPr/>
                    <a:lstStyle/>
                    <a:p>
                      <a:pPr algn="l" fontAlgn="ctr"/>
                      <a:endParaRPr lang="en-IN" sz="1200" b="1" i="0" u="none" strike="noStrike">
                        <a:solidFill>
                          <a:schemeClr val="bg1"/>
                        </a:solidFill>
                        <a:effectLst/>
                        <a:latin typeface="+mj-lt"/>
                      </a:endParaRPr>
                    </a:p>
                  </a:txBody>
                  <a:tcPr marL="36000" marR="7620" marT="7620"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F878A"/>
                    </a:solidFill>
                  </a:tcPr>
                </a:tc>
                <a:tc>
                  <a:txBody>
                    <a:bodyPr/>
                    <a:lstStyle>
                      <a:lvl1pPr marL="0" algn="l" defTabSz="914400" rtl="0" eaLnBrk="1" latinLnBrk="0" hangingPunct="1">
                        <a:defRPr sz="1800" kern="1200">
                          <a:solidFill>
                            <a:schemeClr val="tx1"/>
                          </a:solidFill>
                          <a:latin typeface="Ubuntu"/>
                        </a:defRPr>
                      </a:lvl1pPr>
                      <a:lvl2pPr marL="457200" algn="l" defTabSz="914400" rtl="0" eaLnBrk="1" latinLnBrk="0" hangingPunct="1">
                        <a:defRPr sz="1800" kern="1200">
                          <a:solidFill>
                            <a:schemeClr val="tx1"/>
                          </a:solidFill>
                          <a:latin typeface="Ubuntu"/>
                        </a:defRPr>
                      </a:lvl2pPr>
                      <a:lvl3pPr marL="914400" algn="l" defTabSz="914400" rtl="0" eaLnBrk="1" latinLnBrk="0" hangingPunct="1">
                        <a:defRPr sz="1800" kern="1200">
                          <a:solidFill>
                            <a:schemeClr val="tx1"/>
                          </a:solidFill>
                          <a:latin typeface="Ubuntu"/>
                        </a:defRPr>
                      </a:lvl3pPr>
                      <a:lvl4pPr marL="1371600" algn="l" defTabSz="914400" rtl="0" eaLnBrk="1" latinLnBrk="0" hangingPunct="1">
                        <a:defRPr sz="1800" kern="1200">
                          <a:solidFill>
                            <a:schemeClr val="tx1"/>
                          </a:solidFill>
                          <a:latin typeface="Ubuntu"/>
                        </a:defRPr>
                      </a:lvl4pPr>
                      <a:lvl5pPr marL="1828800" algn="l" defTabSz="914400" rtl="0" eaLnBrk="1" latinLnBrk="0" hangingPunct="1">
                        <a:defRPr sz="1800" kern="1200">
                          <a:solidFill>
                            <a:schemeClr val="tx1"/>
                          </a:solidFill>
                          <a:latin typeface="Ubuntu"/>
                        </a:defRPr>
                      </a:lvl5pPr>
                      <a:lvl6pPr marL="2286000" algn="l" defTabSz="914400" rtl="0" eaLnBrk="1" latinLnBrk="0" hangingPunct="1">
                        <a:defRPr sz="1800" kern="1200">
                          <a:solidFill>
                            <a:schemeClr val="tx1"/>
                          </a:solidFill>
                          <a:latin typeface="Ubuntu"/>
                        </a:defRPr>
                      </a:lvl6pPr>
                      <a:lvl7pPr marL="2743200" algn="l" defTabSz="914400" rtl="0" eaLnBrk="1" latinLnBrk="0" hangingPunct="1">
                        <a:defRPr sz="1800" kern="1200">
                          <a:solidFill>
                            <a:schemeClr val="tx1"/>
                          </a:solidFill>
                          <a:latin typeface="Ubuntu"/>
                        </a:defRPr>
                      </a:lvl7pPr>
                      <a:lvl8pPr marL="3200400" algn="l" defTabSz="914400" rtl="0" eaLnBrk="1" latinLnBrk="0" hangingPunct="1">
                        <a:defRPr sz="1800" kern="1200">
                          <a:solidFill>
                            <a:schemeClr val="tx1"/>
                          </a:solidFill>
                          <a:latin typeface="Ubuntu"/>
                        </a:defRPr>
                      </a:lvl8pPr>
                      <a:lvl9pPr marL="3657600" algn="l" defTabSz="914400" rtl="0" eaLnBrk="1" latinLnBrk="0" hangingPunct="1">
                        <a:defRPr sz="1800" kern="1200">
                          <a:solidFill>
                            <a:schemeClr val="tx1"/>
                          </a:solidFill>
                          <a:latin typeface="Ubuntu"/>
                        </a:defRPr>
                      </a:lvl9pPr>
                    </a:lstStyle>
                    <a:p>
                      <a:pPr algn="l" fontAlgn="ctr"/>
                      <a:endParaRPr lang="en-IN" sz="1100" b="0" i="0" u="none" strike="noStrike">
                        <a:solidFill>
                          <a:srgbClr val="000000"/>
                        </a:solidFill>
                        <a:effectLst/>
                        <a:latin typeface="+mn-lt"/>
                      </a:endParaRPr>
                    </a:p>
                  </a:txBody>
                  <a:tcPr marL="7620" marR="7620" marT="7620" marB="0" anchor="ctr">
                    <a:lnL w="28575"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272936">
                        <a:lumMod val="10000"/>
                        <a:lumOff val="90000"/>
                      </a:srgbClr>
                    </a:solidFill>
                  </a:tcPr>
                </a:tc>
                <a:tc>
                  <a:txBody>
                    <a:bodyPr/>
                    <a:lstStyle>
                      <a:lvl1pPr marL="0" algn="l" defTabSz="914400" rtl="0" eaLnBrk="1" latinLnBrk="0" hangingPunct="1">
                        <a:defRPr sz="1800" kern="1200">
                          <a:solidFill>
                            <a:schemeClr val="tx1"/>
                          </a:solidFill>
                          <a:latin typeface="Ubuntu"/>
                        </a:defRPr>
                      </a:lvl1pPr>
                      <a:lvl2pPr marL="457200" algn="l" defTabSz="914400" rtl="0" eaLnBrk="1" latinLnBrk="0" hangingPunct="1">
                        <a:defRPr sz="1800" kern="1200">
                          <a:solidFill>
                            <a:schemeClr val="tx1"/>
                          </a:solidFill>
                          <a:latin typeface="Ubuntu"/>
                        </a:defRPr>
                      </a:lvl2pPr>
                      <a:lvl3pPr marL="914400" algn="l" defTabSz="914400" rtl="0" eaLnBrk="1" latinLnBrk="0" hangingPunct="1">
                        <a:defRPr sz="1800" kern="1200">
                          <a:solidFill>
                            <a:schemeClr val="tx1"/>
                          </a:solidFill>
                          <a:latin typeface="Ubuntu"/>
                        </a:defRPr>
                      </a:lvl3pPr>
                      <a:lvl4pPr marL="1371600" algn="l" defTabSz="914400" rtl="0" eaLnBrk="1" latinLnBrk="0" hangingPunct="1">
                        <a:defRPr sz="1800" kern="1200">
                          <a:solidFill>
                            <a:schemeClr val="tx1"/>
                          </a:solidFill>
                          <a:latin typeface="Ubuntu"/>
                        </a:defRPr>
                      </a:lvl4pPr>
                      <a:lvl5pPr marL="1828800" algn="l" defTabSz="914400" rtl="0" eaLnBrk="1" latinLnBrk="0" hangingPunct="1">
                        <a:defRPr sz="1800" kern="1200">
                          <a:solidFill>
                            <a:schemeClr val="tx1"/>
                          </a:solidFill>
                          <a:latin typeface="Ubuntu"/>
                        </a:defRPr>
                      </a:lvl5pPr>
                      <a:lvl6pPr marL="2286000" algn="l" defTabSz="914400" rtl="0" eaLnBrk="1" latinLnBrk="0" hangingPunct="1">
                        <a:defRPr sz="1800" kern="1200">
                          <a:solidFill>
                            <a:schemeClr val="tx1"/>
                          </a:solidFill>
                          <a:latin typeface="Ubuntu"/>
                        </a:defRPr>
                      </a:lvl6pPr>
                      <a:lvl7pPr marL="2743200" algn="l" defTabSz="914400" rtl="0" eaLnBrk="1" latinLnBrk="0" hangingPunct="1">
                        <a:defRPr sz="1800" kern="1200">
                          <a:solidFill>
                            <a:schemeClr val="tx1"/>
                          </a:solidFill>
                          <a:latin typeface="Ubuntu"/>
                        </a:defRPr>
                      </a:lvl7pPr>
                      <a:lvl8pPr marL="3200400" algn="l" defTabSz="914400" rtl="0" eaLnBrk="1" latinLnBrk="0" hangingPunct="1">
                        <a:defRPr sz="1800" kern="1200">
                          <a:solidFill>
                            <a:schemeClr val="tx1"/>
                          </a:solidFill>
                          <a:latin typeface="Ubuntu"/>
                        </a:defRPr>
                      </a:lvl8pPr>
                      <a:lvl9pPr marL="3657600" algn="l" defTabSz="914400" rtl="0" eaLnBrk="1" latinLnBrk="0" hangingPunct="1">
                        <a:defRPr sz="1800" kern="1200">
                          <a:solidFill>
                            <a:schemeClr val="tx1"/>
                          </a:solidFill>
                          <a:latin typeface="Ubuntu"/>
                        </a:defRPr>
                      </a:lvl9pPr>
                    </a:lstStyle>
                    <a:p>
                      <a:pPr algn="l" fontAlgn="ctr"/>
                      <a:endParaRPr lang="en-IN" sz="1100" b="0" i="0" u="none" strike="noStrike">
                        <a:solidFill>
                          <a:srgbClr val="000000"/>
                        </a:solidFill>
                        <a:effectLst/>
                        <a:latin typeface="+mn-lt"/>
                      </a:endParaRPr>
                    </a:p>
                  </a:txBody>
                  <a:tcPr marL="7620"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272936">
                        <a:lumMod val="10000"/>
                        <a:lumOff val="90000"/>
                      </a:srgbClr>
                    </a:solidFill>
                  </a:tcPr>
                </a:tc>
                <a:tc>
                  <a:txBody>
                    <a:bodyPr/>
                    <a:lstStyle>
                      <a:lvl1pPr marL="0" algn="l" defTabSz="914400" rtl="0" eaLnBrk="1" latinLnBrk="0" hangingPunct="1">
                        <a:defRPr sz="1800" kern="1200">
                          <a:solidFill>
                            <a:schemeClr val="tx1"/>
                          </a:solidFill>
                          <a:latin typeface="Ubuntu"/>
                        </a:defRPr>
                      </a:lvl1pPr>
                      <a:lvl2pPr marL="457200" algn="l" defTabSz="914400" rtl="0" eaLnBrk="1" latinLnBrk="0" hangingPunct="1">
                        <a:defRPr sz="1800" kern="1200">
                          <a:solidFill>
                            <a:schemeClr val="tx1"/>
                          </a:solidFill>
                          <a:latin typeface="Ubuntu"/>
                        </a:defRPr>
                      </a:lvl2pPr>
                      <a:lvl3pPr marL="914400" algn="l" defTabSz="914400" rtl="0" eaLnBrk="1" latinLnBrk="0" hangingPunct="1">
                        <a:defRPr sz="1800" kern="1200">
                          <a:solidFill>
                            <a:schemeClr val="tx1"/>
                          </a:solidFill>
                          <a:latin typeface="Ubuntu"/>
                        </a:defRPr>
                      </a:lvl3pPr>
                      <a:lvl4pPr marL="1371600" algn="l" defTabSz="914400" rtl="0" eaLnBrk="1" latinLnBrk="0" hangingPunct="1">
                        <a:defRPr sz="1800" kern="1200">
                          <a:solidFill>
                            <a:schemeClr val="tx1"/>
                          </a:solidFill>
                          <a:latin typeface="Ubuntu"/>
                        </a:defRPr>
                      </a:lvl4pPr>
                      <a:lvl5pPr marL="1828800" algn="l" defTabSz="914400" rtl="0" eaLnBrk="1" latinLnBrk="0" hangingPunct="1">
                        <a:defRPr sz="1800" kern="1200">
                          <a:solidFill>
                            <a:schemeClr val="tx1"/>
                          </a:solidFill>
                          <a:latin typeface="Ubuntu"/>
                        </a:defRPr>
                      </a:lvl5pPr>
                      <a:lvl6pPr marL="2286000" algn="l" defTabSz="914400" rtl="0" eaLnBrk="1" latinLnBrk="0" hangingPunct="1">
                        <a:defRPr sz="1800" kern="1200">
                          <a:solidFill>
                            <a:schemeClr val="tx1"/>
                          </a:solidFill>
                          <a:latin typeface="Ubuntu"/>
                        </a:defRPr>
                      </a:lvl6pPr>
                      <a:lvl7pPr marL="2743200" algn="l" defTabSz="914400" rtl="0" eaLnBrk="1" latinLnBrk="0" hangingPunct="1">
                        <a:defRPr sz="1800" kern="1200">
                          <a:solidFill>
                            <a:schemeClr val="tx1"/>
                          </a:solidFill>
                          <a:latin typeface="Ubuntu"/>
                        </a:defRPr>
                      </a:lvl7pPr>
                      <a:lvl8pPr marL="3200400" algn="l" defTabSz="914400" rtl="0" eaLnBrk="1" latinLnBrk="0" hangingPunct="1">
                        <a:defRPr sz="1800" kern="1200">
                          <a:solidFill>
                            <a:schemeClr val="tx1"/>
                          </a:solidFill>
                          <a:latin typeface="Ubuntu"/>
                        </a:defRPr>
                      </a:lvl8pPr>
                      <a:lvl9pPr marL="3657600" algn="l" defTabSz="914400" rtl="0" eaLnBrk="1" latinLnBrk="0" hangingPunct="1">
                        <a:defRPr sz="1800" kern="1200">
                          <a:solidFill>
                            <a:schemeClr val="tx1"/>
                          </a:solidFill>
                          <a:latin typeface="Ubuntu"/>
                        </a:defRPr>
                      </a:lvl9pPr>
                    </a:lstStyle>
                    <a:p>
                      <a:pPr algn="l" fontAlgn="ctr"/>
                      <a:endParaRPr lang="en-IN" sz="1100" b="0" i="0" u="none" strike="noStrike">
                        <a:solidFill>
                          <a:srgbClr val="000000"/>
                        </a:solidFill>
                        <a:effectLst/>
                        <a:latin typeface="+mn-lt"/>
                      </a:endParaRPr>
                    </a:p>
                  </a:txBody>
                  <a:tcPr marL="7620"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272936">
                        <a:lumMod val="10000"/>
                        <a:lumOff val="90000"/>
                      </a:srgbClr>
                    </a:solidFill>
                  </a:tcPr>
                </a:tc>
                <a:tc>
                  <a:txBody>
                    <a:bodyPr/>
                    <a:lstStyle>
                      <a:lvl1pPr marL="0" algn="l" defTabSz="914400" rtl="0" eaLnBrk="1" latinLnBrk="0" hangingPunct="1">
                        <a:defRPr sz="1800" kern="1200">
                          <a:solidFill>
                            <a:schemeClr val="tx1"/>
                          </a:solidFill>
                          <a:latin typeface="Ubuntu"/>
                        </a:defRPr>
                      </a:lvl1pPr>
                      <a:lvl2pPr marL="457200" algn="l" defTabSz="914400" rtl="0" eaLnBrk="1" latinLnBrk="0" hangingPunct="1">
                        <a:defRPr sz="1800" kern="1200">
                          <a:solidFill>
                            <a:schemeClr val="tx1"/>
                          </a:solidFill>
                          <a:latin typeface="Ubuntu"/>
                        </a:defRPr>
                      </a:lvl2pPr>
                      <a:lvl3pPr marL="914400" algn="l" defTabSz="914400" rtl="0" eaLnBrk="1" latinLnBrk="0" hangingPunct="1">
                        <a:defRPr sz="1800" kern="1200">
                          <a:solidFill>
                            <a:schemeClr val="tx1"/>
                          </a:solidFill>
                          <a:latin typeface="Ubuntu"/>
                        </a:defRPr>
                      </a:lvl3pPr>
                      <a:lvl4pPr marL="1371600" algn="l" defTabSz="914400" rtl="0" eaLnBrk="1" latinLnBrk="0" hangingPunct="1">
                        <a:defRPr sz="1800" kern="1200">
                          <a:solidFill>
                            <a:schemeClr val="tx1"/>
                          </a:solidFill>
                          <a:latin typeface="Ubuntu"/>
                        </a:defRPr>
                      </a:lvl4pPr>
                      <a:lvl5pPr marL="1828800" algn="l" defTabSz="914400" rtl="0" eaLnBrk="1" latinLnBrk="0" hangingPunct="1">
                        <a:defRPr sz="1800" kern="1200">
                          <a:solidFill>
                            <a:schemeClr val="tx1"/>
                          </a:solidFill>
                          <a:latin typeface="Ubuntu"/>
                        </a:defRPr>
                      </a:lvl5pPr>
                      <a:lvl6pPr marL="2286000" algn="l" defTabSz="914400" rtl="0" eaLnBrk="1" latinLnBrk="0" hangingPunct="1">
                        <a:defRPr sz="1800" kern="1200">
                          <a:solidFill>
                            <a:schemeClr val="tx1"/>
                          </a:solidFill>
                          <a:latin typeface="Ubuntu"/>
                        </a:defRPr>
                      </a:lvl6pPr>
                      <a:lvl7pPr marL="2743200" algn="l" defTabSz="914400" rtl="0" eaLnBrk="1" latinLnBrk="0" hangingPunct="1">
                        <a:defRPr sz="1800" kern="1200">
                          <a:solidFill>
                            <a:schemeClr val="tx1"/>
                          </a:solidFill>
                          <a:latin typeface="Ubuntu"/>
                        </a:defRPr>
                      </a:lvl7pPr>
                      <a:lvl8pPr marL="3200400" algn="l" defTabSz="914400" rtl="0" eaLnBrk="1" latinLnBrk="0" hangingPunct="1">
                        <a:defRPr sz="1800" kern="1200">
                          <a:solidFill>
                            <a:schemeClr val="tx1"/>
                          </a:solidFill>
                          <a:latin typeface="Ubuntu"/>
                        </a:defRPr>
                      </a:lvl8pPr>
                      <a:lvl9pPr marL="3657600" algn="l" defTabSz="914400" rtl="0" eaLnBrk="1" latinLnBrk="0" hangingPunct="1">
                        <a:defRPr sz="1800" kern="1200">
                          <a:solidFill>
                            <a:schemeClr val="tx1"/>
                          </a:solidFill>
                          <a:latin typeface="Ubuntu"/>
                        </a:defRPr>
                      </a:lvl9pPr>
                    </a:lstStyle>
                    <a:p>
                      <a:pPr algn="l" fontAlgn="ctr"/>
                      <a:endParaRPr lang="en-IN" sz="1100" b="0" i="0" u="none" strike="noStrike">
                        <a:solidFill>
                          <a:srgbClr val="000000"/>
                        </a:solidFill>
                        <a:effectLst/>
                        <a:latin typeface="+mn-lt"/>
                      </a:endParaRPr>
                    </a:p>
                  </a:txBody>
                  <a:tcPr marL="7620"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272936">
                        <a:lumMod val="10000"/>
                        <a:lumOff val="90000"/>
                      </a:srgbClr>
                    </a:solidFill>
                  </a:tcPr>
                </a:tc>
                <a:tc>
                  <a:txBody>
                    <a:bodyPr/>
                    <a:lstStyle>
                      <a:lvl1pPr marL="0" algn="l" defTabSz="914400" rtl="0" eaLnBrk="1" latinLnBrk="0" hangingPunct="1">
                        <a:defRPr sz="1800" kern="1200">
                          <a:solidFill>
                            <a:schemeClr val="tx1"/>
                          </a:solidFill>
                          <a:latin typeface="Ubuntu"/>
                        </a:defRPr>
                      </a:lvl1pPr>
                      <a:lvl2pPr marL="457200" algn="l" defTabSz="914400" rtl="0" eaLnBrk="1" latinLnBrk="0" hangingPunct="1">
                        <a:defRPr sz="1800" kern="1200">
                          <a:solidFill>
                            <a:schemeClr val="tx1"/>
                          </a:solidFill>
                          <a:latin typeface="Ubuntu"/>
                        </a:defRPr>
                      </a:lvl2pPr>
                      <a:lvl3pPr marL="914400" algn="l" defTabSz="914400" rtl="0" eaLnBrk="1" latinLnBrk="0" hangingPunct="1">
                        <a:defRPr sz="1800" kern="1200">
                          <a:solidFill>
                            <a:schemeClr val="tx1"/>
                          </a:solidFill>
                          <a:latin typeface="Ubuntu"/>
                        </a:defRPr>
                      </a:lvl3pPr>
                      <a:lvl4pPr marL="1371600" algn="l" defTabSz="914400" rtl="0" eaLnBrk="1" latinLnBrk="0" hangingPunct="1">
                        <a:defRPr sz="1800" kern="1200">
                          <a:solidFill>
                            <a:schemeClr val="tx1"/>
                          </a:solidFill>
                          <a:latin typeface="Ubuntu"/>
                        </a:defRPr>
                      </a:lvl4pPr>
                      <a:lvl5pPr marL="1828800" algn="l" defTabSz="914400" rtl="0" eaLnBrk="1" latinLnBrk="0" hangingPunct="1">
                        <a:defRPr sz="1800" kern="1200">
                          <a:solidFill>
                            <a:schemeClr val="tx1"/>
                          </a:solidFill>
                          <a:latin typeface="Ubuntu"/>
                        </a:defRPr>
                      </a:lvl5pPr>
                      <a:lvl6pPr marL="2286000" algn="l" defTabSz="914400" rtl="0" eaLnBrk="1" latinLnBrk="0" hangingPunct="1">
                        <a:defRPr sz="1800" kern="1200">
                          <a:solidFill>
                            <a:schemeClr val="tx1"/>
                          </a:solidFill>
                          <a:latin typeface="Ubuntu"/>
                        </a:defRPr>
                      </a:lvl6pPr>
                      <a:lvl7pPr marL="2743200" algn="l" defTabSz="914400" rtl="0" eaLnBrk="1" latinLnBrk="0" hangingPunct="1">
                        <a:defRPr sz="1800" kern="1200">
                          <a:solidFill>
                            <a:schemeClr val="tx1"/>
                          </a:solidFill>
                          <a:latin typeface="Ubuntu"/>
                        </a:defRPr>
                      </a:lvl7pPr>
                      <a:lvl8pPr marL="3200400" algn="l" defTabSz="914400" rtl="0" eaLnBrk="1" latinLnBrk="0" hangingPunct="1">
                        <a:defRPr sz="1800" kern="1200">
                          <a:solidFill>
                            <a:schemeClr val="tx1"/>
                          </a:solidFill>
                          <a:latin typeface="Ubuntu"/>
                        </a:defRPr>
                      </a:lvl8pPr>
                      <a:lvl9pPr marL="3657600" algn="l" defTabSz="914400" rtl="0" eaLnBrk="1" latinLnBrk="0" hangingPunct="1">
                        <a:defRPr sz="1800" kern="1200">
                          <a:solidFill>
                            <a:schemeClr val="tx1"/>
                          </a:solidFill>
                          <a:latin typeface="Ubuntu"/>
                        </a:defRPr>
                      </a:lvl9pPr>
                    </a:lstStyle>
                    <a:p>
                      <a:pPr algn="l" fontAlgn="ctr"/>
                      <a:endParaRPr lang="en-IN" sz="1100" b="0" i="0" u="none" strike="noStrike">
                        <a:solidFill>
                          <a:srgbClr val="000000"/>
                        </a:solidFill>
                        <a:effectLst/>
                        <a:latin typeface="+mn-lt"/>
                      </a:endParaRPr>
                    </a:p>
                  </a:txBody>
                  <a:tcPr marL="7620"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272936">
                        <a:lumMod val="10000"/>
                        <a:lumOff val="90000"/>
                      </a:srgbClr>
                    </a:solidFill>
                  </a:tcPr>
                </a:tc>
                <a:tc>
                  <a:txBody>
                    <a:bodyPr/>
                    <a:lstStyle>
                      <a:lvl1pPr marL="0" algn="l" defTabSz="914400" rtl="0" eaLnBrk="1" latinLnBrk="0" hangingPunct="1">
                        <a:defRPr sz="1800" kern="1200">
                          <a:solidFill>
                            <a:schemeClr val="tx1"/>
                          </a:solidFill>
                          <a:latin typeface="Ubuntu"/>
                        </a:defRPr>
                      </a:lvl1pPr>
                      <a:lvl2pPr marL="457200" algn="l" defTabSz="914400" rtl="0" eaLnBrk="1" latinLnBrk="0" hangingPunct="1">
                        <a:defRPr sz="1800" kern="1200">
                          <a:solidFill>
                            <a:schemeClr val="tx1"/>
                          </a:solidFill>
                          <a:latin typeface="Ubuntu"/>
                        </a:defRPr>
                      </a:lvl2pPr>
                      <a:lvl3pPr marL="914400" algn="l" defTabSz="914400" rtl="0" eaLnBrk="1" latinLnBrk="0" hangingPunct="1">
                        <a:defRPr sz="1800" kern="1200">
                          <a:solidFill>
                            <a:schemeClr val="tx1"/>
                          </a:solidFill>
                          <a:latin typeface="Ubuntu"/>
                        </a:defRPr>
                      </a:lvl3pPr>
                      <a:lvl4pPr marL="1371600" algn="l" defTabSz="914400" rtl="0" eaLnBrk="1" latinLnBrk="0" hangingPunct="1">
                        <a:defRPr sz="1800" kern="1200">
                          <a:solidFill>
                            <a:schemeClr val="tx1"/>
                          </a:solidFill>
                          <a:latin typeface="Ubuntu"/>
                        </a:defRPr>
                      </a:lvl4pPr>
                      <a:lvl5pPr marL="1828800" algn="l" defTabSz="914400" rtl="0" eaLnBrk="1" latinLnBrk="0" hangingPunct="1">
                        <a:defRPr sz="1800" kern="1200">
                          <a:solidFill>
                            <a:schemeClr val="tx1"/>
                          </a:solidFill>
                          <a:latin typeface="Ubuntu"/>
                        </a:defRPr>
                      </a:lvl5pPr>
                      <a:lvl6pPr marL="2286000" algn="l" defTabSz="914400" rtl="0" eaLnBrk="1" latinLnBrk="0" hangingPunct="1">
                        <a:defRPr sz="1800" kern="1200">
                          <a:solidFill>
                            <a:schemeClr val="tx1"/>
                          </a:solidFill>
                          <a:latin typeface="Ubuntu"/>
                        </a:defRPr>
                      </a:lvl6pPr>
                      <a:lvl7pPr marL="2743200" algn="l" defTabSz="914400" rtl="0" eaLnBrk="1" latinLnBrk="0" hangingPunct="1">
                        <a:defRPr sz="1800" kern="1200">
                          <a:solidFill>
                            <a:schemeClr val="tx1"/>
                          </a:solidFill>
                          <a:latin typeface="Ubuntu"/>
                        </a:defRPr>
                      </a:lvl7pPr>
                      <a:lvl8pPr marL="3200400" algn="l" defTabSz="914400" rtl="0" eaLnBrk="1" latinLnBrk="0" hangingPunct="1">
                        <a:defRPr sz="1800" kern="1200">
                          <a:solidFill>
                            <a:schemeClr val="tx1"/>
                          </a:solidFill>
                          <a:latin typeface="Ubuntu"/>
                        </a:defRPr>
                      </a:lvl8pPr>
                      <a:lvl9pPr marL="3657600" algn="l" defTabSz="914400" rtl="0" eaLnBrk="1" latinLnBrk="0" hangingPunct="1">
                        <a:defRPr sz="1800" kern="1200">
                          <a:solidFill>
                            <a:schemeClr val="tx1"/>
                          </a:solidFill>
                          <a:latin typeface="Ubuntu"/>
                        </a:defRPr>
                      </a:lvl9pPr>
                    </a:lstStyle>
                    <a:p>
                      <a:pPr algn="l" fontAlgn="ctr"/>
                      <a:endParaRPr lang="en-IN" sz="1100" b="0" i="0" u="none" strike="noStrike">
                        <a:solidFill>
                          <a:srgbClr val="000000"/>
                        </a:solidFill>
                        <a:effectLst/>
                        <a:latin typeface="+mn-lt"/>
                      </a:endParaRPr>
                    </a:p>
                  </a:txBody>
                  <a:tcPr marL="7620"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272936">
                        <a:lumMod val="10000"/>
                        <a:lumOff val="90000"/>
                      </a:srgbClr>
                    </a:solidFill>
                  </a:tcPr>
                </a:tc>
                <a:tc>
                  <a:txBody>
                    <a:bodyPr/>
                    <a:lstStyle>
                      <a:lvl1pPr marL="0" algn="l" defTabSz="914400" rtl="0" eaLnBrk="1" latinLnBrk="0" hangingPunct="1">
                        <a:defRPr sz="1800" kern="1200">
                          <a:solidFill>
                            <a:schemeClr val="tx1"/>
                          </a:solidFill>
                          <a:latin typeface="Ubuntu"/>
                        </a:defRPr>
                      </a:lvl1pPr>
                      <a:lvl2pPr marL="457200" algn="l" defTabSz="914400" rtl="0" eaLnBrk="1" latinLnBrk="0" hangingPunct="1">
                        <a:defRPr sz="1800" kern="1200">
                          <a:solidFill>
                            <a:schemeClr val="tx1"/>
                          </a:solidFill>
                          <a:latin typeface="Ubuntu"/>
                        </a:defRPr>
                      </a:lvl2pPr>
                      <a:lvl3pPr marL="914400" algn="l" defTabSz="914400" rtl="0" eaLnBrk="1" latinLnBrk="0" hangingPunct="1">
                        <a:defRPr sz="1800" kern="1200">
                          <a:solidFill>
                            <a:schemeClr val="tx1"/>
                          </a:solidFill>
                          <a:latin typeface="Ubuntu"/>
                        </a:defRPr>
                      </a:lvl3pPr>
                      <a:lvl4pPr marL="1371600" algn="l" defTabSz="914400" rtl="0" eaLnBrk="1" latinLnBrk="0" hangingPunct="1">
                        <a:defRPr sz="1800" kern="1200">
                          <a:solidFill>
                            <a:schemeClr val="tx1"/>
                          </a:solidFill>
                          <a:latin typeface="Ubuntu"/>
                        </a:defRPr>
                      </a:lvl4pPr>
                      <a:lvl5pPr marL="1828800" algn="l" defTabSz="914400" rtl="0" eaLnBrk="1" latinLnBrk="0" hangingPunct="1">
                        <a:defRPr sz="1800" kern="1200">
                          <a:solidFill>
                            <a:schemeClr val="tx1"/>
                          </a:solidFill>
                          <a:latin typeface="Ubuntu"/>
                        </a:defRPr>
                      </a:lvl5pPr>
                      <a:lvl6pPr marL="2286000" algn="l" defTabSz="914400" rtl="0" eaLnBrk="1" latinLnBrk="0" hangingPunct="1">
                        <a:defRPr sz="1800" kern="1200">
                          <a:solidFill>
                            <a:schemeClr val="tx1"/>
                          </a:solidFill>
                          <a:latin typeface="Ubuntu"/>
                        </a:defRPr>
                      </a:lvl6pPr>
                      <a:lvl7pPr marL="2743200" algn="l" defTabSz="914400" rtl="0" eaLnBrk="1" latinLnBrk="0" hangingPunct="1">
                        <a:defRPr sz="1800" kern="1200">
                          <a:solidFill>
                            <a:schemeClr val="tx1"/>
                          </a:solidFill>
                          <a:latin typeface="Ubuntu"/>
                        </a:defRPr>
                      </a:lvl7pPr>
                      <a:lvl8pPr marL="3200400" algn="l" defTabSz="914400" rtl="0" eaLnBrk="1" latinLnBrk="0" hangingPunct="1">
                        <a:defRPr sz="1800" kern="1200">
                          <a:solidFill>
                            <a:schemeClr val="tx1"/>
                          </a:solidFill>
                          <a:latin typeface="Ubuntu"/>
                        </a:defRPr>
                      </a:lvl8pPr>
                      <a:lvl9pPr marL="3657600" algn="l" defTabSz="914400" rtl="0" eaLnBrk="1" latinLnBrk="0" hangingPunct="1">
                        <a:defRPr sz="1800" kern="1200">
                          <a:solidFill>
                            <a:schemeClr val="tx1"/>
                          </a:solidFill>
                          <a:latin typeface="Ubuntu"/>
                        </a:defRPr>
                      </a:lvl9pPr>
                    </a:lstStyle>
                    <a:p>
                      <a:pPr algn="l" fontAlgn="ctr"/>
                      <a:endParaRPr lang="en-IN" sz="1100" b="0" i="0" u="none" strike="noStrike">
                        <a:solidFill>
                          <a:srgbClr val="000000"/>
                        </a:solidFill>
                        <a:effectLst/>
                        <a:latin typeface="+mn-lt"/>
                      </a:endParaRPr>
                    </a:p>
                  </a:txBody>
                  <a:tcPr marL="7620"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272936">
                        <a:lumMod val="10000"/>
                        <a:lumOff val="90000"/>
                      </a:srgbClr>
                    </a:solidFill>
                  </a:tcPr>
                </a:tc>
                <a:tc>
                  <a:txBody>
                    <a:bodyPr/>
                    <a:lstStyle>
                      <a:lvl1pPr marL="0" algn="l" defTabSz="914400" rtl="0" eaLnBrk="1" latinLnBrk="0" hangingPunct="1">
                        <a:defRPr sz="1800" kern="1200">
                          <a:solidFill>
                            <a:schemeClr val="tx1"/>
                          </a:solidFill>
                          <a:latin typeface="Ubuntu"/>
                        </a:defRPr>
                      </a:lvl1pPr>
                      <a:lvl2pPr marL="457200" algn="l" defTabSz="914400" rtl="0" eaLnBrk="1" latinLnBrk="0" hangingPunct="1">
                        <a:defRPr sz="1800" kern="1200">
                          <a:solidFill>
                            <a:schemeClr val="tx1"/>
                          </a:solidFill>
                          <a:latin typeface="Ubuntu"/>
                        </a:defRPr>
                      </a:lvl2pPr>
                      <a:lvl3pPr marL="914400" algn="l" defTabSz="914400" rtl="0" eaLnBrk="1" latinLnBrk="0" hangingPunct="1">
                        <a:defRPr sz="1800" kern="1200">
                          <a:solidFill>
                            <a:schemeClr val="tx1"/>
                          </a:solidFill>
                          <a:latin typeface="Ubuntu"/>
                        </a:defRPr>
                      </a:lvl3pPr>
                      <a:lvl4pPr marL="1371600" algn="l" defTabSz="914400" rtl="0" eaLnBrk="1" latinLnBrk="0" hangingPunct="1">
                        <a:defRPr sz="1800" kern="1200">
                          <a:solidFill>
                            <a:schemeClr val="tx1"/>
                          </a:solidFill>
                          <a:latin typeface="Ubuntu"/>
                        </a:defRPr>
                      </a:lvl4pPr>
                      <a:lvl5pPr marL="1828800" algn="l" defTabSz="914400" rtl="0" eaLnBrk="1" latinLnBrk="0" hangingPunct="1">
                        <a:defRPr sz="1800" kern="1200">
                          <a:solidFill>
                            <a:schemeClr val="tx1"/>
                          </a:solidFill>
                          <a:latin typeface="Ubuntu"/>
                        </a:defRPr>
                      </a:lvl5pPr>
                      <a:lvl6pPr marL="2286000" algn="l" defTabSz="914400" rtl="0" eaLnBrk="1" latinLnBrk="0" hangingPunct="1">
                        <a:defRPr sz="1800" kern="1200">
                          <a:solidFill>
                            <a:schemeClr val="tx1"/>
                          </a:solidFill>
                          <a:latin typeface="Ubuntu"/>
                        </a:defRPr>
                      </a:lvl6pPr>
                      <a:lvl7pPr marL="2743200" algn="l" defTabSz="914400" rtl="0" eaLnBrk="1" latinLnBrk="0" hangingPunct="1">
                        <a:defRPr sz="1800" kern="1200">
                          <a:solidFill>
                            <a:schemeClr val="tx1"/>
                          </a:solidFill>
                          <a:latin typeface="Ubuntu"/>
                        </a:defRPr>
                      </a:lvl7pPr>
                      <a:lvl8pPr marL="3200400" algn="l" defTabSz="914400" rtl="0" eaLnBrk="1" latinLnBrk="0" hangingPunct="1">
                        <a:defRPr sz="1800" kern="1200">
                          <a:solidFill>
                            <a:schemeClr val="tx1"/>
                          </a:solidFill>
                          <a:latin typeface="Ubuntu"/>
                        </a:defRPr>
                      </a:lvl8pPr>
                      <a:lvl9pPr marL="3657600" algn="l" defTabSz="914400" rtl="0" eaLnBrk="1" latinLnBrk="0" hangingPunct="1">
                        <a:defRPr sz="1800" kern="1200">
                          <a:solidFill>
                            <a:schemeClr val="tx1"/>
                          </a:solidFill>
                          <a:latin typeface="Ubuntu"/>
                        </a:defRPr>
                      </a:lvl9pPr>
                    </a:lstStyle>
                    <a:p>
                      <a:pPr algn="l" fontAlgn="ctr"/>
                      <a:endParaRPr lang="en-IN" sz="1100" b="0" i="0" u="none" strike="noStrike">
                        <a:solidFill>
                          <a:srgbClr val="000000"/>
                        </a:solidFill>
                        <a:effectLst/>
                        <a:latin typeface="+mn-lt"/>
                      </a:endParaRPr>
                    </a:p>
                  </a:txBody>
                  <a:tcPr marL="7620"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272936">
                        <a:lumMod val="10000"/>
                        <a:lumOff val="90000"/>
                      </a:srgbClr>
                    </a:solidFill>
                  </a:tcPr>
                </a:tc>
                <a:tc>
                  <a:txBody>
                    <a:bodyPr/>
                    <a:lstStyle>
                      <a:lvl1pPr marL="0" algn="l" defTabSz="914400" rtl="0" eaLnBrk="1" latinLnBrk="0" hangingPunct="1">
                        <a:defRPr sz="1800" kern="1200">
                          <a:solidFill>
                            <a:schemeClr val="tx1"/>
                          </a:solidFill>
                          <a:latin typeface="Ubuntu"/>
                        </a:defRPr>
                      </a:lvl1pPr>
                      <a:lvl2pPr marL="457200" algn="l" defTabSz="914400" rtl="0" eaLnBrk="1" latinLnBrk="0" hangingPunct="1">
                        <a:defRPr sz="1800" kern="1200">
                          <a:solidFill>
                            <a:schemeClr val="tx1"/>
                          </a:solidFill>
                          <a:latin typeface="Ubuntu"/>
                        </a:defRPr>
                      </a:lvl2pPr>
                      <a:lvl3pPr marL="914400" algn="l" defTabSz="914400" rtl="0" eaLnBrk="1" latinLnBrk="0" hangingPunct="1">
                        <a:defRPr sz="1800" kern="1200">
                          <a:solidFill>
                            <a:schemeClr val="tx1"/>
                          </a:solidFill>
                          <a:latin typeface="Ubuntu"/>
                        </a:defRPr>
                      </a:lvl3pPr>
                      <a:lvl4pPr marL="1371600" algn="l" defTabSz="914400" rtl="0" eaLnBrk="1" latinLnBrk="0" hangingPunct="1">
                        <a:defRPr sz="1800" kern="1200">
                          <a:solidFill>
                            <a:schemeClr val="tx1"/>
                          </a:solidFill>
                          <a:latin typeface="Ubuntu"/>
                        </a:defRPr>
                      </a:lvl4pPr>
                      <a:lvl5pPr marL="1828800" algn="l" defTabSz="914400" rtl="0" eaLnBrk="1" latinLnBrk="0" hangingPunct="1">
                        <a:defRPr sz="1800" kern="1200">
                          <a:solidFill>
                            <a:schemeClr val="tx1"/>
                          </a:solidFill>
                          <a:latin typeface="Ubuntu"/>
                        </a:defRPr>
                      </a:lvl5pPr>
                      <a:lvl6pPr marL="2286000" algn="l" defTabSz="914400" rtl="0" eaLnBrk="1" latinLnBrk="0" hangingPunct="1">
                        <a:defRPr sz="1800" kern="1200">
                          <a:solidFill>
                            <a:schemeClr val="tx1"/>
                          </a:solidFill>
                          <a:latin typeface="Ubuntu"/>
                        </a:defRPr>
                      </a:lvl6pPr>
                      <a:lvl7pPr marL="2743200" algn="l" defTabSz="914400" rtl="0" eaLnBrk="1" latinLnBrk="0" hangingPunct="1">
                        <a:defRPr sz="1800" kern="1200">
                          <a:solidFill>
                            <a:schemeClr val="tx1"/>
                          </a:solidFill>
                          <a:latin typeface="Ubuntu"/>
                        </a:defRPr>
                      </a:lvl7pPr>
                      <a:lvl8pPr marL="3200400" algn="l" defTabSz="914400" rtl="0" eaLnBrk="1" latinLnBrk="0" hangingPunct="1">
                        <a:defRPr sz="1800" kern="1200">
                          <a:solidFill>
                            <a:schemeClr val="tx1"/>
                          </a:solidFill>
                          <a:latin typeface="Ubuntu"/>
                        </a:defRPr>
                      </a:lvl8pPr>
                      <a:lvl9pPr marL="3657600" algn="l" defTabSz="914400" rtl="0" eaLnBrk="1" latinLnBrk="0" hangingPunct="1">
                        <a:defRPr sz="1800" kern="1200">
                          <a:solidFill>
                            <a:schemeClr val="tx1"/>
                          </a:solidFill>
                          <a:latin typeface="Ubuntu"/>
                        </a:defRPr>
                      </a:lvl9pPr>
                    </a:lstStyle>
                    <a:p>
                      <a:pPr algn="l" fontAlgn="ctr"/>
                      <a:endParaRPr lang="en-IN" sz="1100" b="0" i="0" u="none" strike="noStrike">
                        <a:solidFill>
                          <a:srgbClr val="000000"/>
                        </a:solidFill>
                        <a:effectLst/>
                        <a:latin typeface="+mn-lt"/>
                      </a:endParaRPr>
                    </a:p>
                  </a:txBody>
                  <a:tcPr marL="7620"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272936">
                        <a:lumMod val="10000"/>
                        <a:lumOff val="90000"/>
                      </a:srgbClr>
                    </a:solidFill>
                  </a:tcPr>
                </a:tc>
                <a:tc>
                  <a:txBody>
                    <a:bodyPr/>
                    <a:lstStyle>
                      <a:lvl1pPr marL="0" algn="l" defTabSz="914400" rtl="0" eaLnBrk="1" latinLnBrk="0" hangingPunct="1">
                        <a:defRPr sz="1800" kern="1200">
                          <a:solidFill>
                            <a:schemeClr val="tx1"/>
                          </a:solidFill>
                          <a:latin typeface="Ubuntu"/>
                        </a:defRPr>
                      </a:lvl1pPr>
                      <a:lvl2pPr marL="457200" algn="l" defTabSz="914400" rtl="0" eaLnBrk="1" latinLnBrk="0" hangingPunct="1">
                        <a:defRPr sz="1800" kern="1200">
                          <a:solidFill>
                            <a:schemeClr val="tx1"/>
                          </a:solidFill>
                          <a:latin typeface="Ubuntu"/>
                        </a:defRPr>
                      </a:lvl2pPr>
                      <a:lvl3pPr marL="914400" algn="l" defTabSz="914400" rtl="0" eaLnBrk="1" latinLnBrk="0" hangingPunct="1">
                        <a:defRPr sz="1800" kern="1200">
                          <a:solidFill>
                            <a:schemeClr val="tx1"/>
                          </a:solidFill>
                          <a:latin typeface="Ubuntu"/>
                        </a:defRPr>
                      </a:lvl3pPr>
                      <a:lvl4pPr marL="1371600" algn="l" defTabSz="914400" rtl="0" eaLnBrk="1" latinLnBrk="0" hangingPunct="1">
                        <a:defRPr sz="1800" kern="1200">
                          <a:solidFill>
                            <a:schemeClr val="tx1"/>
                          </a:solidFill>
                          <a:latin typeface="Ubuntu"/>
                        </a:defRPr>
                      </a:lvl4pPr>
                      <a:lvl5pPr marL="1828800" algn="l" defTabSz="914400" rtl="0" eaLnBrk="1" latinLnBrk="0" hangingPunct="1">
                        <a:defRPr sz="1800" kern="1200">
                          <a:solidFill>
                            <a:schemeClr val="tx1"/>
                          </a:solidFill>
                          <a:latin typeface="Ubuntu"/>
                        </a:defRPr>
                      </a:lvl5pPr>
                      <a:lvl6pPr marL="2286000" algn="l" defTabSz="914400" rtl="0" eaLnBrk="1" latinLnBrk="0" hangingPunct="1">
                        <a:defRPr sz="1800" kern="1200">
                          <a:solidFill>
                            <a:schemeClr val="tx1"/>
                          </a:solidFill>
                          <a:latin typeface="Ubuntu"/>
                        </a:defRPr>
                      </a:lvl6pPr>
                      <a:lvl7pPr marL="2743200" algn="l" defTabSz="914400" rtl="0" eaLnBrk="1" latinLnBrk="0" hangingPunct="1">
                        <a:defRPr sz="1800" kern="1200">
                          <a:solidFill>
                            <a:schemeClr val="tx1"/>
                          </a:solidFill>
                          <a:latin typeface="Ubuntu"/>
                        </a:defRPr>
                      </a:lvl7pPr>
                      <a:lvl8pPr marL="3200400" algn="l" defTabSz="914400" rtl="0" eaLnBrk="1" latinLnBrk="0" hangingPunct="1">
                        <a:defRPr sz="1800" kern="1200">
                          <a:solidFill>
                            <a:schemeClr val="tx1"/>
                          </a:solidFill>
                          <a:latin typeface="Ubuntu"/>
                        </a:defRPr>
                      </a:lvl8pPr>
                      <a:lvl9pPr marL="3657600" algn="l" defTabSz="914400" rtl="0" eaLnBrk="1" latinLnBrk="0" hangingPunct="1">
                        <a:defRPr sz="1800" kern="1200">
                          <a:solidFill>
                            <a:schemeClr val="tx1"/>
                          </a:solidFill>
                          <a:latin typeface="Ubuntu"/>
                        </a:defRPr>
                      </a:lvl9pPr>
                    </a:lstStyle>
                    <a:p>
                      <a:pPr algn="l" fontAlgn="ctr"/>
                      <a:endParaRPr lang="en-IN" sz="1100" b="0" i="0" u="none" strike="noStrike">
                        <a:solidFill>
                          <a:srgbClr val="000000"/>
                        </a:solidFill>
                        <a:effectLst/>
                        <a:latin typeface="+mn-lt"/>
                      </a:endParaRPr>
                    </a:p>
                  </a:txBody>
                  <a:tcPr marL="7620"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272936">
                        <a:lumMod val="10000"/>
                        <a:lumOff val="90000"/>
                      </a:srgbClr>
                    </a:solidFill>
                  </a:tcPr>
                </a:tc>
                <a:tc>
                  <a:txBody>
                    <a:bodyPr/>
                    <a:lstStyle>
                      <a:lvl1pPr marL="0" algn="l" defTabSz="914400" rtl="0" eaLnBrk="1" latinLnBrk="0" hangingPunct="1">
                        <a:defRPr sz="1800" kern="1200">
                          <a:solidFill>
                            <a:schemeClr val="tx1"/>
                          </a:solidFill>
                          <a:latin typeface="Ubuntu"/>
                        </a:defRPr>
                      </a:lvl1pPr>
                      <a:lvl2pPr marL="457200" algn="l" defTabSz="914400" rtl="0" eaLnBrk="1" latinLnBrk="0" hangingPunct="1">
                        <a:defRPr sz="1800" kern="1200">
                          <a:solidFill>
                            <a:schemeClr val="tx1"/>
                          </a:solidFill>
                          <a:latin typeface="Ubuntu"/>
                        </a:defRPr>
                      </a:lvl2pPr>
                      <a:lvl3pPr marL="914400" algn="l" defTabSz="914400" rtl="0" eaLnBrk="1" latinLnBrk="0" hangingPunct="1">
                        <a:defRPr sz="1800" kern="1200">
                          <a:solidFill>
                            <a:schemeClr val="tx1"/>
                          </a:solidFill>
                          <a:latin typeface="Ubuntu"/>
                        </a:defRPr>
                      </a:lvl3pPr>
                      <a:lvl4pPr marL="1371600" algn="l" defTabSz="914400" rtl="0" eaLnBrk="1" latinLnBrk="0" hangingPunct="1">
                        <a:defRPr sz="1800" kern="1200">
                          <a:solidFill>
                            <a:schemeClr val="tx1"/>
                          </a:solidFill>
                          <a:latin typeface="Ubuntu"/>
                        </a:defRPr>
                      </a:lvl4pPr>
                      <a:lvl5pPr marL="1828800" algn="l" defTabSz="914400" rtl="0" eaLnBrk="1" latinLnBrk="0" hangingPunct="1">
                        <a:defRPr sz="1800" kern="1200">
                          <a:solidFill>
                            <a:schemeClr val="tx1"/>
                          </a:solidFill>
                          <a:latin typeface="Ubuntu"/>
                        </a:defRPr>
                      </a:lvl5pPr>
                      <a:lvl6pPr marL="2286000" algn="l" defTabSz="914400" rtl="0" eaLnBrk="1" latinLnBrk="0" hangingPunct="1">
                        <a:defRPr sz="1800" kern="1200">
                          <a:solidFill>
                            <a:schemeClr val="tx1"/>
                          </a:solidFill>
                          <a:latin typeface="Ubuntu"/>
                        </a:defRPr>
                      </a:lvl6pPr>
                      <a:lvl7pPr marL="2743200" algn="l" defTabSz="914400" rtl="0" eaLnBrk="1" latinLnBrk="0" hangingPunct="1">
                        <a:defRPr sz="1800" kern="1200">
                          <a:solidFill>
                            <a:schemeClr val="tx1"/>
                          </a:solidFill>
                          <a:latin typeface="Ubuntu"/>
                        </a:defRPr>
                      </a:lvl7pPr>
                      <a:lvl8pPr marL="3200400" algn="l" defTabSz="914400" rtl="0" eaLnBrk="1" latinLnBrk="0" hangingPunct="1">
                        <a:defRPr sz="1800" kern="1200">
                          <a:solidFill>
                            <a:schemeClr val="tx1"/>
                          </a:solidFill>
                          <a:latin typeface="Ubuntu"/>
                        </a:defRPr>
                      </a:lvl8pPr>
                      <a:lvl9pPr marL="3657600" algn="l" defTabSz="914400" rtl="0" eaLnBrk="1" latinLnBrk="0" hangingPunct="1">
                        <a:defRPr sz="1800" kern="1200">
                          <a:solidFill>
                            <a:schemeClr val="tx1"/>
                          </a:solidFill>
                          <a:latin typeface="Ubuntu"/>
                        </a:defRPr>
                      </a:lvl9pPr>
                    </a:lstStyle>
                    <a:p>
                      <a:pPr algn="l" fontAlgn="ctr"/>
                      <a:endParaRPr lang="en-IN" sz="1100" b="0" i="0" u="none" strike="noStrike">
                        <a:solidFill>
                          <a:srgbClr val="000000"/>
                        </a:solidFill>
                        <a:effectLst/>
                        <a:latin typeface="+mn-lt"/>
                      </a:endParaRPr>
                    </a:p>
                  </a:txBody>
                  <a:tcPr marL="7620"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272936">
                        <a:lumMod val="10000"/>
                        <a:lumOff val="90000"/>
                      </a:srgbClr>
                    </a:solidFill>
                  </a:tcPr>
                </a:tc>
                <a:tc>
                  <a:txBody>
                    <a:bodyPr/>
                    <a:lstStyle>
                      <a:lvl1pPr marL="0" algn="l" defTabSz="914400" rtl="0" eaLnBrk="1" latinLnBrk="0" hangingPunct="1">
                        <a:defRPr sz="1800" kern="1200">
                          <a:solidFill>
                            <a:schemeClr val="tx1"/>
                          </a:solidFill>
                          <a:latin typeface="Ubuntu"/>
                        </a:defRPr>
                      </a:lvl1pPr>
                      <a:lvl2pPr marL="457200" algn="l" defTabSz="914400" rtl="0" eaLnBrk="1" latinLnBrk="0" hangingPunct="1">
                        <a:defRPr sz="1800" kern="1200">
                          <a:solidFill>
                            <a:schemeClr val="tx1"/>
                          </a:solidFill>
                          <a:latin typeface="Ubuntu"/>
                        </a:defRPr>
                      </a:lvl2pPr>
                      <a:lvl3pPr marL="914400" algn="l" defTabSz="914400" rtl="0" eaLnBrk="1" latinLnBrk="0" hangingPunct="1">
                        <a:defRPr sz="1800" kern="1200">
                          <a:solidFill>
                            <a:schemeClr val="tx1"/>
                          </a:solidFill>
                          <a:latin typeface="Ubuntu"/>
                        </a:defRPr>
                      </a:lvl3pPr>
                      <a:lvl4pPr marL="1371600" algn="l" defTabSz="914400" rtl="0" eaLnBrk="1" latinLnBrk="0" hangingPunct="1">
                        <a:defRPr sz="1800" kern="1200">
                          <a:solidFill>
                            <a:schemeClr val="tx1"/>
                          </a:solidFill>
                          <a:latin typeface="Ubuntu"/>
                        </a:defRPr>
                      </a:lvl4pPr>
                      <a:lvl5pPr marL="1828800" algn="l" defTabSz="914400" rtl="0" eaLnBrk="1" latinLnBrk="0" hangingPunct="1">
                        <a:defRPr sz="1800" kern="1200">
                          <a:solidFill>
                            <a:schemeClr val="tx1"/>
                          </a:solidFill>
                          <a:latin typeface="Ubuntu"/>
                        </a:defRPr>
                      </a:lvl5pPr>
                      <a:lvl6pPr marL="2286000" algn="l" defTabSz="914400" rtl="0" eaLnBrk="1" latinLnBrk="0" hangingPunct="1">
                        <a:defRPr sz="1800" kern="1200">
                          <a:solidFill>
                            <a:schemeClr val="tx1"/>
                          </a:solidFill>
                          <a:latin typeface="Ubuntu"/>
                        </a:defRPr>
                      </a:lvl6pPr>
                      <a:lvl7pPr marL="2743200" algn="l" defTabSz="914400" rtl="0" eaLnBrk="1" latinLnBrk="0" hangingPunct="1">
                        <a:defRPr sz="1800" kern="1200">
                          <a:solidFill>
                            <a:schemeClr val="tx1"/>
                          </a:solidFill>
                          <a:latin typeface="Ubuntu"/>
                        </a:defRPr>
                      </a:lvl7pPr>
                      <a:lvl8pPr marL="3200400" algn="l" defTabSz="914400" rtl="0" eaLnBrk="1" latinLnBrk="0" hangingPunct="1">
                        <a:defRPr sz="1800" kern="1200">
                          <a:solidFill>
                            <a:schemeClr val="tx1"/>
                          </a:solidFill>
                          <a:latin typeface="Ubuntu"/>
                        </a:defRPr>
                      </a:lvl8pPr>
                      <a:lvl9pPr marL="3657600" algn="l" defTabSz="914400" rtl="0" eaLnBrk="1" latinLnBrk="0" hangingPunct="1">
                        <a:defRPr sz="1800" kern="1200">
                          <a:solidFill>
                            <a:schemeClr val="tx1"/>
                          </a:solidFill>
                          <a:latin typeface="Ubuntu"/>
                        </a:defRPr>
                      </a:lvl9pPr>
                    </a:lstStyle>
                    <a:p>
                      <a:pPr algn="l" fontAlgn="ctr"/>
                      <a:endParaRPr lang="en-IN" sz="1100" b="0" i="0" u="none" strike="noStrike">
                        <a:solidFill>
                          <a:srgbClr val="000000"/>
                        </a:solidFill>
                        <a:effectLst/>
                        <a:latin typeface="+mn-lt"/>
                      </a:endParaRPr>
                    </a:p>
                  </a:txBody>
                  <a:tcPr marL="7620"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272936">
                        <a:lumMod val="10000"/>
                        <a:lumOff val="90000"/>
                      </a:srgbClr>
                    </a:solidFill>
                  </a:tcPr>
                </a:tc>
                <a:tc>
                  <a:txBody>
                    <a:bodyPr/>
                    <a:lstStyle>
                      <a:lvl1pPr marL="0" algn="l" defTabSz="914400" rtl="0" eaLnBrk="1" latinLnBrk="0" hangingPunct="1">
                        <a:defRPr sz="1800" kern="1200">
                          <a:solidFill>
                            <a:schemeClr val="tx1"/>
                          </a:solidFill>
                          <a:latin typeface="Ubuntu"/>
                        </a:defRPr>
                      </a:lvl1pPr>
                      <a:lvl2pPr marL="457200" algn="l" defTabSz="914400" rtl="0" eaLnBrk="1" latinLnBrk="0" hangingPunct="1">
                        <a:defRPr sz="1800" kern="1200">
                          <a:solidFill>
                            <a:schemeClr val="tx1"/>
                          </a:solidFill>
                          <a:latin typeface="Ubuntu"/>
                        </a:defRPr>
                      </a:lvl2pPr>
                      <a:lvl3pPr marL="914400" algn="l" defTabSz="914400" rtl="0" eaLnBrk="1" latinLnBrk="0" hangingPunct="1">
                        <a:defRPr sz="1800" kern="1200">
                          <a:solidFill>
                            <a:schemeClr val="tx1"/>
                          </a:solidFill>
                          <a:latin typeface="Ubuntu"/>
                        </a:defRPr>
                      </a:lvl3pPr>
                      <a:lvl4pPr marL="1371600" algn="l" defTabSz="914400" rtl="0" eaLnBrk="1" latinLnBrk="0" hangingPunct="1">
                        <a:defRPr sz="1800" kern="1200">
                          <a:solidFill>
                            <a:schemeClr val="tx1"/>
                          </a:solidFill>
                          <a:latin typeface="Ubuntu"/>
                        </a:defRPr>
                      </a:lvl4pPr>
                      <a:lvl5pPr marL="1828800" algn="l" defTabSz="914400" rtl="0" eaLnBrk="1" latinLnBrk="0" hangingPunct="1">
                        <a:defRPr sz="1800" kern="1200">
                          <a:solidFill>
                            <a:schemeClr val="tx1"/>
                          </a:solidFill>
                          <a:latin typeface="Ubuntu"/>
                        </a:defRPr>
                      </a:lvl5pPr>
                      <a:lvl6pPr marL="2286000" algn="l" defTabSz="914400" rtl="0" eaLnBrk="1" latinLnBrk="0" hangingPunct="1">
                        <a:defRPr sz="1800" kern="1200">
                          <a:solidFill>
                            <a:schemeClr val="tx1"/>
                          </a:solidFill>
                          <a:latin typeface="Ubuntu"/>
                        </a:defRPr>
                      </a:lvl6pPr>
                      <a:lvl7pPr marL="2743200" algn="l" defTabSz="914400" rtl="0" eaLnBrk="1" latinLnBrk="0" hangingPunct="1">
                        <a:defRPr sz="1800" kern="1200">
                          <a:solidFill>
                            <a:schemeClr val="tx1"/>
                          </a:solidFill>
                          <a:latin typeface="Ubuntu"/>
                        </a:defRPr>
                      </a:lvl7pPr>
                      <a:lvl8pPr marL="3200400" algn="l" defTabSz="914400" rtl="0" eaLnBrk="1" latinLnBrk="0" hangingPunct="1">
                        <a:defRPr sz="1800" kern="1200">
                          <a:solidFill>
                            <a:schemeClr val="tx1"/>
                          </a:solidFill>
                          <a:latin typeface="Ubuntu"/>
                        </a:defRPr>
                      </a:lvl8pPr>
                      <a:lvl9pPr marL="3657600" algn="l" defTabSz="914400" rtl="0" eaLnBrk="1" latinLnBrk="0" hangingPunct="1">
                        <a:defRPr sz="1800" kern="1200">
                          <a:solidFill>
                            <a:schemeClr val="tx1"/>
                          </a:solidFill>
                          <a:latin typeface="Ubuntu"/>
                        </a:defRPr>
                      </a:lvl9pPr>
                    </a:lstStyle>
                    <a:p>
                      <a:pPr algn="l" fontAlgn="ctr"/>
                      <a:endParaRPr lang="en-IN" sz="1100" b="0" i="0" u="none" strike="noStrike">
                        <a:solidFill>
                          <a:srgbClr val="000000"/>
                        </a:solidFill>
                        <a:effectLst/>
                        <a:latin typeface="+mn-lt"/>
                      </a:endParaRPr>
                    </a:p>
                  </a:txBody>
                  <a:tcPr marL="7620" marR="7620" marT="7620" marB="0" anchor="ctr">
                    <a:lnL w="12700" cap="flat" cmpd="sng" algn="ctr">
                      <a:solidFill>
                        <a:srgbClr val="FFFFFF"/>
                      </a:solidFill>
                      <a:prstDash val="solid"/>
                      <a:round/>
                      <a:headEnd type="none" w="med" len="med"/>
                      <a:tailEnd type="none" w="med" len="med"/>
                    </a:lnL>
                    <a:lnR w="12700" cap="flat" cmpd="sng" algn="ctr">
                      <a:solidFill>
                        <a:sysClr val="windowText" lastClr="000000">
                          <a:lumMod val="50000"/>
                          <a:lumOff val="50000"/>
                        </a:sysClr>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272936">
                        <a:lumMod val="10000"/>
                        <a:lumOff val="90000"/>
                      </a:srgbClr>
                    </a:solidFill>
                  </a:tcPr>
                </a:tc>
                <a:extLst>
                  <a:ext uri="{0D108BD9-81ED-4DB2-BD59-A6C34878D82A}">
                    <a16:rowId xmlns:a16="http://schemas.microsoft.com/office/drawing/2014/main" val="1133229310"/>
                  </a:ext>
                </a:extLst>
              </a:tr>
              <a:tr h="720614">
                <a:tc rowSpan="5">
                  <a:txBody>
                    <a:bodyPr/>
                    <a:lstStyle>
                      <a:lvl1pPr marL="0" algn="l" defTabSz="914400" rtl="0" eaLnBrk="1" latinLnBrk="0" hangingPunct="1">
                        <a:defRPr sz="1800" kern="1200">
                          <a:solidFill>
                            <a:schemeClr val="tx1"/>
                          </a:solidFill>
                          <a:latin typeface="Ubuntu"/>
                        </a:defRPr>
                      </a:lvl1pPr>
                      <a:lvl2pPr marL="457200" algn="l" defTabSz="914400" rtl="0" eaLnBrk="1" latinLnBrk="0" hangingPunct="1">
                        <a:defRPr sz="1800" kern="1200">
                          <a:solidFill>
                            <a:schemeClr val="tx1"/>
                          </a:solidFill>
                          <a:latin typeface="Ubuntu"/>
                        </a:defRPr>
                      </a:lvl2pPr>
                      <a:lvl3pPr marL="914400" algn="l" defTabSz="914400" rtl="0" eaLnBrk="1" latinLnBrk="0" hangingPunct="1">
                        <a:defRPr sz="1800" kern="1200">
                          <a:solidFill>
                            <a:schemeClr val="tx1"/>
                          </a:solidFill>
                          <a:latin typeface="Ubuntu"/>
                        </a:defRPr>
                      </a:lvl3pPr>
                      <a:lvl4pPr marL="1371600" algn="l" defTabSz="914400" rtl="0" eaLnBrk="1" latinLnBrk="0" hangingPunct="1">
                        <a:defRPr sz="1800" kern="1200">
                          <a:solidFill>
                            <a:schemeClr val="tx1"/>
                          </a:solidFill>
                          <a:latin typeface="Ubuntu"/>
                        </a:defRPr>
                      </a:lvl4pPr>
                      <a:lvl5pPr marL="1828800" algn="l" defTabSz="914400" rtl="0" eaLnBrk="1" latinLnBrk="0" hangingPunct="1">
                        <a:defRPr sz="1800" kern="1200">
                          <a:solidFill>
                            <a:schemeClr val="tx1"/>
                          </a:solidFill>
                          <a:latin typeface="Ubuntu"/>
                        </a:defRPr>
                      </a:lvl5pPr>
                      <a:lvl6pPr marL="2286000" algn="l" defTabSz="914400" rtl="0" eaLnBrk="1" latinLnBrk="0" hangingPunct="1">
                        <a:defRPr sz="1800" kern="1200">
                          <a:solidFill>
                            <a:schemeClr val="tx1"/>
                          </a:solidFill>
                          <a:latin typeface="Ubuntu"/>
                        </a:defRPr>
                      </a:lvl6pPr>
                      <a:lvl7pPr marL="2743200" algn="l" defTabSz="914400" rtl="0" eaLnBrk="1" latinLnBrk="0" hangingPunct="1">
                        <a:defRPr sz="1800" kern="1200">
                          <a:solidFill>
                            <a:schemeClr val="tx1"/>
                          </a:solidFill>
                          <a:latin typeface="Ubuntu"/>
                        </a:defRPr>
                      </a:lvl7pPr>
                      <a:lvl8pPr marL="3200400" algn="l" defTabSz="914400" rtl="0" eaLnBrk="1" latinLnBrk="0" hangingPunct="1">
                        <a:defRPr sz="1800" kern="1200">
                          <a:solidFill>
                            <a:schemeClr val="tx1"/>
                          </a:solidFill>
                          <a:latin typeface="Ubuntu"/>
                        </a:defRPr>
                      </a:lvl8pPr>
                      <a:lvl9pPr marL="3657600" algn="l" defTabSz="914400" rtl="0" eaLnBrk="1" latinLnBrk="0" hangingPunct="1">
                        <a:defRPr sz="1800" kern="1200">
                          <a:solidFill>
                            <a:schemeClr val="tx1"/>
                          </a:solidFill>
                          <a:latin typeface="Ubuntu"/>
                        </a:defRPr>
                      </a:lvl9pPr>
                    </a:lstStyle>
                    <a:p>
                      <a:pPr algn="ctr" fontAlgn="ctr"/>
                      <a:r>
                        <a:rPr lang="en-IN" sz="1050" b="0" i="0" u="none" strike="noStrike">
                          <a:solidFill>
                            <a:schemeClr val="tx1"/>
                          </a:solidFill>
                          <a:effectLst/>
                          <a:latin typeface="+mj-lt"/>
                        </a:rPr>
                        <a:t>Implementation &amp; Value Realization (Sustain &amp; Scale)</a:t>
                      </a:r>
                    </a:p>
                  </a:txBody>
                  <a:tcPr marL="36000" marR="7620" marT="7620" marB="0" vert="vert270" anchor="ctr">
                    <a:lnL w="12700" cap="flat" cmpd="sng" algn="ctr">
                      <a:solidFill>
                        <a:sysClr val="windowText" lastClr="000000">
                          <a:lumMod val="50000"/>
                          <a:lumOff val="50000"/>
                        </a:sysClr>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12ABDB"/>
                    </a:solidFill>
                  </a:tcPr>
                </a:tc>
                <a:tc>
                  <a:txBody>
                    <a:bodyPr/>
                    <a:lstStyle>
                      <a:lvl1pPr marL="0" algn="l" defTabSz="914400" rtl="0" eaLnBrk="1" latinLnBrk="0" hangingPunct="1">
                        <a:defRPr sz="1800" kern="1200">
                          <a:solidFill>
                            <a:schemeClr val="tx1"/>
                          </a:solidFill>
                          <a:latin typeface="Ubuntu"/>
                        </a:defRPr>
                      </a:lvl1pPr>
                      <a:lvl2pPr marL="457200" algn="l" defTabSz="914400" rtl="0" eaLnBrk="1" latinLnBrk="0" hangingPunct="1">
                        <a:defRPr sz="1800" kern="1200">
                          <a:solidFill>
                            <a:schemeClr val="tx1"/>
                          </a:solidFill>
                          <a:latin typeface="Ubuntu"/>
                        </a:defRPr>
                      </a:lvl2pPr>
                      <a:lvl3pPr marL="914400" algn="l" defTabSz="914400" rtl="0" eaLnBrk="1" latinLnBrk="0" hangingPunct="1">
                        <a:defRPr sz="1800" kern="1200">
                          <a:solidFill>
                            <a:schemeClr val="tx1"/>
                          </a:solidFill>
                          <a:latin typeface="Ubuntu"/>
                        </a:defRPr>
                      </a:lvl3pPr>
                      <a:lvl4pPr marL="1371600" algn="l" defTabSz="914400" rtl="0" eaLnBrk="1" latinLnBrk="0" hangingPunct="1">
                        <a:defRPr sz="1800" kern="1200">
                          <a:solidFill>
                            <a:schemeClr val="tx1"/>
                          </a:solidFill>
                          <a:latin typeface="Ubuntu"/>
                        </a:defRPr>
                      </a:lvl4pPr>
                      <a:lvl5pPr marL="1828800" algn="l" defTabSz="914400" rtl="0" eaLnBrk="1" latinLnBrk="0" hangingPunct="1">
                        <a:defRPr sz="1800" kern="1200">
                          <a:solidFill>
                            <a:schemeClr val="tx1"/>
                          </a:solidFill>
                          <a:latin typeface="Ubuntu"/>
                        </a:defRPr>
                      </a:lvl5pPr>
                      <a:lvl6pPr marL="2286000" algn="l" defTabSz="914400" rtl="0" eaLnBrk="1" latinLnBrk="0" hangingPunct="1">
                        <a:defRPr sz="1800" kern="1200">
                          <a:solidFill>
                            <a:schemeClr val="tx1"/>
                          </a:solidFill>
                          <a:latin typeface="Ubuntu"/>
                        </a:defRPr>
                      </a:lvl6pPr>
                      <a:lvl7pPr marL="2743200" algn="l" defTabSz="914400" rtl="0" eaLnBrk="1" latinLnBrk="0" hangingPunct="1">
                        <a:defRPr sz="1800" kern="1200">
                          <a:solidFill>
                            <a:schemeClr val="tx1"/>
                          </a:solidFill>
                          <a:latin typeface="Ubuntu"/>
                        </a:defRPr>
                      </a:lvl7pPr>
                      <a:lvl8pPr marL="3200400" algn="l" defTabSz="914400" rtl="0" eaLnBrk="1" latinLnBrk="0" hangingPunct="1">
                        <a:defRPr sz="1800" kern="1200">
                          <a:solidFill>
                            <a:schemeClr val="tx1"/>
                          </a:solidFill>
                          <a:latin typeface="Ubuntu"/>
                        </a:defRPr>
                      </a:lvl8pPr>
                      <a:lvl9pPr marL="3657600" algn="l" defTabSz="914400" rtl="0" eaLnBrk="1" latinLnBrk="0" hangingPunct="1">
                        <a:defRPr sz="1800" kern="1200">
                          <a:solidFill>
                            <a:schemeClr val="tx1"/>
                          </a:solidFill>
                          <a:latin typeface="Ubuntu"/>
                        </a:defRPr>
                      </a:lvl9pPr>
                    </a:lstStyle>
                    <a:p>
                      <a:pPr marL="171450" marR="0" lvl="0" indent="-171450" algn="l" defTabSz="914400" rtl="0" eaLnBrk="1" fontAlgn="ctr" latinLnBrk="0" hangingPunct="1">
                        <a:lnSpc>
                          <a:spcPct val="100000"/>
                        </a:lnSpc>
                        <a:spcBef>
                          <a:spcPts val="0"/>
                        </a:spcBef>
                        <a:spcAft>
                          <a:spcPts val="0"/>
                        </a:spcAft>
                        <a:buClrTx/>
                        <a:buSzTx/>
                        <a:buFont typeface="Arial" panose="020B0604020202020204" pitchFamily="34" charset="0"/>
                        <a:buChar char="•"/>
                        <a:tabLst/>
                        <a:defRPr/>
                      </a:pPr>
                      <a:r>
                        <a:rPr lang="en-US" sz="900" kern="1200">
                          <a:solidFill>
                            <a:schemeClr val="tx1"/>
                          </a:solidFill>
                          <a:latin typeface="+mn-lt"/>
                          <a:ea typeface="+mn-ea"/>
                          <a:cs typeface="+mn-cs"/>
                        </a:rPr>
                        <a:t>Lead and support execution of transformation initiatives</a:t>
                      </a:r>
                      <a:endParaRPr lang="en-IN" sz="900" kern="1200">
                        <a:solidFill>
                          <a:schemeClr val="tx1"/>
                        </a:solidFill>
                        <a:latin typeface="+mn-lt"/>
                        <a:ea typeface="+mn-ea"/>
                        <a:cs typeface="+mn-cs"/>
                      </a:endParaRPr>
                    </a:p>
                  </a:txBody>
                  <a:tcPr marL="36000" marR="7620" marT="7620" marB="0" anchor="ctr">
                    <a:lnL w="12700"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0F6A73"/>
                    </a:solidFill>
                  </a:tcPr>
                </a:tc>
                <a:tc>
                  <a:txBody>
                    <a:bodyPr/>
                    <a:lstStyle>
                      <a:lvl1pPr marL="0" algn="l" defTabSz="914400" rtl="0" eaLnBrk="1" latinLnBrk="0" hangingPunct="1">
                        <a:defRPr sz="1800" kern="1200">
                          <a:solidFill>
                            <a:schemeClr val="tx1"/>
                          </a:solidFill>
                          <a:latin typeface="Ubuntu"/>
                        </a:defRPr>
                      </a:lvl1pPr>
                      <a:lvl2pPr marL="457200" algn="l" defTabSz="914400" rtl="0" eaLnBrk="1" latinLnBrk="0" hangingPunct="1">
                        <a:defRPr sz="1800" kern="1200">
                          <a:solidFill>
                            <a:schemeClr val="tx1"/>
                          </a:solidFill>
                          <a:latin typeface="Ubuntu"/>
                        </a:defRPr>
                      </a:lvl2pPr>
                      <a:lvl3pPr marL="914400" algn="l" defTabSz="914400" rtl="0" eaLnBrk="1" latinLnBrk="0" hangingPunct="1">
                        <a:defRPr sz="1800" kern="1200">
                          <a:solidFill>
                            <a:schemeClr val="tx1"/>
                          </a:solidFill>
                          <a:latin typeface="Ubuntu"/>
                        </a:defRPr>
                      </a:lvl3pPr>
                      <a:lvl4pPr marL="1371600" algn="l" defTabSz="914400" rtl="0" eaLnBrk="1" latinLnBrk="0" hangingPunct="1">
                        <a:defRPr sz="1800" kern="1200">
                          <a:solidFill>
                            <a:schemeClr val="tx1"/>
                          </a:solidFill>
                          <a:latin typeface="Ubuntu"/>
                        </a:defRPr>
                      </a:lvl4pPr>
                      <a:lvl5pPr marL="1828800" algn="l" defTabSz="914400" rtl="0" eaLnBrk="1" latinLnBrk="0" hangingPunct="1">
                        <a:defRPr sz="1800" kern="1200">
                          <a:solidFill>
                            <a:schemeClr val="tx1"/>
                          </a:solidFill>
                          <a:latin typeface="Ubuntu"/>
                        </a:defRPr>
                      </a:lvl5pPr>
                      <a:lvl6pPr marL="2286000" algn="l" defTabSz="914400" rtl="0" eaLnBrk="1" latinLnBrk="0" hangingPunct="1">
                        <a:defRPr sz="1800" kern="1200">
                          <a:solidFill>
                            <a:schemeClr val="tx1"/>
                          </a:solidFill>
                          <a:latin typeface="Ubuntu"/>
                        </a:defRPr>
                      </a:lvl6pPr>
                      <a:lvl7pPr marL="2743200" algn="l" defTabSz="914400" rtl="0" eaLnBrk="1" latinLnBrk="0" hangingPunct="1">
                        <a:defRPr sz="1800" kern="1200">
                          <a:solidFill>
                            <a:schemeClr val="tx1"/>
                          </a:solidFill>
                          <a:latin typeface="Ubuntu"/>
                        </a:defRPr>
                      </a:lvl7pPr>
                      <a:lvl8pPr marL="3200400" algn="l" defTabSz="914400" rtl="0" eaLnBrk="1" latinLnBrk="0" hangingPunct="1">
                        <a:defRPr sz="1800" kern="1200">
                          <a:solidFill>
                            <a:schemeClr val="tx1"/>
                          </a:solidFill>
                          <a:latin typeface="Ubuntu"/>
                        </a:defRPr>
                      </a:lvl8pPr>
                      <a:lvl9pPr marL="3657600" algn="l" defTabSz="914400" rtl="0" eaLnBrk="1" latinLnBrk="0" hangingPunct="1">
                        <a:defRPr sz="1800" kern="1200">
                          <a:solidFill>
                            <a:schemeClr val="tx1"/>
                          </a:solidFill>
                          <a:latin typeface="Ubuntu"/>
                        </a:defRPr>
                      </a:lvl9pPr>
                    </a:lstStyle>
                    <a:p>
                      <a:pPr algn="l" fontAlgn="ctr"/>
                      <a:endParaRPr lang="en-IN" sz="1100" b="0" i="0" u="none" strike="noStrike">
                        <a:solidFill>
                          <a:srgbClr val="000000"/>
                        </a:solidFill>
                        <a:effectLst/>
                        <a:latin typeface="+mn-lt"/>
                      </a:endParaRPr>
                    </a:p>
                  </a:txBody>
                  <a:tcPr marL="7620" marR="7620" marT="7620" marB="0" anchor="ctr">
                    <a:lnL w="28575"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914400" rtl="0" eaLnBrk="1" latinLnBrk="0" hangingPunct="1">
                        <a:defRPr sz="1800" kern="1200">
                          <a:solidFill>
                            <a:schemeClr val="tx1"/>
                          </a:solidFill>
                          <a:latin typeface="Ubuntu"/>
                        </a:defRPr>
                      </a:lvl1pPr>
                      <a:lvl2pPr marL="457200" algn="l" defTabSz="914400" rtl="0" eaLnBrk="1" latinLnBrk="0" hangingPunct="1">
                        <a:defRPr sz="1800" kern="1200">
                          <a:solidFill>
                            <a:schemeClr val="tx1"/>
                          </a:solidFill>
                          <a:latin typeface="Ubuntu"/>
                        </a:defRPr>
                      </a:lvl2pPr>
                      <a:lvl3pPr marL="914400" algn="l" defTabSz="914400" rtl="0" eaLnBrk="1" latinLnBrk="0" hangingPunct="1">
                        <a:defRPr sz="1800" kern="1200">
                          <a:solidFill>
                            <a:schemeClr val="tx1"/>
                          </a:solidFill>
                          <a:latin typeface="Ubuntu"/>
                        </a:defRPr>
                      </a:lvl3pPr>
                      <a:lvl4pPr marL="1371600" algn="l" defTabSz="914400" rtl="0" eaLnBrk="1" latinLnBrk="0" hangingPunct="1">
                        <a:defRPr sz="1800" kern="1200">
                          <a:solidFill>
                            <a:schemeClr val="tx1"/>
                          </a:solidFill>
                          <a:latin typeface="Ubuntu"/>
                        </a:defRPr>
                      </a:lvl4pPr>
                      <a:lvl5pPr marL="1828800" algn="l" defTabSz="914400" rtl="0" eaLnBrk="1" latinLnBrk="0" hangingPunct="1">
                        <a:defRPr sz="1800" kern="1200">
                          <a:solidFill>
                            <a:schemeClr val="tx1"/>
                          </a:solidFill>
                          <a:latin typeface="Ubuntu"/>
                        </a:defRPr>
                      </a:lvl5pPr>
                      <a:lvl6pPr marL="2286000" algn="l" defTabSz="914400" rtl="0" eaLnBrk="1" latinLnBrk="0" hangingPunct="1">
                        <a:defRPr sz="1800" kern="1200">
                          <a:solidFill>
                            <a:schemeClr val="tx1"/>
                          </a:solidFill>
                          <a:latin typeface="Ubuntu"/>
                        </a:defRPr>
                      </a:lvl6pPr>
                      <a:lvl7pPr marL="2743200" algn="l" defTabSz="914400" rtl="0" eaLnBrk="1" latinLnBrk="0" hangingPunct="1">
                        <a:defRPr sz="1800" kern="1200">
                          <a:solidFill>
                            <a:schemeClr val="tx1"/>
                          </a:solidFill>
                          <a:latin typeface="Ubuntu"/>
                        </a:defRPr>
                      </a:lvl7pPr>
                      <a:lvl8pPr marL="3200400" algn="l" defTabSz="914400" rtl="0" eaLnBrk="1" latinLnBrk="0" hangingPunct="1">
                        <a:defRPr sz="1800" kern="1200">
                          <a:solidFill>
                            <a:schemeClr val="tx1"/>
                          </a:solidFill>
                          <a:latin typeface="Ubuntu"/>
                        </a:defRPr>
                      </a:lvl8pPr>
                      <a:lvl9pPr marL="3657600" algn="l" defTabSz="914400" rtl="0" eaLnBrk="1" latinLnBrk="0" hangingPunct="1">
                        <a:defRPr sz="1800" kern="1200">
                          <a:solidFill>
                            <a:schemeClr val="tx1"/>
                          </a:solidFill>
                          <a:latin typeface="Ubuntu"/>
                        </a:defRPr>
                      </a:lvl9pPr>
                    </a:lstStyle>
                    <a:p>
                      <a:pPr algn="l" fontAlgn="ctr"/>
                      <a:endParaRPr lang="en-IN" sz="1100" b="0" i="0" u="none" strike="noStrike">
                        <a:solidFill>
                          <a:srgbClr val="000000"/>
                        </a:solidFill>
                        <a:effectLst/>
                        <a:latin typeface="+mn-lt"/>
                      </a:endParaRPr>
                    </a:p>
                  </a:txBody>
                  <a:tcPr marL="7620"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914400" rtl="0" eaLnBrk="1" latinLnBrk="0" hangingPunct="1">
                        <a:defRPr sz="1800" kern="1200">
                          <a:solidFill>
                            <a:schemeClr val="tx1"/>
                          </a:solidFill>
                          <a:latin typeface="Ubuntu"/>
                        </a:defRPr>
                      </a:lvl1pPr>
                      <a:lvl2pPr marL="457200" algn="l" defTabSz="914400" rtl="0" eaLnBrk="1" latinLnBrk="0" hangingPunct="1">
                        <a:defRPr sz="1800" kern="1200">
                          <a:solidFill>
                            <a:schemeClr val="tx1"/>
                          </a:solidFill>
                          <a:latin typeface="Ubuntu"/>
                        </a:defRPr>
                      </a:lvl2pPr>
                      <a:lvl3pPr marL="914400" algn="l" defTabSz="914400" rtl="0" eaLnBrk="1" latinLnBrk="0" hangingPunct="1">
                        <a:defRPr sz="1800" kern="1200">
                          <a:solidFill>
                            <a:schemeClr val="tx1"/>
                          </a:solidFill>
                          <a:latin typeface="Ubuntu"/>
                        </a:defRPr>
                      </a:lvl3pPr>
                      <a:lvl4pPr marL="1371600" algn="l" defTabSz="914400" rtl="0" eaLnBrk="1" latinLnBrk="0" hangingPunct="1">
                        <a:defRPr sz="1800" kern="1200">
                          <a:solidFill>
                            <a:schemeClr val="tx1"/>
                          </a:solidFill>
                          <a:latin typeface="Ubuntu"/>
                        </a:defRPr>
                      </a:lvl4pPr>
                      <a:lvl5pPr marL="1828800" algn="l" defTabSz="914400" rtl="0" eaLnBrk="1" latinLnBrk="0" hangingPunct="1">
                        <a:defRPr sz="1800" kern="1200">
                          <a:solidFill>
                            <a:schemeClr val="tx1"/>
                          </a:solidFill>
                          <a:latin typeface="Ubuntu"/>
                        </a:defRPr>
                      </a:lvl5pPr>
                      <a:lvl6pPr marL="2286000" algn="l" defTabSz="914400" rtl="0" eaLnBrk="1" latinLnBrk="0" hangingPunct="1">
                        <a:defRPr sz="1800" kern="1200">
                          <a:solidFill>
                            <a:schemeClr val="tx1"/>
                          </a:solidFill>
                          <a:latin typeface="Ubuntu"/>
                        </a:defRPr>
                      </a:lvl6pPr>
                      <a:lvl7pPr marL="2743200" algn="l" defTabSz="914400" rtl="0" eaLnBrk="1" latinLnBrk="0" hangingPunct="1">
                        <a:defRPr sz="1800" kern="1200">
                          <a:solidFill>
                            <a:schemeClr val="tx1"/>
                          </a:solidFill>
                          <a:latin typeface="Ubuntu"/>
                        </a:defRPr>
                      </a:lvl7pPr>
                      <a:lvl8pPr marL="3200400" algn="l" defTabSz="914400" rtl="0" eaLnBrk="1" latinLnBrk="0" hangingPunct="1">
                        <a:defRPr sz="1800" kern="1200">
                          <a:solidFill>
                            <a:schemeClr val="tx1"/>
                          </a:solidFill>
                          <a:latin typeface="Ubuntu"/>
                        </a:defRPr>
                      </a:lvl8pPr>
                      <a:lvl9pPr marL="3657600" algn="l" defTabSz="914400" rtl="0" eaLnBrk="1" latinLnBrk="0" hangingPunct="1">
                        <a:defRPr sz="1800" kern="1200">
                          <a:solidFill>
                            <a:schemeClr val="tx1"/>
                          </a:solidFill>
                          <a:latin typeface="Ubuntu"/>
                        </a:defRPr>
                      </a:lvl9pPr>
                    </a:lstStyle>
                    <a:p>
                      <a:pPr algn="l" fontAlgn="ctr"/>
                      <a:endParaRPr lang="en-IN" sz="1100" b="0" i="0" u="none" strike="noStrike">
                        <a:solidFill>
                          <a:srgbClr val="000000"/>
                        </a:solidFill>
                        <a:effectLst/>
                        <a:latin typeface="+mn-lt"/>
                      </a:endParaRPr>
                    </a:p>
                  </a:txBody>
                  <a:tcPr marL="7620"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914400" rtl="0" eaLnBrk="1" latinLnBrk="0" hangingPunct="1">
                        <a:defRPr sz="1800" kern="1200">
                          <a:solidFill>
                            <a:schemeClr val="tx1"/>
                          </a:solidFill>
                          <a:latin typeface="Ubuntu"/>
                        </a:defRPr>
                      </a:lvl1pPr>
                      <a:lvl2pPr marL="457200" algn="l" defTabSz="914400" rtl="0" eaLnBrk="1" latinLnBrk="0" hangingPunct="1">
                        <a:defRPr sz="1800" kern="1200">
                          <a:solidFill>
                            <a:schemeClr val="tx1"/>
                          </a:solidFill>
                          <a:latin typeface="Ubuntu"/>
                        </a:defRPr>
                      </a:lvl2pPr>
                      <a:lvl3pPr marL="914400" algn="l" defTabSz="914400" rtl="0" eaLnBrk="1" latinLnBrk="0" hangingPunct="1">
                        <a:defRPr sz="1800" kern="1200">
                          <a:solidFill>
                            <a:schemeClr val="tx1"/>
                          </a:solidFill>
                          <a:latin typeface="Ubuntu"/>
                        </a:defRPr>
                      </a:lvl3pPr>
                      <a:lvl4pPr marL="1371600" algn="l" defTabSz="914400" rtl="0" eaLnBrk="1" latinLnBrk="0" hangingPunct="1">
                        <a:defRPr sz="1800" kern="1200">
                          <a:solidFill>
                            <a:schemeClr val="tx1"/>
                          </a:solidFill>
                          <a:latin typeface="Ubuntu"/>
                        </a:defRPr>
                      </a:lvl4pPr>
                      <a:lvl5pPr marL="1828800" algn="l" defTabSz="914400" rtl="0" eaLnBrk="1" latinLnBrk="0" hangingPunct="1">
                        <a:defRPr sz="1800" kern="1200">
                          <a:solidFill>
                            <a:schemeClr val="tx1"/>
                          </a:solidFill>
                          <a:latin typeface="Ubuntu"/>
                        </a:defRPr>
                      </a:lvl5pPr>
                      <a:lvl6pPr marL="2286000" algn="l" defTabSz="914400" rtl="0" eaLnBrk="1" latinLnBrk="0" hangingPunct="1">
                        <a:defRPr sz="1800" kern="1200">
                          <a:solidFill>
                            <a:schemeClr val="tx1"/>
                          </a:solidFill>
                          <a:latin typeface="Ubuntu"/>
                        </a:defRPr>
                      </a:lvl6pPr>
                      <a:lvl7pPr marL="2743200" algn="l" defTabSz="914400" rtl="0" eaLnBrk="1" latinLnBrk="0" hangingPunct="1">
                        <a:defRPr sz="1800" kern="1200">
                          <a:solidFill>
                            <a:schemeClr val="tx1"/>
                          </a:solidFill>
                          <a:latin typeface="Ubuntu"/>
                        </a:defRPr>
                      </a:lvl7pPr>
                      <a:lvl8pPr marL="3200400" algn="l" defTabSz="914400" rtl="0" eaLnBrk="1" latinLnBrk="0" hangingPunct="1">
                        <a:defRPr sz="1800" kern="1200">
                          <a:solidFill>
                            <a:schemeClr val="tx1"/>
                          </a:solidFill>
                          <a:latin typeface="Ubuntu"/>
                        </a:defRPr>
                      </a:lvl8pPr>
                      <a:lvl9pPr marL="3657600" algn="l" defTabSz="914400" rtl="0" eaLnBrk="1" latinLnBrk="0" hangingPunct="1">
                        <a:defRPr sz="1800" kern="1200">
                          <a:solidFill>
                            <a:schemeClr val="tx1"/>
                          </a:solidFill>
                          <a:latin typeface="Ubuntu"/>
                        </a:defRPr>
                      </a:lvl9pPr>
                    </a:lstStyle>
                    <a:p>
                      <a:pPr algn="l" fontAlgn="ctr"/>
                      <a:endParaRPr lang="en-IN" sz="1100" b="0" i="0" u="none" strike="noStrike">
                        <a:solidFill>
                          <a:srgbClr val="000000"/>
                        </a:solidFill>
                        <a:effectLst/>
                        <a:latin typeface="+mn-lt"/>
                      </a:endParaRPr>
                    </a:p>
                  </a:txBody>
                  <a:tcPr marL="7620"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914400" rtl="0" eaLnBrk="1" latinLnBrk="0" hangingPunct="1">
                        <a:defRPr sz="1800" kern="1200">
                          <a:solidFill>
                            <a:schemeClr val="tx1"/>
                          </a:solidFill>
                          <a:latin typeface="Ubuntu"/>
                        </a:defRPr>
                      </a:lvl1pPr>
                      <a:lvl2pPr marL="457200" algn="l" defTabSz="914400" rtl="0" eaLnBrk="1" latinLnBrk="0" hangingPunct="1">
                        <a:defRPr sz="1800" kern="1200">
                          <a:solidFill>
                            <a:schemeClr val="tx1"/>
                          </a:solidFill>
                          <a:latin typeface="Ubuntu"/>
                        </a:defRPr>
                      </a:lvl2pPr>
                      <a:lvl3pPr marL="914400" algn="l" defTabSz="914400" rtl="0" eaLnBrk="1" latinLnBrk="0" hangingPunct="1">
                        <a:defRPr sz="1800" kern="1200">
                          <a:solidFill>
                            <a:schemeClr val="tx1"/>
                          </a:solidFill>
                          <a:latin typeface="Ubuntu"/>
                        </a:defRPr>
                      </a:lvl3pPr>
                      <a:lvl4pPr marL="1371600" algn="l" defTabSz="914400" rtl="0" eaLnBrk="1" latinLnBrk="0" hangingPunct="1">
                        <a:defRPr sz="1800" kern="1200">
                          <a:solidFill>
                            <a:schemeClr val="tx1"/>
                          </a:solidFill>
                          <a:latin typeface="Ubuntu"/>
                        </a:defRPr>
                      </a:lvl4pPr>
                      <a:lvl5pPr marL="1828800" algn="l" defTabSz="914400" rtl="0" eaLnBrk="1" latinLnBrk="0" hangingPunct="1">
                        <a:defRPr sz="1800" kern="1200">
                          <a:solidFill>
                            <a:schemeClr val="tx1"/>
                          </a:solidFill>
                          <a:latin typeface="Ubuntu"/>
                        </a:defRPr>
                      </a:lvl5pPr>
                      <a:lvl6pPr marL="2286000" algn="l" defTabSz="914400" rtl="0" eaLnBrk="1" latinLnBrk="0" hangingPunct="1">
                        <a:defRPr sz="1800" kern="1200">
                          <a:solidFill>
                            <a:schemeClr val="tx1"/>
                          </a:solidFill>
                          <a:latin typeface="Ubuntu"/>
                        </a:defRPr>
                      </a:lvl6pPr>
                      <a:lvl7pPr marL="2743200" algn="l" defTabSz="914400" rtl="0" eaLnBrk="1" latinLnBrk="0" hangingPunct="1">
                        <a:defRPr sz="1800" kern="1200">
                          <a:solidFill>
                            <a:schemeClr val="tx1"/>
                          </a:solidFill>
                          <a:latin typeface="Ubuntu"/>
                        </a:defRPr>
                      </a:lvl7pPr>
                      <a:lvl8pPr marL="3200400" algn="l" defTabSz="914400" rtl="0" eaLnBrk="1" latinLnBrk="0" hangingPunct="1">
                        <a:defRPr sz="1800" kern="1200">
                          <a:solidFill>
                            <a:schemeClr val="tx1"/>
                          </a:solidFill>
                          <a:latin typeface="Ubuntu"/>
                        </a:defRPr>
                      </a:lvl8pPr>
                      <a:lvl9pPr marL="3657600" algn="l" defTabSz="914400" rtl="0" eaLnBrk="1" latinLnBrk="0" hangingPunct="1">
                        <a:defRPr sz="1800" kern="1200">
                          <a:solidFill>
                            <a:schemeClr val="tx1"/>
                          </a:solidFill>
                          <a:latin typeface="Ubuntu"/>
                        </a:defRPr>
                      </a:lvl9pPr>
                    </a:lstStyle>
                    <a:p>
                      <a:pPr algn="l" fontAlgn="ctr"/>
                      <a:endParaRPr lang="en-IN" sz="1100" b="0" i="0" u="none" strike="noStrike">
                        <a:solidFill>
                          <a:srgbClr val="000000"/>
                        </a:solidFill>
                        <a:effectLst/>
                        <a:latin typeface="+mn-lt"/>
                      </a:endParaRPr>
                    </a:p>
                  </a:txBody>
                  <a:tcPr marL="7620"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914400" rtl="0" eaLnBrk="1" latinLnBrk="0" hangingPunct="1">
                        <a:defRPr sz="1800" kern="1200">
                          <a:solidFill>
                            <a:schemeClr val="tx1"/>
                          </a:solidFill>
                          <a:latin typeface="Ubuntu"/>
                        </a:defRPr>
                      </a:lvl1pPr>
                      <a:lvl2pPr marL="457200" algn="l" defTabSz="914400" rtl="0" eaLnBrk="1" latinLnBrk="0" hangingPunct="1">
                        <a:defRPr sz="1800" kern="1200">
                          <a:solidFill>
                            <a:schemeClr val="tx1"/>
                          </a:solidFill>
                          <a:latin typeface="Ubuntu"/>
                        </a:defRPr>
                      </a:lvl2pPr>
                      <a:lvl3pPr marL="914400" algn="l" defTabSz="914400" rtl="0" eaLnBrk="1" latinLnBrk="0" hangingPunct="1">
                        <a:defRPr sz="1800" kern="1200">
                          <a:solidFill>
                            <a:schemeClr val="tx1"/>
                          </a:solidFill>
                          <a:latin typeface="Ubuntu"/>
                        </a:defRPr>
                      </a:lvl3pPr>
                      <a:lvl4pPr marL="1371600" algn="l" defTabSz="914400" rtl="0" eaLnBrk="1" latinLnBrk="0" hangingPunct="1">
                        <a:defRPr sz="1800" kern="1200">
                          <a:solidFill>
                            <a:schemeClr val="tx1"/>
                          </a:solidFill>
                          <a:latin typeface="Ubuntu"/>
                        </a:defRPr>
                      </a:lvl4pPr>
                      <a:lvl5pPr marL="1828800" algn="l" defTabSz="914400" rtl="0" eaLnBrk="1" latinLnBrk="0" hangingPunct="1">
                        <a:defRPr sz="1800" kern="1200">
                          <a:solidFill>
                            <a:schemeClr val="tx1"/>
                          </a:solidFill>
                          <a:latin typeface="Ubuntu"/>
                        </a:defRPr>
                      </a:lvl5pPr>
                      <a:lvl6pPr marL="2286000" algn="l" defTabSz="914400" rtl="0" eaLnBrk="1" latinLnBrk="0" hangingPunct="1">
                        <a:defRPr sz="1800" kern="1200">
                          <a:solidFill>
                            <a:schemeClr val="tx1"/>
                          </a:solidFill>
                          <a:latin typeface="Ubuntu"/>
                        </a:defRPr>
                      </a:lvl6pPr>
                      <a:lvl7pPr marL="2743200" algn="l" defTabSz="914400" rtl="0" eaLnBrk="1" latinLnBrk="0" hangingPunct="1">
                        <a:defRPr sz="1800" kern="1200">
                          <a:solidFill>
                            <a:schemeClr val="tx1"/>
                          </a:solidFill>
                          <a:latin typeface="Ubuntu"/>
                        </a:defRPr>
                      </a:lvl7pPr>
                      <a:lvl8pPr marL="3200400" algn="l" defTabSz="914400" rtl="0" eaLnBrk="1" latinLnBrk="0" hangingPunct="1">
                        <a:defRPr sz="1800" kern="1200">
                          <a:solidFill>
                            <a:schemeClr val="tx1"/>
                          </a:solidFill>
                          <a:latin typeface="Ubuntu"/>
                        </a:defRPr>
                      </a:lvl8pPr>
                      <a:lvl9pPr marL="3657600" algn="l" defTabSz="914400" rtl="0" eaLnBrk="1" latinLnBrk="0" hangingPunct="1">
                        <a:defRPr sz="1800" kern="1200">
                          <a:solidFill>
                            <a:schemeClr val="tx1"/>
                          </a:solidFill>
                          <a:latin typeface="Ubuntu"/>
                        </a:defRPr>
                      </a:lvl9pPr>
                    </a:lstStyle>
                    <a:p>
                      <a:pPr algn="l" fontAlgn="ctr"/>
                      <a:endParaRPr lang="en-IN" sz="1100" b="0" i="0" u="none" strike="noStrike">
                        <a:solidFill>
                          <a:srgbClr val="000000"/>
                        </a:solidFill>
                        <a:effectLst/>
                        <a:latin typeface="+mn-lt"/>
                      </a:endParaRPr>
                    </a:p>
                  </a:txBody>
                  <a:tcPr marL="7620"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914400" rtl="0" eaLnBrk="1" latinLnBrk="0" hangingPunct="1">
                        <a:defRPr sz="1800" kern="1200">
                          <a:solidFill>
                            <a:schemeClr val="tx1"/>
                          </a:solidFill>
                          <a:latin typeface="Ubuntu"/>
                        </a:defRPr>
                      </a:lvl1pPr>
                      <a:lvl2pPr marL="457200" algn="l" defTabSz="914400" rtl="0" eaLnBrk="1" latinLnBrk="0" hangingPunct="1">
                        <a:defRPr sz="1800" kern="1200">
                          <a:solidFill>
                            <a:schemeClr val="tx1"/>
                          </a:solidFill>
                          <a:latin typeface="Ubuntu"/>
                        </a:defRPr>
                      </a:lvl2pPr>
                      <a:lvl3pPr marL="914400" algn="l" defTabSz="914400" rtl="0" eaLnBrk="1" latinLnBrk="0" hangingPunct="1">
                        <a:defRPr sz="1800" kern="1200">
                          <a:solidFill>
                            <a:schemeClr val="tx1"/>
                          </a:solidFill>
                          <a:latin typeface="Ubuntu"/>
                        </a:defRPr>
                      </a:lvl3pPr>
                      <a:lvl4pPr marL="1371600" algn="l" defTabSz="914400" rtl="0" eaLnBrk="1" latinLnBrk="0" hangingPunct="1">
                        <a:defRPr sz="1800" kern="1200">
                          <a:solidFill>
                            <a:schemeClr val="tx1"/>
                          </a:solidFill>
                          <a:latin typeface="Ubuntu"/>
                        </a:defRPr>
                      </a:lvl4pPr>
                      <a:lvl5pPr marL="1828800" algn="l" defTabSz="914400" rtl="0" eaLnBrk="1" latinLnBrk="0" hangingPunct="1">
                        <a:defRPr sz="1800" kern="1200">
                          <a:solidFill>
                            <a:schemeClr val="tx1"/>
                          </a:solidFill>
                          <a:latin typeface="Ubuntu"/>
                        </a:defRPr>
                      </a:lvl5pPr>
                      <a:lvl6pPr marL="2286000" algn="l" defTabSz="914400" rtl="0" eaLnBrk="1" latinLnBrk="0" hangingPunct="1">
                        <a:defRPr sz="1800" kern="1200">
                          <a:solidFill>
                            <a:schemeClr val="tx1"/>
                          </a:solidFill>
                          <a:latin typeface="Ubuntu"/>
                        </a:defRPr>
                      </a:lvl6pPr>
                      <a:lvl7pPr marL="2743200" algn="l" defTabSz="914400" rtl="0" eaLnBrk="1" latinLnBrk="0" hangingPunct="1">
                        <a:defRPr sz="1800" kern="1200">
                          <a:solidFill>
                            <a:schemeClr val="tx1"/>
                          </a:solidFill>
                          <a:latin typeface="Ubuntu"/>
                        </a:defRPr>
                      </a:lvl7pPr>
                      <a:lvl8pPr marL="3200400" algn="l" defTabSz="914400" rtl="0" eaLnBrk="1" latinLnBrk="0" hangingPunct="1">
                        <a:defRPr sz="1800" kern="1200">
                          <a:solidFill>
                            <a:schemeClr val="tx1"/>
                          </a:solidFill>
                          <a:latin typeface="Ubuntu"/>
                        </a:defRPr>
                      </a:lvl8pPr>
                      <a:lvl9pPr marL="3657600" algn="l" defTabSz="914400" rtl="0" eaLnBrk="1" latinLnBrk="0" hangingPunct="1">
                        <a:defRPr sz="1800" kern="1200">
                          <a:solidFill>
                            <a:schemeClr val="tx1"/>
                          </a:solidFill>
                          <a:latin typeface="Ubuntu"/>
                        </a:defRPr>
                      </a:lvl9pPr>
                    </a:lstStyle>
                    <a:p>
                      <a:pPr algn="l" fontAlgn="ctr"/>
                      <a:endParaRPr lang="en-IN" sz="1100" b="0" i="0" u="none" strike="noStrike">
                        <a:solidFill>
                          <a:srgbClr val="000000"/>
                        </a:solidFill>
                        <a:effectLst/>
                        <a:latin typeface="+mn-lt"/>
                      </a:endParaRPr>
                    </a:p>
                  </a:txBody>
                  <a:tcPr marL="7620"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914400" rtl="0" eaLnBrk="1" latinLnBrk="0" hangingPunct="1">
                        <a:defRPr sz="1800" kern="1200">
                          <a:solidFill>
                            <a:schemeClr val="tx1"/>
                          </a:solidFill>
                          <a:latin typeface="Ubuntu"/>
                        </a:defRPr>
                      </a:lvl1pPr>
                      <a:lvl2pPr marL="457200" algn="l" defTabSz="914400" rtl="0" eaLnBrk="1" latinLnBrk="0" hangingPunct="1">
                        <a:defRPr sz="1800" kern="1200">
                          <a:solidFill>
                            <a:schemeClr val="tx1"/>
                          </a:solidFill>
                          <a:latin typeface="Ubuntu"/>
                        </a:defRPr>
                      </a:lvl2pPr>
                      <a:lvl3pPr marL="914400" algn="l" defTabSz="914400" rtl="0" eaLnBrk="1" latinLnBrk="0" hangingPunct="1">
                        <a:defRPr sz="1800" kern="1200">
                          <a:solidFill>
                            <a:schemeClr val="tx1"/>
                          </a:solidFill>
                          <a:latin typeface="Ubuntu"/>
                        </a:defRPr>
                      </a:lvl3pPr>
                      <a:lvl4pPr marL="1371600" algn="l" defTabSz="914400" rtl="0" eaLnBrk="1" latinLnBrk="0" hangingPunct="1">
                        <a:defRPr sz="1800" kern="1200">
                          <a:solidFill>
                            <a:schemeClr val="tx1"/>
                          </a:solidFill>
                          <a:latin typeface="Ubuntu"/>
                        </a:defRPr>
                      </a:lvl4pPr>
                      <a:lvl5pPr marL="1828800" algn="l" defTabSz="914400" rtl="0" eaLnBrk="1" latinLnBrk="0" hangingPunct="1">
                        <a:defRPr sz="1800" kern="1200">
                          <a:solidFill>
                            <a:schemeClr val="tx1"/>
                          </a:solidFill>
                          <a:latin typeface="Ubuntu"/>
                        </a:defRPr>
                      </a:lvl5pPr>
                      <a:lvl6pPr marL="2286000" algn="l" defTabSz="914400" rtl="0" eaLnBrk="1" latinLnBrk="0" hangingPunct="1">
                        <a:defRPr sz="1800" kern="1200">
                          <a:solidFill>
                            <a:schemeClr val="tx1"/>
                          </a:solidFill>
                          <a:latin typeface="Ubuntu"/>
                        </a:defRPr>
                      </a:lvl6pPr>
                      <a:lvl7pPr marL="2743200" algn="l" defTabSz="914400" rtl="0" eaLnBrk="1" latinLnBrk="0" hangingPunct="1">
                        <a:defRPr sz="1800" kern="1200">
                          <a:solidFill>
                            <a:schemeClr val="tx1"/>
                          </a:solidFill>
                          <a:latin typeface="Ubuntu"/>
                        </a:defRPr>
                      </a:lvl7pPr>
                      <a:lvl8pPr marL="3200400" algn="l" defTabSz="914400" rtl="0" eaLnBrk="1" latinLnBrk="0" hangingPunct="1">
                        <a:defRPr sz="1800" kern="1200">
                          <a:solidFill>
                            <a:schemeClr val="tx1"/>
                          </a:solidFill>
                          <a:latin typeface="Ubuntu"/>
                        </a:defRPr>
                      </a:lvl8pPr>
                      <a:lvl9pPr marL="3657600" algn="l" defTabSz="914400" rtl="0" eaLnBrk="1" latinLnBrk="0" hangingPunct="1">
                        <a:defRPr sz="1800" kern="1200">
                          <a:solidFill>
                            <a:schemeClr val="tx1"/>
                          </a:solidFill>
                          <a:latin typeface="Ubuntu"/>
                        </a:defRPr>
                      </a:lvl9pPr>
                    </a:lstStyle>
                    <a:p>
                      <a:pPr algn="l" fontAlgn="ctr"/>
                      <a:endParaRPr lang="en-IN" sz="1100" b="0" i="0" u="none" strike="noStrike">
                        <a:solidFill>
                          <a:srgbClr val="000000"/>
                        </a:solidFill>
                        <a:effectLst/>
                        <a:latin typeface="+mn-lt"/>
                      </a:endParaRPr>
                    </a:p>
                  </a:txBody>
                  <a:tcPr marL="7620"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914400" rtl="0" eaLnBrk="1" latinLnBrk="0" hangingPunct="1">
                        <a:defRPr sz="1800" kern="1200">
                          <a:solidFill>
                            <a:schemeClr val="tx1"/>
                          </a:solidFill>
                          <a:latin typeface="Ubuntu"/>
                        </a:defRPr>
                      </a:lvl1pPr>
                      <a:lvl2pPr marL="457200" algn="l" defTabSz="914400" rtl="0" eaLnBrk="1" latinLnBrk="0" hangingPunct="1">
                        <a:defRPr sz="1800" kern="1200">
                          <a:solidFill>
                            <a:schemeClr val="tx1"/>
                          </a:solidFill>
                          <a:latin typeface="Ubuntu"/>
                        </a:defRPr>
                      </a:lvl2pPr>
                      <a:lvl3pPr marL="914400" algn="l" defTabSz="914400" rtl="0" eaLnBrk="1" latinLnBrk="0" hangingPunct="1">
                        <a:defRPr sz="1800" kern="1200">
                          <a:solidFill>
                            <a:schemeClr val="tx1"/>
                          </a:solidFill>
                          <a:latin typeface="Ubuntu"/>
                        </a:defRPr>
                      </a:lvl3pPr>
                      <a:lvl4pPr marL="1371600" algn="l" defTabSz="914400" rtl="0" eaLnBrk="1" latinLnBrk="0" hangingPunct="1">
                        <a:defRPr sz="1800" kern="1200">
                          <a:solidFill>
                            <a:schemeClr val="tx1"/>
                          </a:solidFill>
                          <a:latin typeface="Ubuntu"/>
                        </a:defRPr>
                      </a:lvl4pPr>
                      <a:lvl5pPr marL="1828800" algn="l" defTabSz="914400" rtl="0" eaLnBrk="1" latinLnBrk="0" hangingPunct="1">
                        <a:defRPr sz="1800" kern="1200">
                          <a:solidFill>
                            <a:schemeClr val="tx1"/>
                          </a:solidFill>
                          <a:latin typeface="Ubuntu"/>
                        </a:defRPr>
                      </a:lvl5pPr>
                      <a:lvl6pPr marL="2286000" algn="l" defTabSz="914400" rtl="0" eaLnBrk="1" latinLnBrk="0" hangingPunct="1">
                        <a:defRPr sz="1800" kern="1200">
                          <a:solidFill>
                            <a:schemeClr val="tx1"/>
                          </a:solidFill>
                          <a:latin typeface="Ubuntu"/>
                        </a:defRPr>
                      </a:lvl6pPr>
                      <a:lvl7pPr marL="2743200" algn="l" defTabSz="914400" rtl="0" eaLnBrk="1" latinLnBrk="0" hangingPunct="1">
                        <a:defRPr sz="1800" kern="1200">
                          <a:solidFill>
                            <a:schemeClr val="tx1"/>
                          </a:solidFill>
                          <a:latin typeface="Ubuntu"/>
                        </a:defRPr>
                      </a:lvl7pPr>
                      <a:lvl8pPr marL="3200400" algn="l" defTabSz="914400" rtl="0" eaLnBrk="1" latinLnBrk="0" hangingPunct="1">
                        <a:defRPr sz="1800" kern="1200">
                          <a:solidFill>
                            <a:schemeClr val="tx1"/>
                          </a:solidFill>
                          <a:latin typeface="Ubuntu"/>
                        </a:defRPr>
                      </a:lvl8pPr>
                      <a:lvl9pPr marL="3657600" algn="l" defTabSz="914400" rtl="0" eaLnBrk="1" latinLnBrk="0" hangingPunct="1">
                        <a:defRPr sz="1800" kern="1200">
                          <a:solidFill>
                            <a:schemeClr val="tx1"/>
                          </a:solidFill>
                          <a:latin typeface="Ubuntu"/>
                        </a:defRPr>
                      </a:lvl9pPr>
                    </a:lstStyle>
                    <a:p>
                      <a:pPr algn="l" fontAlgn="ctr"/>
                      <a:endParaRPr lang="en-IN" sz="1100" b="0" i="0" u="none" strike="noStrike">
                        <a:solidFill>
                          <a:srgbClr val="000000"/>
                        </a:solidFill>
                        <a:effectLst/>
                        <a:latin typeface="+mn-lt"/>
                      </a:endParaRPr>
                    </a:p>
                  </a:txBody>
                  <a:tcPr marL="7620"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914400" rtl="0" eaLnBrk="1" latinLnBrk="0" hangingPunct="1">
                        <a:defRPr sz="1800" kern="1200">
                          <a:solidFill>
                            <a:schemeClr val="tx1"/>
                          </a:solidFill>
                          <a:latin typeface="Ubuntu"/>
                        </a:defRPr>
                      </a:lvl1pPr>
                      <a:lvl2pPr marL="457200" algn="l" defTabSz="914400" rtl="0" eaLnBrk="1" latinLnBrk="0" hangingPunct="1">
                        <a:defRPr sz="1800" kern="1200">
                          <a:solidFill>
                            <a:schemeClr val="tx1"/>
                          </a:solidFill>
                          <a:latin typeface="Ubuntu"/>
                        </a:defRPr>
                      </a:lvl2pPr>
                      <a:lvl3pPr marL="914400" algn="l" defTabSz="914400" rtl="0" eaLnBrk="1" latinLnBrk="0" hangingPunct="1">
                        <a:defRPr sz="1800" kern="1200">
                          <a:solidFill>
                            <a:schemeClr val="tx1"/>
                          </a:solidFill>
                          <a:latin typeface="Ubuntu"/>
                        </a:defRPr>
                      </a:lvl3pPr>
                      <a:lvl4pPr marL="1371600" algn="l" defTabSz="914400" rtl="0" eaLnBrk="1" latinLnBrk="0" hangingPunct="1">
                        <a:defRPr sz="1800" kern="1200">
                          <a:solidFill>
                            <a:schemeClr val="tx1"/>
                          </a:solidFill>
                          <a:latin typeface="Ubuntu"/>
                        </a:defRPr>
                      </a:lvl4pPr>
                      <a:lvl5pPr marL="1828800" algn="l" defTabSz="914400" rtl="0" eaLnBrk="1" latinLnBrk="0" hangingPunct="1">
                        <a:defRPr sz="1800" kern="1200">
                          <a:solidFill>
                            <a:schemeClr val="tx1"/>
                          </a:solidFill>
                          <a:latin typeface="Ubuntu"/>
                        </a:defRPr>
                      </a:lvl5pPr>
                      <a:lvl6pPr marL="2286000" algn="l" defTabSz="914400" rtl="0" eaLnBrk="1" latinLnBrk="0" hangingPunct="1">
                        <a:defRPr sz="1800" kern="1200">
                          <a:solidFill>
                            <a:schemeClr val="tx1"/>
                          </a:solidFill>
                          <a:latin typeface="Ubuntu"/>
                        </a:defRPr>
                      </a:lvl6pPr>
                      <a:lvl7pPr marL="2743200" algn="l" defTabSz="914400" rtl="0" eaLnBrk="1" latinLnBrk="0" hangingPunct="1">
                        <a:defRPr sz="1800" kern="1200">
                          <a:solidFill>
                            <a:schemeClr val="tx1"/>
                          </a:solidFill>
                          <a:latin typeface="Ubuntu"/>
                        </a:defRPr>
                      </a:lvl7pPr>
                      <a:lvl8pPr marL="3200400" algn="l" defTabSz="914400" rtl="0" eaLnBrk="1" latinLnBrk="0" hangingPunct="1">
                        <a:defRPr sz="1800" kern="1200">
                          <a:solidFill>
                            <a:schemeClr val="tx1"/>
                          </a:solidFill>
                          <a:latin typeface="Ubuntu"/>
                        </a:defRPr>
                      </a:lvl8pPr>
                      <a:lvl9pPr marL="3657600" algn="l" defTabSz="914400" rtl="0" eaLnBrk="1" latinLnBrk="0" hangingPunct="1">
                        <a:defRPr sz="1800" kern="1200">
                          <a:solidFill>
                            <a:schemeClr val="tx1"/>
                          </a:solidFill>
                          <a:latin typeface="Ubuntu"/>
                        </a:defRPr>
                      </a:lvl9pPr>
                    </a:lstStyle>
                    <a:p>
                      <a:pPr algn="l" fontAlgn="ctr"/>
                      <a:endParaRPr lang="en-IN" sz="1100" b="0" i="0" u="none" strike="noStrike">
                        <a:solidFill>
                          <a:srgbClr val="000000"/>
                        </a:solidFill>
                        <a:effectLst/>
                        <a:latin typeface="+mn-lt"/>
                      </a:endParaRPr>
                    </a:p>
                  </a:txBody>
                  <a:tcPr marL="7620"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914400" rtl="0" eaLnBrk="1" latinLnBrk="0" hangingPunct="1">
                        <a:defRPr sz="1800" kern="1200">
                          <a:solidFill>
                            <a:schemeClr val="tx1"/>
                          </a:solidFill>
                          <a:latin typeface="Ubuntu"/>
                        </a:defRPr>
                      </a:lvl1pPr>
                      <a:lvl2pPr marL="457200" algn="l" defTabSz="914400" rtl="0" eaLnBrk="1" latinLnBrk="0" hangingPunct="1">
                        <a:defRPr sz="1800" kern="1200">
                          <a:solidFill>
                            <a:schemeClr val="tx1"/>
                          </a:solidFill>
                          <a:latin typeface="Ubuntu"/>
                        </a:defRPr>
                      </a:lvl2pPr>
                      <a:lvl3pPr marL="914400" algn="l" defTabSz="914400" rtl="0" eaLnBrk="1" latinLnBrk="0" hangingPunct="1">
                        <a:defRPr sz="1800" kern="1200">
                          <a:solidFill>
                            <a:schemeClr val="tx1"/>
                          </a:solidFill>
                          <a:latin typeface="Ubuntu"/>
                        </a:defRPr>
                      </a:lvl3pPr>
                      <a:lvl4pPr marL="1371600" algn="l" defTabSz="914400" rtl="0" eaLnBrk="1" latinLnBrk="0" hangingPunct="1">
                        <a:defRPr sz="1800" kern="1200">
                          <a:solidFill>
                            <a:schemeClr val="tx1"/>
                          </a:solidFill>
                          <a:latin typeface="Ubuntu"/>
                        </a:defRPr>
                      </a:lvl4pPr>
                      <a:lvl5pPr marL="1828800" algn="l" defTabSz="914400" rtl="0" eaLnBrk="1" latinLnBrk="0" hangingPunct="1">
                        <a:defRPr sz="1800" kern="1200">
                          <a:solidFill>
                            <a:schemeClr val="tx1"/>
                          </a:solidFill>
                          <a:latin typeface="Ubuntu"/>
                        </a:defRPr>
                      </a:lvl5pPr>
                      <a:lvl6pPr marL="2286000" algn="l" defTabSz="914400" rtl="0" eaLnBrk="1" latinLnBrk="0" hangingPunct="1">
                        <a:defRPr sz="1800" kern="1200">
                          <a:solidFill>
                            <a:schemeClr val="tx1"/>
                          </a:solidFill>
                          <a:latin typeface="Ubuntu"/>
                        </a:defRPr>
                      </a:lvl6pPr>
                      <a:lvl7pPr marL="2743200" algn="l" defTabSz="914400" rtl="0" eaLnBrk="1" latinLnBrk="0" hangingPunct="1">
                        <a:defRPr sz="1800" kern="1200">
                          <a:solidFill>
                            <a:schemeClr val="tx1"/>
                          </a:solidFill>
                          <a:latin typeface="Ubuntu"/>
                        </a:defRPr>
                      </a:lvl7pPr>
                      <a:lvl8pPr marL="3200400" algn="l" defTabSz="914400" rtl="0" eaLnBrk="1" latinLnBrk="0" hangingPunct="1">
                        <a:defRPr sz="1800" kern="1200">
                          <a:solidFill>
                            <a:schemeClr val="tx1"/>
                          </a:solidFill>
                          <a:latin typeface="Ubuntu"/>
                        </a:defRPr>
                      </a:lvl8pPr>
                      <a:lvl9pPr marL="3657600" algn="l" defTabSz="914400" rtl="0" eaLnBrk="1" latinLnBrk="0" hangingPunct="1">
                        <a:defRPr sz="1800" kern="1200">
                          <a:solidFill>
                            <a:schemeClr val="tx1"/>
                          </a:solidFill>
                          <a:latin typeface="Ubuntu"/>
                        </a:defRPr>
                      </a:lvl9pPr>
                    </a:lstStyle>
                    <a:p>
                      <a:pPr algn="l" fontAlgn="ctr"/>
                      <a:endParaRPr lang="en-IN" sz="1100" b="0" i="0" u="none" strike="noStrike">
                        <a:solidFill>
                          <a:srgbClr val="000000"/>
                        </a:solidFill>
                        <a:effectLst/>
                        <a:latin typeface="+mn-lt"/>
                      </a:endParaRPr>
                    </a:p>
                  </a:txBody>
                  <a:tcPr marL="7620"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914400" rtl="0" eaLnBrk="1" latinLnBrk="0" hangingPunct="1">
                        <a:defRPr sz="1800" kern="1200">
                          <a:solidFill>
                            <a:schemeClr val="tx1"/>
                          </a:solidFill>
                          <a:latin typeface="Ubuntu"/>
                        </a:defRPr>
                      </a:lvl1pPr>
                      <a:lvl2pPr marL="457200" algn="l" defTabSz="914400" rtl="0" eaLnBrk="1" latinLnBrk="0" hangingPunct="1">
                        <a:defRPr sz="1800" kern="1200">
                          <a:solidFill>
                            <a:schemeClr val="tx1"/>
                          </a:solidFill>
                          <a:latin typeface="Ubuntu"/>
                        </a:defRPr>
                      </a:lvl2pPr>
                      <a:lvl3pPr marL="914400" algn="l" defTabSz="914400" rtl="0" eaLnBrk="1" latinLnBrk="0" hangingPunct="1">
                        <a:defRPr sz="1800" kern="1200">
                          <a:solidFill>
                            <a:schemeClr val="tx1"/>
                          </a:solidFill>
                          <a:latin typeface="Ubuntu"/>
                        </a:defRPr>
                      </a:lvl3pPr>
                      <a:lvl4pPr marL="1371600" algn="l" defTabSz="914400" rtl="0" eaLnBrk="1" latinLnBrk="0" hangingPunct="1">
                        <a:defRPr sz="1800" kern="1200">
                          <a:solidFill>
                            <a:schemeClr val="tx1"/>
                          </a:solidFill>
                          <a:latin typeface="Ubuntu"/>
                        </a:defRPr>
                      </a:lvl4pPr>
                      <a:lvl5pPr marL="1828800" algn="l" defTabSz="914400" rtl="0" eaLnBrk="1" latinLnBrk="0" hangingPunct="1">
                        <a:defRPr sz="1800" kern="1200">
                          <a:solidFill>
                            <a:schemeClr val="tx1"/>
                          </a:solidFill>
                          <a:latin typeface="Ubuntu"/>
                        </a:defRPr>
                      </a:lvl5pPr>
                      <a:lvl6pPr marL="2286000" algn="l" defTabSz="914400" rtl="0" eaLnBrk="1" latinLnBrk="0" hangingPunct="1">
                        <a:defRPr sz="1800" kern="1200">
                          <a:solidFill>
                            <a:schemeClr val="tx1"/>
                          </a:solidFill>
                          <a:latin typeface="Ubuntu"/>
                        </a:defRPr>
                      </a:lvl6pPr>
                      <a:lvl7pPr marL="2743200" algn="l" defTabSz="914400" rtl="0" eaLnBrk="1" latinLnBrk="0" hangingPunct="1">
                        <a:defRPr sz="1800" kern="1200">
                          <a:solidFill>
                            <a:schemeClr val="tx1"/>
                          </a:solidFill>
                          <a:latin typeface="Ubuntu"/>
                        </a:defRPr>
                      </a:lvl7pPr>
                      <a:lvl8pPr marL="3200400" algn="l" defTabSz="914400" rtl="0" eaLnBrk="1" latinLnBrk="0" hangingPunct="1">
                        <a:defRPr sz="1800" kern="1200">
                          <a:solidFill>
                            <a:schemeClr val="tx1"/>
                          </a:solidFill>
                          <a:latin typeface="Ubuntu"/>
                        </a:defRPr>
                      </a:lvl8pPr>
                      <a:lvl9pPr marL="3657600" algn="l" defTabSz="914400" rtl="0" eaLnBrk="1" latinLnBrk="0" hangingPunct="1">
                        <a:defRPr sz="1800" kern="1200">
                          <a:solidFill>
                            <a:schemeClr val="tx1"/>
                          </a:solidFill>
                          <a:latin typeface="Ubuntu"/>
                        </a:defRPr>
                      </a:lvl9pPr>
                    </a:lstStyle>
                    <a:p>
                      <a:pPr algn="l" fontAlgn="ctr"/>
                      <a:endParaRPr lang="en-IN" sz="1100" b="0" i="0" u="none" strike="noStrike">
                        <a:solidFill>
                          <a:srgbClr val="000000"/>
                        </a:solidFill>
                        <a:effectLst/>
                        <a:latin typeface="+mn-lt"/>
                      </a:endParaRPr>
                    </a:p>
                  </a:txBody>
                  <a:tcPr marL="7620"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914400" rtl="0" eaLnBrk="1" latinLnBrk="0" hangingPunct="1">
                        <a:defRPr sz="1800" kern="1200">
                          <a:solidFill>
                            <a:schemeClr val="tx1"/>
                          </a:solidFill>
                          <a:latin typeface="Ubuntu"/>
                        </a:defRPr>
                      </a:lvl1pPr>
                      <a:lvl2pPr marL="457200" algn="l" defTabSz="914400" rtl="0" eaLnBrk="1" latinLnBrk="0" hangingPunct="1">
                        <a:defRPr sz="1800" kern="1200">
                          <a:solidFill>
                            <a:schemeClr val="tx1"/>
                          </a:solidFill>
                          <a:latin typeface="Ubuntu"/>
                        </a:defRPr>
                      </a:lvl2pPr>
                      <a:lvl3pPr marL="914400" algn="l" defTabSz="914400" rtl="0" eaLnBrk="1" latinLnBrk="0" hangingPunct="1">
                        <a:defRPr sz="1800" kern="1200">
                          <a:solidFill>
                            <a:schemeClr val="tx1"/>
                          </a:solidFill>
                          <a:latin typeface="Ubuntu"/>
                        </a:defRPr>
                      </a:lvl3pPr>
                      <a:lvl4pPr marL="1371600" algn="l" defTabSz="914400" rtl="0" eaLnBrk="1" latinLnBrk="0" hangingPunct="1">
                        <a:defRPr sz="1800" kern="1200">
                          <a:solidFill>
                            <a:schemeClr val="tx1"/>
                          </a:solidFill>
                          <a:latin typeface="Ubuntu"/>
                        </a:defRPr>
                      </a:lvl4pPr>
                      <a:lvl5pPr marL="1828800" algn="l" defTabSz="914400" rtl="0" eaLnBrk="1" latinLnBrk="0" hangingPunct="1">
                        <a:defRPr sz="1800" kern="1200">
                          <a:solidFill>
                            <a:schemeClr val="tx1"/>
                          </a:solidFill>
                          <a:latin typeface="Ubuntu"/>
                        </a:defRPr>
                      </a:lvl5pPr>
                      <a:lvl6pPr marL="2286000" algn="l" defTabSz="914400" rtl="0" eaLnBrk="1" latinLnBrk="0" hangingPunct="1">
                        <a:defRPr sz="1800" kern="1200">
                          <a:solidFill>
                            <a:schemeClr val="tx1"/>
                          </a:solidFill>
                          <a:latin typeface="Ubuntu"/>
                        </a:defRPr>
                      </a:lvl6pPr>
                      <a:lvl7pPr marL="2743200" algn="l" defTabSz="914400" rtl="0" eaLnBrk="1" latinLnBrk="0" hangingPunct="1">
                        <a:defRPr sz="1800" kern="1200">
                          <a:solidFill>
                            <a:schemeClr val="tx1"/>
                          </a:solidFill>
                          <a:latin typeface="Ubuntu"/>
                        </a:defRPr>
                      </a:lvl7pPr>
                      <a:lvl8pPr marL="3200400" algn="l" defTabSz="914400" rtl="0" eaLnBrk="1" latinLnBrk="0" hangingPunct="1">
                        <a:defRPr sz="1800" kern="1200">
                          <a:solidFill>
                            <a:schemeClr val="tx1"/>
                          </a:solidFill>
                          <a:latin typeface="Ubuntu"/>
                        </a:defRPr>
                      </a:lvl8pPr>
                      <a:lvl9pPr marL="3657600" algn="l" defTabSz="914400" rtl="0" eaLnBrk="1" latinLnBrk="0" hangingPunct="1">
                        <a:defRPr sz="1800" kern="1200">
                          <a:solidFill>
                            <a:schemeClr val="tx1"/>
                          </a:solidFill>
                          <a:latin typeface="Ubuntu"/>
                        </a:defRPr>
                      </a:lvl9pPr>
                    </a:lstStyle>
                    <a:p>
                      <a:pPr algn="l" fontAlgn="ctr"/>
                      <a:endParaRPr lang="en-IN" sz="1100" b="0" i="0" u="none" strike="noStrike">
                        <a:solidFill>
                          <a:srgbClr val="000000"/>
                        </a:solidFill>
                        <a:effectLst/>
                        <a:latin typeface="+mn-lt"/>
                      </a:endParaRPr>
                    </a:p>
                  </a:txBody>
                  <a:tcPr marL="7620" marR="7620" marT="7620" marB="0" anchor="ctr">
                    <a:lnL w="12700" cap="flat" cmpd="sng" algn="ctr">
                      <a:solidFill>
                        <a:srgbClr val="FFFFFF"/>
                      </a:solidFill>
                      <a:prstDash val="solid"/>
                      <a:round/>
                      <a:headEnd type="none" w="med" len="med"/>
                      <a:tailEnd type="none" w="med" len="med"/>
                    </a:lnL>
                    <a:lnR w="12700" cap="flat" cmpd="sng" algn="ctr">
                      <a:solidFill>
                        <a:sysClr val="windowText" lastClr="000000">
                          <a:lumMod val="50000"/>
                          <a:lumOff val="50000"/>
                        </a:sysClr>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extLst>
                  <a:ext uri="{0D108BD9-81ED-4DB2-BD59-A6C34878D82A}">
                    <a16:rowId xmlns:a16="http://schemas.microsoft.com/office/drawing/2014/main" val="3523019227"/>
                  </a:ext>
                </a:extLst>
              </a:tr>
              <a:tr h="349199">
                <a:tc vMerge="1">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IN" sz="1200" b="1" i="0" u="none" strike="noStrike">
                        <a:solidFill>
                          <a:schemeClr val="bg1"/>
                        </a:solidFill>
                        <a:effectLst/>
                        <a:latin typeface="+mj-lt"/>
                      </a:endParaRPr>
                    </a:p>
                  </a:txBody>
                  <a:tcPr marL="36000" marR="7620" marT="7620" marB="0" anchor="ctr">
                    <a:lnL w="6350" cap="flat" cmpd="sng" algn="ctr">
                      <a:solidFill>
                        <a:srgbClr val="BFBFBF"/>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0F878A"/>
                    </a:solidFill>
                  </a:tcPr>
                </a:tc>
                <a:tc rowSpan="3">
                  <a:txBody>
                    <a:bodyPr/>
                    <a:lstStyle>
                      <a:lvl1pPr marL="0" algn="l" defTabSz="914400" rtl="0" eaLnBrk="1" latinLnBrk="0" hangingPunct="1">
                        <a:defRPr sz="1800" kern="1200">
                          <a:solidFill>
                            <a:schemeClr val="tx1"/>
                          </a:solidFill>
                          <a:latin typeface="Ubuntu"/>
                        </a:defRPr>
                      </a:lvl1pPr>
                      <a:lvl2pPr marL="457200" algn="l" defTabSz="914400" rtl="0" eaLnBrk="1" latinLnBrk="0" hangingPunct="1">
                        <a:defRPr sz="1800" kern="1200">
                          <a:solidFill>
                            <a:schemeClr val="tx1"/>
                          </a:solidFill>
                          <a:latin typeface="Ubuntu"/>
                        </a:defRPr>
                      </a:lvl2pPr>
                      <a:lvl3pPr marL="914400" algn="l" defTabSz="914400" rtl="0" eaLnBrk="1" latinLnBrk="0" hangingPunct="1">
                        <a:defRPr sz="1800" kern="1200">
                          <a:solidFill>
                            <a:schemeClr val="tx1"/>
                          </a:solidFill>
                          <a:latin typeface="Ubuntu"/>
                        </a:defRPr>
                      </a:lvl3pPr>
                      <a:lvl4pPr marL="1371600" algn="l" defTabSz="914400" rtl="0" eaLnBrk="1" latinLnBrk="0" hangingPunct="1">
                        <a:defRPr sz="1800" kern="1200">
                          <a:solidFill>
                            <a:schemeClr val="tx1"/>
                          </a:solidFill>
                          <a:latin typeface="Ubuntu"/>
                        </a:defRPr>
                      </a:lvl4pPr>
                      <a:lvl5pPr marL="1828800" algn="l" defTabSz="914400" rtl="0" eaLnBrk="1" latinLnBrk="0" hangingPunct="1">
                        <a:defRPr sz="1800" kern="1200">
                          <a:solidFill>
                            <a:schemeClr val="tx1"/>
                          </a:solidFill>
                          <a:latin typeface="Ubuntu"/>
                        </a:defRPr>
                      </a:lvl5pPr>
                      <a:lvl6pPr marL="2286000" algn="l" defTabSz="914400" rtl="0" eaLnBrk="1" latinLnBrk="0" hangingPunct="1">
                        <a:defRPr sz="1800" kern="1200">
                          <a:solidFill>
                            <a:schemeClr val="tx1"/>
                          </a:solidFill>
                          <a:latin typeface="Ubuntu"/>
                        </a:defRPr>
                      </a:lvl6pPr>
                      <a:lvl7pPr marL="2743200" algn="l" defTabSz="914400" rtl="0" eaLnBrk="1" latinLnBrk="0" hangingPunct="1">
                        <a:defRPr sz="1800" kern="1200">
                          <a:solidFill>
                            <a:schemeClr val="tx1"/>
                          </a:solidFill>
                          <a:latin typeface="Ubuntu"/>
                        </a:defRPr>
                      </a:lvl7pPr>
                      <a:lvl8pPr marL="3200400" algn="l" defTabSz="914400" rtl="0" eaLnBrk="1" latinLnBrk="0" hangingPunct="1">
                        <a:defRPr sz="1800" kern="1200">
                          <a:solidFill>
                            <a:schemeClr val="tx1"/>
                          </a:solidFill>
                          <a:latin typeface="Ubuntu"/>
                        </a:defRPr>
                      </a:lvl8pPr>
                      <a:lvl9pPr marL="3657600" algn="l" defTabSz="914400" rtl="0" eaLnBrk="1" latinLnBrk="0" hangingPunct="1">
                        <a:defRPr sz="1800" kern="1200">
                          <a:solidFill>
                            <a:schemeClr val="tx1"/>
                          </a:solidFill>
                          <a:latin typeface="Ubuntu"/>
                        </a:defRPr>
                      </a:lvl9pPr>
                    </a:lstStyle>
                    <a:p>
                      <a:pPr marL="171450" marR="0" lvl="0" indent="-171450" algn="l" defTabSz="914400" rtl="0" eaLnBrk="1" fontAlgn="ctr" latinLnBrk="0" hangingPunct="1">
                        <a:lnSpc>
                          <a:spcPct val="100000"/>
                        </a:lnSpc>
                        <a:spcBef>
                          <a:spcPts val="0"/>
                        </a:spcBef>
                        <a:spcAft>
                          <a:spcPts val="600"/>
                        </a:spcAft>
                        <a:buClrTx/>
                        <a:buSzTx/>
                        <a:buFont typeface="Arial" panose="020B0604020202020204" pitchFamily="34" charset="0"/>
                        <a:buChar char="•"/>
                        <a:tabLst/>
                        <a:defRPr/>
                      </a:pPr>
                      <a:r>
                        <a:rPr lang="fr-FR" sz="900" kern="1200">
                          <a:solidFill>
                            <a:schemeClr val="tx1"/>
                          </a:solidFill>
                          <a:latin typeface="+mn-lt"/>
                          <a:ea typeface="+mn-ea"/>
                          <a:cs typeface="+mn-cs"/>
                        </a:rPr>
                        <a:t>Implementation of  transformational AI solutions and processes</a:t>
                      </a:r>
                    </a:p>
                    <a:p>
                      <a:pPr marL="171450" marR="0" lvl="0" indent="-171450" algn="l" defTabSz="914400" rtl="0" eaLnBrk="1" fontAlgn="ctr" latinLnBrk="0" hangingPunct="1">
                        <a:lnSpc>
                          <a:spcPct val="100000"/>
                        </a:lnSpc>
                        <a:spcBef>
                          <a:spcPts val="0"/>
                        </a:spcBef>
                        <a:spcAft>
                          <a:spcPts val="600"/>
                        </a:spcAft>
                        <a:buClrTx/>
                        <a:buSzTx/>
                        <a:buFont typeface="Arial" panose="020B0604020202020204" pitchFamily="34" charset="0"/>
                        <a:buChar char="•"/>
                        <a:tabLst/>
                        <a:defRPr/>
                      </a:pPr>
                      <a:r>
                        <a:rPr lang="fr-FR" sz="900" kern="1200">
                          <a:solidFill>
                            <a:schemeClr val="tx1"/>
                          </a:solidFill>
                          <a:latin typeface="+mn-lt"/>
                          <a:ea typeface="+mn-ea"/>
                          <a:cs typeface="+mn-cs"/>
                        </a:rPr>
                        <a:t>Track &amp; report on realized savings</a:t>
                      </a:r>
                      <a:endParaRPr lang="en-US" sz="900" kern="1200">
                        <a:solidFill>
                          <a:schemeClr val="tx1"/>
                        </a:solidFill>
                        <a:latin typeface="+mn-lt"/>
                        <a:ea typeface="+mn-ea"/>
                        <a:cs typeface="+mn-cs"/>
                      </a:endParaRPr>
                    </a:p>
                  </a:txBody>
                  <a:tcPr marL="36000" marR="7620" marT="7620" marB="0" anchor="ctr">
                    <a:lnL w="12700"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0F6A73"/>
                    </a:solidFill>
                  </a:tcPr>
                </a:tc>
                <a:tc>
                  <a:txBody>
                    <a:bodyPr/>
                    <a:lstStyle>
                      <a:lvl1pPr marL="0" algn="l" defTabSz="914400" rtl="0" eaLnBrk="1" latinLnBrk="0" hangingPunct="1">
                        <a:defRPr sz="1800" kern="1200">
                          <a:solidFill>
                            <a:schemeClr val="tx1"/>
                          </a:solidFill>
                          <a:latin typeface="Ubuntu"/>
                        </a:defRPr>
                      </a:lvl1pPr>
                      <a:lvl2pPr marL="457200" algn="l" defTabSz="914400" rtl="0" eaLnBrk="1" latinLnBrk="0" hangingPunct="1">
                        <a:defRPr sz="1800" kern="1200">
                          <a:solidFill>
                            <a:schemeClr val="tx1"/>
                          </a:solidFill>
                          <a:latin typeface="Ubuntu"/>
                        </a:defRPr>
                      </a:lvl2pPr>
                      <a:lvl3pPr marL="914400" algn="l" defTabSz="914400" rtl="0" eaLnBrk="1" latinLnBrk="0" hangingPunct="1">
                        <a:defRPr sz="1800" kern="1200">
                          <a:solidFill>
                            <a:schemeClr val="tx1"/>
                          </a:solidFill>
                          <a:latin typeface="Ubuntu"/>
                        </a:defRPr>
                      </a:lvl3pPr>
                      <a:lvl4pPr marL="1371600" algn="l" defTabSz="914400" rtl="0" eaLnBrk="1" latinLnBrk="0" hangingPunct="1">
                        <a:defRPr sz="1800" kern="1200">
                          <a:solidFill>
                            <a:schemeClr val="tx1"/>
                          </a:solidFill>
                          <a:latin typeface="Ubuntu"/>
                        </a:defRPr>
                      </a:lvl4pPr>
                      <a:lvl5pPr marL="1828800" algn="l" defTabSz="914400" rtl="0" eaLnBrk="1" latinLnBrk="0" hangingPunct="1">
                        <a:defRPr sz="1800" kern="1200">
                          <a:solidFill>
                            <a:schemeClr val="tx1"/>
                          </a:solidFill>
                          <a:latin typeface="Ubuntu"/>
                        </a:defRPr>
                      </a:lvl5pPr>
                      <a:lvl6pPr marL="2286000" algn="l" defTabSz="914400" rtl="0" eaLnBrk="1" latinLnBrk="0" hangingPunct="1">
                        <a:defRPr sz="1800" kern="1200">
                          <a:solidFill>
                            <a:schemeClr val="tx1"/>
                          </a:solidFill>
                          <a:latin typeface="Ubuntu"/>
                        </a:defRPr>
                      </a:lvl6pPr>
                      <a:lvl7pPr marL="2743200" algn="l" defTabSz="914400" rtl="0" eaLnBrk="1" latinLnBrk="0" hangingPunct="1">
                        <a:defRPr sz="1800" kern="1200">
                          <a:solidFill>
                            <a:schemeClr val="tx1"/>
                          </a:solidFill>
                          <a:latin typeface="Ubuntu"/>
                        </a:defRPr>
                      </a:lvl7pPr>
                      <a:lvl8pPr marL="3200400" algn="l" defTabSz="914400" rtl="0" eaLnBrk="1" latinLnBrk="0" hangingPunct="1">
                        <a:defRPr sz="1800" kern="1200">
                          <a:solidFill>
                            <a:schemeClr val="tx1"/>
                          </a:solidFill>
                          <a:latin typeface="Ubuntu"/>
                        </a:defRPr>
                      </a:lvl8pPr>
                      <a:lvl9pPr marL="3657600" algn="l" defTabSz="914400" rtl="0" eaLnBrk="1" latinLnBrk="0" hangingPunct="1">
                        <a:defRPr sz="1800" kern="1200">
                          <a:solidFill>
                            <a:schemeClr val="tx1"/>
                          </a:solidFill>
                          <a:latin typeface="Ubuntu"/>
                        </a:defRPr>
                      </a:lvl9pPr>
                    </a:lstStyle>
                    <a:p>
                      <a:pPr algn="l" fontAlgn="ctr"/>
                      <a:endParaRPr lang="en-IN" sz="1100" b="0" i="0" u="none" strike="noStrike">
                        <a:solidFill>
                          <a:srgbClr val="000000"/>
                        </a:solidFill>
                        <a:effectLst/>
                        <a:latin typeface="+mn-lt"/>
                      </a:endParaRPr>
                    </a:p>
                  </a:txBody>
                  <a:tcPr marL="7620" marR="7620" marT="7620" marB="0" anchor="ctr">
                    <a:lnL w="28575"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272936">
                        <a:lumMod val="10000"/>
                        <a:lumOff val="90000"/>
                      </a:srgbClr>
                    </a:solidFill>
                  </a:tcPr>
                </a:tc>
                <a:tc>
                  <a:txBody>
                    <a:bodyPr/>
                    <a:lstStyle>
                      <a:lvl1pPr marL="0" algn="l" defTabSz="914400" rtl="0" eaLnBrk="1" latinLnBrk="0" hangingPunct="1">
                        <a:defRPr sz="1800" kern="1200">
                          <a:solidFill>
                            <a:schemeClr val="tx1"/>
                          </a:solidFill>
                          <a:latin typeface="Ubuntu"/>
                        </a:defRPr>
                      </a:lvl1pPr>
                      <a:lvl2pPr marL="457200" algn="l" defTabSz="914400" rtl="0" eaLnBrk="1" latinLnBrk="0" hangingPunct="1">
                        <a:defRPr sz="1800" kern="1200">
                          <a:solidFill>
                            <a:schemeClr val="tx1"/>
                          </a:solidFill>
                          <a:latin typeface="Ubuntu"/>
                        </a:defRPr>
                      </a:lvl2pPr>
                      <a:lvl3pPr marL="914400" algn="l" defTabSz="914400" rtl="0" eaLnBrk="1" latinLnBrk="0" hangingPunct="1">
                        <a:defRPr sz="1800" kern="1200">
                          <a:solidFill>
                            <a:schemeClr val="tx1"/>
                          </a:solidFill>
                          <a:latin typeface="Ubuntu"/>
                        </a:defRPr>
                      </a:lvl3pPr>
                      <a:lvl4pPr marL="1371600" algn="l" defTabSz="914400" rtl="0" eaLnBrk="1" latinLnBrk="0" hangingPunct="1">
                        <a:defRPr sz="1800" kern="1200">
                          <a:solidFill>
                            <a:schemeClr val="tx1"/>
                          </a:solidFill>
                          <a:latin typeface="Ubuntu"/>
                        </a:defRPr>
                      </a:lvl4pPr>
                      <a:lvl5pPr marL="1828800" algn="l" defTabSz="914400" rtl="0" eaLnBrk="1" latinLnBrk="0" hangingPunct="1">
                        <a:defRPr sz="1800" kern="1200">
                          <a:solidFill>
                            <a:schemeClr val="tx1"/>
                          </a:solidFill>
                          <a:latin typeface="Ubuntu"/>
                        </a:defRPr>
                      </a:lvl5pPr>
                      <a:lvl6pPr marL="2286000" algn="l" defTabSz="914400" rtl="0" eaLnBrk="1" latinLnBrk="0" hangingPunct="1">
                        <a:defRPr sz="1800" kern="1200">
                          <a:solidFill>
                            <a:schemeClr val="tx1"/>
                          </a:solidFill>
                          <a:latin typeface="Ubuntu"/>
                        </a:defRPr>
                      </a:lvl6pPr>
                      <a:lvl7pPr marL="2743200" algn="l" defTabSz="914400" rtl="0" eaLnBrk="1" latinLnBrk="0" hangingPunct="1">
                        <a:defRPr sz="1800" kern="1200">
                          <a:solidFill>
                            <a:schemeClr val="tx1"/>
                          </a:solidFill>
                          <a:latin typeface="Ubuntu"/>
                        </a:defRPr>
                      </a:lvl7pPr>
                      <a:lvl8pPr marL="3200400" algn="l" defTabSz="914400" rtl="0" eaLnBrk="1" latinLnBrk="0" hangingPunct="1">
                        <a:defRPr sz="1800" kern="1200">
                          <a:solidFill>
                            <a:schemeClr val="tx1"/>
                          </a:solidFill>
                          <a:latin typeface="Ubuntu"/>
                        </a:defRPr>
                      </a:lvl8pPr>
                      <a:lvl9pPr marL="3657600" algn="l" defTabSz="914400" rtl="0" eaLnBrk="1" latinLnBrk="0" hangingPunct="1">
                        <a:defRPr sz="1800" kern="1200">
                          <a:solidFill>
                            <a:schemeClr val="tx1"/>
                          </a:solidFill>
                          <a:latin typeface="Ubuntu"/>
                        </a:defRPr>
                      </a:lvl9pPr>
                    </a:lstStyle>
                    <a:p>
                      <a:pPr algn="l" fontAlgn="ctr"/>
                      <a:endParaRPr lang="en-IN" sz="1100" b="0" i="0" u="none" strike="noStrike">
                        <a:solidFill>
                          <a:srgbClr val="000000"/>
                        </a:solidFill>
                        <a:effectLst/>
                        <a:latin typeface="+mn-lt"/>
                      </a:endParaRPr>
                    </a:p>
                  </a:txBody>
                  <a:tcPr marL="7620"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272936">
                        <a:lumMod val="10000"/>
                        <a:lumOff val="90000"/>
                      </a:srgbClr>
                    </a:solidFill>
                  </a:tcPr>
                </a:tc>
                <a:tc>
                  <a:txBody>
                    <a:bodyPr/>
                    <a:lstStyle>
                      <a:lvl1pPr marL="0" algn="l" defTabSz="914400" rtl="0" eaLnBrk="1" latinLnBrk="0" hangingPunct="1">
                        <a:defRPr sz="1800" kern="1200">
                          <a:solidFill>
                            <a:schemeClr val="tx1"/>
                          </a:solidFill>
                          <a:latin typeface="Ubuntu"/>
                        </a:defRPr>
                      </a:lvl1pPr>
                      <a:lvl2pPr marL="457200" algn="l" defTabSz="914400" rtl="0" eaLnBrk="1" latinLnBrk="0" hangingPunct="1">
                        <a:defRPr sz="1800" kern="1200">
                          <a:solidFill>
                            <a:schemeClr val="tx1"/>
                          </a:solidFill>
                          <a:latin typeface="Ubuntu"/>
                        </a:defRPr>
                      </a:lvl2pPr>
                      <a:lvl3pPr marL="914400" algn="l" defTabSz="914400" rtl="0" eaLnBrk="1" latinLnBrk="0" hangingPunct="1">
                        <a:defRPr sz="1800" kern="1200">
                          <a:solidFill>
                            <a:schemeClr val="tx1"/>
                          </a:solidFill>
                          <a:latin typeface="Ubuntu"/>
                        </a:defRPr>
                      </a:lvl3pPr>
                      <a:lvl4pPr marL="1371600" algn="l" defTabSz="914400" rtl="0" eaLnBrk="1" latinLnBrk="0" hangingPunct="1">
                        <a:defRPr sz="1800" kern="1200">
                          <a:solidFill>
                            <a:schemeClr val="tx1"/>
                          </a:solidFill>
                          <a:latin typeface="Ubuntu"/>
                        </a:defRPr>
                      </a:lvl4pPr>
                      <a:lvl5pPr marL="1828800" algn="l" defTabSz="914400" rtl="0" eaLnBrk="1" latinLnBrk="0" hangingPunct="1">
                        <a:defRPr sz="1800" kern="1200">
                          <a:solidFill>
                            <a:schemeClr val="tx1"/>
                          </a:solidFill>
                          <a:latin typeface="Ubuntu"/>
                        </a:defRPr>
                      </a:lvl5pPr>
                      <a:lvl6pPr marL="2286000" algn="l" defTabSz="914400" rtl="0" eaLnBrk="1" latinLnBrk="0" hangingPunct="1">
                        <a:defRPr sz="1800" kern="1200">
                          <a:solidFill>
                            <a:schemeClr val="tx1"/>
                          </a:solidFill>
                          <a:latin typeface="Ubuntu"/>
                        </a:defRPr>
                      </a:lvl6pPr>
                      <a:lvl7pPr marL="2743200" algn="l" defTabSz="914400" rtl="0" eaLnBrk="1" latinLnBrk="0" hangingPunct="1">
                        <a:defRPr sz="1800" kern="1200">
                          <a:solidFill>
                            <a:schemeClr val="tx1"/>
                          </a:solidFill>
                          <a:latin typeface="Ubuntu"/>
                        </a:defRPr>
                      </a:lvl7pPr>
                      <a:lvl8pPr marL="3200400" algn="l" defTabSz="914400" rtl="0" eaLnBrk="1" latinLnBrk="0" hangingPunct="1">
                        <a:defRPr sz="1800" kern="1200">
                          <a:solidFill>
                            <a:schemeClr val="tx1"/>
                          </a:solidFill>
                          <a:latin typeface="Ubuntu"/>
                        </a:defRPr>
                      </a:lvl8pPr>
                      <a:lvl9pPr marL="3657600" algn="l" defTabSz="914400" rtl="0" eaLnBrk="1" latinLnBrk="0" hangingPunct="1">
                        <a:defRPr sz="1800" kern="1200">
                          <a:solidFill>
                            <a:schemeClr val="tx1"/>
                          </a:solidFill>
                          <a:latin typeface="Ubuntu"/>
                        </a:defRPr>
                      </a:lvl9pPr>
                    </a:lstStyle>
                    <a:p>
                      <a:pPr algn="l" fontAlgn="ctr"/>
                      <a:endParaRPr lang="en-IN" sz="1100" b="0" i="0" u="none" strike="noStrike">
                        <a:solidFill>
                          <a:srgbClr val="000000"/>
                        </a:solidFill>
                        <a:effectLst/>
                        <a:latin typeface="+mn-lt"/>
                      </a:endParaRPr>
                    </a:p>
                  </a:txBody>
                  <a:tcPr marL="7620"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272936">
                        <a:lumMod val="10000"/>
                        <a:lumOff val="90000"/>
                      </a:srgbClr>
                    </a:solidFill>
                  </a:tcPr>
                </a:tc>
                <a:tc>
                  <a:txBody>
                    <a:bodyPr/>
                    <a:lstStyle>
                      <a:lvl1pPr marL="0" algn="l" defTabSz="914400" rtl="0" eaLnBrk="1" latinLnBrk="0" hangingPunct="1">
                        <a:defRPr sz="1800" kern="1200">
                          <a:solidFill>
                            <a:schemeClr val="tx1"/>
                          </a:solidFill>
                          <a:latin typeface="Ubuntu"/>
                        </a:defRPr>
                      </a:lvl1pPr>
                      <a:lvl2pPr marL="457200" algn="l" defTabSz="914400" rtl="0" eaLnBrk="1" latinLnBrk="0" hangingPunct="1">
                        <a:defRPr sz="1800" kern="1200">
                          <a:solidFill>
                            <a:schemeClr val="tx1"/>
                          </a:solidFill>
                          <a:latin typeface="Ubuntu"/>
                        </a:defRPr>
                      </a:lvl2pPr>
                      <a:lvl3pPr marL="914400" algn="l" defTabSz="914400" rtl="0" eaLnBrk="1" latinLnBrk="0" hangingPunct="1">
                        <a:defRPr sz="1800" kern="1200">
                          <a:solidFill>
                            <a:schemeClr val="tx1"/>
                          </a:solidFill>
                          <a:latin typeface="Ubuntu"/>
                        </a:defRPr>
                      </a:lvl3pPr>
                      <a:lvl4pPr marL="1371600" algn="l" defTabSz="914400" rtl="0" eaLnBrk="1" latinLnBrk="0" hangingPunct="1">
                        <a:defRPr sz="1800" kern="1200">
                          <a:solidFill>
                            <a:schemeClr val="tx1"/>
                          </a:solidFill>
                          <a:latin typeface="Ubuntu"/>
                        </a:defRPr>
                      </a:lvl4pPr>
                      <a:lvl5pPr marL="1828800" algn="l" defTabSz="914400" rtl="0" eaLnBrk="1" latinLnBrk="0" hangingPunct="1">
                        <a:defRPr sz="1800" kern="1200">
                          <a:solidFill>
                            <a:schemeClr val="tx1"/>
                          </a:solidFill>
                          <a:latin typeface="Ubuntu"/>
                        </a:defRPr>
                      </a:lvl5pPr>
                      <a:lvl6pPr marL="2286000" algn="l" defTabSz="914400" rtl="0" eaLnBrk="1" latinLnBrk="0" hangingPunct="1">
                        <a:defRPr sz="1800" kern="1200">
                          <a:solidFill>
                            <a:schemeClr val="tx1"/>
                          </a:solidFill>
                          <a:latin typeface="Ubuntu"/>
                        </a:defRPr>
                      </a:lvl6pPr>
                      <a:lvl7pPr marL="2743200" algn="l" defTabSz="914400" rtl="0" eaLnBrk="1" latinLnBrk="0" hangingPunct="1">
                        <a:defRPr sz="1800" kern="1200">
                          <a:solidFill>
                            <a:schemeClr val="tx1"/>
                          </a:solidFill>
                          <a:latin typeface="Ubuntu"/>
                        </a:defRPr>
                      </a:lvl7pPr>
                      <a:lvl8pPr marL="3200400" algn="l" defTabSz="914400" rtl="0" eaLnBrk="1" latinLnBrk="0" hangingPunct="1">
                        <a:defRPr sz="1800" kern="1200">
                          <a:solidFill>
                            <a:schemeClr val="tx1"/>
                          </a:solidFill>
                          <a:latin typeface="Ubuntu"/>
                        </a:defRPr>
                      </a:lvl8pPr>
                      <a:lvl9pPr marL="3657600" algn="l" defTabSz="914400" rtl="0" eaLnBrk="1" latinLnBrk="0" hangingPunct="1">
                        <a:defRPr sz="1800" kern="1200">
                          <a:solidFill>
                            <a:schemeClr val="tx1"/>
                          </a:solidFill>
                          <a:latin typeface="Ubuntu"/>
                        </a:defRPr>
                      </a:lvl9pPr>
                    </a:lstStyle>
                    <a:p>
                      <a:pPr algn="l" fontAlgn="ctr"/>
                      <a:endParaRPr lang="en-IN" sz="1100" b="0" i="0" u="none" strike="noStrike">
                        <a:solidFill>
                          <a:srgbClr val="000000"/>
                        </a:solidFill>
                        <a:effectLst/>
                        <a:latin typeface="+mn-lt"/>
                      </a:endParaRPr>
                    </a:p>
                  </a:txBody>
                  <a:tcPr marL="7620"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272936">
                        <a:lumMod val="10000"/>
                        <a:lumOff val="90000"/>
                      </a:srgbClr>
                    </a:solidFill>
                  </a:tcPr>
                </a:tc>
                <a:tc>
                  <a:txBody>
                    <a:bodyPr/>
                    <a:lstStyle>
                      <a:lvl1pPr marL="0" algn="l" defTabSz="914400" rtl="0" eaLnBrk="1" latinLnBrk="0" hangingPunct="1">
                        <a:defRPr sz="1800" kern="1200">
                          <a:solidFill>
                            <a:schemeClr val="tx1"/>
                          </a:solidFill>
                          <a:latin typeface="Ubuntu"/>
                        </a:defRPr>
                      </a:lvl1pPr>
                      <a:lvl2pPr marL="457200" algn="l" defTabSz="914400" rtl="0" eaLnBrk="1" latinLnBrk="0" hangingPunct="1">
                        <a:defRPr sz="1800" kern="1200">
                          <a:solidFill>
                            <a:schemeClr val="tx1"/>
                          </a:solidFill>
                          <a:latin typeface="Ubuntu"/>
                        </a:defRPr>
                      </a:lvl2pPr>
                      <a:lvl3pPr marL="914400" algn="l" defTabSz="914400" rtl="0" eaLnBrk="1" latinLnBrk="0" hangingPunct="1">
                        <a:defRPr sz="1800" kern="1200">
                          <a:solidFill>
                            <a:schemeClr val="tx1"/>
                          </a:solidFill>
                          <a:latin typeface="Ubuntu"/>
                        </a:defRPr>
                      </a:lvl3pPr>
                      <a:lvl4pPr marL="1371600" algn="l" defTabSz="914400" rtl="0" eaLnBrk="1" latinLnBrk="0" hangingPunct="1">
                        <a:defRPr sz="1800" kern="1200">
                          <a:solidFill>
                            <a:schemeClr val="tx1"/>
                          </a:solidFill>
                          <a:latin typeface="Ubuntu"/>
                        </a:defRPr>
                      </a:lvl4pPr>
                      <a:lvl5pPr marL="1828800" algn="l" defTabSz="914400" rtl="0" eaLnBrk="1" latinLnBrk="0" hangingPunct="1">
                        <a:defRPr sz="1800" kern="1200">
                          <a:solidFill>
                            <a:schemeClr val="tx1"/>
                          </a:solidFill>
                          <a:latin typeface="Ubuntu"/>
                        </a:defRPr>
                      </a:lvl5pPr>
                      <a:lvl6pPr marL="2286000" algn="l" defTabSz="914400" rtl="0" eaLnBrk="1" latinLnBrk="0" hangingPunct="1">
                        <a:defRPr sz="1800" kern="1200">
                          <a:solidFill>
                            <a:schemeClr val="tx1"/>
                          </a:solidFill>
                          <a:latin typeface="Ubuntu"/>
                        </a:defRPr>
                      </a:lvl6pPr>
                      <a:lvl7pPr marL="2743200" algn="l" defTabSz="914400" rtl="0" eaLnBrk="1" latinLnBrk="0" hangingPunct="1">
                        <a:defRPr sz="1800" kern="1200">
                          <a:solidFill>
                            <a:schemeClr val="tx1"/>
                          </a:solidFill>
                          <a:latin typeface="Ubuntu"/>
                        </a:defRPr>
                      </a:lvl7pPr>
                      <a:lvl8pPr marL="3200400" algn="l" defTabSz="914400" rtl="0" eaLnBrk="1" latinLnBrk="0" hangingPunct="1">
                        <a:defRPr sz="1800" kern="1200">
                          <a:solidFill>
                            <a:schemeClr val="tx1"/>
                          </a:solidFill>
                          <a:latin typeface="Ubuntu"/>
                        </a:defRPr>
                      </a:lvl8pPr>
                      <a:lvl9pPr marL="3657600" algn="l" defTabSz="914400" rtl="0" eaLnBrk="1" latinLnBrk="0" hangingPunct="1">
                        <a:defRPr sz="1800" kern="1200">
                          <a:solidFill>
                            <a:schemeClr val="tx1"/>
                          </a:solidFill>
                          <a:latin typeface="Ubuntu"/>
                        </a:defRPr>
                      </a:lvl9pPr>
                    </a:lstStyle>
                    <a:p>
                      <a:pPr algn="l" fontAlgn="ctr"/>
                      <a:endParaRPr lang="en-IN" sz="1100" b="0" i="0" u="none" strike="noStrike">
                        <a:solidFill>
                          <a:srgbClr val="000000"/>
                        </a:solidFill>
                        <a:effectLst/>
                        <a:latin typeface="+mn-lt"/>
                      </a:endParaRPr>
                    </a:p>
                  </a:txBody>
                  <a:tcPr marL="7620"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272936">
                        <a:lumMod val="10000"/>
                        <a:lumOff val="90000"/>
                      </a:srgbClr>
                    </a:solidFill>
                  </a:tcPr>
                </a:tc>
                <a:tc>
                  <a:txBody>
                    <a:bodyPr/>
                    <a:lstStyle>
                      <a:lvl1pPr marL="0" algn="l" defTabSz="914400" rtl="0" eaLnBrk="1" latinLnBrk="0" hangingPunct="1">
                        <a:defRPr sz="1800" kern="1200">
                          <a:solidFill>
                            <a:schemeClr val="tx1"/>
                          </a:solidFill>
                          <a:latin typeface="Ubuntu"/>
                        </a:defRPr>
                      </a:lvl1pPr>
                      <a:lvl2pPr marL="457200" algn="l" defTabSz="914400" rtl="0" eaLnBrk="1" latinLnBrk="0" hangingPunct="1">
                        <a:defRPr sz="1800" kern="1200">
                          <a:solidFill>
                            <a:schemeClr val="tx1"/>
                          </a:solidFill>
                          <a:latin typeface="Ubuntu"/>
                        </a:defRPr>
                      </a:lvl2pPr>
                      <a:lvl3pPr marL="914400" algn="l" defTabSz="914400" rtl="0" eaLnBrk="1" latinLnBrk="0" hangingPunct="1">
                        <a:defRPr sz="1800" kern="1200">
                          <a:solidFill>
                            <a:schemeClr val="tx1"/>
                          </a:solidFill>
                          <a:latin typeface="Ubuntu"/>
                        </a:defRPr>
                      </a:lvl3pPr>
                      <a:lvl4pPr marL="1371600" algn="l" defTabSz="914400" rtl="0" eaLnBrk="1" latinLnBrk="0" hangingPunct="1">
                        <a:defRPr sz="1800" kern="1200">
                          <a:solidFill>
                            <a:schemeClr val="tx1"/>
                          </a:solidFill>
                          <a:latin typeface="Ubuntu"/>
                        </a:defRPr>
                      </a:lvl4pPr>
                      <a:lvl5pPr marL="1828800" algn="l" defTabSz="914400" rtl="0" eaLnBrk="1" latinLnBrk="0" hangingPunct="1">
                        <a:defRPr sz="1800" kern="1200">
                          <a:solidFill>
                            <a:schemeClr val="tx1"/>
                          </a:solidFill>
                          <a:latin typeface="Ubuntu"/>
                        </a:defRPr>
                      </a:lvl5pPr>
                      <a:lvl6pPr marL="2286000" algn="l" defTabSz="914400" rtl="0" eaLnBrk="1" latinLnBrk="0" hangingPunct="1">
                        <a:defRPr sz="1800" kern="1200">
                          <a:solidFill>
                            <a:schemeClr val="tx1"/>
                          </a:solidFill>
                          <a:latin typeface="Ubuntu"/>
                        </a:defRPr>
                      </a:lvl6pPr>
                      <a:lvl7pPr marL="2743200" algn="l" defTabSz="914400" rtl="0" eaLnBrk="1" latinLnBrk="0" hangingPunct="1">
                        <a:defRPr sz="1800" kern="1200">
                          <a:solidFill>
                            <a:schemeClr val="tx1"/>
                          </a:solidFill>
                          <a:latin typeface="Ubuntu"/>
                        </a:defRPr>
                      </a:lvl7pPr>
                      <a:lvl8pPr marL="3200400" algn="l" defTabSz="914400" rtl="0" eaLnBrk="1" latinLnBrk="0" hangingPunct="1">
                        <a:defRPr sz="1800" kern="1200">
                          <a:solidFill>
                            <a:schemeClr val="tx1"/>
                          </a:solidFill>
                          <a:latin typeface="Ubuntu"/>
                        </a:defRPr>
                      </a:lvl8pPr>
                      <a:lvl9pPr marL="3657600" algn="l" defTabSz="914400" rtl="0" eaLnBrk="1" latinLnBrk="0" hangingPunct="1">
                        <a:defRPr sz="1800" kern="1200">
                          <a:solidFill>
                            <a:schemeClr val="tx1"/>
                          </a:solidFill>
                          <a:latin typeface="Ubuntu"/>
                        </a:defRPr>
                      </a:lvl9pPr>
                    </a:lstStyle>
                    <a:p>
                      <a:pPr algn="l" fontAlgn="ctr"/>
                      <a:endParaRPr lang="en-IN" sz="1100" b="0" i="0" u="none" strike="noStrike">
                        <a:solidFill>
                          <a:srgbClr val="000000"/>
                        </a:solidFill>
                        <a:effectLst/>
                        <a:latin typeface="+mn-lt"/>
                      </a:endParaRPr>
                    </a:p>
                  </a:txBody>
                  <a:tcPr marL="7620"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272936">
                        <a:lumMod val="10000"/>
                        <a:lumOff val="90000"/>
                      </a:srgbClr>
                    </a:solidFill>
                  </a:tcPr>
                </a:tc>
                <a:tc>
                  <a:txBody>
                    <a:bodyPr/>
                    <a:lstStyle>
                      <a:lvl1pPr marL="0" algn="l" defTabSz="914400" rtl="0" eaLnBrk="1" latinLnBrk="0" hangingPunct="1">
                        <a:defRPr sz="1800" kern="1200">
                          <a:solidFill>
                            <a:schemeClr val="tx1"/>
                          </a:solidFill>
                          <a:latin typeface="Ubuntu"/>
                        </a:defRPr>
                      </a:lvl1pPr>
                      <a:lvl2pPr marL="457200" algn="l" defTabSz="914400" rtl="0" eaLnBrk="1" latinLnBrk="0" hangingPunct="1">
                        <a:defRPr sz="1800" kern="1200">
                          <a:solidFill>
                            <a:schemeClr val="tx1"/>
                          </a:solidFill>
                          <a:latin typeface="Ubuntu"/>
                        </a:defRPr>
                      </a:lvl2pPr>
                      <a:lvl3pPr marL="914400" algn="l" defTabSz="914400" rtl="0" eaLnBrk="1" latinLnBrk="0" hangingPunct="1">
                        <a:defRPr sz="1800" kern="1200">
                          <a:solidFill>
                            <a:schemeClr val="tx1"/>
                          </a:solidFill>
                          <a:latin typeface="Ubuntu"/>
                        </a:defRPr>
                      </a:lvl3pPr>
                      <a:lvl4pPr marL="1371600" algn="l" defTabSz="914400" rtl="0" eaLnBrk="1" latinLnBrk="0" hangingPunct="1">
                        <a:defRPr sz="1800" kern="1200">
                          <a:solidFill>
                            <a:schemeClr val="tx1"/>
                          </a:solidFill>
                          <a:latin typeface="Ubuntu"/>
                        </a:defRPr>
                      </a:lvl4pPr>
                      <a:lvl5pPr marL="1828800" algn="l" defTabSz="914400" rtl="0" eaLnBrk="1" latinLnBrk="0" hangingPunct="1">
                        <a:defRPr sz="1800" kern="1200">
                          <a:solidFill>
                            <a:schemeClr val="tx1"/>
                          </a:solidFill>
                          <a:latin typeface="Ubuntu"/>
                        </a:defRPr>
                      </a:lvl5pPr>
                      <a:lvl6pPr marL="2286000" algn="l" defTabSz="914400" rtl="0" eaLnBrk="1" latinLnBrk="0" hangingPunct="1">
                        <a:defRPr sz="1800" kern="1200">
                          <a:solidFill>
                            <a:schemeClr val="tx1"/>
                          </a:solidFill>
                          <a:latin typeface="Ubuntu"/>
                        </a:defRPr>
                      </a:lvl6pPr>
                      <a:lvl7pPr marL="2743200" algn="l" defTabSz="914400" rtl="0" eaLnBrk="1" latinLnBrk="0" hangingPunct="1">
                        <a:defRPr sz="1800" kern="1200">
                          <a:solidFill>
                            <a:schemeClr val="tx1"/>
                          </a:solidFill>
                          <a:latin typeface="Ubuntu"/>
                        </a:defRPr>
                      </a:lvl7pPr>
                      <a:lvl8pPr marL="3200400" algn="l" defTabSz="914400" rtl="0" eaLnBrk="1" latinLnBrk="0" hangingPunct="1">
                        <a:defRPr sz="1800" kern="1200">
                          <a:solidFill>
                            <a:schemeClr val="tx1"/>
                          </a:solidFill>
                          <a:latin typeface="Ubuntu"/>
                        </a:defRPr>
                      </a:lvl8pPr>
                      <a:lvl9pPr marL="3657600" algn="l" defTabSz="914400" rtl="0" eaLnBrk="1" latinLnBrk="0" hangingPunct="1">
                        <a:defRPr sz="1800" kern="1200">
                          <a:solidFill>
                            <a:schemeClr val="tx1"/>
                          </a:solidFill>
                          <a:latin typeface="Ubuntu"/>
                        </a:defRPr>
                      </a:lvl9pPr>
                    </a:lstStyle>
                    <a:p>
                      <a:pPr algn="l" fontAlgn="ctr"/>
                      <a:endParaRPr lang="en-IN" sz="1100" b="0" i="0" u="none" strike="noStrike">
                        <a:solidFill>
                          <a:srgbClr val="000000"/>
                        </a:solidFill>
                        <a:effectLst/>
                        <a:latin typeface="+mn-lt"/>
                      </a:endParaRPr>
                    </a:p>
                  </a:txBody>
                  <a:tcPr marL="7620"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272936">
                        <a:lumMod val="10000"/>
                        <a:lumOff val="90000"/>
                      </a:srgbClr>
                    </a:solidFill>
                  </a:tcPr>
                </a:tc>
                <a:tc>
                  <a:txBody>
                    <a:bodyPr/>
                    <a:lstStyle>
                      <a:lvl1pPr marL="0" algn="l" defTabSz="914400" rtl="0" eaLnBrk="1" latinLnBrk="0" hangingPunct="1">
                        <a:defRPr sz="1800" kern="1200">
                          <a:solidFill>
                            <a:schemeClr val="tx1"/>
                          </a:solidFill>
                          <a:latin typeface="Ubuntu"/>
                        </a:defRPr>
                      </a:lvl1pPr>
                      <a:lvl2pPr marL="457200" algn="l" defTabSz="914400" rtl="0" eaLnBrk="1" latinLnBrk="0" hangingPunct="1">
                        <a:defRPr sz="1800" kern="1200">
                          <a:solidFill>
                            <a:schemeClr val="tx1"/>
                          </a:solidFill>
                          <a:latin typeface="Ubuntu"/>
                        </a:defRPr>
                      </a:lvl2pPr>
                      <a:lvl3pPr marL="914400" algn="l" defTabSz="914400" rtl="0" eaLnBrk="1" latinLnBrk="0" hangingPunct="1">
                        <a:defRPr sz="1800" kern="1200">
                          <a:solidFill>
                            <a:schemeClr val="tx1"/>
                          </a:solidFill>
                          <a:latin typeface="Ubuntu"/>
                        </a:defRPr>
                      </a:lvl3pPr>
                      <a:lvl4pPr marL="1371600" algn="l" defTabSz="914400" rtl="0" eaLnBrk="1" latinLnBrk="0" hangingPunct="1">
                        <a:defRPr sz="1800" kern="1200">
                          <a:solidFill>
                            <a:schemeClr val="tx1"/>
                          </a:solidFill>
                          <a:latin typeface="Ubuntu"/>
                        </a:defRPr>
                      </a:lvl4pPr>
                      <a:lvl5pPr marL="1828800" algn="l" defTabSz="914400" rtl="0" eaLnBrk="1" latinLnBrk="0" hangingPunct="1">
                        <a:defRPr sz="1800" kern="1200">
                          <a:solidFill>
                            <a:schemeClr val="tx1"/>
                          </a:solidFill>
                          <a:latin typeface="Ubuntu"/>
                        </a:defRPr>
                      </a:lvl5pPr>
                      <a:lvl6pPr marL="2286000" algn="l" defTabSz="914400" rtl="0" eaLnBrk="1" latinLnBrk="0" hangingPunct="1">
                        <a:defRPr sz="1800" kern="1200">
                          <a:solidFill>
                            <a:schemeClr val="tx1"/>
                          </a:solidFill>
                          <a:latin typeface="Ubuntu"/>
                        </a:defRPr>
                      </a:lvl6pPr>
                      <a:lvl7pPr marL="2743200" algn="l" defTabSz="914400" rtl="0" eaLnBrk="1" latinLnBrk="0" hangingPunct="1">
                        <a:defRPr sz="1800" kern="1200">
                          <a:solidFill>
                            <a:schemeClr val="tx1"/>
                          </a:solidFill>
                          <a:latin typeface="Ubuntu"/>
                        </a:defRPr>
                      </a:lvl7pPr>
                      <a:lvl8pPr marL="3200400" algn="l" defTabSz="914400" rtl="0" eaLnBrk="1" latinLnBrk="0" hangingPunct="1">
                        <a:defRPr sz="1800" kern="1200">
                          <a:solidFill>
                            <a:schemeClr val="tx1"/>
                          </a:solidFill>
                          <a:latin typeface="Ubuntu"/>
                        </a:defRPr>
                      </a:lvl8pPr>
                      <a:lvl9pPr marL="3657600" algn="l" defTabSz="914400" rtl="0" eaLnBrk="1" latinLnBrk="0" hangingPunct="1">
                        <a:defRPr sz="1800" kern="1200">
                          <a:solidFill>
                            <a:schemeClr val="tx1"/>
                          </a:solidFill>
                          <a:latin typeface="Ubuntu"/>
                        </a:defRPr>
                      </a:lvl9pPr>
                    </a:lstStyle>
                    <a:p>
                      <a:pPr algn="l" fontAlgn="ctr"/>
                      <a:endParaRPr lang="en-IN" sz="1100" b="0" i="0" u="none" strike="noStrike">
                        <a:solidFill>
                          <a:srgbClr val="000000"/>
                        </a:solidFill>
                        <a:effectLst/>
                        <a:latin typeface="+mn-lt"/>
                      </a:endParaRPr>
                    </a:p>
                  </a:txBody>
                  <a:tcPr marL="7620"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272936">
                        <a:lumMod val="10000"/>
                        <a:lumOff val="90000"/>
                      </a:srgbClr>
                    </a:solidFill>
                  </a:tcPr>
                </a:tc>
                <a:tc>
                  <a:txBody>
                    <a:bodyPr/>
                    <a:lstStyle>
                      <a:lvl1pPr marL="0" algn="l" defTabSz="914400" rtl="0" eaLnBrk="1" latinLnBrk="0" hangingPunct="1">
                        <a:defRPr sz="1800" kern="1200">
                          <a:solidFill>
                            <a:schemeClr val="tx1"/>
                          </a:solidFill>
                          <a:latin typeface="Ubuntu"/>
                        </a:defRPr>
                      </a:lvl1pPr>
                      <a:lvl2pPr marL="457200" algn="l" defTabSz="914400" rtl="0" eaLnBrk="1" latinLnBrk="0" hangingPunct="1">
                        <a:defRPr sz="1800" kern="1200">
                          <a:solidFill>
                            <a:schemeClr val="tx1"/>
                          </a:solidFill>
                          <a:latin typeface="Ubuntu"/>
                        </a:defRPr>
                      </a:lvl2pPr>
                      <a:lvl3pPr marL="914400" algn="l" defTabSz="914400" rtl="0" eaLnBrk="1" latinLnBrk="0" hangingPunct="1">
                        <a:defRPr sz="1800" kern="1200">
                          <a:solidFill>
                            <a:schemeClr val="tx1"/>
                          </a:solidFill>
                          <a:latin typeface="Ubuntu"/>
                        </a:defRPr>
                      </a:lvl3pPr>
                      <a:lvl4pPr marL="1371600" algn="l" defTabSz="914400" rtl="0" eaLnBrk="1" latinLnBrk="0" hangingPunct="1">
                        <a:defRPr sz="1800" kern="1200">
                          <a:solidFill>
                            <a:schemeClr val="tx1"/>
                          </a:solidFill>
                          <a:latin typeface="Ubuntu"/>
                        </a:defRPr>
                      </a:lvl4pPr>
                      <a:lvl5pPr marL="1828800" algn="l" defTabSz="914400" rtl="0" eaLnBrk="1" latinLnBrk="0" hangingPunct="1">
                        <a:defRPr sz="1800" kern="1200">
                          <a:solidFill>
                            <a:schemeClr val="tx1"/>
                          </a:solidFill>
                          <a:latin typeface="Ubuntu"/>
                        </a:defRPr>
                      </a:lvl5pPr>
                      <a:lvl6pPr marL="2286000" algn="l" defTabSz="914400" rtl="0" eaLnBrk="1" latinLnBrk="0" hangingPunct="1">
                        <a:defRPr sz="1800" kern="1200">
                          <a:solidFill>
                            <a:schemeClr val="tx1"/>
                          </a:solidFill>
                          <a:latin typeface="Ubuntu"/>
                        </a:defRPr>
                      </a:lvl6pPr>
                      <a:lvl7pPr marL="2743200" algn="l" defTabSz="914400" rtl="0" eaLnBrk="1" latinLnBrk="0" hangingPunct="1">
                        <a:defRPr sz="1800" kern="1200">
                          <a:solidFill>
                            <a:schemeClr val="tx1"/>
                          </a:solidFill>
                          <a:latin typeface="Ubuntu"/>
                        </a:defRPr>
                      </a:lvl7pPr>
                      <a:lvl8pPr marL="3200400" algn="l" defTabSz="914400" rtl="0" eaLnBrk="1" latinLnBrk="0" hangingPunct="1">
                        <a:defRPr sz="1800" kern="1200">
                          <a:solidFill>
                            <a:schemeClr val="tx1"/>
                          </a:solidFill>
                          <a:latin typeface="Ubuntu"/>
                        </a:defRPr>
                      </a:lvl8pPr>
                      <a:lvl9pPr marL="3657600" algn="l" defTabSz="914400" rtl="0" eaLnBrk="1" latinLnBrk="0" hangingPunct="1">
                        <a:defRPr sz="1800" kern="1200">
                          <a:solidFill>
                            <a:schemeClr val="tx1"/>
                          </a:solidFill>
                          <a:latin typeface="Ubuntu"/>
                        </a:defRPr>
                      </a:lvl9pPr>
                    </a:lstStyle>
                    <a:p>
                      <a:pPr algn="l" fontAlgn="ctr"/>
                      <a:endParaRPr lang="en-IN" sz="1100" b="0" i="0" u="none" strike="noStrike">
                        <a:solidFill>
                          <a:srgbClr val="000000"/>
                        </a:solidFill>
                        <a:effectLst/>
                        <a:latin typeface="+mn-lt"/>
                      </a:endParaRPr>
                    </a:p>
                  </a:txBody>
                  <a:tcPr marL="7620"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272936">
                        <a:lumMod val="10000"/>
                        <a:lumOff val="90000"/>
                      </a:srgbClr>
                    </a:solidFill>
                  </a:tcPr>
                </a:tc>
                <a:tc>
                  <a:txBody>
                    <a:bodyPr/>
                    <a:lstStyle>
                      <a:lvl1pPr marL="0" algn="l" defTabSz="914400" rtl="0" eaLnBrk="1" latinLnBrk="0" hangingPunct="1">
                        <a:defRPr sz="1800" kern="1200">
                          <a:solidFill>
                            <a:schemeClr val="tx1"/>
                          </a:solidFill>
                          <a:latin typeface="Ubuntu"/>
                        </a:defRPr>
                      </a:lvl1pPr>
                      <a:lvl2pPr marL="457200" algn="l" defTabSz="914400" rtl="0" eaLnBrk="1" latinLnBrk="0" hangingPunct="1">
                        <a:defRPr sz="1800" kern="1200">
                          <a:solidFill>
                            <a:schemeClr val="tx1"/>
                          </a:solidFill>
                          <a:latin typeface="Ubuntu"/>
                        </a:defRPr>
                      </a:lvl2pPr>
                      <a:lvl3pPr marL="914400" algn="l" defTabSz="914400" rtl="0" eaLnBrk="1" latinLnBrk="0" hangingPunct="1">
                        <a:defRPr sz="1800" kern="1200">
                          <a:solidFill>
                            <a:schemeClr val="tx1"/>
                          </a:solidFill>
                          <a:latin typeface="Ubuntu"/>
                        </a:defRPr>
                      </a:lvl3pPr>
                      <a:lvl4pPr marL="1371600" algn="l" defTabSz="914400" rtl="0" eaLnBrk="1" latinLnBrk="0" hangingPunct="1">
                        <a:defRPr sz="1800" kern="1200">
                          <a:solidFill>
                            <a:schemeClr val="tx1"/>
                          </a:solidFill>
                          <a:latin typeface="Ubuntu"/>
                        </a:defRPr>
                      </a:lvl4pPr>
                      <a:lvl5pPr marL="1828800" algn="l" defTabSz="914400" rtl="0" eaLnBrk="1" latinLnBrk="0" hangingPunct="1">
                        <a:defRPr sz="1800" kern="1200">
                          <a:solidFill>
                            <a:schemeClr val="tx1"/>
                          </a:solidFill>
                          <a:latin typeface="Ubuntu"/>
                        </a:defRPr>
                      </a:lvl5pPr>
                      <a:lvl6pPr marL="2286000" algn="l" defTabSz="914400" rtl="0" eaLnBrk="1" latinLnBrk="0" hangingPunct="1">
                        <a:defRPr sz="1800" kern="1200">
                          <a:solidFill>
                            <a:schemeClr val="tx1"/>
                          </a:solidFill>
                          <a:latin typeface="Ubuntu"/>
                        </a:defRPr>
                      </a:lvl6pPr>
                      <a:lvl7pPr marL="2743200" algn="l" defTabSz="914400" rtl="0" eaLnBrk="1" latinLnBrk="0" hangingPunct="1">
                        <a:defRPr sz="1800" kern="1200">
                          <a:solidFill>
                            <a:schemeClr val="tx1"/>
                          </a:solidFill>
                          <a:latin typeface="Ubuntu"/>
                        </a:defRPr>
                      </a:lvl7pPr>
                      <a:lvl8pPr marL="3200400" algn="l" defTabSz="914400" rtl="0" eaLnBrk="1" latinLnBrk="0" hangingPunct="1">
                        <a:defRPr sz="1800" kern="1200">
                          <a:solidFill>
                            <a:schemeClr val="tx1"/>
                          </a:solidFill>
                          <a:latin typeface="Ubuntu"/>
                        </a:defRPr>
                      </a:lvl8pPr>
                      <a:lvl9pPr marL="3657600" algn="l" defTabSz="914400" rtl="0" eaLnBrk="1" latinLnBrk="0" hangingPunct="1">
                        <a:defRPr sz="1800" kern="1200">
                          <a:solidFill>
                            <a:schemeClr val="tx1"/>
                          </a:solidFill>
                          <a:latin typeface="Ubuntu"/>
                        </a:defRPr>
                      </a:lvl9pPr>
                    </a:lstStyle>
                    <a:p>
                      <a:pPr algn="l" fontAlgn="ctr"/>
                      <a:endParaRPr lang="en-IN" sz="1100" b="0" i="0" u="none" strike="noStrike">
                        <a:solidFill>
                          <a:srgbClr val="000000"/>
                        </a:solidFill>
                        <a:effectLst/>
                        <a:latin typeface="+mn-lt"/>
                      </a:endParaRPr>
                    </a:p>
                  </a:txBody>
                  <a:tcPr marL="7620"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272936">
                        <a:lumMod val="10000"/>
                        <a:lumOff val="90000"/>
                      </a:srgbClr>
                    </a:solidFill>
                  </a:tcPr>
                </a:tc>
                <a:tc>
                  <a:txBody>
                    <a:bodyPr/>
                    <a:lstStyle>
                      <a:lvl1pPr marL="0" algn="l" defTabSz="914400" rtl="0" eaLnBrk="1" latinLnBrk="0" hangingPunct="1">
                        <a:defRPr sz="1800" kern="1200">
                          <a:solidFill>
                            <a:schemeClr val="tx1"/>
                          </a:solidFill>
                          <a:latin typeface="Ubuntu"/>
                        </a:defRPr>
                      </a:lvl1pPr>
                      <a:lvl2pPr marL="457200" algn="l" defTabSz="914400" rtl="0" eaLnBrk="1" latinLnBrk="0" hangingPunct="1">
                        <a:defRPr sz="1800" kern="1200">
                          <a:solidFill>
                            <a:schemeClr val="tx1"/>
                          </a:solidFill>
                          <a:latin typeface="Ubuntu"/>
                        </a:defRPr>
                      </a:lvl2pPr>
                      <a:lvl3pPr marL="914400" algn="l" defTabSz="914400" rtl="0" eaLnBrk="1" latinLnBrk="0" hangingPunct="1">
                        <a:defRPr sz="1800" kern="1200">
                          <a:solidFill>
                            <a:schemeClr val="tx1"/>
                          </a:solidFill>
                          <a:latin typeface="Ubuntu"/>
                        </a:defRPr>
                      </a:lvl3pPr>
                      <a:lvl4pPr marL="1371600" algn="l" defTabSz="914400" rtl="0" eaLnBrk="1" latinLnBrk="0" hangingPunct="1">
                        <a:defRPr sz="1800" kern="1200">
                          <a:solidFill>
                            <a:schemeClr val="tx1"/>
                          </a:solidFill>
                          <a:latin typeface="Ubuntu"/>
                        </a:defRPr>
                      </a:lvl4pPr>
                      <a:lvl5pPr marL="1828800" algn="l" defTabSz="914400" rtl="0" eaLnBrk="1" latinLnBrk="0" hangingPunct="1">
                        <a:defRPr sz="1800" kern="1200">
                          <a:solidFill>
                            <a:schemeClr val="tx1"/>
                          </a:solidFill>
                          <a:latin typeface="Ubuntu"/>
                        </a:defRPr>
                      </a:lvl5pPr>
                      <a:lvl6pPr marL="2286000" algn="l" defTabSz="914400" rtl="0" eaLnBrk="1" latinLnBrk="0" hangingPunct="1">
                        <a:defRPr sz="1800" kern="1200">
                          <a:solidFill>
                            <a:schemeClr val="tx1"/>
                          </a:solidFill>
                          <a:latin typeface="Ubuntu"/>
                        </a:defRPr>
                      </a:lvl6pPr>
                      <a:lvl7pPr marL="2743200" algn="l" defTabSz="914400" rtl="0" eaLnBrk="1" latinLnBrk="0" hangingPunct="1">
                        <a:defRPr sz="1800" kern="1200">
                          <a:solidFill>
                            <a:schemeClr val="tx1"/>
                          </a:solidFill>
                          <a:latin typeface="Ubuntu"/>
                        </a:defRPr>
                      </a:lvl7pPr>
                      <a:lvl8pPr marL="3200400" algn="l" defTabSz="914400" rtl="0" eaLnBrk="1" latinLnBrk="0" hangingPunct="1">
                        <a:defRPr sz="1800" kern="1200">
                          <a:solidFill>
                            <a:schemeClr val="tx1"/>
                          </a:solidFill>
                          <a:latin typeface="Ubuntu"/>
                        </a:defRPr>
                      </a:lvl8pPr>
                      <a:lvl9pPr marL="3657600" algn="l" defTabSz="914400" rtl="0" eaLnBrk="1" latinLnBrk="0" hangingPunct="1">
                        <a:defRPr sz="1800" kern="1200">
                          <a:solidFill>
                            <a:schemeClr val="tx1"/>
                          </a:solidFill>
                          <a:latin typeface="Ubuntu"/>
                        </a:defRPr>
                      </a:lvl9pPr>
                    </a:lstStyle>
                    <a:p>
                      <a:pPr algn="l" fontAlgn="ctr"/>
                      <a:endParaRPr lang="en-IN" sz="1100" b="0" i="0" u="none" strike="noStrike">
                        <a:solidFill>
                          <a:srgbClr val="000000"/>
                        </a:solidFill>
                        <a:effectLst/>
                        <a:latin typeface="+mn-lt"/>
                      </a:endParaRPr>
                    </a:p>
                  </a:txBody>
                  <a:tcPr marL="7620"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272936">
                        <a:lumMod val="10000"/>
                        <a:lumOff val="90000"/>
                      </a:srgbClr>
                    </a:solidFill>
                  </a:tcPr>
                </a:tc>
                <a:tc>
                  <a:txBody>
                    <a:bodyPr/>
                    <a:lstStyle>
                      <a:lvl1pPr marL="0" algn="l" defTabSz="914400" rtl="0" eaLnBrk="1" latinLnBrk="0" hangingPunct="1">
                        <a:defRPr sz="1800" kern="1200">
                          <a:solidFill>
                            <a:schemeClr val="tx1"/>
                          </a:solidFill>
                          <a:latin typeface="Ubuntu"/>
                        </a:defRPr>
                      </a:lvl1pPr>
                      <a:lvl2pPr marL="457200" algn="l" defTabSz="914400" rtl="0" eaLnBrk="1" latinLnBrk="0" hangingPunct="1">
                        <a:defRPr sz="1800" kern="1200">
                          <a:solidFill>
                            <a:schemeClr val="tx1"/>
                          </a:solidFill>
                          <a:latin typeface="Ubuntu"/>
                        </a:defRPr>
                      </a:lvl2pPr>
                      <a:lvl3pPr marL="914400" algn="l" defTabSz="914400" rtl="0" eaLnBrk="1" latinLnBrk="0" hangingPunct="1">
                        <a:defRPr sz="1800" kern="1200">
                          <a:solidFill>
                            <a:schemeClr val="tx1"/>
                          </a:solidFill>
                          <a:latin typeface="Ubuntu"/>
                        </a:defRPr>
                      </a:lvl3pPr>
                      <a:lvl4pPr marL="1371600" algn="l" defTabSz="914400" rtl="0" eaLnBrk="1" latinLnBrk="0" hangingPunct="1">
                        <a:defRPr sz="1800" kern="1200">
                          <a:solidFill>
                            <a:schemeClr val="tx1"/>
                          </a:solidFill>
                          <a:latin typeface="Ubuntu"/>
                        </a:defRPr>
                      </a:lvl4pPr>
                      <a:lvl5pPr marL="1828800" algn="l" defTabSz="914400" rtl="0" eaLnBrk="1" latinLnBrk="0" hangingPunct="1">
                        <a:defRPr sz="1800" kern="1200">
                          <a:solidFill>
                            <a:schemeClr val="tx1"/>
                          </a:solidFill>
                          <a:latin typeface="Ubuntu"/>
                        </a:defRPr>
                      </a:lvl5pPr>
                      <a:lvl6pPr marL="2286000" algn="l" defTabSz="914400" rtl="0" eaLnBrk="1" latinLnBrk="0" hangingPunct="1">
                        <a:defRPr sz="1800" kern="1200">
                          <a:solidFill>
                            <a:schemeClr val="tx1"/>
                          </a:solidFill>
                          <a:latin typeface="Ubuntu"/>
                        </a:defRPr>
                      </a:lvl6pPr>
                      <a:lvl7pPr marL="2743200" algn="l" defTabSz="914400" rtl="0" eaLnBrk="1" latinLnBrk="0" hangingPunct="1">
                        <a:defRPr sz="1800" kern="1200">
                          <a:solidFill>
                            <a:schemeClr val="tx1"/>
                          </a:solidFill>
                          <a:latin typeface="Ubuntu"/>
                        </a:defRPr>
                      </a:lvl7pPr>
                      <a:lvl8pPr marL="3200400" algn="l" defTabSz="914400" rtl="0" eaLnBrk="1" latinLnBrk="0" hangingPunct="1">
                        <a:defRPr sz="1800" kern="1200">
                          <a:solidFill>
                            <a:schemeClr val="tx1"/>
                          </a:solidFill>
                          <a:latin typeface="Ubuntu"/>
                        </a:defRPr>
                      </a:lvl8pPr>
                      <a:lvl9pPr marL="3657600" algn="l" defTabSz="914400" rtl="0" eaLnBrk="1" latinLnBrk="0" hangingPunct="1">
                        <a:defRPr sz="1800" kern="1200">
                          <a:solidFill>
                            <a:schemeClr val="tx1"/>
                          </a:solidFill>
                          <a:latin typeface="Ubuntu"/>
                        </a:defRPr>
                      </a:lvl9pPr>
                    </a:lstStyle>
                    <a:p>
                      <a:pPr algn="l" fontAlgn="ctr"/>
                      <a:endParaRPr lang="en-IN" sz="1100" b="0" i="0" u="none" strike="noStrike">
                        <a:solidFill>
                          <a:srgbClr val="000000"/>
                        </a:solidFill>
                        <a:effectLst/>
                        <a:latin typeface="+mn-lt"/>
                      </a:endParaRPr>
                    </a:p>
                  </a:txBody>
                  <a:tcPr marL="7620"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272936">
                        <a:lumMod val="10000"/>
                        <a:lumOff val="90000"/>
                      </a:srgbClr>
                    </a:solidFill>
                  </a:tcPr>
                </a:tc>
                <a:tc>
                  <a:txBody>
                    <a:bodyPr/>
                    <a:lstStyle>
                      <a:lvl1pPr marL="0" algn="l" defTabSz="914400" rtl="0" eaLnBrk="1" latinLnBrk="0" hangingPunct="1">
                        <a:defRPr sz="1800" kern="1200">
                          <a:solidFill>
                            <a:schemeClr val="tx1"/>
                          </a:solidFill>
                          <a:latin typeface="Ubuntu"/>
                        </a:defRPr>
                      </a:lvl1pPr>
                      <a:lvl2pPr marL="457200" algn="l" defTabSz="914400" rtl="0" eaLnBrk="1" latinLnBrk="0" hangingPunct="1">
                        <a:defRPr sz="1800" kern="1200">
                          <a:solidFill>
                            <a:schemeClr val="tx1"/>
                          </a:solidFill>
                          <a:latin typeface="Ubuntu"/>
                        </a:defRPr>
                      </a:lvl2pPr>
                      <a:lvl3pPr marL="914400" algn="l" defTabSz="914400" rtl="0" eaLnBrk="1" latinLnBrk="0" hangingPunct="1">
                        <a:defRPr sz="1800" kern="1200">
                          <a:solidFill>
                            <a:schemeClr val="tx1"/>
                          </a:solidFill>
                          <a:latin typeface="Ubuntu"/>
                        </a:defRPr>
                      </a:lvl3pPr>
                      <a:lvl4pPr marL="1371600" algn="l" defTabSz="914400" rtl="0" eaLnBrk="1" latinLnBrk="0" hangingPunct="1">
                        <a:defRPr sz="1800" kern="1200">
                          <a:solidFill>
                            <a:schemeClr val="tx1"/>
                          </a:solidFill>
                          <a:latin typeface="Ubuntu"/>
                        </a:defRPr>
                      </a:lvl4pPr>
                      <a:lvl5pPr marL="1828800" algn="l" defTabSz="914400" rtl="0" eaLnBrk="1" latinLnBrk="0" hangingPunct="1">
                        <a:defRPr sz="1800" kern="1200">
                          <a:solidFill>
                            <a:schemeClr val="tx1"/>
                          </a:solidFill>
                          <a:latin typeface="Ubuntu"/>
                        </a:defRPr>
                      </a:lvl5pPr>
                      <a:lvl6pPr marL="2286000" algn="l" defTabSz="914400" rtl="0" eaLnBrk="1" latinLnBrk="0" hangingPunct="1">
                        <a:defRPr sz="1800" kern="1200">
                          <a:solidFill>
                            <a:schemeClr val="tx1"/>
                          </a:solidFill>
                          <a:latin typeface="Ubuntu"/>
                        </a:defRPr>
                      </a:lvl6pPr>
                      <a:lvl7pPr marL="2743200" algn="l" defTabSz="914400" rtl="0" eaLnBrk="1" latinLnBrk="0" hangingPunct="1">
                        <a:defRPr sz="1800" kern="1200">
                          <a:solidFill>
                            <a:schemeClr val="tx1"/>
                          </a:solidFill>
                          <a:latin typeface="Ubuntu"/>
                        </a:defRPr>
                      </a:lvl7pPr>
                      <a:lvl8pPr marL="3200400" algn="l" defTabSz="914400" rtl="0" eaLnBrk="1" latinLnBrk="0" hangingPunct="1">
                        <a:defRPr sz="1800" kern="1200">
                          <a:solidFill>
                            <a:schemeClr val="tx1"/>
                          </a:solidFill>
                          <a:latin typeface="Ubuntu"/>
                        </a:defRPr>
                      </a:lvl8pPr>
                      <a:lvl9pPr marL="3657600" algn="l" defTabSz="914400" rtl="0" eaLnBrk="1" latinLnBrk="0" hangingPunct="1">
                        <a:defRPr sz="1800" kern="1200">
                          <a:solidFill>
                            <a:schemeClr val="tx1"/>
                          </a:solidFill>
                          <a:latin typeface="Ubuntu"/>
                        </a:defRPr>
                      </a:lvl9pPr>
                    </a:lstStyle>
                    <a:p>
                      <a:pPr algn="l" fontAlgn="ctr"/>
                      <a:endParaRPr lang="en-IN" sz="1100" b="0" i="0" u="none" strike="noStrike">
                        <a:solidFill>
                          <a:srgbClr val="000000"/>
                        </a:solidFill>
                        <a:effectLst/>
                        <a:latin typeface="+mn-lt"/>
                      </a:endParaRPr>
                    </a:p>
                  </a:txBody>
                  <a:tcPr marL="7620" marR="7620" marT="7620" marB="0" anchor="ctr">
                    <a:lnL w="12700" cap="flat" cmpd="sng" algn="ctr">
                      <a:solidFill>
                        <a:srgbClr val="FFFFFF"/>
                      </a:solidFill>
                      <a:prstDash val="solid"/>
                      <a:round/>
                      <a:headEnd type="none" w="med" len="med"/>
                      <a:tailEnd type="none" w="med" len="med"/>
                    </a:lnL>
                    <a:lnR w="12700" cap="flat" cmpd="sng" algn="ctr">
                      <a:solidFill>
                        <a:sysClr val="windowText" lastClr="000000">
                          <a:lumMod val="50000"/>
                          <a:lumOff val="50000"/>
                        </a:sys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272936">
                        <a:lumMod val="10000"/>
                        <a:lumOff val="90000"/>
                      </a:srgbClr>
                    </a:solidFill>
                  </a:tcPr>
                </a:tc>
                <a:extLst>
                  <a:ext uri="{0D108BD9-81ED-4DB2-BD59-A6C34878D82A}">
                    <a16:rowId xmlns:a16="http://schemas.microsoft.com/office/drawing/2014/main" val="2143606406"/>
                  </a:ext>
                </a:extLst>
              </a:tr>
              <a:tr h="349199">
                <a:tc vMerge="1">
                  <a:txBody>
                    <a:bodyPr/>
                    <a:lstStyle/>
                    <a:p>
                      <a:pPr algn="l" fontAlgn="ctr"/>
                      <a:endParaRPr lang="en-IN" sz="1200" b="1" i="0" u="none" strike="noStrike">
                        <a:solidFill>
                          <a:schemeClr val="bg1"/>
                        </a:solidFill>
                        <a:effectLst/>
                        <a:latin typeface="+mj-lt"/>
                      </a:endParaRPr>
                    </a:p>
                  </a:txBody>
                  <a:tcPr marL="36000" marR="7620" marT="7620" marB="0" anchor="ctr">
                    <a:lnL w="6350" cap="flat" cmpd="sng" algn="ctr">
                      <a:solidFill>
                        <a:srgbClr val="BFBFBF"/>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0F878A"/>
                    </a:solidFill>
                  </a:tcPr>
                </a:tc>
                <a:tc vMerge="1">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sz="900"/>
                        <a:t>Baseline the KPIs      </a:t>
                      </a:r>
                    </a:p>
                  </a:txBody>
                  <a:tcPr marL="36000" marR="7620" marT="7620" marB="0" anchor="ctr">
                    <a:lnL w="1905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2">
                        <a:lumMod val="20000"/>
                        <a:lumOff val="80000"/>
                      </a:schemeClr>
                    </a:solidFill>
                  </a:tcPr>
                </a:tc>
                <a:tc>
                  <a:txBody>
                    <a:bodyPr/>
                    <a:lstStyle>
                      <a:lvl1pPr marL="0" algn="l" defTabSz="914400" rtl="0" eaLnBrk="1" latinLnBrk="0" hangingPunct="1">
                        <a:defRPr sz="1800" kern="1200">
                          <a:solidFill>
                            <a:schemeClr val="tx1"/>
                          </a:solidFill>
                          <a:latin typeface="Ubuntu"/>
                        </a:defRPr>
                      </a:lvl1pPr>
                      <a:lvl2pPr marL="457200" algn="l" defTabSz="914400" rtl="0" eaLnBrk="1" latinLnBrk="0" hangingPunct="1">
                        <a:defRPr sz="1800" kern="1200">
                          <a:solidFill>
                            <a:schemeClr val="tx1"/>
                          </a:solidFill>
                          <a:latin typeface="Ubuntu"/>
                        </a:defRPr>
                      </a:lvl2pPr>
                      <a:lvl3pPr marL="914400" algn="l" defTabSz="914400" rtl="0" eaLnBrk="1" latinLnBrk="0" hangingPunct="1">
                        <a:defRPr sz="1800" kern="1200">
                          <a:solidFill>
                            <a:schemeClr val="tx1"/>
                          </a:solidFill>
                          <a:latin typeface="Ubuntu"/>
                        </a:defRPr>
                      </a:lvl3pPr>
                      <a:lvl4pPr marL="1371600" algn="l" defTabSz="914400" rtl="0" eaLnBrk="1" latinLnBrk="0" hangingPunct="1">
                        <a:defRPr sz="1800" kern="1200">
                          <a:solidFill>
                            <a:schemeClr val="tx1"/>
                          </a:solidFill>
                          <a:latin typeface="Ubuntu"/>
                        </a:defRPr>
                      </a:lvl4pPr>
                      <a:lvl5pPr marL="1828800" algn="l" defTabSz="914400" rtl="0" eaLnBrk="1" latinLnBrk="0" hangingPunct="1">
                        <a:defRPr sz="1800" kern="1200">
                          <a:solidFill>
                            <a:schemeClr val="tx1"/>
                          </a:solidFill>
                          <a:latin typeface="Ubuntu"/>
                        </a:defRPr>
                      </a:lvl5pPr>
                      <a:lvl6pPr marL="2286000" algn="l" defTabSz="914400" rtl="0" eaLnBrk="1" latinLnBrk="0" hangingPunct="1">
                        <a:defRPr sz="1800" kern="1200">
                          <a:solidFill>
                            <a:schemeClr val="tx1"/>
                          </a:solidFill>
                          <a:latin typeface="Ubuntu"/>
                        </a:defRPr>
                      </a:lvl6pPr>
                      <a:lvl7pPr marL="2743200" algn="l" defTabSz="914400" rtl="0" eaLnBrk="1" latinLnBrk="0" hangingPunct="1">
                        <a:defRPr sz="1800" kern="1200">
                          <a:solidFill>
                            <a:schemeClr val="tx1"/>
                          </a:solidFill>
                          <a:latin typeface="Ubuntu"/>
                        </a:defRPr>
                      </a:lvl7pPr>
                      <a:lvl8pPr marL="3200400" algn="l" defTabSz="914400" rtl="0" eaLnBrk="1" latinLnBrk="0" hangingPunct="1">
                        <a:defRPr sz="1800" kern="1200">
                          <a:solidFill>
                            <a:schemeClr val="tx1"/>
                          </a:solidFill>
                          <a:latin typeface="Ubuntu"/>
                        </a:defRPr>
                      </a:lvl8pPr>
                      <a:lvl9pPr marL="3657600" algn="l" defTabSz="914400" rtl="0" eaLnBrk="1" latinLnBrk="0" hangingPunct="1">
                        <a:defRPr sz="1800" kern="1200">
                          <a:solidFill>
                            <a:schemeClr val="tx1"/>
                          </a:solidFill>
                          <a:latin typeface="Ubuntu"/>
                        </a:defRPr>
                      </a:lvl9pPr>
                    </a:lstStyle>
                    <a:p>
                      <a:pPr algn="l" fontAlgn="ctr"/>
                      <a:endParaRPr lang="en-IN" sz="1100" b="0" i="0" u="none" strike="noStrike">
                        <a:solidFill>
                          <a:srgbClr val="000000"/>
                        </a:solidFill>
                        <a:effectLst/>
                        <a:latin typeface="+mn-lt"/>
                      </a:endParaRPr>
                    </a:p>
                  </a:txBody>
                  <a:tcPr marL="7620" marR="7620" marT="7620" marB="0" anchor="ctr">
                    <a:lnL w="28575"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272936">
                        <a:lumMod val="10000"/>
                        <a:lumOff val="90000"/>
                      </a:srgbClr>
                    </a:solidFill>
                  </a:tcPr>
                </a:tc>
                <a:tc>
                  <a:txBody>
                    <a:bodyPr/>
                    <a:lstStyle>
                      <a:lvl1pPr marL="0" algn="l" defTabSz="914400" rtl="0" eaLnBrk="1" latinLnBrk="0" hangingPunct="1">
                        <a:defRPr sz="1800" kern="1200">
                          <a:solidFill>
                            <a:schemeClr val="tx1"/>
                          </a:solidFill>
                          <a:latin typeface="Ubuntu"/>
                        </a:defRPr>
                      </a:lvl1pPr>
                      <a:lvl2pPr marL="457200" algn="l" defTabSz="914400" rtl="0" eaLnBrk="1" latinLnBrk="0" hangingPunct="1">
                        <a:defRPr sz="1800" kern="1200">
                          <a:solidFill>
                            <a:schemeClr val="tx1"/>
                          </a:solidFill>
                          <a:latin typeface="Ubuntu"/>
                        </a:defRPr>
                      </a:lvl2pPr>
                      <a:lvl3pPr marL="914400" algn="l" defTabSz="914400" rtl="0" eaLnBrk="1" latinLnBrk="0" hangingPunct="1">
                        <a:defRPr sz="1800" kern="1200">
                          <a:solidFill>
                            <a:schemeClr val="tx1"/>
                          </a:solidFill>
                          <a:latin typeface="Ubuntu"/>
                        </a:defRPr>
                      </a:lvl3pPr>
                      <a:lvl4pPr marL="1371600" algn="l" defTabSz="914400" rtl="0" eaLnBrk="1" latinLnBrk="0" hangingPunct="1">
                        <a:defRPr sz="1800" kern="1200">
                          <a:solidFill>
                            <a:schemeClr val="tx1"/>
                          </a:solidFill>
                          <a:latin typeface="Ubuntu"/>
                        </a:defRPr>
                      </a:lvl4pPr>
                      <a:lvl5pPr marL="1828800" algn="l" defTabSz="914400" rtl="0" eaLnBrk="1" latinLnBrk="0" hangingPunct="1">
                        <a:defRPr sz="1800" kern="1200">
                          <a:solidFill>
                            <a:schemeClr val="tx1"/>
                          </a:solidFill>
                          <a:latin typeface="Ubuntu"/>
                        </a:defRPr>
                      </a:lvl5pPr>
                      <a:lvl6pPr marL="2286000" algn="l" defTabSz="914400" rtl="0" eaLnBrk="1" latinLnBrk="0" hangingPunct="1">
                        <a:defRPr sz="1800" kern="1200">
                          <a:solidFill>
                            <a:schemeClr val="tx1"/>
                          </a:solidFill>
                          <a:latin typeface="Ubuntu"/>
                        </a:defRPr>
                      </a:lvl6pPr>
                      <a:lvl7pPr marL="2743200" algn="l" defTabSz="914400" rtl="0" eaLnBrk="1" latinLnBrk="0" hangingPunct="1">
                        <a:defRPr sz="1800" kern="1200">
                          <a:solidFill>
                            <a:schemeClr val="tx1"/>
                          </a:solidFill>
                          <a:latin typeface="Ubuntu"/>
                        </a:defRPr>
                      </a:lvl7pPr>
                      <a:lvl8pPr marL="3200400" algn="l" defTabSz="914400" rtl="0" eaLnBrk="1" latinLnBrk="0" hangingPunct="1">
                        <a:defRPr sz="1800" kern="1200">
                          <a:solidFill>
                            <a:schemeClr val="tx1"/>
                          </a:solidFill>
                          <a:latin typeface="Ubuntu"/>
                        </a:defRPr>
                      </a:lvl8pPr>
                      <a:lvl9pPr marL="3657600" algn="l" defTabSz="914400" rtl="0" eaLnBrk="1" latinLnBrk="0" hangingPunct="1">
                        <a:defRPr sz="1800" kern="1200">
                          <a:solidFill>
                            <a:schemeClr val="tx1"/>
                          </a:solidFill>
                          <a:latin typeface="Ubuntu"/>
                        </a:defRPr>
                      </a:lvl9pPr>
                    </a:lstStyle>
                    <a:p>
                      <a:pPr algn="l" fontAlgn="ctr"/>
                      <a:endParaRPr lang="en-IN" sz="1100" b="0" i="0" u="none" strike="noStrike">
                        <a:solidFill>
                          <a:srgbClr val="000000"/>
                        </a:solidFill>
                        <a:effectLst/>
                        <a:latin typeface="+mn-lt"/>
                      </a:endParaRPr>
                    </a:p>
                  </a:txBody>
                  <a:tcPr marL="7620"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272936">
                        <a:lumMod val="10000"/>
                        <a:lumOff val="90000"/>
                      </a:srgbClr>
                    </a:solidFill>
                  </a:tcPr>
                </a:tc>
                <a:tc>
                  <a:txBody>
                    <a:bodyPr/>
                    <a:lstStyle>
                      <a:lvl1pPr marL="0" algn="l" defTabSz="914400" rtl="0" eaLnBrk="1" latinLnBrk="0" hangingPunct="1">
                        <a:defRPr sz="1800" kern="1200">
                          <a:solidFill>
                            <a:schemeClr val="tx1"/>
                          </a:solidFill>
                          <a:latin typeface="Ubuntu"/>
                        </a:defRPr>
                      </a:lvl1pPr>
                      <a:lvl2pPr marL="457200" algn="l" defTabSz="914400" rtl="0" eaLnBrk="1" latinLnBrk="0" hangingPunct="1">
                        <a:defRPr sz="1800" kern="1200">
                          <a:solidFill>
                            <a:schemeClr val="tx1"/>
                          </a:solidFill>
                          <a:latin typeface="Ubuntu"/>
                        </a:defRPr>
                      </a:lvl2pPr>
                      <a:lvl3pPr marL="914400" algn="l" defTabSz="914400" rtl="0" eaLnBrk="1" latinLnBrk="0" hangingPunct="1">
                        <a:defRPr sz="1800" kern="1200">
                          <a:solidFill>
                            <a:schemeClr val="tx1"/>
                          </a:solidFill>
                          <a:latin typeface="Ubuntu"/>
                        </a:defRPr>
                      </a:lvl3pPr>
                      <a:lvl4pPr marL="1371600" algn="l" defTabSz="914400" rtl="0" eaLnBrk="1" latinLnBrk="0" hangingPunct="1">
                        <a:defRPr sz="1800" kern="1200">
                          <a:solidFill>
                            <a:schemeClr val="tx1"/>
                          </a:solidFill>
                          <a:latin typeface="Ubuntu"/>
                        </a:defRPr>
                      </a:lvl4pPr>
                      <a:lvl5pPr marL="1828800" algn="l" defTabSz="914400" rtl="0" eaLnBrk="1" latinLnBrk="0" hangingPunct="1">
                        <a:defRPr sz="1800" kern="1200">
                          <a:solidFill>
                            <a:schemeClr val="tx1"/>
                          </a:solidFill>
                          <a:latin typeface="Ubuntu"/>
                        </a:defRPr>
                      </a:lvl5pPr>
                      <a:lvl6pPr marL="2286000" algn="l" defTabSz="914400" rtl="0" eaLnBrk="1" latinLnBrk="0" hangingPunct="1">
                        <a:defRPr sz="1800" kern="1200">
                          <a:solidFill>
                            <a:schemeClr val="tx1"/>
                          </a:solidFill>
                          <a:latin typeface="Ubuntu"/>
                        </a:defRPr>
                      </a:lvl6pPr>
                      <a:lvl7pPr marL="2743200" algn="l" defTabSz="914400" rtl="0" eaLnBrk="1" latinLnBrk="0" hangingPunct="1">
                        <a:defRPr sz="1800" kern="1200">
                          <a:solidFill>
                            <a:schemeClr val="tx1"/>
                          </a:solidFill>
                          <a:latin typeface="Ubuntu"/>
                        </a:defRPr>
                      </a:lvl7pPr>
                      <a:lvl8pPr marL="3200400" algn="l" defTabSz="914400" rtl="0" eaLnBrk="1" latinLnBrk="0" hangingPunct="1">
                        <a:defRPr sz="1800" kern="1200">
                          <a:solidFill>
                            <a:schemeClr val="tx1"/>
                          </a:solidFill>
                          <a:latin typeface="Ubuntu"/>
                        </a:defRPr>
                      </a:lvl8pPr>
                      <a:lvl9pPr marL="3657600" algn="l" defTabSz="914400" rtl="0" eaLnBrk="1" latinLnBrk="0" hangingPunct="1">
                        <a:defRPr sz="1800" kern="1200">
                          <a:solidFill>
                            <a:schemeClr val="tx1"/>
                          </a:solidFill>
                          <a:latin typeface="Ubuntu"/>
                        </a:defRPr>
                      </a:lvl9pPr>
                    </a:lstStyle>
                    <a:p>
                      <a:pPr algn="l" fontAlgn="ctr"/>
                      <a:endParaRPr lang="en-IN" sz="1100" b="0" i="0" u="none" strike="noStrike">
                        <a:solidFill>
                          <a:srgbClr val="000000"/>
                        </a:solidFill>
                        <a:effectLst/>
                        <a:latin typeface="+mn-lt"/>
                      </a:endParaRPr>
                    </a:p>
                  </a:txBody>
                  <a:tcPr marL="7620"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272936">
                        <a:lumMod val="10000"/>
                        <a:lumOff val="90000"/>
                      </a:srgbClr>
                    </a:solidFill>
                  </a:tcPr>
                </a:tc>
                <a:tc>
                  <a:txBody>
                    <a:bodyPr/>
                    <a:lstStyle>
                      <a:lvl1pPr marL="0" algn="l" defTabSz="914400" rtl="0" eaLnBrk="1" latinLnBrk="0" hangingPunct="1">
                        <a:defRPr sz="1800" kern="1200">
                          <a:solidFill>
                            <a:schemeClr val="tx1"/>
                          </a:solidFill>
                          <a:latin typeface="Ubuntu"/>
                        </a:defRPr>
                      </a:lvl1pPr>
                      <a:lvl2pPr marL="457200" algn="l" defTabSz="914400" rtl="0" eaLnBrk="1" latinLnBrk="0" hangingPunct="1">
                        <a:defRPr sz="1800" kern="1200">
                          <a:solidFill>
                            <a:schemeClr val="tx1"/>
                          </a:solidFill>
                          <a:latin typeface="Ubuntu"/>
                        </a:defRPr>
                      </a:lvl2pPr>
                      <a:lvl3pPr marL="914400" algn="l" defTabSz="914400" rtl="0" eaLnBrk="1" latinLnBrk="0" hangingPunct="1">
                        <a:defRPr sz="1800" kern="1200">
                          <a:solidFill>
                            <a:schemeClr val="tx1"/>
                          </a:solidFill>
                          <a:latin typeface="Ubuntu"/>
                        </a:defRPr>
                      </a:lvl3pPr>
                      <a:lvl4pPr marL="1371600" algn="l" defTabSz="914400" rtl="0" eaLnBrk="1" latinLnBrk="0" hangingPunct="1">
                        <a:defRPr sz="1800" kern="1200">
                          <a:solidFill>
                            <a:schemeClr val="tx1"/>
                          </a:solidFill>
                          <a:latin typeface="Ubuntu"/>
                        </a:defRPr>
                      </a:lvl4pPr>
                      <a:lvl5pPr marL="1828800" algn="l" defTabSz="914400" rtl="0" eaLnBrk="1" latinLnBrk="0" hangingPunct="1">
                        <a:defRPr sz="1800" kern="1200">
                          <a:solidFill>
                            <a:schemeClr val="tx1"/>
                          </a:solidFill>
                          <a:latin typeface="Ubuntu"/>
                        </a:defRPr>
                      </a:lvl5pPr>
                      <a:lvl6pPr marL="2286000" algn="l" defTabSz="914400" rtl="0" eaLnBrk="1" latinLnBrk="0" hangingPunct="1">
                        <a:defRPr sz="1800" kern="1200">
                          <a:solidFill>
                            <a:schemeClr val="tx1"/>
                          </a:solidFill>
                          <a:latin typeface="Ubuntu"/>
                        </a:defRPr>
                      </a:lvl6pPr>
                      <a:lvl7pPr marL="2743200" algn="l" defTabSz="914400" rtl="0" eaLnBrk="1" latinLnBrk="0" hangingPunct="1">
                        <a:defRPr sz="1800" kern="1200">
                          <a:solidFill>
                            <a:schemeClr val="tx1"/>
                          </a:solidFill>
                          <a:latin typeface="Ubuntu"/>
                        </a:defRPr>
                      </a:lvl7pPr>
                      <a:lvl8pPr marL="3200400" algn="l" defTabSz="914400" rtl="0" eaLnBrk="1" latinLnBrk="0" hangingPunct="1">
                        <a:defRPr sz="1800" kern="1200">
                          <a:solidFill>
                            <a:schemeClr val="tx1"/>
                          </a:solidFill>
                          <a:latin typeface="Ubuntu"/>
                        </a:defRPr>
                      </a:lvl8pPr>
                      <a:lvl9pPr marL="3657600" algn="l" defTabSz="914400" rtl="0" eaLnBrk="1" latinLnBrk="0" hangingPunct="1">
                        <a:defRPr sz="1800" kern="1200">
                          <a:solidFill>
                            <a:schemeClr val="tx1"/>
                          </a:solidFill>
                          <a:latin typeface="Ubuntu"/>
                        </a:defRPr>
                      </a:lvl9pPr>
                    </a:lstStyle>
                    <a:p>
                      <a:pPr algn="l" fontAlgn="ctr"/>
                      <a:endParaRPr lang="en-IN" sz="1100" b="0" i="0" u="none" strike="noStrike">
                        <a:solidFill>
                          <a:srgbClr val="000000"/>
                        </a:solidFill>
                        <a:effectLst/>
                        <a:latin typeface="+mn-lt"/>
                      </a:endParaRPr>
                    </a:p>
                  </a:txBody>
                  <a:tcPr marL="7620"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272936">
                        <a:lumMod val="10000"/>
                        <a:lumOff val="90000"/>
                      </a:srgbClr>
                    </a:solidFill>
                  </a:tcPr>
                </a:tc>
                <a:tc>
                  <a:txBody>
                    <a:bodyPr/>
                    <a:lstStyle>
                      <a:lvl1pPr marL="0" algn="l" defTabSz="914400" rtl="0" eaLnBrk="1" latinLnBrk="0" hangingPunct="1">
                        <a:defRPr sz="1800" kern="1200">
                          <a:solidFill>
                            <a:schemeClr val="tx1"/>
                          </a:solidFill>
                          <a:latin typeface="Ubuntu"/>
                        </a:defRPr>
                      </a:lvl1pPr>
                      <a:lvl2pPr marL="457200" algn="l" defTabSz="914400" rtl="0" eaLnBrk="1" latinLnBrk="0" hangingPunct="1">
                        <a:defRPr sz="1800" kern="1200">
                          <a:solidFill>
                            <a:schemeClr val="tx1"/>
                          </a:solidFill>
                          <a:latin typeface="Ubuntu"/>
                        </a:defRPr>
                      </a:lvl2pPr>
                      <a:lvl3pPr marL="914400" algn="l" defTabSz="914400" rtl="0" eaLnBrk="1" latinLnBrk="0" hangingPunct="1">
                        <a:defRPr sz="1800" kern="1200">
                          <a:solidFill>
                            <a:schemeClr val="tx1"/>
                          </a:solidFill>
                          <a:latin typeface="Ubuntu"/>
                        </a:defRPr>
                      </a:lvl3pPr>
                      <a:lvl4pPr marL="1371600" algn="l" defTabSz="914400" rtl="0" eaLnBrk="1" latinLnBrk="0" hangingPunct="1">
                        <a:defRPr sz="1800" kern="1200">
                          <a:solidFill>
                            <a:schemeClr val="tx1"/>
                          </a:solidFill>
                          <a:latin typeface="Ubuntu"/>
                        </a:defRPr>
                      </a:lvl4pPr>
                      <a:lvl5pPr marL="1828800" algn="l" defTabSz="914400" rtl="0" eaLnBrk="1" latinLnBrk="0" hangingPunct="1">
                        <a:defRPr sz="1800" kern="1200">
                          <a:solidFill>
                            <a:schemeClr val="tx1"/>
                          </a:solidFill>
                          <a:latin typeface="Ubuntu"/>
                        </a:defRPr>
                      </a:lvl5pPr>
                      <a:lvl6pPr marL="2286000" algn="l" defTabSz="914400" rtl="0" eaLnBrk="1" latinLnBrk="0" hangingPunct="1">
                        <a:defRPr sz="1800" kern="1200">
                          <a:solidFill>
                            <a:schemeClr val="tx1"/>
                          </a:solidFill>
                          <a:latin typeface="Ubuntu"/>
                        </a:defRPr>
                      </a:lvl6pPr>
                      <a:lvl7pPr marL="2743200" algn="l" defTabSz="914400" rtl="0" eaLnBrk="1" latinLnBrk="0" hangingPunct="1">
                        <a:defRPr sz="1800" kern="1200">
                          <a:solidFill>
                            <a:schemeClr val="tx1"/>
                          </a:solidFill>
                          <a:latin typeface="Ubuntu"/>
                        </a:defRPr>
                      </a:lvl7pPr>
                      <a:lvl8pPr marL="3200400" algn="l" defTabSz="914400" rtl="0" eaLnBrk="1" latinLnBrk="0" hangingPunct="1">
                        <a:defRPr sz="1800" kern="1200">
                          <a:solidFill>
                            <a:schemeClr val="tx1"/>
                          </a:solidFill>
                          <a:latin typeface="Ubuntu"/>
                        </a:defRPr>
                      </a:lvl8pPr>
                      <a:lvl9pPr marL="3657600" algn="l" defTabSz="914400" rtl="0" eaLnBrk="1" latinLnBrk="0" hangingPunct="1">
                        <a:defRPr sz="1800" kern="1200">
                          <a:solidFill>
                            <a:schemeClr val="tx1"/>
                          </a:solidFill>
                          <a:latin typeface="Ubuntu"/>
                        </a:defRPr>
                      </a:lvl9pPr>
                    </a:lstStyle>
                    <a:p>
                      <a:pPr algn="l" fontAlgn="ctr"/>
                      <a:endParaRPr lang="en-IN" sz="1100" b="0" i="0" u="none" strike="noStrike">
                        <a:solidFill>
                          <a:srgbClr val="000000"/>
                        </a:solidFill>
                        <a:effectLst/>
                        <a:latin typeface="+mn-lt"/>
                      </a:endParaRPr>
                    </a:p>
                  </a:txBody>
                  <a:tcPr marL="7620"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272936">
                        <a:lumMod val="10000"/>
                        <a:lumOff val="90000"/>
                      </a:srgbClr>
                    </a:solidFill>
                  </a:tcPr>
                </a:tc>
                <a:tc>
                  <a:txBody>
                    <a:bodyPr/>
                    <a:lstStyle>
                      <a:lvl1pPr marL="0" algn="l" defTabSz="914400" rtl="0" eaLnBrk="1" latinLnBrk="0" hangingPunct="1">
                        <a:defRPr sz="1800" kern="1200">
                          <a:solidFill>
                            <a:schemeClr val="tx1"/>
                          </a:solidFill>
                          <a:latin typeface="Ubuntu"/>
                        </a:defRPr>
                      </a:lvl1pPr>
                      <a:lvl2pPr marL="457200" algn="l" defTabSz="914400" rtl="0" eaLnBrk="1" latinLnBrk="0" hangingPunct="1">
                        <a:defRPr sz="1800" kern="1200">
                          <a:solidFill>
                            <a:schemeClr val="tx1"/>
                          </a:solidFill>
                          <a:latin typeface="Ubuntu"/>
                        </a:defRPr>
                      </a:lvl2pPr>
                      <a:lvl3pPr marL="914400" algn="l" defTabSz="914400" rtl="0" eaLnBrk="1" latinLnBrk="0" hangingPunct="1">
                        <a:defRPr sz="1800" kern="1200">
                          <a:solidFill>
                            <a:schemeClr val="tx1"/>
                          </a:solidFill>
                          <a:latin typeface="Ubuntu"/>
                        </a:defRPr>
                      </a:lvl3pPr>
                      <a:lvl4pPr marL="1371600" algn="l" defTabSz="914400" rtl="0" eaLnBrk="1" latinLnBrk="0" hangingPunct="1">
                        <a:defRPr sz="1800" kern="1200">
                          <a:solidFill>
                            <a:schemeClr val="tx1"/>
                          </a:solidFill>
                          <a:latin typeface="Ubuntu"/>
                        </a:defRPr>
                      </a:lvl4pPr>
                      <a:lvl5pPr marL="1828800" algn="l" defTabSz="914400" rtl="0" eaLnBrk="1" latinLnBrk="0" hangingPunct="1">
                        <a:defRPr sz="1800" kern="1200">
                          <a:solidFill>
                            <a:schemeClr val="tx1"/>
                          </a:solidFill>
                          <a:latin typeface="Ubuntu"/>
                        </a:defRPr>
                      </a:lvl5pPr>
                      <a:lvl6pPr marL="2286000" algn="l" defTabSz="914400" rtl="0" eaLnBrk="1" latinLnBrk="0" hangingPunct="1">
                        <a:defRPr sz="1800" kern="1200">
                          <a:solidFill>
                            <a:schemeClr val="tx1"/>
                          </a:solidFill>
                          <a:latin typeface="Ubuntu"/>
                        </a:defRPr>
                      </a:lvl6pPr>
                      <a:lvl7pPr marL="2743200" algn="l" defTabSz="914400" rtl="0" eaLnBrk="1" latinLnBrk="0" hangingPunct="1">
                        <a:defRPr sz="1800" kern="1200">
                          <a:solidFill>
                            <a:schemeClr val="tx1"/>
                          </a:solidFill>
                          <a:latin typeface="Ubuntu"/>
                        </a:defRPr>
                      </a:lvl7pPr>
                      <a:lvl8pPr marL="3200400" algn="l" defTabSz="914400" rtl="0" eaLnBrk="1" latinLnBrk="0" hangingPunct="1">
                        <a:defRPr sz="1800" kern="1200">
                          <a:solidFill>
                            <a:schemeClr val="tx1"/>
                          </a:solidFill>
                          <a:latin typeface="Ubuntu"/>
                        </a:defRPr>
                      </a:lvl8pPr>
                      <a:lvl9pPr marL="3657600" algn="l" defTabSz="914400" rtl="0" eaLnBrk="1" latinLnBrk="0" hangingPunct="1">
                        <a:defRPr sz="1800" kern="1200">
                          <a:solidFill>
                            <a:schemeClr val="tx1"/>
                          </a:solidFill>
                          <a:latin typeface="Ubuntu"/>
                        </a:defRPr>
                      </a:lvl9pPr>
                    </a:lstStyle>
                    <a:p>
                      <a:pPr algn="l" fontAlgn="ctr"/>
                      <a:endParaRPr lang="en-IN" sz="1100" b="0" i="0" u="none" strike="noStrike">
                        <a:solidFill>
                          <a:srgbClr val="000000"/>
                        </a:solidFill>
                        <a:effectLst/>
                        <a:latin typeface="+mn-lt"/>
                      </a:endParaRPr>
                    </a:p>
                  </a:txBody>
                  <a:tcPr marL="7620"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272936">
                        <a:lumMod val="10000"/>
                        <a:lumOff val="90000"/>
                      </a:srgbClr>
                    </a:solidFill>
                  </a:tcPr>
                </a:tc>
                <a:tc>
                  <a:txBody>
                    <a:bodyPr/>
                    <a:lstStyle>
                      <a:lvl1pPr marL="0" algn="l" defTabSz="914400" rtl="0" eaLnBrk="1" latinLnBrk="0" hangingPunct="1">
                        <a:defRPr sz="1800" kern="1200">
                          <a:solidFill>
                            <a:schemeClr val="tx1"/>
                          </a:solidFill>
                          <a:latin typeface="Ubuntu"/>
                        </a:defRPr>
                      </a:lvl1pPr>
                      <a:lvl2pPr marL="457200" algn="l" defTabSz="914400" rtl="0" eaLnBrk="1" latinLnBrk="0" hangingPunct="1">
                        <a:defRPr sz="1800" kern="1200">
                          <a:solidFill>
                            <a:schemeClr val="tx1"/>
                          </a:solidFill>
                          <a:latin typeface="Ubuntu"/>
                        </a:defRPr>
                      </a:lvl2pPr>
                      <a:lvl3pPr marL="914400" algn="l" defTabSz="914400" rtl="0" eaLnBrk="1" latinLnBrk="0" hangingPunct="1">
                        <a:defRPr sz="1800" kern="1200">
                          <a:solidFill>
                            <a:schemeClr val="tx1"/>
                          </a:solidFill>
                          <a:latin typeface="Ubuntu"/>
                        </a:defRPr>
                      </a:lvl3pPr>
                      <a:lvl4pPr marL="1371600" algn="l" defTabSz="914400" rtl="0" eaLnBrk="1" latinLnBrk="0" hangingPunct="1">
                        <a:defRPr sz="1800" kern="1200">
                          <a:solidFill>
                            <a:schemeClr val="tx1"/>
                          </a:solidFill>
                          <a:latin typeface="Ubuntu"/>
                        </a:defRPr>
                      </a:lvl4pPr>
                      <a:lvl5pPr marL="1828800" algn="l" defTabSz="914400" rtl="0" eaLnBrk="1" latinLnBrk="0" hangingPunct="1">
                        <a:defRPr sz="1800" kern="1200">
                          <a:solidFill>
                            <a:schemeClr val="tx1"/>
                          </a:solidFill>
                          <a:latin typeface="Ubuntu"/>
                        </a:defRPr>
                      </a:lvl5pPr>
                      <a:lvl6pPr marL="2286000" algn="l" defTabSz="914400" rtl="0" eaLnBrk="1" latinLnBrk="0" hangingPunct="1">
                        <a:defRPr sz="1800" kern="1200">
                          <a:solidFill>
                            <a:schemeClr val="tx1"/>
                          </a:solidFill>
                          <a:latin typeface="Ubuntu"/>
                        </a:defRPr>
                      </a:lvl6pPr>
                      <a:lvl7pPr marL="2743200" algn="l" defTabSz="914400" rtl="0" eaLnBrk="1" latinLnBrk="0" hangingPunct="1">
                        <a:defRPr sz="1800" kern="1200">
                          <a:solidFill>
                            <a:schemeClr val="tx1"/>
                          </a:solidFill>
                          <a:latin typeface="Ubuntu"/>
                        </a:defRPr>
                      </a:lvl7pPr>
                      <a:lvl8pPr marL="3200400" algn="l" defTabSz="914400" rtl="0" eaLnBrk="1" latinLnBrk="0" hangingPunct="1">
                        <a:defRPr sz="1800" kern="1200">
                          <a:solidFill>
                            <a:schemeClr val="tx1"/>
                          </a:solidFill>
                          <a:latin typeface="Ubuntu"/>
                        </a:defRPr>
                      </a:lvl8pPr>
                      <a:lvl9pPr marL="3657600" algn="l" defTabSz="914400" rtl="0" eaLnBrk="1" latinLnBrk="0" hangingPunct="1">
                        <a:defRPr sz="1800" kern="1200">
                          <a:solidFill>
                            <a:schemeClr val="tx1"/>
                          </a:solidFill>
                          <a:latin typeface="Ubuntu"/>
                        </a:defRPr>
                      </a:lvl9pPr>
                    </a:lstStyle>
                    <a:p>
                      <a:pPr algn="l" fontAlgn="ctr"/>
                      <a:endParaRPr lang="en-IN" sz="1100" b="0" i="0" u="none" strike="noStrike">
                        <a:solidFill>
                          <a:srgbClr val="000000"/>
                        </a:solidFill>
                        <a:effectLst/>
                        <a:latin typeface="+mn-lt"/>
                      </a:endParaRPr>
                    </a:p>
                  </a:txBody>
                  <a:tcPr marL="7620"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272936">
                        <a:lumMod val="10000"/>
                        <a:lumOff val="90000"/>
                      </a:srgbClr>
                    </a:solidFill>
                  </a:tcPr>
                </a:tc>
                <a:tc>
                  <a:txBody>
                    <a:bodyPr/>
                    <a:lstStyle>
                      <a:lvl1pPr marL="0" algn="l" defTabSz="914400" rtl="0" eaLnBrk="1" latinLnBrk="0" hangingPunct="1">
                        <a:defRPr sz="1800" kern="1200">
                          <a:solidFill>
                            <a:schemeClr val="tx1"/>
                          </a:solidFill>
                          <a:latin typeface="Ubuntu"/>
                        </a:defRPr>
                      </a:lvl1pPr>
                      <a:lvl2pPr marL="457200" algn="l" defTabSz="914400" rtl="0" eaLnBrk="1" latinLnBrk="0" hangingPunct="1">
                        <a:defRPr sz="1800" kern="1200">
                          <a:solidFill>
                            <a:schemeClr val="tx1"/>
                          </a:solidFill>
                          <a:latin typeface="Ubuntu"/>
                        </a:defRPr>
                      </a:lvl2pPr>
                      <a:lvl3pPr marL="914400" algn="l" defTabSz="914400" rtl="0" eaLnBrk="1" latinLnBrk="0" hangingPunct="1">
                        <a:defRPr sz="1800" kern="1200">
                          <a:solidFill>
                            <a:schemeClr val="tx1"/>
                          </a:solidFill>
                          <a:latin typeface="Ubuntu"/>
                        </a:defRPr>
                      </a:lvl3pPr>
                      <a:lvl4pPr marL="1371600" algn="l" defTabSz="914400" rtl="0" eaLnBrk="1" latinLnBrk="0" hangingPunct="1">
                        <a:defRPr sz="1800" kern="1200">
                          <a:solidFill>
                            <a:schemeClr val="tx1"/>
                          </a:solidFill>
                          <a:latin typeface="Ubuntu"/>
                        </a:defRPr>
                      </a:lvl4pPr>
                      <a:lvl5pPr marL="1828800" algn="l" defTabSz="914400" rtl="0" eaLnBrk="1" latinLnBrk="0" hangingPunct="1">
                        <a:defRPr sz="1800" kern="1200">
                          <a:solidFill>
                            <a:schemeClr val="tx1"/>
                          </a:solidFill>
                          <a:latin typeface="Ubuntu"/>
                        </a:defRPr>
                      </a:lvl5pPr>
                      <a:lvl6pPr marL="2286000" algn="l" defTabSz="914400" rtl="0" eaLnBrk="1" latinLnBrk="0" hangingPunct="1">
                        <a:defRPr sz="1800" kern="1200">
                          <a:solidFill>
                            <a:schemeClr val="tx1"/>
                          </a:solidFill>
                          <a:latin typeface="Ubuntu"/>
                        </a:defRPr>
                      </a:lvl6pPr>
                      <a:lvl7pPr marL="2743200" algn="l" defTabSz="914400" rtl="0" eaLnBrk="1" latinLnBrk="0" hangingPunct="1">
                        <a:defRPr sz="1800" kern="1200">
                          <a:solidFill>
                            <a:schemeClr val="tx1"/>
                          </a:solidFill>
                          <a:latin typeface="Ubuntu"/>
                        </a:defRPr>
                      </a:lvl7pPr>
                      <a:lvl8pPr marL="3200400" algn="l" defTabSz="914400" rtl="0" eaLnBrk="1" latinLnBrk="0" hangingPunct="1">
                        <a:defRPr sz="1800" kern="1200">
                          <a:solidFill>
                            <a:schemeClr val="tx1"/>
                          </a:solidFill>
                          <a:latin typeface="Ubuntu"/>
                        </a:defRPr>
                      </a:lvl8pPr>
                      <a:lvl9pPr marL="3657600" algn="l" defTabSz="914400" rtl="0" eaLnBrk="1" latinLnBrk="0" hangingPunct="1">
                        <a:defRPr sz="1800" kern="1200">
                          <a:solidFill>
                            <a:schemeClr val="tx1"/>
                          </a:solidFill>
                          <a:latin typeface="Ubuntu"/>
                        </a:defRPr>
                      </a:lvl9pPr>
                    </a:lstStyle>
                    <a:p>
                      <a:pPr algn="l" fontAlgn="ctr"/>
                      <a:endParaRPr lang="en-IN" sz="1100" b="0" i="0" u="none" strike="noStrike">
                        <a:solidFill>
                          <a:srgbClr val="000000"/>
                        </a:solidFill>
                        <a:effectLst/>
                        <a:latin typeface="+mn-lt"/>
                      </a:endParaRPr>
                    </a:p>
                  </a:txBody>
                  <a:tcPr marL="7620"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272936">
                        <a:lumMod val="10000"/>
                        <a:lumOff val="90000"/>
                      </a:srgbClr>
                    </a:solidFill>
                  </a:tcPr>
                </a:tc>
                <a:tc>
                  <a:txBody>
                    <a:bodyPr/>
                    <a:lstStyle>
                      <a:lvl1pPr marL="0" algn="l" defTabSz="914400" rtl="0" eaLnBrk="1" latinLnBrk="0" hangingPunct="1">
                        <a:defRPr sz="1800" kern="1200">
                          <a:solidFill>
                            <a:schemeClr val="tx1"/>
                          </a:solidFill>
                          <a:latin typeface="Ubuntu"/>
                        </a:defRPr>
                      </a:lvl1pPr>
                      <a:lvl2pPr marL="457200" algn="l" defTabSz="914400" rtl="0" eaLnBrk="1" latinLnBrk="0" hangingPunct="1">
                        <a:defRPr sz="1800" kern="1200">
                          <a:solidFill>
                            <a:schemeClr val="tx1"/>
                          </a:solidFill>
                          <a:latin typeface="Ubuntu"/>
                        </a:defRPr>
                      </a:lvl2pPr>
                      <a:lvl3pPr marL="914400" algn="l" defTabSz="914400" rtl="0" eaLnBrk="1" latinLnBrk="0" hangingPunct="1">
                        <a:defRPr sz="1800" kern="1200">
                          <a:solidFill>
                            <a:schemeClr val="tx1"/>
                          </a:solidFill>
                          <a:latin typeface="Ubuntu"/>
                        </a:defRPr>
                      </a:lvl3pPr>
                      <a:lvl4pPr marL="1371600" algn="l" defTabSz="914400" rtl="0" eaLnBrk="1" latinLnBrk="0" hangingPunct="1">
                        <a:defRPr sz="1800" kern="1200">
                          <a:solidFill>
                            <a:schemeClr val="tx1"/>
                          </a:solidFill>
                          <a:latin typeface="Ubuntu"/>
                        </a:defRPr>
                      </a:lvl4pPr>
                      <a:lvl5pPr marL="1828800" algn="l" defTabSz="914400" rtl="0" eaLnBrk="1" latinLnBrk="0" hangingPunct="1">
                        <a:defRPr sz="1800" kern="1200">
                          <a:solidFill>
                            <a:schemeClr val="tx1"/>
                          </a:solidFill>
                          <a:latin typeface="Ubuntu"/>
                        </a:defRPr>
                      </a:lvl5pPr>
                      <a:lvl6pPr marL="2286000" algn="l" defTabSz="914400" rtl="0" eaLnBrk="1" latinLnBrk="0" hangingPunct="1">
                        <a:defRPr sz="1800" kern="1200">
                          <a:solidFill>
                            <a:schemeClr val="tx1"/>
                          </a:solidFill>
                          <a:latin typeface="Ubuntu"/>
                        </a:defRPr>
                      </a:lvl6pPr>
                      <a:lvl7pPr marL="2743200" algn="l" defTabSz="914400" rtl="0" eaLnBrk="1" latinLnBrk="0" hangingPunct="1">
                        <a:defRPr sz="1800" kern="1200">
                          <a:solidFill>
                            <a:schemeClr val="tx1"/>
                          </a:solidFill>
                          <a:latin typeface="Ubuntu"/>
                        </a:defRPr>
                      </a:lvl7pPr>
                      <a:lvl8pPr marL="3200400" algn="l" defTabSz="914400" rtl="0" eaLnBrk="1" latinLnBrk="0" hangingPunct="1">
                        <a:defRPr sz="1800" kern="1200">
                          <a:solidFill>
                            <a:schemeClr val="tx1"/>
                          </a:solidFill>
                          <a:latin typeface="Ubuntu"/>
                        </a:defRPr>
                      </a:lvl8pPr>
                      <a:lvl9pPr marL="3657600" algn="l" defTabSz="914400" rtl="0" eaLnBrk="1" latinLnBrk="0" hangingPunct="1">
                        <a:defRPr sz="1800" kern="1200">
                          <a:solidFill>
                            <a:schemeClr val="tx1"/>
                          </a:solidFill>
                          <a:latin typeface="Ubuntu"/>
                        </a:defRPr>
                      </a:lvl9pPr>
                    </a:lstStyle>
                    <a:p>
                      <a:pPr algn="l" fontAlgn="ctr"/>
                      <a:endParaRPr lang="en-IN" sz="1100" b="0" i="0" u="none" strike="noStrike">
                        <a:solidFill>
                          <a:srgbClr val="000000"/>
                        </a:solidFill>
                        <a:effectLst/>
                        <a:latin typeface="+mn-lt"/>
                      </a:endParaRPr>
                    </a:p>
                  </a:txBody>
                  <a:tcPr marL="7620"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272936">
                        <a:lumMod val="10000"/>
                        <a:lumOff val="90000"/>
                      </a:srgbClr>
                    </a:solidFill>
                  </a:tcPr>
                </a:tc>
                <a:tc>
                  <a:txBody>
                    <a:bodyPr/>
                    <a:lstStyle>
                      <a:lvl1pPr marL="0" algn="l" defTabSz="914400" rtl="0" eaLnBrk="1" latinLnBrk="0" hangingPunct="1">
                        <a:defRPr sz="1800" kern="1200">
                          <a:solidFill>
                            <a:schemeClr val="tx1"/>
                          </a:solidFill>
                          <a:latin typeface="Ubuntu"/>
                        </a:defRPr>
                      </a:lvl1pPr>
                      <a:lvl2pPr marL="457200" algn="l" defTabSz="914400" rtl="0" eaLnBrk="1" latinLnBrk="0" hangingPunct="1">
                        <a:defRPr sz="1800" kern="1200">
                          <a:solidFill>
                            <a:schemeClr val="tx1"/>
                          </a:solidFill>
                          <a:latin typeface="Ubuntu"/>
                        </a:defRPr>
                      </a:lvl2pPr>
                      <a:lvl3pPr marL="914400" algn="l" defTabSz="914400" rtl="0" eaLnBrk="1" latinLnBrk="0" hangingPunct="1">
                        <a:defRPr sz="1800" kern="1200">
                          <a:solidFill>
                            <a:schemeClr val="tx1"/>
                          </a:solidFill>
                          <a:latin typeface="Ubuntu"/>
                        </a:defRPr>
                      </a:lvl3pPr>
                      <a:lvl4pPr marL="1371600" algn="l" defTabSz="914400" rtl="0" eaLnBrk="1" latinLnBrk="0" hangingPunct="1">
                        <a:defRPr sz="1800" kern="1200">
                          <a:solidFill>
                            <a:schemeClr val="tx1"/>
                          </a:solidFill>
                          <a:latin typeface="Ubuntu"/>
                        </a:defRPr>
                      </a:lvl4pPr>
                      <a:lvl5pPr marL="1828800" algn="l" defTabSz="914400" rtl="0" eaLnBrk="1" latinLnBrk="0" hangingPunct="1">
                        <a:defRPr sz="1800" kern="1200">
                          <a:solidFill>
                            <a:schemeClr val="tx1"/>
                          </a:solidFill>
                          <a:latin typeface="Ubuntu"/>
                        </a:defRPr>
                      </a:lvl5pPr>
                      <a:lvl6pPr marL="2286000" algn="l" defTabSz="914400" rtl="0" eaLnBrk="1" latinLnBrk="0" hangingPunct="1">
                        <a:defRPr sz="1800" kern="1200">
                          <a:solidFill>
                            <a:schemeClr val="tx1"/>
                          </a:solidFill>
                          <a:latin typeface="Ubuntu"/>
                        </a:defRPr>
                      </a:lvl6pPr>
                      <a:lvl7pPr marL="2743200" algn="l" defTabSz="914400" rtl="0" eaLnBrk="1" latinLnBrk="0" hangingPunct="1">
                        <a:defRPr sz="1800" kern="1200">
                          <a:solidFill>
                            <a:schemeClr val="tx1"/>
                          </a:solidFill>
                          <a:latin typeface="Ubuntu"/>
                        </a:defRPr>
                      </a:lvl7pPr>
                      <a:lvl8pPr marL="3200400" algn="l" defTabSz="914400" rtl="0" eaLnBrk="1" latinLnBrk="0" hangingPunct="1">
                        <a:defRPr sz="1800" kern="1200">
                          <a:solidFill>
                            <a:schemeClr val="tx1"/>
                          </a:solidFill>
                          <a:latin typeface="Ubuntu"/>
                        </a:defRPr>
                      </a:lvl8pPr>
                      <a:lvl9pPr marL="3657600" algn="l" defTabSz="914400" rtl="0" eaLnBrk="1" latinLnBrk="0" hangingPunct="1">
                        <a:defRPr sz="1800" kern="1200">
                          <a:solidFill>
                            <a:schemeClr val="tx1"/>
                          </a:solidFill>
                          <a:latin typeface="Ubuntu"/>
                        </a:defRPr>
                      </a:lvl9pPr>
                    </a:lstStyle>
                    <a:p>
                      <a:pPr algn="l" fontAlgn="ctr"/>
                      <a:endParaRPr lang="en-IN" sz="1100" b="0" i="0" u="none" strike="noStrike">
                        <a:solidFill>
                          <a:srgbClr val="000000"/>
                        </a:solidFill>
                        <a:effectLst/>
                        <a:latin typeface="+mn-lt"/>
                      </a:endParaRPr>
                    </a:p>
                  </a:txBody>
                  <a:tcPr marL="7620"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272936">
                        <a:lumMod val="10000"/>
                        <a:lumOff val="90000"/>
                      </a:srgbClr>
                    </a:solidFill>
                  </a:tcPr>
                </a:tc>
                <a:tc>
                  <a:txBody>
                    <a:bodyPr/>
                    <a:lstStyle>
                      <a:lvl1pPr marL="0" algn="l" defTabSz="914400" rtl="0" eaLnBrk="1" latinLnBrk="0" hangingPunct="1">
                        <a:defRPr sz="1800" kern="1200">
                          <a:solidFill>
                            <a:schemeClr val="tx1"/>
                          </a:solidFill>
                          <a:latin typeface="Ubuntu"/>
                        </a:defRPr>
                      </a:lvl1pPr>
                      <a:lvl2pPr marL="457200" algn="l" defTabSz="914400" rtl="0" eaLnBrk="1" latinLnBrk="0" hangingPunct="1">
                        <a:defRPr sz="1800" kern="1200">
                          <a:solidFill>
                            <a:schemeClr val="tx1"/>
                          </a:solidFill>
                          <a:latin typeface="Ubuntu"/>
                        </a:defRPr>
                      </a:lvl2pPr>
                      <a:lvl3pPr marL="914400" algn="l" defTabSz="914400" rtl="0" eaLnBrk="1" latinLnBrk="0" hangingPunct="1">
                        <a:defRPr sz="1800" kern="1200">
                          <a:solidFill>
                            <a:schemeClr val="tx1"/>
                          </a:solidFill>
                          <a:latin typeface="Ubuntu"/>
                        </a:defRPr>
                      </a:lvl3pPr>
                      <a:lvl4pPr marL="1371600" algn="l" defTabSz="914400" rtl="0" eaLnBrk="1" latinLnBrk="0" hangingPunct="1">
                        <a:defRPr sz="1800" kern="1200">
                          <a:solidFill>
                            <a:schemeClr val="tx1"/>
                          </a:solidFill>
                          <a:latin typeface="Ubuntu"/>
                        </a:defRPr>
                      </a:lvl4pPr>
                      <a:lvl5pPr marL="1828800" algn="l" defTabSz="914400" rtl="0" eaLnBrk="1" latinLnBrk="0" hangingPunct="1">
                        <a:defRPr sz="1800" kern="1200">
                          <a:solidFill>
                            <a:schemeClr val="tx1"/>
                          </a:solidFill>
                          <a:latin typeface="Ubuntu"/>
                        </a:defRPr>
                      </a:lvl5pPr>
                      <a:lvl6pPr marL="2286000" algn="l" defTabSz="914400" rtl="0" eaLnBrk="1" latinLnBrk="0" hangingPunct="1">
                        <a:defRPr sz="1800" kern="1200">
                          <a:solidFill>
                            <a:schemeClr val="tx1"/>
                          </a:solidFill>
                          <a:latin typeface="Ubuntu"/>
                        </a:defRPr>
                      </a:lvl6pPr>
                      <a:lvl7pPr marL="2743200" algn="l" defTabSz="914400" rtl="0" eaLnBrk="1" latinLnBrk="0" hangingPunct="1">
                        <a:defRPr sz="1800" kern="1200">
                          <a:solidFill>
                            <a:schemeClr val="tx1"/>
                          </a:solidFill>
                          <a:latin typeface="Ubuntu"/>
                        </a:defRPr>
                      </a:lvl7pPr>
                      <a:lvl8pPr marL="3200400" algn="l" defTabSz="914400" rtl="0" eaLnBrk="1" latinLnBrk="0" hangingPunct="1">
                        <a:defRPr sz="1800" kern="1200">
                          <a:solidFill>
                            <a:schemeClr val="tx1"/>
                          </a:solidFill>
                          <a:latin typeface="Ubuntu"/>
                        </a:defRPr>
                      </a:lvl8pPr>
                      <a:lvl9pPr marL="3657600" algn="l" defTabSz="914400" rtl="0" eaLnBrk="1" latinLnBrk="0" hangingPunct="1">
                        <a:defRPr sz="1800" kern="1200">
                          <a:solidFill>
                            <a:schemeClr val="tx1"/>
                          </a:solidFill>
                          <a:latin typeface="Ubuntu"/>
                        </a:defRPr>
                      </a:lvl9pPr>
                    </a:lstStyle>
                    <a:p>
                      <a:pPr algn="l" fontAlgn="ctr"/>
                      <a:endParaRPr lang="en-IN" sz="1100" b="0" i="0" u="none" strike="noStrike">
                        <a:solidFill>
                          <a:srgbClr val="000000"/>
                        </a:solidFill>
                        <a:effectLst/>
                        <a:latin typeface="+mn-lt"/>
                      </a:endParaRPr>
                    </a:p>
                  </a:txBody>
                  <a:tcPr marL="7620"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272936">
                        <a:lumMod val="10000"/>
                        <a:lumOff val="90000"/>
                      </a:srgbClr>
                    </a:solidFill>
                  </a:tcPr>
                </a:tc>
                <a:tc>
                  <a:txBody>
                    <a:bodyPr/>
                    <a:lstStyle>
                      <a:lvl1pPr marL="0" algn="l" defTabSz="914400" rtl="0" eaLnBrk="1" latinLnBrk="0" hangingPunct="1">
                        <a:defRPr sz="1800" kern="1200">
                          <a:solidFill>
                            <a:schemeClr val="tx1"/>
                          </a:solidFill>
                          <a:latin typeface="Ubuntu"/>
                        </a:defRPr>
                      </a:lvl1pPr>
                      <a:lvl2pPr marL="457200" algn="l" defTabSz="914400" rtl="0" eaLnBrk="1" latinLnBrk="0" hangingPunct="1">
                        <a:defRPr sz="1800" kern="1200">
                          <a:solidFill>
                            <a:schemeClr val="tx1"/>
                          </a:solidFill>
                          <a:latin typeface="Ubuntu"/>
                        </a:defRPr>
                      </a:lvl2pPr>
                      <a:lvl3pPr marL="914400" algn="l" defTabSz="914400" rtl="0" eaLnBrk="1" latinLnBrk="0" hangingPunct="1">
                        <a:defRPr sz="1800" kern="1200">
                          <a:solidFill>
                            <a:schemeClr val="tx1"/>
                          </a:solidFill>
                          <a:latin typeface="Ubuntu"/>
                        </a:defRPr>
                      </a:lvl3pPr>
                      <a:lvl4pPr marL="1371600" algn="l" defTabSz="914400" rtl="0" eaLnBrk="1" latinLnBrk="0" hangingPunct="1">
                        <a:defRPr sz="1800" kern="1200">
                          <a:solidFill>
                            <a:schemeClr val="tx1"/>
                          </a:solidFill>
                          <a:latin typeface="Ubuntu"/>
                        </a:defRPr>
                      </a:lvl4pPr>
                      <a:lvl5pPr marL="1828800" algn="l" defTabSz="914400" rtl="0" eaLnBrk="1" latinLnBrk="0" hangingPunct="1">
                        <a:defRPr sz="1800" kern="1200">
                          <a:solidFill>
                            <a:schemeClr val="tx1"/>
                          </a:solidFill>
                          <a:latin typeface="Ubuntu"/>
                        </a:defRPr>
                      </a:lvl5pPr>
                      <a:lvl6pPr marL="2286000" algn="l" defTabSz="914400" rtl="0" eaLnBrk="1" latinLnBrk="0" hangingPunct="1">
                        <a:defRPr sz="1800" kern="1200">
                          <a:solidFill>
                            <a:schemeClr val="tx1"/>
                          </a:solidFill>
                          <a:latin typeface="Ubuntu"/>
                        </a:defRPr>
                      </a:lvl6pPr>
                      <a:lvl7pPr marL="2743200" algn="l" defTabSz="914400" rtl="0" eaLnBrk="1" latinLnBrk="0" hangingPunct="1">
                        <a:defRPr sz="1800" kern="1200">
                          <a:solidFill>
                            <a:schemeClr val="tx1"/>
                          </a:solidFill>
                          <a:latin typeface="Ubuntu"/>
                        </a:defRPr>
                      </a:lvl7pPr>
                      <a:lvl8pPr marL="3200400" algn="l" defTabSz="914400" rtl="0" eaLnBrk="1" latinLnBrk="0" hangingPunct="1">
                        <a:defRPr sz="1800" kern="1200">
                          <a:solidFill>
                            <a:schemeClr val="tx1"/>
                          </a:solidFill>
                          <a:latin typeface="Ubuntu"/>
                        </a:defRPr>
                      </a:lvl8pPr>
                      <a:lvl9pPr marL="3657600" algn="l" defTabSz="914400" rtl="0" eaLnBrk="1" latinLnBrk="0" hangingPunct="1">
                        <a:defRPr sz="1800" kern="1200">
                          <a:solidFill>
                            <a:schemeClr val="tx1"/>
                          </a:solidFill>
                          <a:latin typeface="Ubuntu"/>
                        </a:defRPr>
                      </a:lvl9pPr>
                    </a:lstStyle>
                    <a:p>
                      <a:pPr algn="l" fontAlgn="ctr"/>
                      <a:endParaRPr lang="en-IN" sz="1100" b="0" i="0" u="none" strike="noStrike">
                        <a:solidFill>
                          <a:srgbClr val="000000"/>
                        </a:solidFill>
                        <a:effectLst/>
                        <a:latin typeface="+mn-lt"/>
                      </a:endParaRPr>
                    </a:p>
                  </a:txBody>
                  <a:tcPr marL="7620"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272936">
                        <a:lumMod val="10000"/>
                        <a:lumOff val="90000"/>
                      </a:srgbClr>
                    </a:solidFill>
                  </a:tcPr>
                </a:tc>
                <a:tc>
                  <a:txBody>
                    <a:bodyPr/>
                    <a:lstStyle>
                      <a:lvl1pPr marL="0" algn="l" defTabSz="914400" rtl="0" eaLnBrk="1" latinLnBrk="0" hangingPunct="1">
                        <a:defRPr sz="1800" kern="1200">
                          <a:solidFill>
                            <a:schemeClr val="tx1"/>
                          </a:solidFill>
                          <a:latin typeface="Ubuntu"/>
                        </a:defRPr>
                      </a:lvl1pPr>
                      <a:lvl2pPr marL="457200" algn="l" defTabSz="914400" rtl="0" eaLnBrk="1" latinLnBrk="0" hangingPunct="1">
                        <a:defRPr sz="1800" kern="1200">
                          <a:solidFill>
                            <a:schemeClr val="tx1"/>
                          </a:solidFill>
                          <a:latin typeface="Ubuntu"/>
                        </a:defRPr>
                      </a:lvl2pPr>
                      <a:lvl3pPr marL="914400" algn="l" defTabSz="914400" rtl="0" eaLnBrk="1" latinLnBrk="0" hangingPunct="1">
                        <a:defRPr sz="1800" kern="1200">
                          <a:solidFill>
                            <a:schemeClr val="tx1"/>
                          </a:solidFill>
                          <a:latin typeface="Ubuntu"/>
                        </a:defRPr>
                      </a:lvl3pPr>
                      <a:lvl4pPr marL="1371600" algn="l" defTabSz="914400" rtl="0" eaLnBrk="1" latinLnBrk="0" hangingPunct="1">
                        <a:defRPr sz="1800" kern="1200">
                          <a:solidFill>
                            <a:schemeClr val="tx1"/>
                          </a:solidFill>
                          <a:latin typeface="Ubuntu"/>
                        </a:defRPr>
                      </a:lvl4pPr>
                      <a:lvl5pPr marL="1828800" algn="l" defTabSz="914400" rtl="0" eaLnBrk="1" latinLnBrk="0" hangingPunct="1">
                        <a:defRPr sz="1800" kern="1200">
                          <a:solidFill>
                            <a:schemeClr val="tx1"/>
                          </a:solidFill>
                          <a:latin typeface="Ubuntu"/>
                        </a:defRPr>
                      </a:lvl5pPr>
                      <a:lvl6pPr marL="2286000" algn="l" defTabSz="914400" rtl="0" eaLnBrk="1" latinLnBrk="0" hangingPunct="1">
                        <a:defRPr sz="1800" kern="1200">
                          <a:solidFill>
                            <a:schemeClr val="tx1"/>
                          </a:solidFill>
                          <a:latin typeface="Ubuntu"/>
                        </a:defRPr>
                      </a:lvl6pPr>
                      <a:lvl7pPr marL="2743200" algn="l" defTabSz="914400" rtl="0" eaLnBrk="1" latinLnBrk="0" hangingPunct="1">
                        <a:defRPr sz="1800" kern="1200">
                          <a:solidFill>
                            <a:schemeClr val="tx1"/>
                          </a:solidFill>
                          <a:latin typeface="Ubuntu"/>
                        </a:defRPr>
                      </a:lvl7pPr>
                      <a:lvl8pPr marL="3200400" algn="l" defTabSz="914400" rtl="0" eaLnBrk="1" latinLnBrk="0" hangingPunct="1">
                        <a:defRPr sz="1800" kern="1200">
                          <a:solidFill>
                            <a:schemeClr val="tx1"/>
                          </a:solidFill>
                          <a:latin typeface="Ubuntu"/>
                        </a:defRPr>
                      </a:lvl8pPr>
                      <a:lvl9pPr marL="3657600" algn="l" defTabSz="914400" rtl="0" eaLnBrk="1" latinLnBrk="0" hangingPunct="1">
                        <a:defRPr sz="1800" kern="1200">
                          <a:solidFill>
                            <a:schemeClr val="tx1"/>
                          </a:solidFill>
                          <a:latin typeface="Ubuntu"/>
                        </a:defRPr>
                      </a:lvl9pPr>
                    </a:lstStyle>
                    <a:p>
                      <a:pPr algn="l" fontAlgn="ctr"/>
                      <a:endParaRPr lang="en-IN" sz="1100" b="0" i="0" u="none" strike="noStrike">
                        <a:solidFill>
                          <a:srgbClr val="000000"/>
                        </a:solidFill>
                        <a:effectLst/>
                        <a:latin typeface="+mn-lt"/>
                      </a:endParaRPr>
                    </a:p>
                  </a:txBody>
                  <a:tcPr marL="7620" marR="7620" marT="7620" marB="0" anchor="ctr">
                    <a:lnL w="12700" cap="flat" cmpd="sng" algn="ctr">
                      <a:solidFill>
                        <a:srgbClr val="FFFFFF"/>
                      </a:solidFill>
                      <a:prstDash val="solid"/>
                      <a:round/>
                      <a:headEnd type="none" w="med" len="med"/>
                      <a:tailEnd type="none" w="med" len="med"/>
                    </a:lnL>
                    <a:lnR w="12700" cap="flat" cmpd="sng" algn="ctr">
                      <a:solidFill>
                        <a:sysClr val="windowText" lastClr="000000">
                          <a:lumMod val="50000"/>
                          <a:lumOff val="50000"/>
                        </a:sys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272936">
                        <a:lumMod val="10000"/>
                        <a:lumOff val="90000"/>
                      </a:srgbClr>
                    </a:solidFill>
                  </a:tcPr>
                </a:tc>
                <a:extLst>
                  <a:ext uri="{0D108BD9-81ED-4DB2-BD59-A6C34878D82A}">
                    <a16:rowId xmlns:a16="http://schemas.microsoft.com/office/drawing/2014/main" val="4220643865"/>
                  </a:ext>
                </a:extLst>
              </a:tr>
              <a:tr h="152056">
                <a:tc vMerge="1">
                  <a:txBody>
                    <a:bodyPr/>
                    <a:lstStyle/>
                    <a:p>
                      <a:pPr algn="l" fontAlgn="ctr"/>
                      <a:endParaRPr lang="en-IN" sz="1200" b="1" i="0" u="none" strike="noStrike">
                        <a:solidFill>
                          <a:schemeClr val="bg1"/>
                        </a:solidFill>
                        <a:effectLst/>
                        <a:latin typeface="+mj-lt"/>
                      </a:endParaRPr>
                    </a:p>
                  </a:txBody>
                  <a:tcPr marL="36000" marR="7620" marT="7620" marB="0" anchor="ctr">
                    <a:lnL w="6350" cap="flat" cmpd="sng" algn="ctr">
                      <a:solidFill>
                        <a:srgbClr val="BFBFBF"/>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0F878A"/>
                    </a:solidFill>
                  </a:tcPr>
                </a:tc>
                <a:tc vMerge="1">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sz="900"/>
                        <a:t>Prepare Business Case</a:t>
                      </a:r>
                    </a:p>
                  </a:txBody>
                  <a:tcPr marL="36000" marR="7620" marT="7620" marB="0" anchor="ctr">
                    <a:lnL w="1905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2">
                        <a:lumMod val="20000"/>
                        <a:lumOff val="80000"/>
                      </a:schemeClr>
                    </a:solidFill>
                  </a:tcPr>
                </a:tc>
                <a:tc>
                  <a:txBody>
                    <a:bodyPr/>
                    <a:lstStyle>
                      <a:lvl1pPr marL="0" algn="l" defTabSz="914400" rtl="0" eaLnBrk="1" latinLnBrk="0" hangingPunct="1">
                        <a:defRPr sz="1800" kern="1200">
                          <a:solidFill>
                            <a:schemeClr val="tx1"/>
                          </a:solidFill>
                          <a:latin typeface="Ubuntu"/>
                        </a:defRPr>
                      </a:lvl1pPr>
                      <a:lvl2pPr marL="457200" algn="l" defTabSz="914400" rtl="0" eaLnBrk="1" latinLnBrk="0" hangingPunct="1">
                        <a:defRPr sz="1800" kern="1200">
                          <a:solidFill>
                            <a:schemeClr val="tx1"/>
                          </a:solidFill>
                          <a:latin typeface="Ubuntu"/>
                        </a:defRPr>
                      </a:lvl2pPr>
                      <a:lvl3pPr marL="914400" algn="l" defTabSz="914400" rtl="0" eaLnBrk="1" latinLnBrk="0" hangingPunct="1">
                        <a:defRPr sz="1800" kern="1200">
                          <a:solidFill>
                            <a:schemeClr val="tx1"/>
                          </a:solidFill>
                          <a:latin typeface="Ubuntu"/>
                        </a:defRPr>
                      </a:lvl3pPr>
                      <a:lvl4pPr marL="1371600" algn="l" defTabSz="914400" rtl="0" eaLnBrk="1" latinLnBrk="0" hangingPunct="1">
                        <a:defRPr sz="1800" kern="1200">
                          <a:solidFill>
                            <a:schemeClr val="tx1"/>
                          </a:solidFill>
                          <a:latin typeface="Ubuntu"/>
                        </a:defRPr>
                      </a:lvl4pPr>
                      <a:lvl5pPr marL="1828800" algn="l" defTabSz="914400" rtl="0" eaLnBrk="1" latinLnBrk="0" hangingPunct="1">
                        <a:defRPr sz="1800" kern="1200">
                          <a:solidFill>
                            <a:schemeClr val="tx1"/>
                          </a:solidFill>
                          <a:latin typeface="Ubuntu"/>
                        </a:defRPr>
                      </a:lvl5pPr>
                      <a:lvl6pPr marL="2286000" algn="l" defTabSz="914400" rtl="0" eaLnBrk="1" latinLnBrk="0" hangingPunct="1">
                        <a:defRPr sz="1800" kern="1200">
                          <a:solidFill>
                            <a:schemeClr val="tx1"/>
                          </a:solidFill>
                          <a:latin typeface="Ubuntu"/>
                        </a:defRPr>
                      </a:lvl6pPr>
                      <a:lvl7pPr marL="2743200" algn="l" defTabSz="914400" rtl="0" eaLnBrk="1" latinLnBrk="0" hangingPunct="1">
                        <a:defRPr sz="1800" kern="1200">
                          <a:solidFill>
                            <a:schemeClr val="tx1"/>
                          </a:solidFill>
                          <a:latin typeface="Ubuntu"/>
                        </a:defRPr>
                      </a:lvl7pPr>
                      <a:lvl8pPr marL="3200400" algn="l" defTabSz="914400" rtl="0" eaLnBrk="1" latinLnBrk="0" hangingPunct="1">
                        <a:defRPr sz="1800" kern="1200">
                          <a:solidFill>
                            <a:schemeClr val="tx1"/>
                          </a:solidFill>
                          <a:latin typeface="Ubuntu"/>
                        </a:defRPr>
                      </a:lvl8pPr>
                      <a:lvl9pPr marL="3657600" algn="l" defTabSz="914400" rtl="0" eaLnBrk="1" latinLnBrk="0" hangingPunct="1">
                        <a:defRPr sz="1800" kern="1200">
                          <a:solidFill>
                            <a:schemeClr val="tx1"/>
                          </a:solidFill>
                          <a:latin typeface="Ubuntu"/>
                        </a:defRPr>
                      </a:lvl9pPr>
                    </a:lstStyle>
                    <a:p>
                      <a:pPr algn="l" fontAlgn="ctr"/>
                      <a:endParaRPr lang="en-IN" sz="1100" b="0" i="0" u="none" strike="noStrike">
                        <a:solidFill>
                          <a:srgbClr val="000000"/>
                        </a:solidFill>
                        <a:effectLst/>
                        <a:latin typeface="+mn-lt"/>
                      </a:endParaRPr>
                    </a:p>
                  </a:txBody>
                  <a:tcPr marL="7620" marR="7620" marT="7620" marB="0" anchor="ctr">
                    <a:lnL w="28575"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272936">
                        <a:lumMod val="10000"/>
                        <a:lumOff val="90000"/>
                      </a:srgbClr>
                    </a:solidFill>
                  </a:tcPr>
                </a:tc>
                <a:tc>
                  <a:txBody>
                    <a:bodyPr/>
                    <a:lstStyle>
                      <a:lvl1pPr marL="0" algn="l" defTabSz="914400" rtl="0" eaLnBrk="1" latinLnBrk="0" hangingPunct="1">
                        <a:defRPr sz="1800" kern="1200">
                          <a:solidFill>
                            <a:schemeClr val="tx1"/>
                          </a:solidFill>
                          <a:latin typeface="Ubuntu"/>
                        </a:defRPr>
                      </a:lvl1pPr>
                      <a:lvl2pPr marL="457200" algn="l" defTabSz="914400" rtl="0" eaLnBrk="1" latinLnBrk="0" hangingPunct="1">
                        <a:defRPr sz="1800" kern="1200">
                          <a:solidFill>
                            <a:schemeClr val="tx1"/>
                          </a:solidFill>
                          <a:latin typeface="Ubuntu"/>
                        </a:defRPr>
                      </a:lvl2pPr>
                      <a:lvl3pPr marL="914400" algn="l" defTabSz="914400" rtl="0" eaLnBrk="1" latinLnBrk="0" hangingPunct="1">
                        <a:defRPr sz="1800" kern="1200">
                          <a:solidFill>
                            <a:schemeClr val="tx1"/>
                          </a:solidFill>
                          <a:latin typeface="Ubuntu"/>
                        </a:defRPr>
                      </a:lvl3pPr>
                      <a:lvl4pPr marL="1371600" algn="l" defTabSz="914400" rtl="0" eaLnBrk="1" latinLnBrk="0" hangingPunct="1">
                        <a:defRPr sz="1800" kern="1200">
                          <a:solidFill>
                            <a:schemeClr val="tx1"/>
                          </a:solidFill>
                          <a:latin typeface="Ubuntu"/>
                        </a:defRPr>
                      </a:lvl4pPr>
                      <a:lvl5pPr marL="1828800" algn="l" defTabSz="914400" rtl="0" eaLnBrk="1" latinLnBrk="0" hangingPunct="1">
                        <a:defRPr sz="1800" kern="1200">
                          <a:solidFill>
                            <a:schemeClr val="tx1"/>
                          </a:solidFill>
                          <a:latin typeface="Ubuntu"/>
                        </a:defRPr>
                      </a:lvl5pPr>
                      <a:lvl6pPr marL="2286000" algn="l" defTabSz="914400" rtl="0" eaLnBrk="1" latinLnBrk="0" hangingPunct="1">
                        <a:defRPr sz="1800" kern="1200">
                          <a:solidFill>
                            <a:schemeClr val="tx1"/>
                          </a:solidFill>
                          <a:latin typeface="Ubuntu"/>
                        </a:defRPr>
                      </a:lvl6pPr>
                      <a:lvl7pPr marL="2743200" algn="l" defTabSz="914400" rtl="0" eaLnBrk="1" latinLnBrk="0" hangingPunct="1">
                        <a:defRPr sz="1800" kern="1200">
                          <a:solidFill>
                            <a:schemeClr val="tx1"/>
                          </a:solidFill>
                          <a:latin typeface="Ubuntu"/>
                        </a:defRPr>
                      </a:lvl7pPr>
                      <a:lvl8pPr marL="3200400" algn="l" defTabSz="914400" rtl="0" eaLnBrk="1" latinLnBrk="0" hangingPunct="1">
                        <a:defRPr sz="1800" kern="1200">
                          <a:solidFill>
                            <a:schemeClr val="tx1"/>
                          </a:solidFill>
                          <a:latin typeface="Ubuntu"/>
                        </a:defRPr>
                      </a:lvl8pPr>
                      <a:lvl9pPr marL="3657600" algn="l" defTabSz="914400" rtl="0" eaLnBrk="1" latinLnBrk="0" hangingPunct="1">
                        <a:defRPr sz="1800" kern="1200">
                          <a:solidFill>
                            <a:schemeClr val="tx1"/>
                          </a:solidFill>
                          <a:latin typeface="Ubuntu"/>
                        </a:defRPr>
                      </a:lvl9pPr>
                    </a:lstStyle>
                    <a:p>
                      <a:pPr algn="l" fontAlgn="ctr"/>
                      <a:endParaRPr lang="en-IN" sz="1100" b="0" i="0" u="none" strike="noStrike">
                        <a:solidFill>
                          <a:srgbClr val="000000"/>
                        </a:solidFill>
                        <a:effectLst/>
                        <a:latin typeface="+mn-lt"/>
                      </a:endParaRPr>
                    </a:p>
                  </a:txBody>
                  <a:tcPr marL="7620"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272936">
                        <a:lumMod val="10000"/>
                        <a:lumOff val="90000"/>
                      </a:srgbClr>
                    </a:solidFill>
                  </a:tcPr>
                </a:tc>
                <a:tc>
                  <a:txBody>
                    <a:bodyPr/>
                    <a:lstStyle>
                      <a:lvl1pPr marL="0" algn="l" defTabSz="914400" rtl="0" eaLnBrk="1" latinLnBrk="0" hangingPunct="1">
                        <a:defRPr sz="1800" kern="1200">
                          <a:solidFill>
                            <a:schemeClr val="tx1"/>
                          </a:solidFill>
                          <a:latin typeface="Ubuntu"/>
                        </a:defRPr>
                      </a:lvl1pPr>
                      <a:lvl2pPr marL="457200" algn="l" defTabSz="914400" rtl="0" eaLnBrk="1" latinLnBrk="0" hangingPunct="1">
                        <a:defRPr sz="1800" kern="1200">
                          <a:solidFill>
                            <a:schemeClr val="tx1"/>
                          </a:solidFill>
                          <a:latin typeface="Ubuntu"/>
                        </a:defRPr>
                      </a:lvl2pPr>
                      <a:lvl3pPr marL="914400" algn="l" defTabSz="914400" rtl="0" eaLnBrk="1" latinLnBrk="0" hangingPunct="1">
                        <a:defRPr sz="1800" kern="1200">
                          <a:solidFill>
                            <a:schemeClr val="tx1"/>
                          </a:solidFill>
                          <a:latin typeface="Ubuntu"/>
                        </a:defRPr>
                      </a:lvl3pPr>
                      <a:lvl4pPr marL="1371600" algn="l" defTabSz="914400" rtl="0" eaLnBrk="1" latinLnBrk="0" hangingPunct="1">
                        <a:defRPr sz="1800" kern="1200">
                          <a:solidFill>
                            <a:schemeClr val="tx1"/>
                          </a:solidFill>
                          <a:latin typeface="Ubuntu"/>
                        </a:defRPr>
                      </a:lvl4pPr>
                      <a:lvl5pPr marL="1828800" algn="l" defTabSz="914400" rtl="0" eaLnBrk="1" latinLnBrk="0" hangingPunct="1">
                        <a:defRPr sz="1800" kern="1200">
                          <a:solidFill>
                            <a:schemeClr val="tx1"/>
                          </a:solidFill>
                          <a:latin typeface="Ubuntu"/>
                        </a:defRPr>
                      </a:lvl5pPr>
                      <a:lvl6pPr marL="2286000" algn="l" defTabSz="914400" rtl="0" eaLnBrk="1" latinLnBrk="0" hangingPunct="1">
                        <a:defRPr sz="1800" kern="1200">
                          <a:solidFill>
                            <a:schemeClr val="tx1"/>
                          </a:solidFill>
                          <a:latin typeface="Ubuntu"/>
                        </a:defRPr>
                      </a:lvl6pPr>
                      <a:lvl7pPr marL="2743200" algn="l" defTabSz="914400" rtl="0" eaLnBrk="1" latinLnBrk="0" hangingPunct="1">
                        <a:defRPr sz="1800" kern="1200">
                          <a:solidFill>
                            <a:schemeClr val="tx1"/>
                          </a:solidFill>
                          <a:latin typeface="Ubuntu"/>
                        </a:defRPr>
                      </a:lvl7pPr>
                      <a:lvl8pPr marL="3200400" algn="l" defTabSz="914400" rtl="0" eaLnBrk="1" latinLnBrk="0" hangingPunct="1">
                        <a:defRPr sz="1800" kern="1200">
                          <a:solidFill>
                            <a:schemeClr val="tx1"/>
                          </a:solidFill>
                          <a:latin typeface="Ubuntu"/>
                        </a:defRPr>
                      </a:lvl8pPr>
                      <a:lvl9pPr marL="3657600" algn="l" defTabSz="914400" rtl="0" eaLnBrk="1" latinLnBrk="0" hangingPunct="1">
                        <a:defRPr sz="1800" kern="1200">
                          <a:solidFill>
                            <a:schemeClr val="tx1"/>
                          </a:solidFill>
                          <a:latin typeface="Ubuntu"/>
                        </a:defRPr>
                      </a:lvl9pPr>
                    </a:lstStyle>
                    <a:p>
                      <a:pPr algn="l" fontAlgn="ctr"/>
                      <a:endParaRPr lang="en-IN" sz="1100" b="0" i="0" u="none" strike="noStrike">
                        <a:solidFill>
                          <a:srgbClr val="000000"/>
                        </a:solidFill>
                        <a:effectLst/>
                        <a:latin typeface="+mn-lt"/>
                      </a:endParaRPr>
                    </a:p>
                  </a:txBody>
                  <a:tcPr marL="7620"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272936">
                        <a:lumMod val="10000"/>
                        <a:lumOff val="90000"/>
                      </a:srgbClr>
                    </a:solidFill>
                  </a:tcPr>
                </a:tc>
                <a:tc>
                  <a:txBody>
                    <a:bodyPr/>
                    <a:lstStyle>
                      <a:lvl1pPr marL="0" algn="l" defTabSz="914400" rtl="0" eaLnBrk="1" latinLnBrk="0" hangingPunct="1">
                        <a:defRPr sz="1800" kern="1200">
                          <a:solidFill>
                            <a:schemeClr val="tx1"/>
                          </a:solidFill>
                          <a:latin typeface="Ubuntu"/>
                        </a:defRPr>
                      </a:lvl1pPr>
                      <a:lvl2pPr marL="457200" algn="l" defTabSz="914400" rtl="0" eaLnBrk="1" latinLnBrk="0" hangingPunct="1">
                        <a:defRPr sz="1800" kern="1200">
                          <a:solidFill>
                            <a:schemeClr val="tx1"/>
                          </a:solidFill>
                          <a:latin typeface="Ubuntu"/>
                        </a:defRPr>
                      </a:lvl2pPr>
                      <a:lvl3pPr marL="914400" algn="l" defTabSz="914400" rtl="0" eaLnBrk="1" latinLnBrk="0" hangingPunct="1">
                        <a:defRPr sz="1800" kern="1200">
                          <a:solidFill>
                            <a:schemeClr val="tx1"/>
                          </a:solidFill>
                          <a:latin typeface="Ubuntu"/>
                        </a:defRPr>
                      </a:lvl3pPr>
                      <a:lvl4pPr marL="1371600" algn="l" defTabSz="914400" rtl="0" eaLnBrk="1" latinLnBrk="0" hangingPunct="1">
                        <a:defRPr sz="1800" kern="1200">
                          <a:solidFill>
                            <a:schemeClr val="tx1"/>
                          </a:solidFill>
                          <a:latin typeface="Ubuntu"/>
                        </a:defRPr>
                      </a:lvl4pPr>
                      <a:lvl5pPr marL="1828800" algn="l" defTabSz="914400" rtl="0" eaLnBrk="1" latinLnBrk="0" hangingPunct="1">
                        <a:defRPr sz="1800" kern="1200">
                          <a:solidFill>
                            <a:schemeClr val="tx1"/>
                          </a:solidFill>
                          <a:latin typeface="Ubuntu"/>
                        </a:defRPr>
                      </a:lvl5pPr>
                      <a:lvl6pPr marL="2286000" algn="l" defTabSz="914400" rtl="0" eaLnBrk="1" latinLnBrk="0" hangingPunct="1">
                        <a:defRPr sz="1800" kern="1200">
                          <a:solidFill>
                            <a:schemeClr val="tx1"/>
                          </a:solidFill>
                          <a:latin typeface="Ubuntu"/>
                        </a:defRPr>
                      </a:lvl6pPr>
                      <a:lvl7pPr marL="2743200" algn="l" defTabSz="914400" rtl="0" eaLnBrk="1" latinLnBrk="0" hangingPunct="1">
                        <a:defRPr sz="1800" kern="1200">
                          <a:solidFill>
                            <a:schemeClr val="tx1"/>
                          </a:solidFill>
                          <a:latin typeface="Ubuntu"/>
                        </a:defRPr>
                      </a:lvl7pPr>
                      <a:lvl8pPr marL="3200400" algn="l" defTabSz="914400" rtl="0" eaLnBrk="1" latinLnBrk="0" hangingPunct="1">
                        <a:defRPr sz="1800" kern="1200">
                          <a:solidFill>
                            <a:schemeClr val="tx1"/>
                          </a:solidFill>
                          <a:latin typeface="Ubuntu"/>
                        </a:defRPr>
                      </a:lvl8pPr>
                      <a:lvl9pPr marL="3657600" algn="l" defTabSz="914400" rtl="0" eaLnBrk="1" latinLnBrk="0" hangingPunct="1">
                        <a:defRPr sz="1800" kern="1200">
                          <a:solidFill>
                            <a:schemeClr val="tx1"/>
                          </a:solidFill>
                          <a:latin typeface="Ubuntu"/>
                        </a:defRPr>
                      </a:lvl9pPr>
                    </a:lstStyle>
                    <a:p>
                      <a:pPr algn="l" fontAlgn="ctr"/>
                      <a:endParaRPr lang="en-IN" sz="1100" b="0" i="0" u="none" strike="noStrike">
                        <a:solidFill>
                          <a:srgbClr val="000000"/>
                        </a:solidFill>
                        <a:effectLst/>
                        <a:latin typeface="+mn-lt"/>
                      </a:endParaRPr>
                    </a:p>
                  </a:txBody>
                  <a:tcPr marL="7620"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272936">
                        <a:lumMod val="10000"/>
                        <a:lumOff val="90000"/>
                      </a:srgbClr>
                    </a:solidFill>
                  </a:tcPr>
                </a:tc>
                <a:tc>
                  <a:txBody>
                    <a:bodyPr/>
                    <a:lstStyle>
                      <a:lvl1pPr marL="0" algn="l" defTabSz="914400" rtl="0" eaLnBrk="1" latinLnBrk="0" hangingPunct="1">
                        <a:defRPr sz="1800" kern="1200">
                          <a:solidFill>
                            <a:schemeClr val="tx1"/>
                          </a:solidFill>
                          <a:latin typeface="Ubuntu"/>
                        </a:defRPr>
                      </a:lvl1pPr>
                      <a:lvl2pPr marL="457200" algn="l" defTabSz="914400" rtl="0" eaLnBrk="1" latinLnBrk="0" hangingPunct="1">
                        <a:defRPr sz="1800" kern="1200">
                          <a:solidFill>
                            <a:schemeClr val="tx1"/>
                          </a:solidFill>
                          <a:latin typeface="Ubuntu"/>
                        </a:defRPr>
                      </a:lvl2pPr>
                      <a:lvl3pPr marL="914400" algn="l" defTabSz="914400" rtl="0" eaLnBrk="1" latinLnBrk="0" hangingPunct="1">
                        <a:defRPr sz="1800" kern="1200">
                          <a:solidFill>
                            <a:schemeClr val="tx1"/>
                          </a:solidFill>
                          <a:latin typeface="Ubuntu"/>
                        </a:defRPr>
                      </a:lvl3pPr>
                      <a:lvl4pPr marL="1371600" algn="l" defTabSz="914400" rtl="0" eaLnBrk="1" latinLnBrk="0" hangingPunct="1">
                        <a:defRPr sz="1800" kern="1200">
                          <a:solidFill>
                            <a:schemeClr val="tx1"/>
                          </a:solidFill>
                          <a:latin typeface="Ubuntu"/>
                        </a:defRPr>
                      </a:lvl4pPr>
                      <a:lvl5pPr marL="1828800" algn="l" defTabSz="914400" rtl="0" eaLnBrk="1" latinLnBrk="0" hangingPunct="1">
                        <a:defRPr sz="1800" kern="1200">
                          <a:solidFill>
                            <a:schemeClr val="tx1"/>
                          </a:solidFill>
                          <a:latin typeface="Ubuntu"/>
                        </a:defRPr>
                      </a:lvl5pPr>
                      <a:lvl6pPr marL="2286000" algn="l" defTabSz="914400" rtl="0" eaLnBrk="1" latinLnBrk="0" hangingPunct="1">
                        <a:defRPr sz="1800" kern="1200">
                          <a:solidFill>
                            <a:schemeClr val="tx1"/>
                          </a:solidFill>
                          <a:latin typeface="Ubuntu"/>
                        </a:defRPr>
                      </a:lvl6pPr>
                      <a:lvl7pPr marL="2743200" algn="l" defTabSz="914400" rtl="0" eaLnBrk="1" latinLnBrk="0" hangingPunct="1">
                        <a:defRPr sz="1800" kern="1200">
                          <a:solidFill>
                            <a:schemeClr val="tx1"/>
                          </a:solidFill>
                          <a:latin typeface="Ubuntu"/>
                        </a:defRPr>
                      </a:lvl7pPr>
                      <a:lvl8pPr marL="3200400" algn="l" defTabSz="914400" rtl="0" eaLnBrk="1" latinLnBrk="0" hangingPunct="1">
                        <a:defRPr sz="1800" kern="1200">
                          <a:solidFill>
                            <a:schemeClr val="tx1"/>
                          </a:solidFill>
                          <a:latin typeface="Ubuntu"/>
                        </a:defRPr>
                      </a:lvl8pPr>
                      <a:lvl9pPr marL="3657600" algn="l" defTabSz="914400" rtl="0" eaLnBrk="1" latinLnBrk="0" hangingPunct="1">
                        <a:defRPr sz="1800" kern="1200">
                          <a:solidFill>
                            <a:schemeClr val="tx1"/>
                          </a:solidFill>
                          <a:latin typeface="Ubuntu"/>
                        </a:defRPr>
                      </a:lvl9pPr>
                    </a:lstStyle>
                    <a:p>
                      <a:pPr algn="l" fontAlgn="ctr"/>
                      <a:endParaRPr lang="en-IN" sz="1100" b="0" i="0" u="none" strike="noStrike">
                        <a:solidFill>
                          <a:srgbClr val="000000"/>
                        </a:solidFill>
                        <a:effectLst/>
                        <a:latin typeface="+mn-lt"/>
                      </a:endParaRPr>
                    </a:p>
                  </a:txBody>
                  <a:tcPr marL="7620"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272936">
                        <a:lumMod val="10000"/>
                        <a:lumOff val="90000"/>
                      </a:srgbClr>
                    </a:solidFill>
                  </a:tcPr>
                </a:tc>
                <a:tc>
                  <a:txBody>
                    <a:bodyPr/>
                    <a:lstStyle>
                      <a:lvl1pPr marL="0" algn="l" defTabSz="914400" rtl="0" eaLnBrk="1" latinLnBrk="0" hangingPunct="1">
                        <a:defRPr sz="1800" kern="1200">
                          <a:solidFill>
                            <a:schemeClr val="tx1"/>
                          </a:solidFill>
                          <a:latin typeface="Ubuntu"/>
                        </a:defRPr>
                      </a:lvl1pPr>
                      <a:lvl2pPr marL="457200" algn="l" defTabSz="914400" rtl="0" eaLnBrk="1" latinLnBrk="0" hangingPunct="1">
                        <a:defRPr sz="1800" kern="1200">
                          <a:solidFill>
                            <a:schemeClr val="tx1"/>
                          </a:solidFill>
                          <a:latin typeface="Ubuntu"/>
                        </a:defRPr>
                      </a:lvl2pPr>
                      <a:lvl3pPr marL="914400" algn="l" defTabSz="914400" rtl="0" eaLnBrk="1" latinLnBrk="0" hangingPunct="1">
                        <a:defRPr sz="1800" kern="1200">
                          <a:solidFill>
                            <a:schemeClr val="tx1"/>
                          </a:solidFill>
                          <a:latin typeface="Ubuntu"/>
                        </a:defRPr>
                      </a:lvl3pPr>
                      <a:lvl4pPr marL="1371600" algn="l" defTabSz="914400" rtl="0" eaLnBrk="1" latinLnBrk="0" hangingPunct="1">
                        <a:defRPr sz="1800" kern="1200">
                          <a:solidFill>
                            <a:schemeClr val="tx1"/>
                          </a:solidFill>
                          <a:latin typeface="Ubuntu"/>
                        </a:defRPr>
                      </a:lvl4pPr>
                      <a:lvl5pPr marL="1828800" algn="l" defTabSz="914400" rtl="0" eaLnBrk="1" latinLnBrk="0" hangingPunct="1">
                        <a:defRPr sz="1800" kern="1200">
                          <a:solidFill>
                            <a:schemeClr val="tx1"/>
                          </a:solidFill>
                          <a:latin typeface="Ubuntu"/>
                        </a:defRPr>
                      </a:lvl5pPr>
                      <a:lvl6pPr marL="2286000" algn="l" defTabSz="914400" rtl="0" eaLnBrk="1" latinLnBrk="0" hangingPunct="1">
                        <a:defRPr sz="1800" kern="1200">
                          <a:solidFill>
                            <a:schemeClr val="tx1"/>
                          </a:solidFill>
                          <a:latin typeface="Ubuntu"/>
                        </a:defRPr>
                      </a:lvl6pPr>
                      <a:lvl7pPr marL="2743200" algn="l" defTabSz="914400" rtl="0" eaLnBrk="1" latinLnBrk="0" hangingPunct="1">
                        <a:defRPr sz="1800" kern="1200">
                          <a:solidFill>
                            <a:schemeClr val="tx1"/>
                          </a:solidFill>
                          <a:latin typeface="Ubuntu"/>
                        </a:defRPr>
                      </a:lvl7pPr>
                      <a:lvl8pPr marL="3200400" algn="l" defTabSz="914400" rtl="0" eaLnBrk="1" latinLnBrk="0" hangingPunct="1">
                        <a:defRPr sz="1800" kern="1200">
                          <a:solidFill>
                            <a:schemeClr val="tx1"/>
                          </a:solidFill>
                          <a:latin typeface="Ubuntu"/>
                        </a:defRPr>
                      </a:lvl8pPr>
                      <a:lvl9pPr marL="3657600" algn="l" defTabSz="914400" rtl="0" eaLnBrk="1" latinLnBrk="0" hangingPunct="1">
                        <a:defRPr sz="1800" kern="1200">
                          <a:solidFill>
                            <a:schemeClr val="tx1"/>
                          </a:solidFill>
                          <a:latin typeface="Ubuntu"/>
                        </a:defRPr>
                      </a:lvl9pPr>
                    </a:lstStyle>
                    <a:p>
                      <a:pPr algn="l" fontAlgn="ctr"/>
                      <a:endParaRPr lang="en-IN" sz="1100" b="0" i="0" u="none" strike="noStrike">
                        <a:solidFill>
                          <a:srgbClr val="000000"/>
                        </a:solidFill>
                        <a:effectLst/>
                        <a:latin typeface="+mn-lt"/>
                      </a:endParaRPr>
                    </a:p>
                  </a:txBody>
                  <a:tcPr marL="7620"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272936">
                        <a:lumMod val="10000"/>
                        <a:lumOff val="90000"/>
                      </a:srgbClr>
                    </a:solidFill>
                  </a:tcPr>
                </a:tc>
                <a:tc>
                  <a:txBody>
                    <a:bodyPr/>
                    <a:lstStyle>
                      <a:lvl1pPr marL="0" algn="l" defTabSz="914400" rtl="0" eaLnBrk="1" latinLnBrk="0" hangingPunct="1">
                        <a:defRPr sz="1800" kern="1200">
                          <a:solidFill>
                            <a:schemeClr val="tx1"/>
                          </a:solidFill>
                          <a:latin typeface="Ubuntu"/>
                        </a:defRPr>
                      </a:lvl1pPr>
                      <a:lvl2pPr marL="457200" algn="l" defTabSz="914400" rtl="0" eaLnBrk="1" latinLnBrk="0" hangingPunct="1">
                        <a:defRPr sz="1800" kern="1200">
                          <a:solidFill>
                            <a:schemeClr val="tx1"/>
                          </a:solidFill>
                          <a:latin typeface="Ubuntu"/>
                        </a:defRPr>
                      </a:lvl2pPr>
                      <a:lvl3pPr marL="914400" algn="l" defTabSz="914400" rtl="0" eaLnBrk="1" latinLnBrk="0" hangingPunct="1">
                        <a:defRPr sz="1800" kern="1200">
                          <a:solidFill>
                            <a:schemeClr val="tx1"/>
                          </a:solidFill>
                          <a:latin typeface="Ubuntu"/>
                        </a:defRPr>
                      </a:lvl3pPr>
                      <a:lvl4pPr marL="1371600" algn="l" defTabSz="914400" rtl="0" eaLnBrk="1" latinLnBrk="0" hangingPunct="1">
                        <a:defRPr sz="1800" kern="1200">
                          <a:solidFill>
                            <a:schemeClr val="tx1"/>
                          </a:solidFill>
                          <a:latin typeface="Ubuntu"/>
                        </a:defRPr>
                      </a:lvl4pPr>
                      <a:lvl5pPr marL="1828800" algn="l" defTabSz="914400" rtl="0" eaLnBrk="1" latinLnBrk="0" hangingPunct="1">
                        <a:defRPr sz="1800" kern="1200">
                          <a:solidFill>
                            <a:schemeClr val="tx1"/>
                          </a:solidFill>
                          <a:latin typeface="Ubuntu"/>
                        </a:defRPr>
                      </a:lvl5pPr>
                      <a:lvl6pPr marL="2286000" algn="l" defTabSz="914400" rtl="0" eaLnBrk="1" latinLnBrk="0" hangingPunct="1">
                        <a:defRPr sz="1800" kern="1200">
                          <a:solidFill>
                            <a:schemeClr val="tx1"/>
                          </a:solidFill>
                          <a:latin typeface="Ubuntu"/>
                        </a:defRPr>
                      </a:lvl6pPr>
                      <a:lvl7pPr marL="2743200" algn="l" defTabSz="914400" rtl="0" eaLnBrk="1" latinLnBrk="0" hangingPunct="1">
                        <a:defRPr sz="1800" kern="1200">
                          <a:solidFill>
                            <a:schemeClr val="tx1"/>
                          </a:solidFill>
                          <a:latin typeface="Ubuntu"/>
                        </a:defRPr>
                      </a:lvl7pPr>
                      <a:lvl8pPr marL="3200400" algn="l" defTabSz="914400" rtl="0" eaLnBrk="1" latinLnBrk="0" hangingPunct="1">
                        <a:defRPr sz="1800" kern="1200">
                          <a:solidFill>
                            <a:schemeClr val="tx1"/>
                          </a:solidFill>
                          <a:latin typeface="Ubuntu"/>
                        </a:defRPr>
                      </a:lvl8pPr>
                      <a:lvl9pPr marL="3657600" algn="l" defTabSz="914400" rtl="0" eaLnBrk="1" latinLnBrk="0" hangingPunct="1">
                        <a:defRPr sz="1800" kern="1200">
                          <a:solidFill>
                            <a:schemeClr val="tx1"/>
                          </a:solidFill>
                          <a:latin typeface="Ubuntu"/>
                        </a:defRPr>
                      </a:lvl9pPr>
                    </a:lstStyle>
                    <a:p>
                      <a:pPr algn="l" fontAlgn="ctr"/>
                      <a:endParaRPr lang="en-IN" sz="1100" b="0" i="0" u="none" strike="noStrike">
                        <a:solidFill>
                          <a:srgbClr val="000000"/>
                        </a:solidFill>
                        <a:effectLst/>
                        <a:latin typeface="+mn-lt"/>
                      </a:endParaRPr>
                    </a:p>
                  </a:txBody>
                  <a:tcPr marL="7620"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272936">
                        <a:lumMod val="10000"/>
                        <a:lumOff val="90000"/>
                      </a:srgbClr>
                    </a:solidFill>
                  </a:tcPr>
                </a:tc>
                <a:tc>
                  <a:txBody>
                    <a:bodyPr/>
                    <a:lstStyle>
                      <a:lvl1pPr marL="0" algn="l" defTabSz="914400" rtl="0" eaLnBrk="1" latinLnBrk="0" hangingPunct="1">
                        <a:defRPr sz="1800" kern="1200">
                          <a:solidFill>
                            <a:schemeClr val="tx1"/>
                          </a:solidFill>
                          <a:latin typeface="Ubuntu"/>
                        </a:defRPr>
                      </a:lvl1pPr>
                      <a:lvl2pPr marL="457200" algn="l" defTabSz="914400" rtl="0" eaLnBrk="1" latinLnBrk="0" hangingPunct="1">
                        <a:defRPr sz="1800" kern="1200">
                          <a:solidFill>
                            <a:schemeClr val="tx1"/>
                          </a:solidFill>
                          <a:latin typeface="Ubuntu"/>
                        </a:defRPr>
                      </a:lvl2pPr>
                      <a:lvl3pPr marL="914400" algn="l" defTabSz="914400" rtl="0" eaLnBrk="1" latinLnBrk="0" hangingPunct="1">
                        <a:defRPr sz="1800" kern="1200">
                          <a:solidFill>
                            <a:schemeClr val="tx1"/>
                          </a:solidFill>
                          <a:latin typeface="Ubuntu"/>
                        </a:defRPr>
                      </a:lvl3pPr>
                      <a:lvl4pPr marL="1371600" algn="l" defTabSz="914400" rtl="0" eaLnBrk="1" latinLnBrk="0" hangingPunct="1">
                        <a:defRPr sz="1800" kern="1200">
                          <a:solidFill>
                            <a:schemeClr val="tx1"/>
                          </a:solidFill>
                          <a:latin typeface="Ubuntu"/>
                        </a:defRPr>
                      </a:lvl4pPr>
                      <a:lvl5pPr marL="1828800" algn="l" defTabSz="914400" rtl="0" eaLnBrk="1" latinLnBrk="0" hangingPunct="1">
                        <a:defRPr sz="1800" kern="1200">
                          <a:solidFill>
                            <a:schemeClr val="tx1"/>
                          </a:solidFill>
                          <a:latin typeface="Ubuntu"/>
                        </a:defRPr>
                      </a:lvl5pPr>
                      <a:lvl6pPr marL="2286000" algn="l" defTabSz="914400" rtl="0" eaLnBrk="1" latinLnBrk="0" hangingPunct="1">
                        <a:defRPr sz="1800" kern="1200">
                          <a:solidFill>
                            <a:schemeClr val="tx1"/>
                          </a:solidFill>
                          <a:latin typeface="Ubuntu"/>
                        </a:defRPr>
                      </a:lvl6pPr>
                      <a:lvl7pPr marL="2743200" algn="l" defTabSz="914400" rtl="0" eaLnBrk="1" latinLnBrk="0" hangingPunct="1">
                        <a:defRPr sz="1800" kern="1200">
                          <a:solidFill>
                            <a:schemeClr val="tx1"/>
                          </a:solidFill>
                          <a:latin typeface="Ubuntu"/>
                        </a:defRPr>
                      </a:lvl7pPr>
                      <a:lvl8pPr marL="3200400" algn="l" defTabSz="914400" rtl="0" eaLnBrk="1" latinLnBrk="0" hangingPunct="1">
                        <a:defRPr sz="1800" kern="1200">
                          <a:solidFill>
                            <a:schemeClr val="tx1"/>
                          </a:solidFill>
                          <a:latin typeface="Ubuntu"/>
                        </a:defRPr>
                      </a:lvl8pPr>
                      <a:lvl9pPr marL="3657600" algn="l" defTabSz="914400" rtl="0" eaLnBrk="1" latinLnBrk="0" hangingPunct="1">
                        <a:defRPr sz="1800" kern="1200">
                          <a:solidFill>
                            <a:schemeClr val="tx1"/>
                          </a:solidFill>
                          <a:latin typeface="Ubuntu"/>
                        </a:defRPr>
                      </a:lvl9pPr>
                    </a:lstStyle>
                    <a:p>
                      <a:pPr algn="l" fontAlgn="ctr"/>
                      <a:endParaRPr lang="en-IN" sz="1100" b="0" i="0" u="none" strike="noStrike">
                        <a:solidFill>
                          <a:srgbClr val="000000"/>
                        </a:solidFill>
                        <a:effectLst/>
                        <a:latin typeface="+mn-lt"/>
                      </a:endParaRPr>
                    </a:p>
                  </a:txBody>
                  <a:tcPr marL="7620"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272936">
                        <a:lumMod val="10000"/>
                        <a:lumOff val="90000"/>
                      </a:srgbClr>
                    </a:solidFill>
                  </a:tcPr>
                </a:tc>
                <a:tc>
                  <a:txBody>
                    <a:bodyPr/>
                    <a:lstStyle>
                      <a:lvl1pPr marL="0" algn="l" defTabSz="914400" rtl="0" eaLnBrk="1" latinLnBrk="0" hangingPunct="1">
                        <a:defRPr sz="1800" kern="1200">
                          <a:solidFill>
                            <a:schemeClr val="tx1"/>
                          </a:solidFill>
                          <a:latin typeface="Ubuntu"/>
                        </a:defRPr>
                      </a:lvl1pPr>
                      <a:lvl2pPr marL="457200" algn="l" defTabSz="914400" rtl="0" eaLnBrk="1" latinLnBrk="0" hangingPunct="1">
                        <a:defRPr sz="1800" kern="1200">
                          <a:solidFill>
                            <a:schemeClr val="tx1"/>
                          </a:solidFill>
                          <a:latin typeface="Ubuntu"/>
                        </a:defRPr>
                      </a:lvl2pPr>
                      <a:lvl3pPr marL="914400" algn="l" defTabSz="914400" rtl="0" eaLnBrk="1" latinLnBrk="0" hangingPunct="1">
                        <a:defRPr sz="1800" kern="1200">
                          <a:solidFill>
                            <a:schemeClr val="tx1"/>
                          </a:solidFill>
                          <a:latin typeface="Ubuntu"/>
                        </a:defRPr>
                      </a:lvl3pPr>
                      <a:lvl4pPr marL="1371600" algn="l" defTabSz="914400" rtl="0" eaLnBrk="1" latinLnBrk="0" hangingPunct="1">
                        <a:defRPr sz="1800" kern="1200">
                          <a:solidFill>
                            <a:schemeClr val="tx1"/>
                          </a:solidFill>
                          <a:latin typeface="Ubuntu"/>
                        </a:defRPr>
                      </a:lvl4pPr>
                      <a:lvl5pPr marL="1828800" algn="l" defTabSz="914400" rtl="0" eaLnBrk="1" latinLnBrk="0" hangingPunct="1">
                        <a:defRPr sz="1800" kern="1200">
                          <a:solidFill>
                            <a:schemeClr val="tx1"/>
                          </a:solidFill>
                          <a:latin typeface="Ubuntu"/>
                        </a:defRPr>
                      </a:lvl5pPr>
                      <a:lvl6pPr marL="2286000" algn="l" defTabSz="914400" rtl="0" eaLnBrk="1" latinLnBrk="0" hangingPunct="1">
                        <a:defRPr sz="1800" kern="1200">
                          <a:solidFill>
                            <a:schemeClr val="tx1"/>
                          </a:solidFill>
                          <a:latin typeface="Ubuntu"/>
                        </a:defRPr>
                      </a:lvl6pPr>
                      <a:lvl7pPr marL="2743200" algn="l" defTabSz="914400" rtl="0" eaLnBrk="1" latinLnBrk="0" hangingPunct="1">
                        <a:defRPr sz="1800" kern="1200">
                          <a:solidFill>
                            <a:schemeClr val="tx1"/>
                          </a:solidFill>
                          <a:latin typeface="Ubuntu"/>
                        </a:defRPr>
                      </a:lvl7pPr>
                      <a:lvl8pPr marL="3200400" algn="l" defTabSz="914400" rtl="0" eaLnBrk="1" latinLnBrk="0" hangingPunct="1">
                        <a:defRPr sz="1800" kern="1200">
                          <a:solidFill>
                            <a:schemeClr val="tx1"/>
                          </a:solidFill>
                          <a:latin typeface="Ubuntu"/>
                        </a:defRPr>
                      </a:lvl8pPr>
                      <a:lvl9pPr marL="3657600" algn="l" defTabSz="914400" rtl="0" eaLnBrk="1" latinLnBrk="0" hangingPunct="1">
                        <a:defRPr sz="1800" kern="1200">
                          <a:solidFill>
                            <a:schemeClr val="tx1"/>
                          </a:solidFill>
                          <a:latin typeface="Ubuntu"/>
                        </a:defRPr>
                      </a:lvl9pPr>
                    </a:lstStyle>
                    <a:p>
                      <a:pPr algn="l" fontAlgn="ctr"/>
                      <a:endParaRPr lang="en-IN" sz="1100" b="0" i="0" u="none" strike="noStrike">
                        <a:solidFill>
                          <a:srgbClr val="000000"/>
                        </a:solidFill>
                        <a:effectLst/>
                        <a:latin typeface="+mn-lt"/>
                      </a:endParaRPr>
                    </a:p>
                  </a:txBody>
                  <a:tcPr marL="7620"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272936">
                        <a:lumMod val="10000"/>
                        <a:lumOff val="90000"/>
                      </a:srgbClr>
                    </a:solidFill>
                  </a:tcPr>
                </a:tc>
                <a:tc>
                  <a:txBody>
                    <a:bodyPr/>
                    <a:lstStyle>
                      <a:lvl1pPr marL="0" algn="l" defTabSz="914400" rtl="0" eaLnBrk="1" latinLnBrk="0" hangingPunct="1">
                        <a:defRPr sz="1800" kern="1200">
                          <a:solidFill>
                            <a:schemeClr val="tx1"/>
                          </a:solidFill>
                          <a:latin typeface="Ubuntu"/>
                        </a:defRPr>
                      </a:lvl1pPr>
                      <a:lvl2pPr marL="457200" algn="l" defTabSz="914400" rtl="0" eaLnBrk="1" latinLnBrk="0" hangingPunct="1">
                        <a:defRPr sz="1800" kern="1200">
                          <a:solidFill>
                            <a:schemeClr val="tx1"/>
                          </a:solidFill>
                          <a:latin typeface="Ubuntu"/>
                        </a:defRPr>
                      </a:lvl2pPr>
                      <a:lvl3pPr marL="914400" algn="l" defTabSz="914400" rtl="0" eaLnBrk="1" latinLnBrk="0" hangingPunct="1">
                        <a:defRPr sz="1800" kern="1200">
                          <a:solidFill>
                            <a:schemeClr val="tx1"/>
                          </a:solidFill>
                          <a:latin typeface="Ubuntu"/>
                        </a:defRPr>
                      </a:lvl3pPr>
                      <a:lvl4pPr marL="1371600" algn="l" defTabSz="914400" rtl="0" eaLnBrk="1" latinLnBrk="0" hangingPunct="1">
                        <a:defRPr sz="1800" kern="1200">
                          <a:solidFill>
                            <a:schemeClr val="tx1"/>
                          </a:solidFill>
                          <a:latin typeface="Ubuntu"/>
                        </a:defRPr>
                      </a:lvl4pPr>
                      <a:lvl5pPr marL="1828800" algn="l" defTabSz="914400" rtl="0" eaLnBrk="1" latinLnBrk="0" hangingPunct="1">
                        <a:defRPr sz="1800" kern="1200">
                          <a:solidFill>
                            <a:schemeClr val="tx1"/>
                          </a:solidFill>
                          <a:latin typeface="Ubuntu"/>
                        </a:defRPr>
                      </a:lvl5pPr>
                      <a:lvl6pPr marL="2286000" algn="l" defTabSz="914400" rtl="0" eaLnBrk="1" latinLnBrk="0" hangingPunct="1">
                        <a:defRPr sz="1800" kern="1200">
                          <a:solidFill>
                            <a:schemeClr val="tx1"/>
                          </a:solidFill>
                          <a:latin typeface="Ubuntu"/>
                        </a:defRPr>
                      </a:lvl6pPr>
                      <a:lvl7pPr marL="2743200" algn="l" defTabSz="914400" rtl="0" eaLnBrk="1" latinLnBrk="0" hangingPunct="1">
                        <a:defRPr sz="1800" kern="1200">
                          <a:solidFill>
                            <a:schemeClr val="tx1"/>
                          </a:solidFill>
                          <a:latin typeface="Ubuntu"/>
                        </a:defRPr>
                      </a:lvl7pPr>
                      <a:lvl8pPr marL="3200400" algn="l" defTabSz="914400" rtl="0" eaLnBrk="1" latinLnBrk="0" hangingPunct="1">
                        <a:defRPr sz="1800" kern="1200">
                          <a:solidFill>
                            <a:schemeClr val="tx1"/>
                          </a:solidFill>
                          <a:latin typeface="Ubuntu"/>
                        </a:defRPr>
                      </a:lvl8pPr>
                      <a:lvl9pPr marL="3657600" algn="l" defTabSz="914400" rtl="0" eaLnBrk="1" latinLnBrk="0" hangingPunct="1">
                        <a:defRPr sz="1800" kern="1200">
                          <a:solidFill>
                            <a:schemeClr val="tx1"/>
                          </a:solidFill>
                          <a:latin typeface="Ubuntu"/>
                        </a:defRPr>
                      </a:lvl9pPr>
                    </a:lstStyle>
                    <a:p>
                      <a:pPr algn="l" fontAlgn="ctr"/>
                      <a:endParaRPr lang="en-IN" sz="1100" b="0" i="0" u="none" strike="noStrike">
                        <a:solidFill>
                          <a:srgbClr val="000000"/>
                        </a:solidFill>
                        <a:effectLst/>
                        <a:latin typeface="+mn-lt"/>
                      </a:endParaRPr>
                    </a:p>
                  </a:txBody>
                  <a:tcPr marL="7620"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272936">
                        <a:lumMod val="10000"/>
                        <a:lumOff val="90000"/>
                      </a:srgbClr>
                    </a:solidFill>
                  </a:tcPr>
                </a:tc>
                <a:tc>
                  <a:txBody>
                    <a:bodyPr/>
                    <a:lstStyle>
                      <a:lvl1pPr marL="0" algn="l" defTabSz="914400" rtl="0" eaLnBrk="1" latinLnBrk="0" hangingPunct="1">
                        <a:defRPr sz="1800" kern="1200">
                          <a:solidFill>
                            <a:schemeClr val="tx1"/>
                          </a:solidFill>
                          <a:latin typeface="Ubuntu"/>
                        </a:defRPr>
                      </a:lvl1pPr>
                      <a:lvl2pPr marL="457200" algn="l" defTabSz="914400" rtl="0" eaLnBrk="1" latinLnBrk="0" hangingPunct="1">
                        <a:defRPr sz="1800" kern="1200">
                          <a:solidFill>
                            <a:schemeClr val="tx1"/>
                          </a:solidFill>
                          <a:latin typeface="Ubuntu"/>
                        </a:defRPr>
                      </a:lvl2pPr>
                      <a:lvl3pPr marL="914400" algn="l" defTabSz="914400" rtl="0" eaLnBrk="1" latinLnBrk="0" hangingPunct="1">
                        <a:defRPr sz="1800" kern="1200">
                          <a:solidFill>
                            <a:schemeClr val="tx1"/>
                          </a:solidFill>
                          <a:latin typeface="Ubuntu"/>
                        </a:defRPr>
                      </a:lvl3pPr>
                      <a:lvl4pPr marL="1371600" algn="l" defTabSz="914400" rtl="0" eaLnBrk="1" latinLnBrk="0" hangingPunct="1">
                        <a:defRPr sz="1800" kern="1200">
                          <a:solidFill>
                            <a:schemeClr val="tx1"/>
                          </a:solidFill>
                          <a:latin typeface="Ubuntu"/>
                        </a:defRPr>
                      </a:lvl4pPr>
                      <a:lvl5pPr marL="1828800" algn="l" defTabSz="914400" rtl="0" eaLnBrk="1" latinLnBrk="0" hangingPunct="1">
                        <a:defRPr sz="1800" kern="1200">
                          <a:solidFill>
                            <a:schemeClr val="tx1"/>
                          </a:solidFill>
                          <a:latin typeface="Ubuntu"/>
                        </a:defRPr>
                      </a:lvl5pPr>
                      <a:lvl6pPr marL="2286000" algn="l" defTabSz="914400" rtl="0" eaLnBrk="1" latinLnBrk="0" hangingPunct="1">
                        <a:defRPr sz="1800" kern="1200">
                          <a:solidFill>
                            <a:schemeClr val="tx1"/>
                          </a:solidFill>
                          <a:latin typeface="Ubuntu"/>
                        </a:defRPr>
                      </a:lvl6pPr>
                      <a:lvl7pPr marL="2743200" algn="l" defTabSz="914400" rtl="0" eaLnBrk="1" latinLnBrk="0" hangingPunct="1">
                        <a:defRPr sz="1800" kern="1200">
                          <a:solidFill>
                            <a:schemeClr val="tx1"/>
                          </a:solidFill>
                          <a:latin typeface="Ubuntu"/>
                        </a:defRPr>
                      </a:lvl7pPr>
                      <a:lvl8pPr marL="3200400" algn="l" defTabSz="914400" rtl="0" eaLnBrk="1" latinLnBrk="0" hangingPunct="1">
                        <a:defRPr sz="1800" kern="1200">
                          <a:solidFill>
                            <a:schemeClr val="tx1"/>
                          </a:solidFill>
                          <a:latin typeface="Ubuntu"/>
                        </a:defRPr>
                      </a:lvl8pPr>
                      <a:lvl9pPr marL="3657600" algn="l" defTabSz="914400" rtl="0" eaLnBrk="1" latinLnBrk="0" hangingPunct="1">
                        <a:defRPr sz="1800" kern="1200">
                          <a:solidFill>
                            <a:schemeClr val="tx1"/>
                          </a:solidFill>
                          <a:latin typeface="Ubuntu"/>
                        </a:defRPr>
                      </a:lvl9pPr>
                    </a:lstStyle>
                    <a:p>
                      <a:pPr algn="l" fontAlgn="ctr"/>
                      <a:endParaRPr lang="en-IN" sz="1100" b="0" i="0" u="none" strike="noStrike">
                        <a:solidFill>
                          <a:srgbClr val="000000"/>
                        </a:solidFill>
                        <a:effectLst/>
                        <a:latin typeface="+mn-lt"/>
                      </a:endParaRPr>
                    </a:p>
                  </a:txBody>
                  <a:tcPr marL="7620"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272936">
                        <a:lumMod val="10000"/>
                        <a:lumOff val="90000"/>
                      </a:srgbClr>
                    </a:solidFill>
                  </a:tcPr>
                </a:tc>
                <a:tc>
                  <a:txBody>
                    <a:bodyPr/>
                    <a:lstStyle>
                      <a:lvl1pPr marL="0" algn="l" defTabSz="914400" rtl="0" eaLnBrk="1" latinLnBrk="0" hangingPunct="1">
                        <a:defRPr sz="1800" kern="1200">
                          <a:solidFill>
                            <a:schemeClr val="tx1"/>
                          </a:solidFill>
                          <a:latin typeface="Ubuntu"/>
                        </a:defRPr>
                      </a:lvl1pPr>
                      <a:lvl2pPr marL="457200" algn="l" defTabSz="914400" rtl="0" eaLnBrk="1" latinLnBrk="0" hangingPunct="1">
                        <a:defRPr sz="1800" kern="1200">
                          <a:solidFill>
                            <a:schemeClr val="tx1"/>
                          </a:solidFill>
                          <a:latin typeface="Ubuntu"/>
                        </a:defRPr>
                      </a:lvl2pPr>
                      <a:lvl3pPr marL="914400" algn="l" defTabSz="914400" rtl="0" eaLnBrk="1" latinLnBrk="0" hangingPunct="1">
                        <a:defRPr sz="1800" kern="1200">
                          <a:solidFill>
                            <a:schemeClr val="tx1"/>
                          </a:solidFill>
                          <a:latin typeface="Ubuntu"/>
                        </a:defRPr>
                      </a:lvl3pPr>
                      <a:lvl4pPr marL="1371600" algn="l" defTabSz="914400" rtl="0" eaLnBrk="1" latinLnBrk="0" hangingPunct="1">
                        <a:defRPr sz="1800" kern="1200">
                          <a:solidFill>
                            <a:schemeClr val="tx1"/>
                          </a:solidFill>
                          <a:latin typeface="Ubuntu"/>
                        </a:defRPr>
                      </a:lvl4pPr>
                      <a:lvl5pPr marL="1828800" algn="l" defTabSz="914400" rtl="0" eaLnBrk="1" latinLnBrk="0" hangingPunct="1">
                        <a:defRPr sz="1800" kern="1200">
                          <a:solidFill>
                            <a:schemeClr val="tx1"/>
                          </a:solidFill>
                          <a:latin typeface="Ubuntu"/>
                        </a:defRPr>
                      </a:lvl5pPr>
                      <a:lvl6pPr marL="2286000" algn="l" defTabSz="914400" rtl="0" eaLnBrk="1" latinLnBrk="0" hangingPunct="1">
                        <a:defRPr sz="1800" kern="1200">
                          <a:solidFill>
                            <a:schemeClr val="tx1"/>
                          </a:solidFill>
                          <a:latin typeface="Ubuntu"/>
                        </a:defRPr>
                      </a:lvl6pPr>
                      <a:lvl7pPr marL="2743200" algn="l" defTabSz="914400" rtl="0" eaLnBrk="1" latinLnBrk="0" hangingPunct="1">
                        <a:defRPr sz="1800" kern="1200">
                          <a:solidFill>
                            <a:schemeClr val="tx1"/>
                          </a:solidFill>
                          <a:latin typeface="Ubuntu"/>
                        </a:defRPr>
                      </a:lvl7pPr>
                      <a:lvl8pPr marL="3200400" algn="l" defTabSz="914400" rtl="0" eaLnBrk="1" latinLnBrk="0" hangingPunct="1">
                        <a:defRPr sz="1800" kern="1200">
                          <a:solidFill>
                            <a:schemeClr val="tx1"/>
                          </a:solidFill>
                          <a:latin typeface="Ubuntu"/>
                        </a:defRPr>
                      </a:lvl8pPr>
                      <a:lvl9pPr marL="3657600" algn="l" defTabSz="914400" rtl="0" eaLnBrk="1" latinLnBrk="0" hangingPunct="1">
                        <a:defRPr sz="1800" kern="1200">
                          <a:solidFill>
                            <a:schemeClr val="tx1"/>
                          </a:solidFill>
                          <a:latin typeface="Ubuntu"/>
                        </a:defRPr>
                      </a:lvl9pPr>
                    </a:lstStyle>
                    <a:p>
                      <a:pPr algn="l" fontAlgn="ctr"/>
                      <a:endParaRPr lang="en-IN" sz="1100" b="0" i="0" u="none" strike="noStrike">
                        <a:solidFill>
                          <a:srgbClr val="000000"/>
                        </a:solidFill>
                        <a:effectLst/>
                        <a:latin typeface="+mn-lt"/>
                      </a:endParaRPr>
                    </a:p>
                  </a:txBody>
                  <a:tcPr marL="7620"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272936">
                        <a:lumMod val="10000"/>
                        <a:lumOff val="90000"/>
                      </a:srgbClr>
                    </a:solidFill>
                  </a:tcPr>
                </a:tc>
                <a:tc>
                  <a:txBody>
                    <a:bodyPr/>
                    <a:lstStyle>
                      <a:lvl1pPr marL="0" algn="l" defTabSz="914400" rtl="0" eaLnBrk="1" latinLnBrk="0" hangingPunct="1">
                        <a:defRPr sz="1800" kern="1200">
                          <a:solidFill>
                            <a:schemeClr val="tx1"/>
                          </a:solidFill>
                          <a:latin typeface="Ubuntu"/>
                        </a:defRPr>
                      </a:lvl1pPr>
                      <a:lvl2pPr marL="457200" algn="l" defTabSz="914400" rtl="0" eaLnBrk="1" latinLnBrk="0" hangingPunct="1">
                        <a:defRPr sz="1800" kern="1200">
                          <a:solidFill>
                            <a:schemeClr val="tx1"/>
                          </a:solidFill>
                          <a:latin typeface="Ubuntu"/>
                        </a:defRPr>
                      </a:lvl2pPr>
                      <a:lvl3pPr marL="914400" algn="l" defTabSz="914400" rtl="0" eaLnBrk="1" latinLnBrk="0" hangingPunct="1">
                        <a:defRPr sz="1800" kern="1200">
                          <a:solidFill>
                            <a:schemeClr val="tx1"/>
                          </a:solidFill>
                          <a:latin typeface="Ubuntu"/>
                        </a:defRPr>
                      </a:lvl3pPr>
                      <a:lvl4pPr marL="1371600" algn="l" defTabSz="914400" rtl="0" eaLnBrk="1" latinLnBrk="0" hangingPunct="1">
                        <a:defRPr sz="1800" kern="1200">
                          <a:solidFill>
                            <a:schemeClr val="tx1"/>
                          </a:solidFill>
                          <a:latin typeface="Ubuntu"/>
                        </a:defRPr>
                      </a:lvl4pPr>
                      <a:lvl5pPr marL="1828800" algn="l" defTabSz="914400" rtl="0" eaLnBrk="1" latinLnBrk="0" hangingPunct="1">
                        <a:defRPr sz="1800" kern="1200">
                          <a:solidFill>
                            <a:schemeClr val="tx1"/>
                          </a:solidFill>
                          <a:latin typeface="Ubuntu"/>
                        </a:defRPr>
                      </a:lvl5pPr>
                      <a:lvl6pPr marL="2286000" algn="l" defTabSz="914400" rtl="0" eaLnBrk="1" latinLnBrk="0" hangingPunct="1">
                        <a:defRPr sz="1800" kern="1200">
                          <a:solidFill>
                            <a:schemeClr val="tx1"/>
                          </a:solidFill>
                          <a:latin typeface="Ubuntu"/>
                        </a:defRPr>
                      </a:lvl6pPr>
                      <a:lvl7pPr marL="2743200" algn="l" defTabSz="914400" rtl="0" eaLnBrk="1" latinLnBrk="0" hangingPunct="1">
                        <a:defRPr sz="1800" kern="1200">
                          <a:solidFill>
                            <a:schemeClr val="tx1"/>
                          </a:solidFill>
                          <a:latin typeface="Ubuntu"/>
                        </a:defRPr>
                      </a:lvl7pPr>
                      <a:lvl8pPr marL="3200400" algn="l" defTabSz="914400" rtl="0" eaLnBrk="1" latinLnBrk="0" hangingPunct="1">
                        <a:defRPr sz="1800" kern="1200">
                          <a:solidFill>
                            <a:schemeClr val="tx1"/>
                          </a:solidFill>
                          <a:latin typeface="Ubuntu"/>
                        </a:defRPr>
                      </a:lvl8pPr>
                      <a:lvl9pPr marL="3657600" algn="l" defTabSz="914400" rtl="0" eaLnBrk="1" latinLnBrk="0" hangingPunct="1">
                        <a:defRPr sz="1800" kern="1200">
                          <a:solidFill>
                            <a:schemeClr val="tx1"/>
                          </a:solidFill>
                          <a:latin typeface="Ubuntu"/>
                        </a:defRPr>
                      </a:lvl9pPr>
                    </a:lstStyle>
                    <a:p>
                      <a:pPr algn="l" fontAlgn="ctr"/>
                      <a:endParaRPr lang="en-IN" sz="1100" b="0" i="0" u="none" strike="noStrike">
                        <a:solidFill>
                          <a:srgbClr val="000000"/>
                        </a:solidFill>
                        <a:effectLst/>
                        <a:latin typeface="+mn-lt"/>
                      </a:endParaRPr>
                    </a:p>
                  </a:txBody>
                  <a:tcPr marL="7620" marR="7620" marT="7620" marB="0" anchor="ctr">
                    <a:lnL w="12700" cap="flat" cmpd="sng" algn="ctr">
                      <a:solidFill>
                        <a:srgbClr val="FFFFFF"/>
                      </a:solidFill>
                      <a:prstDash val="solid"/>
                      <a:round/>
                      <a:headEnd type="none" w="med" len="med"/>
                      <a:tailEnd type="none" w="med" len="med"/>
                    </a:lnL>
                    <a:lnR w="12700" cap="flat" cmpd="sng" algn="ctr">
                      <a:solidFill>
                        <a:sysClr val="windowText" lastClr="000000">
                          <a:lumMod val="50000"/>
                          <a:lumOff val="50000"/>
                        </a:sys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272936">
                        <a:lumMod val="10000"/>
                        <a:lumOff val="90000"/>
                      </a:srgbClr>
                    </a:solidFill>
                  </a:tcPr>
                </a:tc>
                <a:extLst>
                  <a:ext uri="{0D108BD9-81ED-4DB2-BD59-A6C34878D82A}">
                    <a16:rowId xmlns:a16="http://schemas.microsoft.com/office/drawing/2014/main" val="2378040123"/>
                  </a:ext>
                </a:extLst>
              </a:tr>
              <a:tr h="386928">
                <a:tc vMerge="1">
                  <a:txBody>
                    <a:bodyPr/>
                    <a:lstStyle/>
                    <a:p>
                      <a:pPr algn="l" fontAlgn="ctr"/>
                      <a:endParaRPr lang="en-IN" sz="1200" b="1" i="0" u="none" strike="noStrike" kern="1200">
                        <a:solidFill>
                          <a:schemeClr val="bg1"/>
                        </a:solidFill>
                        <a:effectLst/>
                        <a:latin typeface="+mn-lt"/>
                        <a:ea typeface="+mn-ea"/>
                        <a:cs typeface="+mn-cs"/>
                      </a:endParaRPr>
                    </a:p>
                  </a:txBody>
                  <a:tcPr marL="36000" marR="7620" marT="7620" marB="0" anchor="ctr">
                    <a:lnL w="6350" cap="flat" cmpd="sng" algn="ctr">
                      <a:solidFill>
                        <a:srgbClr val="BFBFBF"/>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0F878A"/>
                    </a:solidFill>
                  </a:tcPr>
                </a:tc>
                <a:tc>
                  <a:txBody>
                    <a:bodyPr/>
                    <a:lstStyle>
                      <a:lvl1pPr marL="0" algn="l" defTabSz="914400" rtl="0" eaLnBrk="1" latinLnBrk="0" hangingPunct="1">
                        <a:defRPr sz="1800" kern="1200">
                          <a:solidFill>
                            <a:schemeClr val="tx1"/>
                          </a:solidFill>
                          <a:latin typeface="Ubuntu"/>
                        </a:defRPr>
                      </a:lvl1pPr>
                      <a:lvl2pPr marL="457200" algn="l" defTabSz="914400" rtl="0" eaLnBrk="1" latinLnBrk="0" hangingPunct="1">
                        <a:defRPr sz="1800" kern="1200">
                          <a:solidFill>
                            <a:schemeClr val="tx1"/>
                          </a:solidFill>
                          <a:latin typeface="Ubuntu"/>
                        </a:defRPr>
                      </a:lvl2pPr>
                      <a:lvl3pPr marL="914400" algn="l" defTabSz="914400" rtl="0" eaLnBrk="1" latinLnBrk="0" hangingPunct="1">
                        <a:defRPr sz="1800" kern="1200">
                          <a:solidFill>
                            <a:schemeClr val="tx1"/>
                          </a:solidFill>
                          <a:latin typeface="Ubuntu"/>
                        </a:defRPr>
                      </a:lvl3pPr>
                      <a:lvl4pPr marL="1371600" algn="l" defTabSz="914400" rtl="0" eaLnBrk="1" latinLnBrk="0" hangingPunct="1">
                        <a:defRPr sz="1800" kern="1200">
                          <a:solidFill>
                            <a:schemeClr val="tx1"/>
                          </a:solidFill>
                          <a:latin typeface="Ubuntu"/>
                        </a:defRPr>
                      </a:lvl4pPr>
                      <a:lvl5pPr marL="1828800" algn="l" defTabSz="914400" rtl="0" eaLnBrk="1" latinLnBrk="0" hangingPunct="1">
                        <a:defRPr sz="1800" kern="1200">
                          <a:solidFill>
                            <a:schemeClr val="tx1"/>
                          </a:solidFill>
                          <a:latin typeface="Ubuntu"/>
                        </a:defRPr>
                      </a:lvl5pPr>
                      <a:lvl6pPr marL="2286000" algn="l" defTabSz="914400" rtl="0" eaLnBrk="1" latinLnBrk="0" hangingPunct="1">
                        <a:defRPr sz="1800" kern="1200">
                          <a:solidFill>
                            <a:schemeClr val="tx1"/>
                          </a:solidFill>
                          <a:latin typeface="Ubuntu"/>
                        </a:defRPr>
                      </a:lvl6pPr>
                      <a:lvl7pPr marL="2743200" algn="l" defTabSz="914400" rtl="0" eaLnBrk="1" latinLnBrk="0" hangingPunct="1">
                        <a:defRPr sz="1800" kern="1200">
                          <a:solidFill>
                            <a:schemeClr val="tx1"/>
                          </a:solidFill>
                          <a:latin typeface="Ubuntu"/>
                        </a:defRPr>
                      </a:lvl7pPr>
                      <a:lvl8pPr marL="3200400" algn="l" defTabSz="914400" rtl="0" eaLnBrk="1" latinLnBrk="0" hangingPunct="1">
                        <a:defRPr sz="1800" kern="1200">
                          <a:solidFill>
                            <a:schemeClr val="tx1"/>
                          </a:solidFill>
                          <a:latin typeface="Ubuntu"/>
                        </a:defRPr>
                      </a:lvl8pPr>
                      <a:lvl9pPr marL="3657600" algn="l" defTabSz="914400" rtl="0" eaLnBrk="1" latinLnBrk="0" hangingPunct="1">
                        <a:defRPr sz="1800" kern="1200">
                          <a:solidFill>
                            <a:schemeClr val="tx1"/>
                          </a:solidFill>
                          <a:latin typeface="Ubuntu"/>
                        </a:defRPr>
                      </a:lvl9pPr>
                    </a:lstStyle>
                    <a:p>
                      <a:pPr marL="171450" indent="-171450" defTabSz="957215" fontAlgn="base">
                        <a:buClr>
                          <a:schemeClr val="bg1"/>
                        </a:buClr>
                        <a:buFont typeface="Arial" panose="020B0604020202020204" pitchFamily="34" charset="0"/>
                        <a:buChar char="•"/>
                        <a:defRPr/>
                      </a:pPr>
                      <a:r>
                        <a:rPr lang="en-US" sz="900">
                          <a:solidFill>
                            <a:schemeClr val="tx1"/>
                          </a:solidFill>
                          <a:cs typeface="Calibri" pitchFamily="34" charset="0"/>
                        </a:rPr>
                        <a:t>Transfer capabilities &amp; knowledge to Internal Staff</a:t>
                      </a:r>
                    </a:p>
                  </a:txBody>
                  <a:tcPr marL="36000" marR="7620" marT="7620" marB="0" anchor="ctr">
                    <a:lnL w="12700"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0F6A73"/>
                    </a:solidFill>
                  </a:tcPr>
                </a:tc>
                <a:tc>
                  <a:txBody>
                    <a:bodyPr/>
                    <a:lstStyle>
                      <a:lvl1pPr marL="0" algn="l" defTabSz="914400" rtl="0" eaLnBrk="1" latinLnBrk="0" hangingPunct="1">
                        <a:defRPr sz="1800" kern="1200">
                          <a:solidFill>
                            <a:schemeClr val="tx1"/>
                          </a:solidFill>
                          <a:latin typeface="Ubuntu"/>
                        </a:defRPr>
                      </a:lvl1pPr>
                      <a:lvl2pPr marL="457200" algn="l" defTabSz="914400" rtl="0" eaLnBrk="1" latinLnBrk="0" hangingPunct="1">
                        <a:defRPr sz="1800" kern="1200">
                          <a:solidFill>
                            <a:schemeClr val="tx1"/>
                          </a:solidFill>
                          <a:latin typeface="Ubuntu"/>
                        </a:defRPr>
                      </a:lvl2pPr>
                      <a:lvl3pPr marL="914400" algn="l" defTabSz="914400" rtl="0" eaLnBrk="1" latinLnBrk="0" hangingPunct="1">
                        <a:defRPr sz="1800" kern="1200">
                          <a:solidFill>
                            <a:schemeClr val="tx1"/>
                          </a:solidFill>
                          <a:latin typeface="Ubuntu"/>
                        </a:defRPr>
                      </a:lvl3pPr>
                      <a:lvl4pPr marL="1371600" algn="l" defTabSz="914400" rtl="0" eaLnBrk="1" latinLnBrk="0" hangingPunct="1">
                        <a:defRPr sz="1800" kern="1200">
                          <a:solidFill>
                            <a:schemeClr val="tx1"/>
                          </a:solidFill>
                          <a:latin typeface="Ubuntu"/>
                        </a:defRPr>
                      </a:lvl4pPr>
                      <a:lvl5pPr marL="1828800" algn="l" defTabSz="914400" rtl="0" eaLnBrk="1" latinLnBrk="0" hangingPunct="1">
                        <a:defRPr sz="1800" kern="1200">
                          <a:solidFill>
                            <a:schemeClr val="tx1"/>
                          </a:solidFill>
                          <a:latin typeface="Ubuntu"/>
                        </a:defRPr>
                      </a:lvl5pPr>
                      <a:lvl6pPr marL="2286000" algn="l" defTabSz="914400" rtl="0" eaLnBrk="1" latinLnBrk="0" hangingPunct="1">
                        <a:defRPr sz="1800" kern="1200">
                          <a:solidFill>
                            <a:schemeClr val="tx1"/>
                          </a:solidFill>
                          <a:latin typeface="Ubuntu"/>
                        </a:defRPr>
                      </a:lvl6pPr>
                      <a:lvl7pPr marL="2743200" algn="l" defTabSz="914400" rtl="0" eaLnBrk="1" latinLnBrk="0" hangingPunct="1">
                        <a:defRPr sz="1800" kern="1200">
                          <a:solidFill>
                            <a:schemeClr val="tx1"/>
                          </a:solidFill>
                          <a:latin typeface="Ubuntu"/>
                        </a:defRPr>
                      </a:lvl7pPr>
                      <a:lvl8pPr marL="3200400" algn="l" defTabSz="914400" rtl="0" eaLnBrk="1" latinLnBrk="0" hangingPunct="1">
                        <a:defRPr sz="1800" kern="1200">
                          <a:solidFill>
                            <a:schemeClr val="tx1"/>
                          </a:solidFill>
                          <a:latin typeface="Ubuntu"/>
                        </a:defRPr>
                      </a:lvl8pPr>
                      <a:lvl9pPr marL="3657600" algn="l" defTabSz="914400" rtl="0" eaLnBrk="1" latinLnBrk="0" hangingPunct="1">
                        <a:defRPr sz="1800" kern="1200">
                          <a:solidFill>
                            <a:schemeClr val="tx1"/>
                          </a:solidFill>
                          <a:latin typeface="Ubuntu"/>
                        </a:defRPr>
                      </a:lvl9pPr>
                    </a:lstStyle>
                    <a:p>
                      <a:pPr algn="l" fontAlgn="ctr"/>
                      <a:endParaRPr lang="en-IN" sz="1100" b="0" i="0" u="none" strike="noStrike">
                        <a:solidFill>
                          <a:srgbClr val="000000"/>
                        </a:solidFill>
                        <a:effectLst/>
                        <a:latin typeface="+mn-lt"/>
                      </a:endParaRPr>
                    </a:p>
                  </a:txBody>
                  <a:tcPr marL="7620" marR="7620" marT="7620" marB="0" anchor="ctr">
                    <a:lnL w="28575"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noFill/>
                      <a:prstDash val="solid"/>
                      <a:round/>
                      <a:headEnd type="none" w="med" len="med"/>
                      <a:tailEnd type="none" w="med" len="med"/>
                    </a:lnT>
                    <a:lnB w="28575"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914400" rtl="0" eaLnBrk="1" latinLnBrk="0" hangingPunct="1">
                        <a:defRPr sz="1800" kern="1200">
                          <a:solidFill>
                            <a:schemeClr val="tx1"/>
                          </a:solidFill>
                          <a:latin typeface="Ubuntu"/>
                        </a:defRPr>
                      </a:lvl1pPr>
                      <a:lvl2pPr marL="457200" algn="l" defTabSz="914400" rtl="0" eaLnBrk="1" latinLnBrk="0" hangingPunct="1">
                        <a:defRPr sz="1800" kern="1200">
                          <a:solidFill>
                            <a:schemeClr val="tx1"/>
                          </a:solidFill>
                          <a:latin typeface="Ubuntu"/>
                        </a:defRPr>
                      </a:lvl2pPr>
                      <a:lvl3pPr marL="914400" algn="l" defTabSz="914400" rtl="0" eaLnBrk="1" latinLnBrk="0" hangingPunct="1">
                        <a:defRPr sz="1800" kern="1200">
                          <a:solidFill>
                            <a:schemeClr val="tx1"/>
                          </a:solidFill>
                          <a:latin typeface="Ubuntu"/>
                        </a:defRPr>
                      </a:lvl3pPr>
                      <a:lvl4pPr marL="1371600" algn="l" defTabSz="914400" rtl="0" eaLnBrk="1" latinLnBrk="0" hangingPunct="1">
                        <a:defRPr sz="1800" kern="1200">
                          <a:solidFill>
                            <a:schemeClr val="tx1"/>
                          </a:solidFill>
                          <a:latin typeface="Ubuntu"/>
                        </a:defRPr>
                      </a:lvl4pPr>
                      <a:lvl5pPr marL="1828800" algn="l" defTabSz="914400" rtl="0" eaLnBrk="1" latinLnBrk="0" hangingPunct="1">
                        <a:defRPr sz="1800" kern="1200">
                          <a:solidFill>
                            <a:schemeClr val="tx1"/>
                          </a:solidFill>
                          <a:latin typeface="Ubuntu"/>
                        </a:defRPr>
                      </a:lvl5pPr>
                      <a:lvl6pPr marL="2286000" algn="l" defTabSz="914400" rtl="0" eaLnBrk="1" latinLnBrk="0" hangingPunct="1">
                        <a:defRPr sz="1800" kern="1200">
                          <a:solidFill>
                            <a:schemeClr val="tx1"/>
                          </a:solidFill>
                          <a:latin typeface="Ubuntu"/>
                        </a:defRPr>
                      </a:lvl6pPr>
                      <a:lvl7pPr marL="2743200" algn="l" defTabSz="914400" rtl="0" eaLnBrk="1" latinLnBrk="0" hangingPunct="1">
                        <a:defRPr sz="1800" kern="1200">
                          <a:solidFill>
                            <a:schemeClr val="tx1"/>
                          </a:solidFill>
                          <a:latin typeface="Ubuntu"/>
                        </a:defRPr>
                      </a:lvl7pPr>
                      <a:lvl8pPr marL="3200400" algn="l" defTabSz="914400" rtl="0" eaLnBrk="1" latinLnBrk="0" hangingPunct="1">
                        <a:defRPr sz="1800" kern="1200">
                          <a:solidFill>
                            <a:schemeClr val="tx1"/>
                          </a:solidFill>
                          <a:latin typeface="Ubuntu"/>
                        </a:defRPr>
                      </a:lvl8pPr>
                      <a:lvl9pPr marL="3657600" algn="l" defTabSz="914400" rtl="0" eaLnBrk="1" latinLnBrk="0" hangingPunct="1">
                        <a:defRPr sz="1800" kern="1200">
                          <a:solidFill>
                            <a:schemeClr val="tx1"/>
                          </a:solidFill>
                          <a:latin typeface="Ubuntu"/>
                        </a:defRPr>
                      </a:lvl9pPr>
                    </a:lstStyle>
                    <a:p>
                      <a:pPr algn="l" fontAlgn="ctr"/>
                      <a:endParaRPr lang="en-IN" sz="1100" b="0" i="0" u="none" strike="noStrike">
                        <a:solidFill>
                          <a:srgbClr val="000000"/>
                        </a:solidFill>
                        <a:effectLst/>
                        <a:latin typeface="+mn-lt"/>
                      </a:endParaRPr>
                    </a:p>
                  </a:txBody>
                  <a:tcPr marL="7620"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noFill/>
                      <a:prstDash val="solid"/>
                      <a:round/>
                      <a:headEnd type="none" w="med" len="med"/>
                      <a:tailEnd type="none" w="med" len="med"/>
                    </a:lnT>
                    <a:lnB w="28575"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914400" rtl="0" eaLnBrk="1" latinLnBrk="0" hangingPunct="1">
                        <a:defRPr sz="1800" kern="1200">
                          <a:solidFill>
                            <a:schemeClr val="tx1"/>
                          </a:solidFill>
                          <a:latin typeface="Ubuntu"/>
                        </a:defRPr>
                      </a:lvl1pPr>
                      <a:lvl2pPr marL="457200" algn="l" defTabSz="914400" rtl="0" eaLnBrk="1" latinLnBrk="0" hangingPunct="1">
                        <a:defRPr sz="1800" kern="1200">
                          <a:solidFill>
                            <a:schemeClr val="tx1"/>
                          </a:solidFill>
                          <a:latin typeface="Ubuntu"/>
                        </a:defRPr>
                      </a:lvl2pPr>
                      <a:lvl3pPr marL="914400" algn="l" defTabSz="914400" rtl="0" eaLnBrk="1" latinLnBrk="0" hangingPunct="1">
                        <a:defRPr sz="1800" kern="1200">
                          <a:solidFill>
                            <a:schemeClr val="tx1"/>
                          </a:solidFill>
                          <a:latin typeface="Ubuntu"/>
                        </a:defRPr>
                      </a:lvl3pPr>
                      <a:lvl4pPr marL="1371600" algn="l" defTabSz="914400" rtl="0" eaLnBrk="1" latinLnBrk="0" hangingPunct="1">
                        <a:defRPr sz="1800" kern="1200">
                          <a:solidFill>
                            <a:schemeClr val="tx1"/>
                          </a:solidFill>
                          <a:latin typeface="Ubuntu"/>
                        </a:defRPr>
                      </a:lvl4pPr>
                      <a:lvl5pPr marL="1828800" algn="l" defTabSz="914400" rtl="0" eaLnBrk="1" latinLnBrk="0" hangingPunct="1">
                        <a:defRPr sz="1800" kern="1200">
                          <a:solidFill>
                            <a:schemeClr val="tx1"/>
                          </a:solidFill>
                          <a:latin typeface="Ubuntu"/>
                        </a:defRPr>
                      </a:lvl5pPr>
                      <a:lvl6pPr marL="2286000" algn="l" defTabSz="914400" rtl="0" eaLnBrk="1" latinLnBrk="0" hangingPunct="1">
                        <a:defRPr sz="1800" kern="1200">
                          <a:solidFill>
                            <a:schemeClr val="tx1"/>
                          </a:solidFill>
                          <a:latin typeface="Ubuntu"/>
                        </a:defRPr>
                      </a:lvl6pPr>
                      <a:lvl7pPr marL="2743200" algn="l" defTabSz="914400" rtl="0" eaLnBrk="1" latinLnBrk="0" hangingPunct="1">
                        <a:defRPr sz="1800" kern="1200">
                          <a:solidFill>
                            <a:schemeClr val="tx1"/>
                          </a:solidFill>
                          <a:latin typeface="Ubuntu"/>
                        </a:defRPr>
                      </a:lvl7pPr>
                      <a:lvl8pPr marL="3200400" algn="l" defTabSz="914400" rtl="0" eaLnBrk="1" latinLnBrk="0" hangingPunct="1">
                        <a:defRPr sz="1800" kern="1200">
                          <a:solidFill>
                            <a:schemeClr val="tx1"/>
                          </a:solidFill>
                          <a:latin typeface="Ubuntu"/>
                        </a:defRPr>
                      </a:lvl8pPr>
                      <a:lvl9pPr marL="3657600" algn="l" defTabSz="914400" rtl="0" eaLnBrk="1" latinLnBrk="0" hangingPunct="1">
                        <a:defRPr sz="1800" kern="1200">
                          <a:solidFill>
                            <a:schemeClr val="tx1"/>
                          </a:solidFill>
                          <a:latin typeface="Ubuntu"/>
                        </a:defRPr>
                      </a:lvl9pPr>
                    </a:lstStyle>
                    <a:p>
                      <a:pPr algn="l" fontAlgn="ctr"/>
                      <a:endParaRPr lang="en-IN" sz="1100" b="0" i="0" u="none" strike="noStrike">
                        <a:solidFill>
                          <a:srgbClr val="000000"/>
                        </a:solidFill>
                        <a:effectLst/>
                        <a:latin typeface="+mn-lt"/>
                      </a:endParaRPr>
                    </a:p>
                  </a:txBody>
                  <a:tcPr marL="7620"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noFill/>
                      <a:prstDash val="solid"/>
                      <a:round/>
                      <a:headEnd type="none" w="med" len="med"/>
                      <a:tailEnd type="none" w="med" len="med"/>
                    </a:lnT>
                    <a:lnB w="28575"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914400" rtl="0" eaLnBrk="1" latinLnBrk="0" hangingPunct="1">
                        <a:defRPr sz="1800" kern="1200">
                          <a:solidFill>
                            <a:schemeClr val="tx1"/>
                          </a:solidFill>
                          <a:latin typeface="Ubuntu"/>
                        </a:defRPr>
                      </a:lvl1pPr>
                      <a:lvl2pPr marL="457200" algn="l" defTabSz="914400" rtl="0" eaLnBrk="1" latinLnBrk="0" hangingPunct="1">
                        <a:defRPr sz="1800" kern="1200">
                          <a:solidFill>
                            <a:schemeClr val="tx1"/>
                          </a:solidFill>
                          <a:latin typeface="Ubuntu"/>
                        </a:defRPr>
                      </a:lvl2pPr>
                      <a:lvl3pPr marL="914400" algn="l" defTabSz="914400" rtl="0" eaLnBrk="1" latinLnBrk="0" hangingPunct="1">
                        <a:defRPr sz="1800" kern="1200">
                          <a:solidFill>
                            <a:schemeClr val="tx1"/>
                          </a:solidFill>
                          <a:latin typeface="Ubuntu"/>
                        </a:defRPr>
                      </a:lvl3pPr>
                      <a:lvl4pPr marL="1371600" algn="l" defTabSz="914400" rtl="0" eaLnBrk="1" latinLnBrk="0" hangingPunct="1">
                        <a:defRPr sz="1800" kern="1200">
                          <a:solidFill>
                            <a:schemeClr val="tx1"/>
                          </a:solidFill>
                          <a:latin typeface="Ubuntu"/>
                        </a:defRPr>
                      </a:lvl4pPr>
                      <a:lvl5pPr marL="1828800" algn="l" defTabSz="914400" rtl="0" eaLnBrk="1" latinLnBrk="0" hangingPunct="1">
                        <a:defRPr sz="1800" kern="1200">
                          <a:solidFill>
                            <a:schemeClr val="tx1"/>
                          </a:solidFill>
                          <a:latin typeface="Ubuntu"/>
                        </a:defRPr>
                      </a:lvl5pPr>
                      <a:lvl6pPr marL="2286000" algn="l" defTabSz="914400" rtl="0" eaLnBrk="1" latinLnBrk="0" hangingPunct="1">
                        <a:defRPr sz="1800" kern="1200">
                          <a:solidFill>
                            <a:schemeClr val="tx1"/>
                          </a:solidFill>
                          <a:latin typeface="Ubuntu"/>
                        </a:defRPr>
                      </a:lvl6pPr>
                      <a:lvl7pPr marL="2743200" algn="l" defTabSz="914400" rtl="0" eaLnBrk="1" latinLnBrk="0" hangingPunct="1">
                        <a:defRPr sz="1800" kern="1200">
                          <a:solidFill>
                            <a:schemeClr val="tx1"/>
                          </a:solidFill>
                          <a:latin typeface="Ubuntu"/>
                        </a:defRPr>
                      </a:lvl7pPr>
                      <a:lvl8pPr marL="3200400" algn="l" defTabSz="914400" rtl="0" eaLnBrk="1" latinLnBrk="0" hangingPunct="1">
                        <a:defRPr sz="1800" kern="1200">
                          <a:solidFill>
                            <a:schemeClr val="tx1"/>
                          </a:solidFill>
                          <a:latin typeface="Ubuntu"/>
                        </a:defRPr>
                      </a:lvl8pPr>
                      <a:lvl9pPr marL="3657600" algn="l" defTabSz="914400" rtl="0" eaLnBrk="1" latinLnBrk="0" hangingPunct="1">
                        <a:defRPr sz="1800" kern="1200">
                          <a:solidFill>
                            <a:schemeClr val="tx1"/>
                          </a:solidFill>
                          <a:latin typeface="Ubuntu"/>
                        </a:defRPr>
                      </a:lvl9pPr>
                    </a:lstStyle>
                    <a:p>
                      <a:pPr algn="l" fontAlgn="ctr"/>
                      <a:endParaRPr lang="en-IN" sz="1100" b="0" i="0" u="none" strike="noStrike">
                        <a:solidFill>
                          <a:srgbClr val="000000"/>
                        </a:solidFill>
                        <a:effectLst/>
                        <a:latin typeface="+mn-lt"/>
                      </a:endParaRPr>
                    </a:p>
                  </a:txBody>
                  <a:tcPr marL="7620"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noFill/>
                      <a:prstDash val="solid"/>
                      <a:round/>
                      <a:headEnd type="none" w="med" len="med"/>
                      <a:tailEnd type="none" w="med" len="med"/>
                    </a:lnT>
                    <a:lnB w="28575"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914400" rtl="0" eaLnBrk="1" latinLnBrk="0" hangingPunct="1">
                        <a:defRPr sz="1800" kern="1200">
                          <a:solidFill>
                            <a:schemeClr val="tx1"/>
                          </a:solidFill>
                          <a:latin typeface="Ubuntu"/>
                        </a:defRPr>
                      </a:lvl1pPr>
                      <a:lvl2pPr marL="457200" algn="l" defTabSz="914400" rtl="0" eaLnBrk="1" latinLnBrk="0" hangingPunct="1">
                        <a:defRPr sz="1800" kern="1200">
                          <a:solidFill>
                            <a:schemeClr val="tx1"/>
                          </a:solidFill>
                          <a:latin typeface="Ubuntu"/>
                        </a:defRPr>
                      </a:lvl2pPr>
                      <a:lvl3pPr marL="914400" algn="l" defTabSz="914400" rtl="0" eaLnBrk="1" latinLnBrk="0" hangingPunct="1">
                        <a:defRPr sz="1800" kern="1200">
                          <a:solidFill>
                            <a:schemeClr val="tx1"/>
                          </a:solidFill>
                          <a:latin typeface="Ubuntu"/>
                        </a:defRPr>
                      </a:lvl3pPr>
                      <a:lvl4pPr marL="1371600" algn="l" defTabSz="914400" rtl="0" eaLnBrk="1" latinLnBrk="0" hangingPunct="1">
                        <a:defRPr sz="1800" kern="1200">
                          <a:solidFill>
                            <a:schemeClr val="tx1"/>
                          </a:solidFill>
                          <a:latin typeface="Ubuntu"/>
                        </a:defRPr>
                      </a:lvl4pPr>
                      <a:lvl5pPr marL="1828800" algn="l" defTabSz="914400" rtl="0" eaLnBrk="1" latinLnBrk="0" hangingPunct="1">
                        <a:defRPr sz="1800" kern="1200">
                          <a:solidFill>
                            <a:schemeClr val="tx1"/>
                          </a:solidFill>
                          <a:latin typeface="Ubuntu"/>
                        </a:defRPr>
                      </a:lvl5pPr>
                      <a:lvl6pPr marL="2286000" algn="l" defTabSz="914400" rtl="0" eaLnBrk="1" latinLnBrk="0" hangingPunct="1">
                        <a:defRPr sz="1800" kern="1200">
                          <a:solidFill>
                            <a:schemeClr val="tx1"/>
                          </a:solidFill>
                          <a:latin typeface="Ubuntu"/>
                        </a:defRPr>
                      </a:lvl6pPr>
                      <a:lvl7pPr marL="2743200" algn="l" defTabSz="914400" rtl="0" eaLnBrk="1" latinLnBrk="0" hangingPunct="1">
                        <a:defRPr sz="1800" kern="1200">
                          <a:solidFill>
                            <a:schemeClr val="tx1"/>
                          </a:solidFill>
                          <a:latin typeface="Ubuntu"/>
                        </a:defRPr>
                      </a:lvl7pPr>
                      <a:lvl8pPr marL="3200400" algn="l" defTabSz="914400" rtl="0" eaLnBrk="1" latinLnBrk="0" hangingPunct="1">
                        <a:defRPr sz="1800" kern="1200">
                          <a:solidFill>
                            <a:schemeClr val="tx1"/>
                          </a:solidFill>
                          <a:latin typeface="Ubuntu"/>
                        </a:defRPr>
                      </a:lvl8pPr>
                      <a:lvl9pPr marL="3657600" algn="l" defTabSz="914400" rtl="0" eaLnBrk="1" latinLnBrk="0" hangingPunct="1">
                        <a:defRPr sz="1800" kern="1200">
                          <a:solidFill>
                            <a:schemeClr val="tx1"/>
                          </a:solidFill>
                          <a:latin typeface="Ubuntu"/>
                        </a:defRPr>
                      </a:lvl9pPr>
                    </a:lstStyle>
                    <a:p>
                      <a:pPr algn="l" fontAlgn="ctr"/>
                      <a:endParaRPr lang="en-IN" sz="1100" b="0" i="0" u="none" strike="noStrike">
                        <a:solidFill>
                          <a:srgbClr val="000000"/>
                        </a:solidFill>
                        <a:effectLst/>
                        <a:latin typeface="+mn-lt"/>
                      </a:endParaRPr>
                    </a:p>
                  </a:txBody>
                  <a:tcPr marL="7620"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noFill/>
                      <a:prstDash val="solid"/>
                      <a:round/>
                      <a:headEnd type="none" w="med" len="med"/>
                      <a:tailEnd type="none" w="med" len="med"/>
                    </a:lnT>
                    <a:lnB w="28575"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914400" rtl="0" eaLnBrk="1" latinLnBrk="0" hangingPunct="1">
                        <a:defRPr sz="1800" kern="1200">
                          <a:solidFill>
                            <a:schemeClr val="tx1"/>
                          </a:solidFill>
                          <a:latin typeface="Ubuntu"/>
                        </a:defRPr>
                      </a:lvl1pPr>
                      <a:lvl2pPr marL="457200" algn="l" defTabSz="914400" rtl="0" eaLnBrk="1" latinLnBrk="0" hangingPunct="1">
                        <a:defRPr sz="1800" kern="1200">
                          <a:solidFill>
                            <a:schemeClr val="tx1"/>
                          </a:solidFill>
                          <a:latin typeface="Ubuntu"/>
                        </a:defRPr>
                      </a:lvl2pPr>
                      <a:lvl3pPr marL="914400" algn="l" defTabSz="914400" rtl="0" eaLnBrk="1" latinLnBrk="0" hangingPunct="1">
                        <a:defRPr sz="1800" kern="1200">
                          <a:solidFill>
                            <a:schemeClr val="tx1"/>
                          </a:solidFill>
                          <a:latin typeface="Ubuntu"/>
                        </a:defRPr>
                      </a:lvl3pPr>
                      <a:lvl4pPr marL="1371600" algn="l" defTabSz="914400" rtl="0" eaLnBrk="1" latinLnBrk="0" hangingPunct="1">
                        <a:defRPr sz="1800" kern="1200">
                          <a:solidFill>
                            <a:schemeClr val="tx1"/>
                          </a:solidFill>
                          <a:latin typeface="Ubuntu"/>
                        </a:defRPr>
                      </a:lvl4pPr>
                      <a:lvl5pPr marL="1828800" algn="l" defTabSz="914400" rtl="0" eaLnBrk="1" latinLnBrk="0" hangingPunct="1">
                        <a:defRPr sz="1800" kern="1200">
                          <a:solidFill>
                            <a:schemeClr val="tx1"/>
                          </a:solidFill>
                          <a:latin typeface="Ubuntu"/>
                        </a:defRPr>
                      </a:lvl5pPr>
                      <a:lvl6pPr marL="2286000" algn="l" defTabSz="914400" rtl="0" eaLnBrk="1" latinLnBrk="0" hangingPunct="1">
                        <a:defRPr sz="1800" kern="1200">
                          <a:solidFill>
                            <a:schemeClr val="tx1"/>
                          </a:solidFill>
                          <a:latin typeface="Ubuntu"/>
                        </a:defRPr>
                      </a:lvl6pPr>
                      <a:lvl7pPr marL="2743200" algn="l" defTabSz="914400" rtl="0" eaLnBrk="1" latinLnBrk="0" hangingPunct="1">
                        <a:defRPr sz="1800" kern="1200">
                          <a:solidFill>
                            <a:schemeClr val="tx1"/>
                          </a:solidFill>
                          <a:latin typeface="Ubuntu"/>
                        </a:defRPr>
                      </a:lvl7pPr>
                      <a:lvl8pPr marL="3200400" algn="l" defTabSz="914400" rtl="0" eaLnBrk="1" latinLnBrk="0" hangingPunct="1">
                        <a:defRPr sz="1800" kern="1200">
                          <a:solidFill>
                            <a:schemeClr val="tx1"/>
                          </a:solidFill>
                          <a:latin typeface="Ubuntu"/>
                        </a:defRPr>
                      </a:lvl8pPr>
                      <a:lvl9pPr marL="3657600" algn="l" defTabSz="914400" rtl="0" eaLnBrk="1" latinLnBrk="0" hangingPunct="1">
                        <a:defRPr sz="1800" kern="1200">
                          <a:solidFill>
                            <a:schemeClr val="tx1"/>
                          </a:solidFill>
                          <a:latin typeface="Ubuntu"/>
                        </a:defRPr>
                      </a:lvl9pPr>
                    </a:lstStyle>
                    <a:p>
                      <a:pPr algn="l" fontAlgn="ctr"/>
                      <a:endParaRPr lang="en-IN" sz="1100" b="0" i="0" u="none" strike="noStrike">
                        <a:solidFill>
                          <a:srgbClr val="000000"/>
                        </a:solidFill>
                        <a:effectLst/>
                        <a:latin typeface="+mn-lt"/>
                      </a:endParaRPr>
                    </a:p>
                  </a:txBody>
                  <a:tcPr marL="7620"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noFill/>
                      <a:prstDash val="solid"/>
                      <a:round/>
                      <a:headEnd type="none" w="med" len="med"/>
                      <a:tailEnd type="none" w="med" len="med"/>
                    </a:lnT>
                    <a:lnB w="28575"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914400" rtl="0" eaLnBrk="1" latinLnBrk="0" hangingPunct="1">
                        <a:defRPr sz="1800" kern="1200">
                          <a:solidFill>
                            <a:schemeClr val="tx1"/>
                          </a:solidFill>
                          <a:latin typeface="Ubuntu"/>
                        </a:defRPr>
                      </a:lvl1pPr>
                      <a:lvl2pPr marL="457200" algn="l" defTabSz="914400" rtl="0" eaLnBrk="1" latinLnBrk="0" hangingPunct="1">
                        <a:defRPr sz="1800" kern="1200">
                          <a:solidFill>
                            <a:schemeClr val="tx1"/>
                          </a:solidFill>
                          <a:latin typeface="Ubuntu"/>
                        </a:defRPr>
                      </a:lvl2pPr>
                      <a:lvl3pPr marL="914400" algn="l" defTabSz="914400" rtl="0" eaLnBrk="1" latinLnBrk="0" hangingPunct="1">
                        <a:defRPr sz="1800" kern="1200">
                          <a:solidFill>
                            <a:schemeClr val="tx1"/>
                          </a:solidFill>
                          <a:latin typeface="Ubuntu"/>
                        </a:defRPr>
                      </a:lvl3pPr>
                      <a:lvl4pPr marL="1371600" algn="l" defTabSz="914400" rtl="0" eaLnBrk="1" latinLnBrk="0" hangingPunct="1">
                        <a:defRPr sz="1800" kern="1200">
                          <a:solidFill>
                            <a:schemeClr val="tx1"/>
                          </a:solidFill>
                          <a:latin typeface="Ubuntu"/>
                        </a:defRPr>
                      </a:lvl4pPr>
                      <a:lvl5pPr marL="1828800" algn="l" defTabSz="914400" rtl="0" eaLnBrk="1" latinLnBrk="0" hangingPunct="1">
                        <a:defRPr sz="1800" kern="1200">
                          <a:solidFill>
                            <a:schemeClr val="tx1"/>
                          </a:solidFill>
                          <a:latin typeface="Ubuntu"/>
                        </a:defRPr>
                      </a:lvl5pPr>
                      <a:lvl6pPr marL="2286000" algn="l" defTabSz="914400" rtl="0" eaLnBrk="1" latinLnBrk="0" hangingPunct="1">
                        <a:defRPr sz="1800" kern="1200">
                          <a:solidFill>
                            <a:schemeClr val="tx1"/>
                          </a:solidFill>
                          <a:latin typeface="Ubuntu"/>
                        </a:defRPr>
                      </a:lvl6pPr>
                      <a:lvl7pPr marL="2743200" algn="l" defTabSz="914400" rtl="0" eaLnBrk="1" latinLnBrk="0" hangingPunct="1">
                        <a:defRPr sz="1800" kern="1200">
                          <a:solidFill>
                            <a:schemeClr val="tx1"/>
                          </a:solidFill>
                          <a:latin typeface="Ubuntu"/>
                        </a:defRPr>
                      </a:lvl7pPr>
                      <a:lvl8pPr marL="3200400" algn="l" defTabSz="914400" rtl="0" eaLnBrk="1" latinLnBrk="0" hangingPunct="1">
                        <a:defRPr sz="1800" kern="1200">
                          <a:solidFill>
                            <a:schemeClr val="tx1"/>
                          </a:solidFill>
                          <a:latin typeface="Ubuntu"/>
                        </a:defRPr>
                      </a:lvl8pPr>
                      <a:lvl9pPr marL="3657600" algn="l" defTabSz="914400" rtl="0" eaLnBrk="1" latinLnBrk="0" hangingPunct="1">
                        <a:defRPr sz="1800" kern="1200">
                          <a:solidFill>
                            <a:schemeClr val="tx1"/>
                          </a:solidFill>
                          <a:latin typeface="Ubuntu"/>
                        </a:defRPr>
                      </a:lvl9pPr>
                    </a:lstStyle>
                    <a:p>
                      <a:pPr algn="l" fontAlgn="ctr"/>
                      <a:endParaRPr lang="en-IN" sz="1100" b="0" i="0" u="none" strike="noStrike">
                        <a:solidFill>
                          <a:srgbClr val="000000"/>
                        </a:solidFill>
                        <a:effectLst/>
                        <a:latin typeface="+mn-lt"/>
                      </a:endParaRPr>
                    </a:p>
                  </a:txBody>
                  <a:tcPr marL="7620"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noFill/>
                      <a:prstDash val="solid"/>
                      <a:round/>
                      <a:headEnd type="none" w="med" len="med"/>
                      <a:tailEnd type="none" w="med" len="med"/>
                    </a:lnT>
                    <a:lnB w="28575"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914400" rtl="0" eaLnBrk="1" latinLnBrk="0" hangingPunct="1">
                        <a:defRPr sz="1800" kern="1200">
                          <a:solidFill>
                            <a:schemeClr val="tx1"/>
                          </a:solidFill>
                          <a:latin typeface="Ubuntu"/>
                        </a:defRPr>
                      </a:lvl1pPr>
                      <a:lvl2pPr marL="457200" algn="l" defTabSz="914400" rtl="0" eaLnBrk="1" latinLnBrk="0" hangingPunct="1">
                        <a:defRPr sz="1800" kern="1200">
                          <a:solidFill>
                            <a:schemeClr val="tx1"/>
                          </a:solidFill>
                          <a:latin typeface="Ubuntu"/>
                        </a:defRPr>
                      </a:lvl2pPr>
                      <a:lvl3pPr marL="914400" algn="l" defTabSz="914400" rtl="0" eaLnBrk="1" latinLnBrk="0" hangingPunct="1">
                        <a:defRPr sz="1800" kern="1200">
                          <a:solidFill>
                            <a:schemeClr val="tx1"/>
                          </a:solidFill>
                          <a:latin typeface="Ubuntu"/>
                        </a:defRPr>
                      </a:lvl3pPr>
                      <a:lvl4pPr marL="1371600" algn="l" defTabSz="914400" rtl="0" eaLnBrk="1" latinLnBrk="0" hangingPunct="1">
                        <a:defRPr sz="1800" kern="1200">
                          <a:solidFill>
                            <a:schemeClr val="tx1"/>
                          </a:solidFill>
                          <a:latin typeface="Ubuntu"/>
                        </a:defRPr>
                      </a:lvl4pPr>
                      <a:lvl5pPr marL="1828800" algn="l" defTabSz="914400" rtl="0" eaLnBrk="1" latinLnBrk="0" hangingPunct="1">
                        <a:defRPr sz="1800" kern="1200">
                          <a:solidFill>
                            <a:schemeClr val="tx1"/>
                          </a:solidFill>
                          <a:latin typeface="Ubuntu"/>
                        </a:defRPr>
                      </a:lvl5pPr>
                      <a:lvl6pPr marL="2286000" algn="l" defTabSz="914400" rtl="0" eaLnBrk="1" latinLnBrk="0" hangingPunct="1">
                        <a:defRPr sz="1800" kern="1200">
                          <a:solidFill>
                            <a:schemeClr val="tx1"/>
                          </a:solidFill>
                          <a:latin typeface="Ubuntu"/>
                        </a:defRPr>
                      </a:lvl6pPr>
                      <a:lvl7pPr marL="2743200" algn="l" defTabSz="914400" rtl="0" eaLnBrk="1" latinLnBrk="0" hangingPunct="1">
                        <a:defRPr sz="1800" kern="1200">
                          <a:solidFill>
                            <a:schemeClr val="tx1"/>
                          </a:solidFill>
                          <a:latin typeface="Ubuntu"/>
                        </a:defRPr>
                      </a:lvl7pPr>
                      <a:lvl8pPr marL="3200400" algn="l" defTabSz="914400" rtl="0" eaLnBrk="1" latinLnBrk="0" hangingPunct="1">
                        <a:defRPr sz="1800" kern="1200">
                          <a:solidFill>
                            <a:schemeClr val="tx1"/>
                          </a:solidFill>
                          <a:latin typeface="Ubuntu"/>
                        </a:defRPr>
                      </a:lvl8pPr>
                      <a:lvl9pPr marL="3657600" algn="l" defTabSz="914400" rtl="0" eaLnBrk="1" latinLnBrk="0" hangingPunct="1">
                        <a:defRPr sz="1800" kern="1200">
                          <a:solidFill>
                            <a:schemeClr val="tx1"/>
                          </a:solidFill>
                          <a:latin typeface="Ubuntu"/>
                        </a:defRPr>
                      </a:lvl9pPr>
                    </a:lstStyle>
                    <a:p>
                      <a:pPr algn="l" fontAlgn="ctr"/>
                      <a:endParaRPr lang="en-IN" sz="1100" b="0" i="0" u="none" strike="noStrike">
                        <a:solidFill>
                          <a:srgbClr val="000000"/>
                        </a:solidFill>
                        <a:effectLst/>
                        <a:latin typeface="+mn-lt"/>
                      </a:endParaRPr>
                    </a:p>
                  </a:txBody>
                  <a:tcPr marL="7620"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noFill/>
                      <a:prstDash val="solid"/>
                      <a:round/>
                      <a:headEnd type="none" w="med" len="med"/>
                      <a:tailEnd type="none" w="med" len="med"/>
                    </a:lnT>
                    <a:lnB w="28575"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914400" rtl="0" eaLnBrk="1" latinLnBrk="0" hangingPunct="1">
                        <a:defRPr sz="1800" kern="1200">
                          <a:solidFill>
                            <a:schemeClr val="tx1"/>
                          </a:solidFill>
                          <a:latin typeface="Ubuntu"/>
                        </a:defRPr>
                      </a:lvl1pPr>
                      <a:lvl2pPr marL="457200" algn="l" defTabSz="914400" rtl="0" eaLnBrk="1" latinLnBrk="0" hangingPunct="1">
                        <a:defRPr sz="1800" kern="1200">
                          <a:solidFill>
                            <a:schemeClr val="tx1"/>
                          </a:solidFill>
                          <a:latin typeface="Ubuntu"/>
                        </a:defRPr>
                      </a:lvl2pPr>
                      <a:lvl3pPr marL="914400" algn="l" defTabSz="914400" rtl="0" eaLnBrk="1" latinLnBrk="0" hangingPunct="1">
                        <a:defRPr sz="1800" kern="1200">
                          <a:solidFill>
                            <a:schemeClr val="tx1"/>
                          </a:solidFill>
                          <a:latin typeface="Ubuntu"/>
                        </a:defRPr>
                      </a:lvl3pPr>
                      <a:lvl4pPr marL="1371600" algn="l" defTabSz="914400" rtl="0" eaLnBrk="1" latinLnBrk="0" hangingPunct="1">
                        <a:defRPr sz="1800" kern="1200">
                          <a:solidFill>
                            <a:schemeClr val="tx1"/>
                          </a:solidFill>
                          <a:latin typeface="Ubuntu"/>
                        </a:defRPr>
                      </a:lvl4pPr>
                      <a:lvl5pPr marL="1828800" algn="l" defTabSz="914400" rtl="0" eaLnBrk="1" latinLnBrk="0" hangingPunct="1">
                        <a:defRPr sz="1800" kern="1200">
                          <a:solidFill>
                            <a:schemeClr val="tx1"/>
                          </a:solidFill>
                          <a:latin typeface="Ubuntu"/>
                        </a:defRPr>
                      </a:lvl5pPr>
                      <a:lvl6pPr marL="2286000" algn="l" defTabSz="914400" rtl="0" eaLnBrk="1" latinLnBrk="0" hangingPunct="1">
                        <a:defRPr sz="1800" kern="1200">
                          <a:solidFill>
                            <a:schemeClr val="tx1"/>
                          </a:solidFill>
                          <a:latin typeface="Ubuntu"/>
                        </a:defRPr>
                      </a:lvl6pPr>
                      <a:lvl7pPr marL="2743200" algn="l" defTabSz="914400" rtl="0" eaLnBrk="1" latinLnBrk="0" hangingPunct="1">
                        <a:defRPr sz="1800" kern="1200">
                          <a:solidFill>
                            <a:schemeClr val="tx1"/>
                          </a:solidFill>
                          <a:latin typeface="Ubuntu"/>
                        </a:defRPr>
                      </a:lvl7pPr>
                      <a:lvl8pPr marL="3200400" algn="l" defTabSz="914400" rtl="0" eaLnBrk="1" latinLnBrk="0" hangingPunct="1">
                        <a:defRPr sz="1800" kern="1200">
                          <a:solidFill>
                            <a:schemeClr val="tx1"/>
                          </a:solidFill>
                          <a:latin typeface="Ubuntu"/>
                        </a:defRPr>
                      </a:lvl8pPr>
                      <a:lvl9pPr marL="3657600" algn="l" defTabSz="914400" rtl="0" eaLnBrk="1" latinLnBrk="0" hangingPunct="1">
                        <a:defRPr sz="1800" kern="1200">
                          <a:solidFill>
                            <a:schemeClr val="tx1"/>
                          </a:solidFill>
                          <a:latin typeface="Ubuntu"/>
                        </a:defRPr>
                      </a:lvl9pPr>
                    </a:lstStyle>
                    <a:p>
                      <a:pPr algn="l" fontAlgn="ctr"/>
                      <a:endParaRPr lang="en-IN" sz="1100" b="0" i="0" u="none" strike="noStrike">
                        <a:solidFill>
                          <a:srgbClr val="000000"/>
                        </a:solidFill>
                        <a:effectLst/>
                        <a:latin typeface="+mn-lt"/>
                      </a:endParaRPr>
                    </a:p>
                  </a:txBody>
                  <a:tcPr marL="7620"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noFill/>
                      <a:prstDash val="solid"/>
                      <a:round/>
                      <a:headEnd type="none" w="med" len="med"/>
                      <a:tailEnd type="none" w="med" len="med"/>
                    </a:lnT>
                    <a:lnB w="28575"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914400" rtl="0" eaLnBrk="1" latinLnBrk="0" hangingPunct="1">
                        <a:defRPr sz="1800" kern="1200">
                          <a:solidFill>
                            <a:schemeClr val="tx1"/>
                          </a:solidFill>
                          <a:latin typeface="Ubuntu"/>
                        </a:defRPr>
                      </a:lvl1pPr>
                      <a:lvl2pPr marL="457200" algn="l" defTabSz="914400" rtl="0" eaLnBrk="1" latinLnBrk="0" hangingPunct="1">
                        <a:defRPr sz="1800" kern="1200">
                          <a:solidFill>
                            <a:schemeClr val="tx1"/>
                          </a:solidFill>
                          <a:latin typeface="Ubuntu"/>
                        </a:defRPr>
                      </a:lvl2pPr>
                      <a:lvl3pPr marL="914400" algn="l" defTabSz="914400" rtl="0" eaLnBrk="1" latinLnBrk="0" hangingPunct="1">
                        <a:defRPr sz="1800" kern="1200">
                          <a:solidFill>
                            <a:schemeClr val="tx1"/>
                          </a:solidFill>
                          <a:latin typeface="Ubuntu"/>
                        </a:defRPr>
                      </a:lvl3pPr>
                      <a:lvl4pPr marL="1371600" algn="l" defTabSz="914400" rtl="0" eaLnBrk="1" latinLnBrk="0" hangingPunct="1">
                        <a:defRPr sz="1800" kern="1200">
                          <a:solidFill>
                            <a:schemeClr val="tx1"/>
                          </a:solidFill>
                          <a:latin typeface="Ubuntu"/>
                        </a:defRPr>
                      </a:lvl4pPr>
                      <a:lvl5pPr marL="1828800" algn="l" defTabSz="914400" rtl="0" eaLnBrk="1" latinLnBrk="0" hangingPunct="1">
                        <a:defRPr sz="1800" kern="1200">
                          <a:solidFill>
                            <a:schemeClr val="tx1"/>
                          </a:solidFill>
                          <a:latin typeface="Ubuntu"/>
                        </a:defRPr>
                      </a:lvl5pPr>
                      <a:lvl6pPr marL="2286000" algn="l" defTabSz="914400" rtl="0" eaLnBrk="1" latinLnBrk="0" hangingPunct="1">
                        <a:defRPr sz="1800" kern="1200">
                          <a:solidFill>
                            <a:schemeClr val="tx1"/>
                          </a:solidFill>
                          <a:latin typeface="Ubuntu"/>
                        </a:defRPr>
                      </a:lvl6pPr>
                      <a:lvl7pPr marL="2743200" algn="l" defTabSz="914400" rtl="0" eaLnBrk="1" latinLnBrk="0" hangingPunct="1">
                        <a:defRPr sz="1800" kern="1200">
                          <a:solidFill>
                            <a:schemeClr val="tx1"/>
                          </a:solidFill>
                          <a:latin typeface="Ubuntu"/>
                        </a:defRPr>
                      </a:lvl7pPr>
                      <a:lvl8pPr marL="3200400" algn="l" defTabSz="914400" rtl="0" eaLnBrk="1" latinLnBrk="0" hangingPunct="1">
                        <a:defRPr sz="1800" kern="1200">
                          <a:solidFill>
                            <a:schemeClr val="tx1"/>
                          </a:solidFill>
                          <a:latin typeface="Ubuntu"/>
                        </a:defRPr>
                      </a:lvl8pPr>
                      <a:lvl9pPr marL="3657600" algn="l" defTabSz="914400" rtl="0" eaLnBrk="1" latinLnBrk="0" hangingPunct="1">
                        <a:defRPr sz="1800" kern="1200">
                          <a:solidFill>
                            <a:schemeClr val="tx1"/>
                          </a:solidFill>
                          <a:latin typeface="Ubuntu"/>
                        </a:defRPr>
                      </a:lvl9pPr>
                    </a:lstStyle>
                    <a:p>
                      <a:pPr algn="l" fontAlgn="ctr"/>
                      <a:endParaRPr lang="en-IN" sz="1100" b="0" i="0" u="none" strike="noStrike">
                        <a:solidFill>
                          <a:srgbClr val="000000"/>
                        </a:solidFill>
                        <a:effectLst/>
                        <a:latin typeface="+mn-lt"/>
                      </a:endParaRPr>
                    </a:p>
                  </a:txBody>
                  <a:tcPr marL="7620"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noFill/>
                      <a:prstDash val="solid"/>
                      <a:round/>
                      <a:headEnd type="none" w="med" len="med"/>
                      <a:tailEnd type="none" w="med" len="med"/>
                    </a:lnT>
                    <a:lnB w="28575"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914400" rtl="0" eaLnBrk="1" latinLnBrk="0" hangingPunct="1">
                        <a:defRPr sz="1800" kern="1200">
                          <a:solidFill>
                            <a:schemeClr val="tx1"/>
                          </a:solidFill>
                          <a:latin typeface="Ubuntu"/>
                        </a:defRPr>
                      </a:lvl1pPr>
                      <a:lvl2pPr marL="457200" algn="l" defTabSz="914400" rtl="0" eaLnBrk="1" latinLnBrk="0" hangingPunct="1">
                        <a:defRPr sz="1800" kern="1200">
                          <a:solidFill>
                            <a:schemeClr val="tx1"/>
                          </a:solidFill>
                          <a:latin typeface="Ubuntu"/>
                        </a:defRPr>
                      </a:lvl2pPr>
                      <a:lvl3pPr marL="914400" algn="l" defTabSz="914400" rtl="0" eaLnBrk="1" latinLnBrk="0" hangingPunct="1">
                        <a:defRPr sz="1800" kern="1200">
                          <a:solidFill>
                            <a:schemeClr val="tx1"/>
                          </a:solidFill>
                          <a:latin typeface="Ubuntu"/>
                        </a:defRPr>
                      </a:lvl3pPr>
                      <a:lvl4pPr marL="1371600" algn="l" defTabSz="914400" rtl="0" eaLnBrk="1" latinLnBrk="0" hangingPunct="1">
                        <a:defRPr sz="1800" kern="1200">
                          <a:solidFill>
                            <a:schemeClr val="tx1"/>
                          </a:solidFill>
                          <a:latin typeface="Ubuntu"/>
                        </a:defRPr>
                      </a:lvl4pPr>
                      <a:lvl5pPr marL="1828800" algn="l" defTabSz="914400" rtl="0" eaLnBrk="1" latinLnBrk="0" hangingPunct="1">
                        <a:defRPr sz="1800" kern="1200">
                          <a:solidFill>
                            <a:schemeClr val="tx1"/>
                          </a:solidFill>
                          <a:latin typeface="Ubuntu"/>
                        </a:defRPr>
                      </a:lvl5pPr>
                      <a:lvl6pPr marL="2286000" algn="l" defTabSz="914400" rtl="0" eaLnBrk="1" latinLnBrk="0" hangingPunct="1">
                        <a:defRPr sz="1800" kern="1200">
                          <a:solidFill>
                            <a:schemeClr val="tx1"/>
                          </a:solidFill>
                          <a:latin typeface="Ubuntu"/>
                        </a:defRPr>
                      </a:lvl6pPr>
                      <a:lvl7pPr marL="2743200" algn="l" defTabSz="914400" rtl="0" eaLnBrk="1" latinLnBrk="0" hangingPunct="1">
                        <a:defRPr sz="1800" kern="1200">
                          <a:solidFill>
                            <a:schemeClr val="tx1"/>
                          </a:solidFill>
                          <a:latin typeface="Ubuntu"/>
                        </a:defRPr>
                      </a:lvl7pPr>
                      <a:lvl8pPr marL="3200400" algn="l" defTabSz="914400" rtl="0" eaLnBrk="1" latinLnBrk="0" hangingPunct="1">
                        <a:defRPr sz="1800" kern="1200">
                          <a:solidFill>
                            <a:schemeClr val="tx1"/>
                          </a:solidFill>
                          <a:latin typeface="Ubuntu"/>
                        </a:defRPr>
                      </a:lvl8pPr>
                      <a:lvl9pPr marL="3657600" algn="l" defTabSz="914400" rtl="0" eaLnBrk="1" latinLnBrk="0" hangingPunct="1">
                        <a:defRPr sz="1800" kern="1200">
                          <a:solidFill>
                            <a:schemeClr val="tx1"/>
                          </a:solidFill>
                          <a:latin typeface="Ubuntu"/>
                        </a:defRPr>
                      </a:lvl9pPr>
                    </a:lstStyle>
                    <a:p>
                      <a:pPr algn="l" fontAlgn="ctr"/>
                      <a:endParaRPr lang="en-IN" sz="1100" b="0" i="0" u="none" strike="noStrike">
                        <a:solidFill>
                          <a:srgbClr val="000000"/>
                        </a:solidFill>
                        <a:effectLst/>
                        <a:latin typeface="+mn-lt"/>
                      </a:endParaRPr>
                    </a:p>
                  </a:txBody>
                  <a:tcPr marL="7620"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noFill/>
                      <a:prstDash val="solid"/>
                      <a:round/>
                      <a:headEnd type="none" w="med" len="med"/>
                      <a:tailEnd type="none" w="med" len="med"/>
                    </a:lnT>
                    <a:lnB w="28575"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914400" rtl="0" eaLnBrk="1" latinLnBrk="0" hangingPunct="1">
                        <a:defRPr sz="1800" kern="1200">
                          <a:solidFill>
                            <a:schemeClr val="tx1"/>
                          </a:solidFill>
                          <a:latin typeface="Ubuntu"/>
                        </a:defRPr>
                      </a:lvl1pPr>
                      <a:lvl2pPr marL="457200" algn="l" defTabSz="914400" rtl="0" eaLnBrk="1" latinLnBrk="0" hangingPunct="1">
                        <a:defRPr sz="1800" kern="1200">
                          <a:solidFill>
                            <a:schemeClr val="tx1"/>
                          </a:solidFill>
                          <a:latin typeface="Ubuntu"/>
                        </a:defRPr>
                      </a:lvl2pPr>
                      <a:lvl3pPr marL="914400" algn="l" defTabSz="914400" rtl="0" eaLnBrk="1" latinLnBrk="0" hangingPunct="1">
                        <a:defRPr sz="1800" kern="1200">
                          <a:solidFill>
                            <a:schemeClr val="tx1"/>
                          </a:solidFill>
                          <a:latin typeface="Ubuntu"/>
                        </a:defRPr>
                      </a:lvl3pPr>
                      <a:lvl4pPr marL="1371600" algn="l" defTabSz="914400" rtl="0" eaLnBrk="1" latinLnBrk="0" hangingPunct="1">
                        <a:defRPr sz="1800" kern="1200">
                          <a:solidFill>
                            <a:schemeClr val="tx1"/>
                          </a:solidFill>
                          <a:latin typeface="Ubuntu"/>
                        </a:defRPr>
                      </a:lvl4pPr>
                      <a:lvl5pPr marL="1828800" algn="l" defTabSz="914400" rtl="0" eaLnBrk="1" latinLnBrk="0" hangingPunct="1">
                        <a:defRPr sz="1800" kern="1200">
                          <a:solidFill>
                            <a:schemeClr val="tx1"/>
                          </a:solidFill>
                          <a:latin typeface="Ubuntu"/>
                        </a:defRPr>
                      </a:lvl5pPr>
                      <a:lvl6pPr marL="2286000" algn="l" defTabSz="914400" rtl="0" eaLnBrk="1" latinLnBrk="0" hangingPunct="1">
                        <a:defRPr sz="1800" kern="1200">
                          <a:solidFill>
                            <a:schemeClr val="tx1"/>
                          </a:solidFill>
                          <a:latin typeface="Ubuntu"/>
                        </a:defRPr>
                      </a:lvl6pPr>
                      <a:lvl7pPr marL="2743200" algn="l" defTabSz="914400" rtl="0" eaLnBrk="1" latinLnBrk="0" hangingPunct="1">
                        <a:defRPr sz="1800" kern="1200">
                          <a:solidFill>
                            <a:schemeClr val="tx1"/>
                          </a:solidFill>
                          <a:latin typeface="Ubuntu"/>
                        </a:defRPr>
                      </a:lvl7pPr>
                      <a:lvl8pPr marL="3200400" algn="l" defTabSz="914400" rtl="0" eaLnBrk="1" latinLnBrk="0" hangingPunct="1">
                        <a:defRPr sz="1800" kern="1200">
                          <a:solidFill>
                            <a:schemeClr val="tx1"/>
                          </a:solidFill>
                          <a:latin typeface="Ubuntu"/>
                        </a:defRPr>
                      </a:lvl8pPr>
                      <a:lvl9pPr marL="3657600" algn="l" defTabSz="914400" rtl="0" eaLnBrk="1" latinLnBrk="0" hangingPunct="1">
                        <a:defRPr sz="1800" kern="1200">
                          <a:solidFill>
                            <a:schemeClr val="tx1"/>
                          </a:solidFill>
                          <a:latin typeface="Ubuntu"/>
                        </a:defRPr>
                      </a:lvl9pPr>
                    </a:lstStyle>
                    <a:p>
                      <a:pPr algn="l" fontAlgn="ctr"/>
                      <a:endParaRPr lang="en-IN" sz="1100" b="0" i="0" u="none" strike="noStrike">
                        <a:solidFill>
                          <a:srgbClr val="000000"/>
                        </a:solidFill>
                        <a:effectLst/>
                        <a:latin typeface="+mn-lt"/>
                      </a:endParaRPr>
                    </a:p>
                  </a:txBody>
                  <a:tcPr marL="7620"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noFill/>
                      <a:prstDash val="solid"/>
                      <a:round/>
                      <a:headEnd type="none" w="med" len="med"/>
                      <a:tailEnd type="none" w="med" len="med"/>
                    </a:lnT>
                    <a:lnB w="28575"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914400" rtl="0" eaLnBrk="1" latinLnBrk="0" hangingPunct="1">
                        <a:defRPr sz="1800" kern="1200">
                          <a:solidFill>
                            <a:schemeClr val="tx1"/>
                          </a:solidFill>
                          <a:latin typeface="Ubuntu"/>
                        </a:defRPr>
                      </a:lvl1pPr>
                      <a:lvl2pPr marL="457200" algn="l" defTabSz="914400" rtl="0" eaLnBrk="1" latinLnBrk="0" hangingPunct="1">
                        <a:defRPr sz="1800" kern="1200">
                          <a:solidFill>
                            <a:schemeClr val="tx1"/>
                          </a:solidFill>
                          <a:latin typeface="Ubuntu"/>
                        </a:defRPr>
                      </a:lvl2pPr>
                      <a:lvl3pPr marL="914400" algn="l" defTabSz="914400" rtl="0" eaLnBrk="1" latinLnBrk="0" hangingPunct="1">
                        <a:defRPr sz="1800" kern="1200">
                          <a:solidFill>
                            <a:schemeClr val="tx1"/>
                          </a:solidFill>
                          <a:latin typeface="Ubuntu"/>
                        </a:defRPr>
                      </a:lvl3pPr>
                      <a:lvl4pPr marL="1371600" algn="l" defTabSz="914400" rtl="0" eaLnBrk="1" latinLnBrk="0" hangingPunct="1">
                        <a:defRPr sz="1800" kern="1200">
                          <a:solidFill>
                            <a:schemeClr val="tx1"/>
                          </a:solidFill>
                          <a:latin typeface="Ubuntu"/>
                        </a:defRPr>
                      </a:lvl4pPr>
                      <a:lvl5pPr marL="1828800" algn="l" defTabSz="914400" rtl="0" eaLnBrk="1" latinLnBrk="0" hangingPunct="1">
                        <a:defRPr sz="1800" kern="1200">
                          <a:solidFill>
                            <a:schemeClr val="tx1"/>
                          </a:solidFill>
                          <a:latin typeface="Ubuntu"/>
                        </a:defRPr>
                      </a:lvl5pPr>
                      <a:lvl6pPr marL="2286000" algn="l" defTabSz="914400" rtl="0" eaLnBrk="1" latinLnBrk="0" hangingPunct="1">
                        <a:defRPr sz="1800" kern="1200">
                          <a:solidFill>
                            <a:schemeClr val="tx1"/>
                          </a:solidFill>
                          <a:latin typeface="Ubuntu"/>
                        </a:defRPr>
                      </a:lvl6pPr>
                      <a:lvl7pPr marL="2743200" algn="l" defTabSz="914400" rtl="0" eaLnBrk="1" latinLnBrk="0" hangingPunct="1">
                        <a:defRPr sz="1800" kern="1200">
                          <a:solidFill>
                            <a:schemeClr val="tx1"/>
                          </a:solidFill>
                          <a:latin typeface="Ubuntu"/>
                        </a:defRPr>
                      </a:lvl7pPr>
                      <a:lvl8pPr marL="3200400" algn="l" defTabSz="914400" rtl="0" eaLnBrk="1" latinLnBrk="0" hangingPunct="1">
                        <a:defRPr sz="1800" kern="1200">
                          <a:solidFill>
                            <a:schemeClr val="tx1"/>
                          </a:solidFill>
                          <a:latin typeface="Ubuntu"/>
                        </a:defRPr>
                      </a:lvl8pPr>
                      <a:lvl9pPr marL="3657600" algn="l" defTabSz="914400" rtl="0" eaLnBrk="1" latinLnBrk="0" hangingPunct="1">
                        <a:defRPr sz="1800" kern="1200">
                          <a:solidFill>
                            <a:schemeClr val="tx1"/>
                          </a:solidFill>
                          <a:latin typeface="Ubuntu"/>
                        </a:defRPr>
                      </a:lvl9pPr>
                    </a:lstStyle>
                    <a:p>
                      <a:pPr algn="l" fontAlgn="ctr"/>
                      <a:endParaRPr lang="en-IN" sz="1100" b="0" i="0" u="none" strike="noStrike">
                        <a:solidFill>
                          <a:srgbClr val="000000"/>
                        </a:solidFill>
                        <a:effectLst/>
                        <a:latin typeface="+mn-lt"/>
                      </a:endParaRPr>
                    </a:p>
                  </a:txBody>
                  <a:tcPr marL="7620" marR="7620" marT="7620" marB="0" anchor="ctr">
                    <a:lnL w="12700" cap="flat" cmpd="sng" algn="ctr">
                      <a:solidFill>
                        <a:srgbClr val="FFFFFF"/>
                      </a:solidFill>
                      <a:prstDash val="solid"/>
                      <a:round/>
                      <a:headEnd type="none" w="med" len="med"/>
                      <a:tailEnd type="none" w="med" len="med"/>
                    </a:lnL>
                    <a:lnR w="12700" cap="flat" cmpd="sng" algn="ctr">
                      <a:solidFill>
                        <a:sysClr val="windowText" lastClr="000000">
                          <a:lumMod val="50000"/>
                          <a:lumOff val="50000"/>
                        </a:sysClr>
                      </a:solidFill>
                      <a:prstDash val="solid"/>
                      <a:round/>
                      <a:headEnd type="none" w="med" len="med"/>
                      <a:tailEnd type="none" w="med" len="med"/>
                    </a:lnR>
                    <a:lnT w="12700" cap="flat" cmpd="sng" algn="ctr">
                      <a:noFill/>
                      <a:prstDash val="solid"/>
                      <a:round/>
                      <a:headEnd type="none" w="med" len="med"/>
                      <a:tailEnd type="none" w="med" len="med"/>
                    </a:lnT>
                    <a:lnB w="28575"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extLst>
                  <a:ext uri="{0D108BD9-81ED-4DB2-BD59-A6C34878D82A}">
                    <a16:rowId xmlns:a16="http://schemas.microsoft.com/office/drawing/2014/main" val="636873644"/>
                  </a:ext>
                </a:extLst>
              </a:tr>
              <a:tr h="220133">
                <a:tc gridSpan="2">
                  <a:txBody>
                    <a:bodyPr/>
                    <a:lstStyle>
                      <a:lvl1pPr marL="0" algn="l" defTabSz="914400" rtl="0" eaLnBrk="1" latinLnBrk="0" hangingPunct="1">
                        <a:defRPr sz="1800" kern="1200">
                          <a:solidFill>
                            <a:schemeClr val="tx1"/>
                          </a:solidFill>
                          <a:latin typeface="Ubuntu"/>
                        </a:defRPr>
                      </a:lvl1pPr>
                      <a:lvl2pPr marL="457200" algn="l" defTabSz="914400" rtl="0" eaLnBrk="1" latinLnBrk="0" hangingPunct="1">
                        <a:defRPr sz="1800" kern="1200">
                          <a:solidFill>
                            <a:schemeClr val="tx1"/>
                          </a:solidFill>
                          <a:latin typeface="Ubuntu"/>
                        </a:defRPr>
                      </a:lvl2pPr>
                      <a:lvl3pPr marL="914400" algn="l" defTabSz="914400" rtl="0" eaLnBrk="1" latinLnBrk="0" hangingPunct="1">
                        <a:defRPr sz="1800" kern="1200">
                          <a:solidFill>
                            <a:schemeClr val="tx1"/>
                          </a:solidFill>
                          <a:latin typeface="Ubuntu"/>
                        </a:defRPr>
                      </a:lvl3pPr>
                      <a:lvl4pPr marL="1371600" algn="l" defTabSz="914400" rtl="0" eaLnBrk="1" latinLnBrk="0" hangingPunct="1">
                        <a:defRPr sz="1800" kern="1200">
                          <a:solidFill>
                            <a:schemeClr val="tx1"/>
                          </a:solidFill>
                          <a:latin typeface="Ubuntu"/>
                        </a:defRPr>
                      </a:lvl4pPr>
                      <a:lvl5pPr marL="1828800" algn="l" defTabSz="914400" rtl="0" eaLnBrk="1" latinLnBrk="0" hangingPunct="1">
                        <a:defRPr sz="1800" kern="1200">
                          <a:solidFill>
                            <a:schemeClr val="tx1"/>
                          </a:solidFill>
                          <a:latin typeface="Ubuntu"/>
                        </a:defRPr>
                      </a:lvl5pPr>
                      <a:lvl6pPr marL="2286000" algn="l" defTabSz="914400" rtl="0" eaLnBrk="1" latinLnBrk="0" hangingPunct="1">
                        <a:defRPr sz="1800" kern="1200">
                          <a:solidFill>
                            <a:schemeClr val="tx1"/>
                          </a:solidFill>
                          <a:latin typeface="Ubuntu"/>
                        </a:defRPr>
                      </a:lvl6pPr>
                      <a:lvl7pPr marL="2743200" algn="l" defTabSz="914400" rtl="0" eaLnBrk="1" latinLnBrk="0" hangingPunct="1">
                        <a:defRPr sz="1800" kern="1200">
                          <a:solidFill>
                            <a:schemeClr val="tx1"/>
                          </a:solidFill>
                          <a:latin typeface="Ubuntu"/>
                        </a:defRPr>
                      </a:lvl7pPr>
                      <a:lvl8pPr marL="3200400" algn="l" defTabSz="914400" rtl="0" eaLnBrk="1" latinLnBrk="0" hangingPunct="1">
                        <a:defRPr sz="1800" kern="1200">
                          <a:solidFill>
                            <a:schemeClr val="tx1"/>
                          </a:solidFill>
                          <a:latin typeface="Ubuntu"/>
                        </a:defRPr>
                      </a:lvl8pPr>
                      <a:lvl9pPr marL="3657600" algn="l" defTabSz="914400" rtl="0" eaLnBrk="1" latinLnBrk="0" hangingPunct="1">
                        <a:defRPr sz="1800" kern="1200">
                          <a:solidFill>
                            <a:schemeClr val="tx1"/>
                          </a:solidFill>
                          <a:latin typeface="Ubuntu"/>
                        </a:defRPr>
                      </a:lvl9p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IN" sz="1000" b="0" i="0" u="none" strike="noStrike" kern="1200">
                          <a:solidFill>
                            <a:schemeClr val="tx1"/>
                          </a:solidFill>
                          <a:effectLst/>
                          <a:latin typeface="+mn-lt"/>
                          <a:ea typeface="+mn-ea"/>
                          <a:cs typeface="+mn-cs"/>
                        </a:rPr>
                        <a:t>Implementation Support</a:t>
                      </a:r>
                    </a:p>
                  </a:txBody>
                  <a:tcPr marL="36000" marR="7620" marT="7620" marB="0" anchor="ctr">
                    <a:lnL w="12700" cap="flat" cmpd="sng" algn="ctr">
                      <a:solidFill>
                        <a:sysClr val="windowText" lastClr="000000">
                          <a:lumMod val="50000"/>
                          <a:lumOff val="50000"/>
                        </a:sysClr>
                      </a:solidFill>
                      <a:prstDash val="solid"/>
                      <a:round/>
                      <a:headEnd type="none" w="med" len="med"/>
                      <a:tailEnd type="none" w="med" len="med"/>
                    </a:lnL>
                    <a:lnR w="2857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0F878A"/>
                    </a:solidFill>
                  </a:tcPr>
                </a:tc>
                <a:tc hMerge="1">
                  <a:txBody>
                    <a:bodyPr/>
                    <a:lstStyle/>
                    <a:p>
                      <a:pPr algn="l" fontAlgn="ctr"/>
                      <a:endParaRPr lang="en-IN" sz="900" b="0" i="0" u="none" strike="noStrike" kern="1200">
                        <a:solidFill>
                          <a:schemeClr val="tx1"/>
                        </a:solidFill>
                        <a:effectLst/>
                        <a:latin typeface="+mn-lt"/>
                        <a:ea typeface="+mn-ea"/>
                        <a:cs typeface="+mn-cs"/>
                      </a:endParaRPr>
                    </a:p>
                  </a:txBody>
                  <a:tcPr marL="36000" marR="7620" marT="762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9AE1F7"/>
                    </a:solidFill>
                  </a:tcPr>
                </a:tc>
                <a:tc>
                  <a:txBody>
                    <a:bodyPr/>
                    <a:lstStyle>
                      <a:lvl1pPr marL="0" algn="l" defTabSz="914400" rtl="0" eaLnBrk="1" latinLnBrk="0" hangingPunct="1">
                        <a:defRPr sz="1800" kern="1200">
                          <a:solidFill>
                            <a:schemeClr val="tx1"/>
                          </a:solidFill>
                          <a:latin typeface="Ubuntu"/>
                        </a:defRPr>
                      </a:lvl1pPr>
                      <a:lvl2pPr marL="457200" algn="l" defTabSz="914400" rtl="0" eaLnBrk="1" latinLnBrk="0" hangingPunct="1">
                        <a:defRPr sz="1800" kern="1200">
                          <a:solidFill>
                            <a:schemeClr val="tx1"/>
                          </a:solidFill>
                          <a:latin typeface="Ubuntu"/>
                        </a:defRPr>
                      </a:lvl2pPr>
                      <a:lvl3pPr marL="914400" algn="l" defTabSz="914400" rtl="0" eaLnBrk="1" latinLnBrk="0" hangingPunct="1">
                        <a:defRPr sz="1800" kern="1200">
                          <a:solidFill>
                            <a:schemeClr val="tx1"/>
                          </a:solidFill>
                          <a:latin typeface="Ubuntu"/>
                        </a:defRPr>
                      </a:lvl3pPr>
                      <a:lvl4pPr marL="1371600" algn="l" defTabSz="914400" rtl="0" eaLnBrk="1" latinLnBrk="0" hangingPunct="1">
                        <a:defRPr sz="1800" kern="1200">
                          <a:solidFill>
                            <a:schemeClr val="tx1"/>
                          </a:solidFill>
                          <a:latin typeface="Ubuntu"/>
                        </a:defRPr>
                      </a:lvl4pPr>
                      <a:lvl5pPr marL="1828800" algn="l" defTabSz="914400" rtl="0" eaLnBrk="1" latinLnBrk="0" hangingPunct="1">
                        <a:defRPr sz="1800" kern="1200">
                          <a:solidFill>
                            <a:schemeClr val="tx1"/>
                          </a:solidFill>
                          <a:latin typeface="Ubuntu"/>
                        </a:defRPr>
                      </a:lvl5pPr>
                      <a:lvl6pPr marL="2286000" algn="l" defTabSz="914400" rtl="0" eaLnBrk="1" latinLnBrk="0" hangingPunct="1">
                        <a:defRPr sz="1800" kern="1200">
                          <a:solidFill>
                            <a:schemeClr val="tx1"/>
                          </a:solidFill>
                          <a:latin typeface="Ubuntu"/>
                        </a:defRPr>
                      </a:lvl6pPr>
                      <a:lvl7pPr marL="2743200" algn="l" defTabSz="914400" rtl="0" eaLnBrk="1" latinLnBrk="0" hangingPunct="1">
                        <a:defRPr sz="1800" kern="1200">
                          <a:solidFill>
                            <a:schemeClr val="tx1"/>
                          </a:solidFill>
                          <a:latin typeface="Ubuntu"/>
                        </a:defRPr>
                      </a:lvl7pPr>
                      <a:lvl8pPr marL="3200400" algn="l" defTabSz="914400" rtl="0" eaLnBrk="1" latinLnBrk="0" hangingPunct="1">
                        <a:defRPr sz="1800" kern="1200">
                          <a:solidFill>
                            <a:schemeClr val="tx1"/>
                          </a:solidFill>
                          <a:latin typeface="Ubuntu"/>
                        </a:defRPr>
                      </a:lvl8pPr>
                      <a:lvl9pPr marL="3657600" algn="l" defTabSz="914400" rtl="0" eaLnBrk="1" latinLnBrk="0" hangingPunct="1">
                        <a:defRPr sz="1800" kern="1200">
                          <a:solidFill>
                            <a:schemeClr val="tx1"/>
                          </a:solidFill>
                          <a:latin typeface="Ubuntu"/>
                        </a:defRPr>
                      </a:lvl9pPr>
                    </a:lstStyle>
                    <a:p>
                      <a:pPr algn="l" fontAlgn="ctr"/>
                      <a:endParaRPr lang="en-IN" sz="1100" b="0" i="0" u="none" strike="noStrike">
                        <a:solidFill>
                          <a:srgbClr val="000000"/>
                        </a:solidFill>
                        <a:effectLst/>
                        <a:latin typeface="+mn-lt"/>
                      </a:endParaRPr>
                    </a:p>
                  </a:txBody>
                  <a:tcPr marL="7620" marR="7620" marT="7620" marB="0" anchor="ctr">
                    <a:lnL w="28575"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272936">
                        <a:lumMod val="10000"/>
                        <a:lumOff val="90000"/>
                      </a:srgbClr>
                    </a:solidFill>
                  </a:tcPr>
                </a:tc>
                <a:tc>
                  <a:txBody>
                    <a:bodyPr/>
                    <a:lstStyle>
                      <a:lvl1pPr marL="0" algn="l" defTabSz="914400" rtl="0" eaLnBrk="1" latinLnBrk="0" hangingPunct="1">
                        <a:defRPr sz="1800" kern="1200">
                          <a:solidFill>
                            <a:schemeClr val="tx1"/>
                          </a:solidFill>
                          <a:latin typeface="Ubuntu"/>
                        </a:defRPr>
                      </a:lvl1pPr>
                      <a:lvl2pPr marL="457200" algn="l" defTabSz="914400" rtl="0" eaLnBrk="1" latinLnBrk="0" hangingPunct="1">
                        <a:defRPr sz="1800" kern="1200">
                          <a:solidFill>
                            <a:schemeClr val="tx1"/>
                          </a:solidFill>
                          <a:latin typeface="Ubuntu"/>
                        </a:defRPr>
                      </a:lvl2pPr>
                      <a:lvl3pPr marL="914400" algn="l" defTabSz="914400" rtl="0" eaLnBrk="1" latinLnBrk="0" hangingPunct="1">
                        <a:defRPr sz="1800" kern="1200">
                          <a:solidFill>
                            <a:schemeClr val="tx1"/>
                          </a:solidFill>
                          <a:latin typeface="Ubuntu"/>
                        </a:defRPr>
                      </a:lvl3pPr>
                      <a:lvl4pPr marL="1371600" algn="l" defTabSz="914400" rtl="0" eaLnBrk="1" latinLnBrk="0" hangingPunct="1">
                        <a:defRPr sz="1800" kern="1200">
                          <a:solidFill>
                            <a:schemeClr val="tx1"/>
                          </a:solidFill>
                          <a:latin typeface="Ubuntu"/>
                        </a:defRPr>
                      </a:lvl4pPr>
                      <a:lvl5pPr marL="1828800" algn="l" defTabSz="914400" rtl="0" eaLnBrk="1" latinLnBrk="0" hangingPunct="1">
                        <a:defRPr sz="1800" kern="1200">
                          <a:solidFill>
                            <a:schemeClr val="tx1"/>
                          </a:solidFill>
                          <a:latin typeface="Ubuntu"/>
                        </a:defRPr>
                      </a:lvl5pPr>
                      <a:lvl6pPr marL="2286000" algn="l" defTabSz="914400" rtl="0" eaLnBrk="1" latinLnBrk="0" hangingPunct="1">
                        <a:defRPr sz="1800" kern="1200">
                          <a:solidFill>
                            <a:schemeClr val="tx1"/>
                          </a:solidFill>
                          <a:latin typeface="Ubuntu"/>
                        </a:defRPr>
                      </a:lvl6pPr>
                      <a:lvl7pPr marL="2743200" algn="l" defTabSz="914400" rtl="0" eaLnBrk="1" latinLnBrk="0" hangingPunct="1">
                        <a:defRPr sz="1800" kern="1200">
                          <a:solidFill>
                            <a:schemeClr val="tx1"/>
                          </a:solidFill>
                          <a:latin typeface="Ubuntu"/>
                        </a:defRPr>
                      </a:lvl7pPr>
                      <a:lvl8pPr marL="3200400" algn="l" defTabSz="914400" rtl="0" eaLnBrk="1" latinLnBrk="0" hangingPunct="1">
                        <a:defRPr sz="1800" kern="1200">
                          <a:solidFill>
                            <a:schemeClr val="tx1"/>
                          </a:solidFill>
                          <a:latin typeface="Ubuntu"/>
                        </a:defRPr>
                      </a:lvl8pPr>
                      <a:lvl9pPr marL="3657600" algn="l" defTabSz="914400" rtl="0" eaLnBrk="1" latinLnBrk="0" hangingPunct="1">
                        <a:defRPr sz="1800" kern="1200">
                          <a:solidFill>
                            <a:schemeClr val="tx1"/>
                          </a:solidFill>
                          <a:latin typeface="Ubuntu"/>
                        </a:defRPr>
                      </a:lvl9pPr>
                    </a:lstStyle>
                    <a:p>
                      <a:pPr algn="l" fontAlgn="ctr"/>
                      <a:endParaRPr lang="en-IN" sz="1100" b="0" i="0" u="none" strike="noStrike">
                        <a:solidFill>
                          <a:srgbClr val="000000"/>
                        </a:solidFill>
                        <a:effectLst/>
                        <a:latin typeface="+mn-lt"/>
                      </a:endParaRPr>
                    </a:p>
                  </a:txBody>
                  <a:tcPr marL="7620"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272936">
                        <a:lumMod val="10000"/>
                        <a:lumOff val="90000"/>
                      </a:srgbClr>
                    </a:solidFill>
                  </a:tcPr>
                </a:tc>
                <a:tc>
                  <a:txBody>
                    <a:bodyPr/>
                    <a:lstStyle>
                      <a:lvl1pPr marL="0" algn="l" defTabSz="914400" rtl="0" eaLnBrk="1" latinLnBrk="0" hangingPunct="1">
                        <a:defRPr sz="1800" kern="1200">
                          <a:solidFill>
                            <a:schemeClr val="tx1"/>
                          </a:solidFill>
                          <a:latin typeface="Ubuntu"/>
                        </a:defRPr>
                      </a:lvl1pPr>
                      <a:lvl2pPr marL="457200" algn="l" defTabSz="914400" rtl="0" eaLnBrk="1" latinLnBrk="0" hangingPunct="1">
                        <a:defRPr sz="1800" kern="1200">
                          <a:solidFill>
                            <a:schemeClr val="tx1"/>
                          </a:solidFill>
                          <a:latin typeface="Ubuntu"/>
                        </a:defRPr>
                      </a:lvl2pPr>
                      <a:lvl3pPr marL="914400" algn="l" defTabSz="914400" rtl="0" eaLnBrk="1" latinLnBrk="0" hangingPunct="1">
                        <a:defRPr sz="1800" kern="1200">
                          <a:solidFill>
                            <a:schemeClr val="tx1"/>
                          </a:solidFill>
                          <a:latin typeface="Ubuntu"/>
                        </a:defRPr>
                      </a:lvl3pPr>
                      <a:lvl4pPr marL="1371600" algn="l" defTabSz="914400" rtl="0" eaLnBrk="1" latinLnBrk="0" hangingPunct="1">
                        <a:defRPr sz="1800" kern="1200">
                          <a:solidFill>
                            <a:schemeClr val="tx1"/>
                          </a:solidFill>
                          <a:latin typeface="Ubuntu"/>
                        </a:defRPr>
                      </a:lvl4pPr>
                      <a:lvl5pPr marL="1828800" algn="l" defTabSz="914400" rtl="0" eaLnBrk="1" latinLnBrk="0" hangingPunct="1">
                        <a:defRPr sz="1800" kern="1200">
                          <a:solidFill>
                            <a:schemeClr val="tx1"/>
                          </a:solidFill>
                          <a:latin typeface="Ubuntu"/>
                        </a:defRPr>
                      </a:lvl5pPr>
                      <a:lvl6pPr marL="2286000" algn="l" defTabSz="914400" rtl="0" eaLnBrk="1" latinLnBrk="0" hangingPunct="1">
                        <a:defRPr sz="1800" kern="1200">
                          <a:solidFill>
                            <a:schemeClr val="tx1"/>
                          </a:solidFill>
                          <a:latin typeface="Ubuntu"/>
                        </a:defRPr>
                      </a:lvl6pPr>
                      <a:lvl7pPr marL="2743200" algn="l" defTabSz="914400" rtl="0" eaLnBrk="1" latinLnBrk="0" hangingPunct="1">
                        <a:defRPr sz="1800" kern="1200">
                          <a:solidFill>
                            <a:schemeClr val="tx1"/>
                          </a:solidFill>
                          <a:latin typeface="Ubuntu"/>
                        </a:defRPr>
                      </a:lvl7pPr>
                      <a:lvl8pPr marL="3200400" algn="l" defTabSz="914400" rtl="0" eaLnBrk="1" latinLnBrk="0" hangingPunct="1">
                        <a:defRPr sz="1800" kern="1200">
                          <a:solidFill>
                            <a:schemeClr val="tx1"/>
                          </a:solidFill>
                          <a:latin typeface="Ubuntu"/>
                        </a:defRPr>
                      </a:lvl8pPr>
                      <a:lvl9pPr marL="3657600" algn="l" defTabSz="914400" rtl="0" eaLnBrk="1" latinLnBrk="0" hangingPunct="1">
                        <a:defRPr sz="1800" kern="1200">
                          <a:solidFill>
                            <a:schemeClr val="tx1"/>
                          </a:solidFill>
                          <a:latin typeface="Ubuntu"/>
                        </a:defRPr>
                      </a:lvl9pPr>
                    </a:lstStyle>
                    <a:p>
                      <a:pPr algn="l" fontAlgn="ctr"/>
                      <a:endParaRPr lang="en-IN" sz="1100" b="0" i="0" u="none" strike="noStrike">
                        <a:solidFill>
                          <a:srgbClr val="000000"/>
                        </a:solidFill>
                        <a:effectLst/>
                        <a:latin typeface="+mn-lt"/>
                      </a:endParaRPr>
                    </a:p>
                  </a:txBody>
                  <a:tcPr marL="7620"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272936">
                        <a:lumMod val="10000"/>
                        <a:lumOff val="90000"/>
                      </a:srgbClr>
                    </a:solidFill>
                  </a:tcPr>
                </a:tc>
                <a:tc>
                  <a:txBody>
                    <a:bodyPr/>
                    <a:lstStyle>
                      <a:lvl1pPr marL="0" algn="l" defTabSz="914400" rtl="0" eaLnBrk="1" latinLnBrk="0" hangingPunct="1">
                        <a:defRPr sz="1800" kern="1200">
                          <a:solidFill>
                            <a:schemeClr val="tx1"/>
                          </a:solidFill>
                          <a:latin typeface="Ubuntu"/>
                        </a:defRPr>
                      </a:lvl1pPr>
                      <a:lvl2pPr marL="457200" algn="l" defTabSz="914400" rtl="0" eaLnBrk="1" latinLnBrk="0" hangingPunct="1">
                        <a:defRPr sz="1800" kern="1200">
                          <a:solidFill>
                            <a:schemeClr val="tx1"/>
                          </a:solidFill>
                          <a:latin typeface="Ubuntu"/>
                        </a:defRPr>
                      </a:lvl2pPr>
                      <a:lvl3pPr marL="914400" algn="l" defTabSz="914400" rtl="0" eaLnBrk="1" latinLnBrk="0" hangingPunct="1">
                        <a:defRPr sz="1800" kern="1200">
                          <a:solidFill>
                            <a:schemeClr val="tx1"/>
                          </a:solidFill>
                          <a:latin typeface="Ubuntu"/>
                        </a:defRPr>
                      </a:lvl3pPr>
                      <a:lvl4pPr marL="1371600" algn="l" defTabSz="914400" rtl="0" eaLnBrk="1" latinLnBrk="0" hangingPunct="1">
                        <a:defRPr sz="1800" kern="1200">
                          <a:solidFill>
                            <a:schemeClr val="tx1"/>
                          </a:solidFill>
                          <a:latin typeface="Ubuntu"/>
                        </a:defRPr>
                      </a:lvl4pPr>
                      <a:lvl5pPr marL="1828800" algn="l" defTabSz="914400" rtl="0" eaLnBrk="1" latinLnBrk="0" hangingPunct="1">
                        <a:defRPr sz="1800" kern="1200">
                          <a:solidFill>
                            <a:schemeClr val="tx1"/>
                          </a:solidFill>
                          <a:latin typeface="Ubuntu"/>
                        </a:defRPr>
                      </a:lvl5pPr>
                      <a:lvl6pPr marL="2286000" algn="l" defTabSz="914400" rtl="0" eaLnBrk="1" latinLnBrk="0" hangingPunct="1">
                        <a:defRPr sz="1800" kern="1200">
                          <a:solidFill>
                            <a:schemeClr val="tx1"/>
                          </a:solidFill>
                          <a:latin typeface="Ubuntu"/>
                        </a:defRPr>
                      </a:lvl6pPr>
                      <a:lvl7pPr marL="2743200" algn="l" defTabSz="914400" rtl="0" eaLnBrk="1" latinLnBrk="0" hangingPunct="1">
                        <a:defRPr sz="1800" kern="1200">
                          <a:solidFill>
                            <a:schemeClr val="tx1"/>
                          </a:solidFill>
                          <a:latin typeface="Ubuntu"/>
                        </a:defRPr>
                      </a:lvl7pPr>
                      <a:lvl8pPr marL="3200400" algn="l" defTabSz="914400" rtl="0" eaLnBrk="1" latinLnBrk="0" hangingPunct="1">
                        <a:defRPr sz="1800" kern="1200">
                          <a:solidFill>
                            <a:schemeClr val="tx1"/>
                          </a:solidFill>
                          <a:latin typeface="Ubuntu"/>
                        </a:defRPr>
                      </a:lvl8pPr>
                      <a:lvl9pPr marL="3657600" algn="l" defTabSz="914400" rtl="0" eaLnBrk="1" latinLnBrk="0" hangingPunct="1">
                        <a:defRPr sz="1800" kern="1200">
                          <a:solidFill>
                            <a:schemeClr val="tx1"/>
                          </a:solidFill>
                          <a:latin typeface="Ubuntu"/>
                        </a:defRPr>
                      </a:lvl9pPr>
                    </a:lstStyle>
                    <a:p>
                      <a:pPr algn="l" fontAlgn="ctr"/>
                      <a:endParaRPr lang="en-IN" sz="1100" b="0" i="0" u="none" strike="noStrike">
                        <a:solidFill>
                          <a:srgbClr val="000000"/>
                        </a:solidFill>
                        <a:effectLst/>
                        <a:latin typeface="+mn-lt"/>
                      </a:endParaRPr>
                    </a:p>
                  </a:txBody>
                  <a:tcPr marL="7620"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272936">
                        <a:lumMod val="10000"/>
                        <a:lumOff val="90000"/>
                      </a:srgbClr>
                    </a:solidFill>
                  </a:tcPr>
                </a:tc>
                <a:tc>
                  <a:txBody>
                    <a:bodyPr/>
                    <a:lstStyle>
                      <a:lvl1pPr marL="0" algn="l" defTabSz="914400" rtl="0" eaLnBrk="1" latinLnBrk="0" hangingPunct="1">
                        <a:defRPr sz="1800" kern="1200">
                          <a:solidFill>
                            <a:schemeClr val="tx1"/>
                          </a:solidFill>
                          <a:latin typeface="Ubuntu"/>
                        </a:defRPr>
                      </a:lvl1pPr>
                      <a:lvl2pPr marL="457200" algn="l" defTabSz="914400" rtl="0" eaLnBrk="1" latinLnBrk="0" hangingPunct="1">
                        <a:defRPr sz="1800" kern="1200">
                          <a:solidFill>
                            <a:schemeClr val="tx1"/>
                          </a:solidFill>
                          <a:latin typeface="Ubuntu"/>
                        </a:defRPr>
                      </a:lvl2pPr>
                      <a:lvl3pPr marL="914400" algn="l" defTabSz="914400" rtl="0" eaLnBrk="1" latinLnBrk="0" hangingPunct="1">
                        <a:defRPr sz="1800" kern="1200">
                          <a:solidFill>
                            <a:schemeClr val="tx1"/>
                          </a:solidFill>
                          <a:latin typeface="Ubuntu"/>
                        </a:defRPr>
                      </a:lvl3pPr>
                      <a:lvl4pPr marL="1371600" algn="l" defTabSz="914400" rtl="0" eaLnBrk="1" latinLnBrk="0" hangingPunct="1">
                        <a:defRPr sz="1800" kern="1200">
                          <a:solidFill>
                            <a:schemeClr val="tx1"/>
                          </a:solidFill>
                          <a:latin typeface="Ubuntu"/>
                        </a:defRPr>
                      </a:lvl4pPr>
                      <a:lvl5pPr marL="1828800" algn="l" defTabSz="914400" rtl="0" eaLnBrk="1" latinLnBrk="0" hangingPunct="1">
                        <a:defRPr sz="1800" kern="1200">
                          <a:solidFill>
                            <a:schemeClr val="tx1"/>
                          </a:solidFill>
                          <a:latin typeface="Ubuntu"/>
                        </a:defRPr>
                      </a:lvl5pPr>
                      <a:lvl6pPr marL="2286000" algn="l" defTabSz="914400" rtl="0" eaLnBrk="1" latinLnBrk="0" hangingPunct="1">
                        <a:defRPr sz="1800" kern="1200">
                          <a:solidFill>
                            <a:schemeClr val="tx1"/>
                          </a:solidFill>
                          <a:latin typeface="Ubuntu"/>
                        </a:defRPr>
                      </a:lvl6pPr>
                      <a:lvl7pPr marL="2743200" algn="l" defTabSz="914400" rtl="0" eaLnBrk="1" latinLnBrk="0" hangingPunct="1">
                        <a:defRPr sz="1800" kern="1200">
                          <a:solidFill>
                            <a:schemeClr val="tx1"/>
                          </a:solidFill>
                          <a:latin typeface="Ubuntu"/>
                        </a:defRPr>
                      </a:lvl7pPr>
                      <a:lvl8pPr marL="3200400" algn="l" defTabSz="914400" rtl="0" eaLnBrk="1" latinLnBrk="0" hangingPunct="1">
                        <a:defRPr sz="1800" kern="1200">
                          <a:solidFill>
                            <a:schemeClr val="tx1"/>
                          </a:solidFill>
                          <a:latin typeface="Ubuntu"/>
                        </a:defRPr>
                      </a:lvl8pPr>
                      <a:lvl9pPr marL="3657600" algn="l" defTabSz="914400" rtl="0" eaLnBrk="1" latinLnBrk="0" hangingPunct="1">
                        <a:defRPr sz="1800" kern="1200">
                          <a:solidFill>
                            <a:schemeClr val="tx1"/>
                          </a:solidFill>
                          <a:latin typeface="Ubuntu"/>
                        </a:defRPr>
                      </a:lvl9pPr>
                    </a:lstStyle>
                    <a:p>
                      <a:pPr algn="l" fontAlgn="ctr"/>
                      <a:endParaRPr lang="en-IN" sz="1100" b="0" i="0" u="none" strike="noStrike">
                        <a:solidFill>
                          <a:srgbClr val="000000"/>
                        </a:solidFill>
                        <a:effectLst/>
                        <a:latin typeface="+mn-lt"/>
                      </a:endParaRPr>
                    </a:p>
                  </a:txBody>
                  <a:tcPr marL="7620"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272936">
                        <a:lumMod val="10000"/>
                        <a:lumOff val="90000"/>
                      </a:srgbClr>
                    </a:solidFill>
                  </a:tcPr>
                </a:tc>
                <a:tc>
                  <a:txBody>
                    <a:bodyPr/>
                    <a:lstStyle>
                      <a:lvl1pPr marL="0" algn="l" defTabSz="914400" rtl="0" eaLnBrk="1" latinLnBrk="0" hangingPunct="1">
                        <a:defRPr sz="1800" kern="1200">
                          <a:solidFill>
                            <a:schemeClr val="tx1"/>
                          </a:solidFill>
                          <a:latin typeface="Ubuntu"/>
                        </a:defRPr>
                      </a:lvl1pPr>
                      <a:lvl2pPr marL="457200" algn="l" defTabSz="914400" rtl="0" eaLnBrk="1" latinLnBrk="0" hangingPunct="1">
                        <a:defRPr sz="1800" kern="1200">
                          <a:solidFill>
                            <a:schemeClr val="tx1"/>
                          </a:solidFill>
                          <a:latin typeface="Ubuntu"/>
                        </a:defRPr>
                      </a:lvl2pPr>
                      <a:lvl3pPr marL="914400" algn="l" defTabSz="914400" rtl="0" eaLnBrk="1" latinLnBrk="0" hangingPunct="1">
                        <a:defRPr sz="1800" kern="1200">
                          <a:solidFill>
                            <a:schemeClr val="tx1"/>
                          </a:solidFill>
                          <a:latin typeface="Ubuntu"/>
                        </a:defRPr>
                      </a:lvl3pPr>
                      <a:lvl4pPr marL="1371600" algn="l" defTabSz="914400" rtl="0" eaLnBrk="1" latinLnBrk="0" hangingPunct="1">
                        <a:defRPr sz="1800" kern="1200">
                          <a:solidFill>
                            <a:schemeClr val="tx1"/>
                          </a:solidFill>
                          <a:latin typeface="Ubuntu"/>
                        </a:defRPr>
                      </a:lvl4pPr>
                      <a:lvl5pPr marL="1828800" algn="l" defTabSz="914400" rtl="0" eaLnBrk="1" latinLnBrk="0" hangingPunct="1">
                        <a:defRPr sz="1800" kern="1200">
                          <a:solidFill>
                            <a:schemeClr val="tx1"/>
                          </a:solidFill>
                          <a:latin typeface="Ubuntu"/>
                        </a:defRPr>
                      </a:lvl5pPr>
                      <a:lvl6pPr marL="2286000" algn="l" defTabSz="914400" rtl="0" eaLnBrk="1" latinLnBrk="0" hangingPunct="1">
                        <a:defRPr sz="1800" kern="1200">
                          <a:solidFill>
                            <a:schemeClr val="tx1"/>
                          </a:solidFill>
                          <a:latin typeface="Ubuntu"/>
                        </a:defRPr>
                      </a:lvl6pPr>
                      <a:lvl7pPr marL="2743200" algn="l" defTabSz="914400" rtl="0" eaLnBrk="1" latinLnBrk="0" hangingPunct="1">
                        <a:defRPr sz="1800" kern="1200">
                          <a:solidFill>
                            <a:schemeClr val="tx1"/>
                          </a:solidFill>
                          <a:latin typeface="Ubuntu"/>
                        </a:defRPr>
                      </a:lvl7pPr>
                      <a:lvl8pPr marL="3200400" algn="l" defTabSz="914400" rtl="0" eaLnBrk="1" latinLnBrk="0" hangingPunct="1">
                        <a:defRPr sz="1800" kern="1200">
                          <a:solidFill>
                            <a:schemeClr val="tx1"/>
                          </a:solidFill>
                          <a:latin typeface="Ubuntu"/>
                        </a:defRPr>
                      </a:lvl8pPr>
                      <a:lvl9pPr marL="3657600" algn="l" defTabSz="914400" rtl="0" eaLnBrk="1" latinLnBrk="0" hangingPunct="1">
                        <a:defRPr sz="1800" kern="1200">
                          <a:solidFill>
                            <a:schemeClr val="tx1"/>
                          </a:solidFill>
                          <a:latin typeface="Ubuntu"/>
                        </a:defRPr>
                      </a:lvl9pPr>
                    </a:lstStyle>
                    <a:p>
                      <a:pPr algn="l" fontAlgn="ctr"/>
                      <a:endParaRPr lang="en-IN" sz="1100" b="0" i="0" u="none" strike="noStrike">
                        <a:solidFill>
                          <a:srgbClr val="000000"/>
                        </a:solidFill>
                        <a:effectLst/>
                        <a:latin typeface="+mn-lt"/>
                      </a:endParaRPr>
                    </a:p>
                  </a:txBody>
                  <a:tcPr marL="7620"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272936">
                        <a:lumMod val="10000"/>
                        <a:lumOff val="90000"/>
                      </a:srgbClr>
                    </a:solidFill>
                  </a:tcPr>
                </a:tc>
                <a:tc>
                  <a:txBody>
                    <a:bodyPr/>
                    <a:lstStyle>
                      <a:lvl1pPr marL="0" algn="l" defTabSz="914400" rtl="0" eaLnBrk="1" latinLnBrk="0" hangingPunct="1">
                        <a:defRPr sz="1800" kern="1200">
                          <a:solidFill>
                            <a:schemeClr val="tx1"/>
                          </a:solidFill>
                          <a:latin typeface="Ubuntu"/>
                        </a:defRPr>
                      </a:lvl1pPr>
                      <a:lvl2pPr marL="457200" algn="l" defTabSz="914400" rtl="0" eaLnBrk="1" latinLnBrk="0" hangingPunct="1">
                        <a:defRPr sz="1800" kern="1200">
                          <a:solidFill>
                            <a:schemeClr val="tx1"/>
                          </a:solidFill>
                          <a:latin typeface="Ubuntu"/>
                        </a:defRPr>
                      </a:lvl2pPr>
                      <a:lvl3pPr marL="914400" algn="l" defTabSz="914400" rtl="0" eaLnBrk="1" latinLnBrk="0" hangingPunct="1">
                        <a:defRPr sz="1800" kern="1200">
                          <a:solidFill>
                            <a:schemeClr val="tx1"/>
                          </a:solidFill>
                          <a:latin typeface="Ubuntu"/>
                        </a:defRPr>
                      </a:lvl3pPr>
                      <a:lvl4pPr marL="1371600" algn="l" defTabSz="914400" rtl="0" eaLnBrk="1" latinLnBrk="0" hangingPunct="1">
                        <a:defRPr sz="1800" kern="1200">
                          <a:solidFill>
                            <a:schemeClr val="tx1"/>
                          </a:solidFill>
                          <a:latin typeface="Ubuntu"/>
                        </a:defRPr>
                      </a:lvl4pPr>
                      <a:lvl5pPr marL="1828800" algn="l" defTabSz="914400" rtl="0" eaLnBrk="1" latinLnBrk="0" hangingPunct="1">
                        <a:defRPr sz="1800" kern="1200">
                          <a:solidFill>
                            <a:schemeClr val="tx1"/>
                          </a:solidFill>
                          <a:latin typeface="Ubuntu"/>
                        </a:defRPr>
                      </a:lvl5pPr>
                      <a:lvl6pPr marL="2286000" algn="l" defTabSz="914400" rtl="0" eaLnBrk="1" latinLnBrk="0" hangingPunct="1">
                        <a:defRPr sz="1800" kern="1200">
                          <a:solidFill>
                            <a:schemeClr val="tx1"/>
                          </a:solidFill>
                          <a:latin typeface="Ubuntu"/>
                        </a:defRPr>
                      </a:lvl6pPr>
                      <a:lvl7pPr marL="2743200" algn="l" defTabSz="914400" rtl="0" eaLnBrk="1" latinLnBrk="0" hangingPunct="1">
                        <a:defRPr sz="1800" kern="1200">
                          <a:solidFill>
                            <a:schemeClr val="tx1"/>
                          </a:solidFill>
                          <a:latin typeface="Ubuntu"/>
                        </a:defRPr>
                      </a:lvl7pPr>
                      <a:lvl8pPr marL="3200400" algn="l" defTabSz="914400" rtl="0" eaLnBrk="1" latinLnBrk="0" hangingPunct="1">
                        <a:defRPr sz="1800" kern="1200">
                          <a:solidFill>
                            <a:schemeClr val="tx1"/>
                          </a:solidFill>
                          <a:latin typeface="Ubuntu"/>
                        </a:defRPr>
                      </a:lvl8pPr>
                      <a:lvl9pPr marL="3657600" algn="l" defTabSz="914400" rtl="0" eaLnBrk="1" latinLnBrk="0" hangingPunct="1">
                        <a:defRPr sz="1800" kern="1200">
                          <a:solidFill>
                            <a:schemeClr val="tx1"/>
                          </a:solidFill>
                          <a:latin typeface="Ubuntu"/>
                        </a:defRPr>
                      </a:lvl9pPr>
                    </a:lstStyle>
                    <a:p>
                      <a:pPr algn="l" fontAlgn="ctr"/>
                      <a:endParaRPr lang="en-IN" sz="1100" b="0" i="0" u="none" strike="noStrike">
                        <a:solidFill>
                          <a:srgbClr val="000000"/>
                        </a:solidFill>
                        <a:effectLst/>
                        <a:latin typeface="+mn-lt"/>
                      </a:endParaRPr>
                    </a:p>
                  </a:txBody>
                  <a:tcPr marL="7620"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272936">
                        <a:lumMod val="10000"/>
                        <a:lumOff val="90000"/>
                      </a:srgbClr>
                    </a:solidFill>
                  </a:tcPr>
                </a:tc>
                <a:tc>
                  <a:txBody>
                    <a:bodyPr/>
                    <a:lstStyle>
                      <a:lvl1pPr marL="0" algn="l" defTabSz="914400" rtl="0" eaLnBrk="1" latinLnBrk="0" hangingPunct="1">
                        <a:defRPr sz="1800" kern="1200">
                          <a:solidFill>
                            <a:schemeClr val="tx1"/>
                          </a:solidFill>
                          <a:latin typeface="Ubuntu"/>
                        </a:defRPr>
                      </a:lvl1pPr>
                      <a:lvl2pPr marL="457200" algn="l" defTabSz="914400" rtl="0" eaLnBrk="1" latinLnBrk="0" hangingPunct="1">
                        <a:defRPr sz="1800" kern="1200">
                          <a:solidFill>
                            <a:schemeClr val="tx1"/>
                          </a:solidFill>
                          <a:latin typeface="Ubuntu"/>
                        </a:defRPr>
                      </a:lvl2pPr>
                      <a:lvl3pPr marL="914400" algn="l" defTabSz="914400" rtl="0" eaLnBrk="1" latinLnBrk="0" hangingPunct="1">
                        <a:defRPr sz="1800" kern="1200">
                          <a:solidFill>
                            <a:schemeClr val="tx1"/>
                          </a:solidFill>
                          <a:latin typeface="Ubuntu"/>
                        </a:defRPr>
                      </a:lvl3pPr>
                      <a:lvl4pPr marL="1371600" algn="l" defTabSz="914400" rtl="0" eaLnBrk="1" latinLnBrk="0" hangingPunct="1">
                        <a:defRPr sz="1800" kern="1200">
                          <a:solidFill>
                            <a:schemeClr val="tx1"/>
                          </a:solidFill>
                          <a:latin typeface="Ubuntu"/>
                        </a:defRPr>
                      </a:lvl4pPr>
                      <a:lvl5pPr marL="1828800" algn="l" defTabSz="914400" rtl="0" eaLnBrk="1" latinLnBrk="0" hangingPunct="1">
                        <a:defRPr sz="1800" kern="1200">
                          <a:solidFill>
                            <a:schemeClr val="tx1"/>
                          </a:solidFill>
                          <a:latin typeface="Ubuntu"/>
                        </a:defRPr>
                      </a:lvl5pPr>
                      <a:lvl6pPr marL="2286000" algn="l" defTabSz="914400" rtl="0" eaLnBrk="1" latinLnBrk="0" hangingPunct="1">
                        <a:defRPr sz="1800" kern="1200">
                          <a:solidFill>
                            <a:schemeClr val="tx1"/>
                          </a:solidFill>
                          <a:latin typeface="Ubuntu"/>
                        </a:defRPr>
                      </a:lvl6pPr>
                      <a:lvl7pPr marL="2743200" algn="l" defTabSz="914400" rtl="0" eaLnBrk="1" latinLnBrk="0" hangingPunct="1">
                        <a:defRPr sz="1800" kern="1200">
                          <a:solidFill>
                            <a:schemeClr val="tx1"/>
                          </a:solidFill>
                          <a:latin typeface="Ubuntu"/>
                        </a:defRPr>
                      </a:lvl7pPr>
                      <a:lvl8pPr marL="3200400" algn="l" defTabSz="914400" rtl="0" eaLnBrk="1" latinLnBrk="0" hangingPunct="1">
                        <a:defRPr sz="1800" kern="1200">
                          <a:solidFill>
                            <a:schemeClr val="tx1"/>
                          </a:solidFill>
                          <a:latin typeface="Ubuntu"/>
                        </a:defRPr>
                      </a:lvl8pPr>
                      <a:lvl9pPr marL="3657600" algn="l" defTabSz="914400" rtl="0" eaLnBrk="1" latinLnBrk="0" hangingPunct="1">
                        <a:defRPr sz="1800" kern="1200">
                          <a:solidFill>
                            <a:schemeClr val="tx1"/>
                          </a:solidFill>
                          <a:latin typeface="Ubuntu"/>
                        </a:defRPr>
                      </a:lvl9pPr>
                    </a:lstStyle>
                    <a:p>
                      <a:pPr algn="l" fontAlgn="ctr"/>
                      <a:endParaRPr lang="en-IN" sz="1100" b="0" i="0" u="none" strike="noStrike">
                        <a:solidFill>
                          <a:srgbClr val="000000"/>
                        </a:solidFill>
                        <a:effectLst/>
                        <a:latin typeface="+mn-lt"/>
                      </a:endParaRPr>
                    </a:p>
                  </a:txBody>
                  <a:tcPr marL="7620"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272936">
                        <a:lumMod val="10000"/>
                        <a:lumOff val="90000"/>
                      </a:srgbClr>
                    </a:solidFill>
                  </a:tcPr>
                </a:tc>
                <a:tc>
                  <a:txBody>
                    <a:bodyPr/>
                    <a:lstStyle>
                      <a:lvl1pPr marL="0" algn="l" defTabSz="914400" rtl="0" eaLnBrk="1" latinLnBrk="0" hangingPunct="1">
                        <a:defRPr sz="1800" kern="1200">
                          <a:solidFill>
                            <a:schemeClr val="tx1"/>
                          </a:solidFill>
                          <a:latin typeface="Ubuntu"/>
                        </a:defRPr>
                      </a:lvl1pPr>
                      <a:lvl2pPr marL="457200" algn="l" defTabSz="914400" rtl="0" eaLnBrk="1" latinLnBrk="0" hangingPunct="1">
                        <a:defRPr sz="1800" kern="1200">
                          <a:solidFill>
                            <a:schemeClr val="tx1"/>
                          </a:solidFill>
                          <a:latin typeface="Ubuntu"/>
                        </a:defRPr>
                      </a:lvl2pPr>
                      <a:lvl3pPr marL="914400" algn="l" defTabSz="914400" rtl="0" eaLnBrk="1" latinLnBrk="0" hangingPunct="1">
                        <a:defRPr sz="1800" kern="1200">
                          <a:solidFill>
                            <a:schemeClr val="tx1"/>
                          </a:solidFill>
                          <a:latin typeface="Ubuntu"/>
                        </a:defRPr>
                      </a:lvl3pPr>
                      <a:lvl4pPr marL="1371600" algn="l" defTabSz="914400" rtl="0" eaLnBrk="1" latinLnBrk="0" hangingPunct="1">
                        <a:defRPr sz="1800" kern="1200">
                          <a:solidFill>
                            <a:schemeClr val="tx1"/>
                          </a:solidFill>
                          <a:latin typeface="Ubuntu"/>
                        </a:defRPr>
                      </a:lvl4pPr>
                      <a:lvl5pPr marL="1828800" algn="l" defTabSz="914400" rtl="0" eaLnBrk="1" latinLnBrk="0" hangingPunct="1">
                        <a:defRPr sz="1800" kern="1200">
                          <a:solidFill>
                            <a:schemeClr val="tx1"/>
                          </a:solidFill>
                          <a:latin typeface="Ubuntu"/>
                        </a:defRPr>
                      </a:lvl5pPr>
                      <a:lvl6pPr marL="2286000" algn="l" defTabSz="914400" rtl="0" eaLnBrk="1" latinLnBrk="0" hangingPunct="1">
                        <a:defRPr sz="1800" kern="1200">
                          <a:solidFill>
                            <a:schemeClr val="tx1"/>
                          </a:solidFill>
                          <a:latin typeface="Ubuntu"/>
                        </a:defRPr>
                      </a:lvl6pPr>
                      <a:lvl7pPr marL="2743200" algn="l" defTabSz="914400" rtl="0" eaLnBrk="1" latinLnBrk="0" hangingPunct="1">
                        <a:defRPr sz="1800" kern="1200">
                          <a:solidFill>
                            <a:schemeClr val="tx1"/>
                          </a:solidFill>
                          <a:latin typeface="Ubuntu"/>
                        </a:defRPr>
                      </a:lvl7pPr>
                      <a:lvl8pPr marL="3200400" algn="l" defTabSz="914400" rtl="0" eaLnBrk="1" latinLnBrk="0" hangingPunct="1">
                        <a:defRPr sz="1800" kern="1200">
                          <a:solidFill>
                            <a:schemeClr val="tx1"/>
                          </a:solidFill>
                          <a:latin typeface="Ubuntu"/>
                        </a:defRPr>
                      </a:lvl8pPr>
                      <a:lvl9pPr marL="3657600" algn="l" defTabSz="914400" rtl="0" eaLnBrk="1" latinLnBrk="0" hangingPunct="1">
                        <a:defRPr sz="1800" kern="1200">
                          <a:solidFill>
                            <a:schemeClr val="tx1"/>
                          </a:solidFill>
                          <a:latin typeface="Ubuntu"/>
                        </a:defRPr>
                      </a:lvl9pPr>
                    </a:lstStyle>
                    <a:p>
                      <a:pPr algn="l" fontAlgn="ctr"/>
                      <a:endParaRPr lang="en-IN" sz="1100" b="0" i="0" u="none" strike="noStrike">
                        <a:solidFill>
                          <a:srgbClr val="000000"/>
                        </a:solidFill>
                        <a:effectLst/>
                        <a:latin typeface="+mn-lt"/>
                      </a:endParaRPr>
                    </a:p>
                  </a:txBody>
                  <a:tcPr marL="7620"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272936">
                        <a:lumMod val="10000"/>
                        <a:lumOff val="90000"/>
                      </a:srgbClr>
                    </a:solidFill>
                  </a:tcPr>
                </a:tc>
                <a:tc>
                  <a:txBody>
                    <a:bodyPr/>
                    <a:lstStyle>
                      <a:lvl1pPr marL="0" algn="l" defTabSz="914400" rtl="0" eaLnBrk="1" latinLnBrk="0" hangingPunct="1">
                        <a:defRPr sz="1800" kern="1200">
                          <a:solidFill>
                            <a:schemeClr val="tx1"/>
                          </a:solidFill>
                          <a:latin typeface="Ubuntu"/>
                        </a:defRPr>
                      </a:lvl1pPr>
                      <a:lvl2pPr marL="457200" algn="l" defTabSz="914400" rtl="0" eaLnBrk="1" latinLnBrk="0" hangingPunct="1">
                        <a:defRPr sz="1800" kern="1200">
                          <a:solidFill>
                            <a:schemeClr val="tx1"/>
                          </a:solidFill>
                          <a:latin typeface="Ubuntu"/>
                        </a:defRPr>
                      </a:lvl2pPr>
                      <a:lvl3pPr marL="914400" algn="l" defTabSz="914400" rtl="0" eaLnBrk="1" latinLnBrk="0" hangingPunct="1">
                        <a:defRPr sz="1800" kern="1200">
                          <a:solidFill>
                            <a:schemeClr val="tx1"/>
                          </a:solidFill>
                          <a:latin typeface="Ubuntu"/>
                        </a:defRPr>
                      </a:lvl3pPr>
                      <a:lvl4pPr marL="1371600" algn="l" defTabSz="914400" rtl="0" eaLnBrk="1" latinLnBrk="0" hangingPunct="1">
                        <a:defRPr sz="1800" kern="1200">
                          <a:solidFill>
                            <a:schemeClr val="tx1"/>
                          </a:solidFill>
                          <a:latin typeface="Ubuntu"/>
                        </a:defRPr>
                      </a:lvl4pPr>
                      <a:lvl5pPr marL="1828800" algn="l" defTabSz="914400" rtl="0" eaLnBrk="1" latinLnBrk="0" hangingPunct="1">
                        <a:defRPr sz="1800" kern="1200">
                          <a:solidFill>
                            <a:schemeClr val="tx1"/>
                          </a:solidFill>
                          <a:latin typeface="Ubuntu"/>
                        </a:defRPr>
                      </a:lvl5pPr>
                      <a:lvl6pPr marL="2286000" algn="l" defTabSz="914400" rtl="0" eaLnBrk="1" latinLnBrk="0" hangingPunct="1">
                        <a:defRPr sz="1800" kern="1200">
                          <a:solidFill>
                            <a:schemeClr val="tx1"/>
                          </a:solidFill>
                          <a:latin typeface="Ubuntu"/>
                        </a:defRPr>
                      </a:lvl6pPr>
                      <a:lvl7pPr marL="2743200" algn="l" defTabSz="914400" rtl="0" eaLnBrk="1" latinLnBrk="0" hangingPunct="1">
                        <a:defRPr sz="1800" kern="1200">
                          <a:solidFill>
                            <a:schemeClr val="tx1"/>
                          </a:solidFill>
                          <a:latin typeface="Ubuntu"/>
                        </a:defRPr>
                      </a:lvl7pPr>
                      <a:lvl8pPr marL="3200400" algn="l" defTabSz="914400" rtl="0" eaLnBrk="1" latinLnBrk="0" hangingPunct="1">
                        <a:defRPr sz="1800" kern="1200">
                          <a:solidFill>
                            <a:schemeClr val="tx1"/>
                          </a:solidFill>
                          <a:latin typeface="Ubuntu"/>
                        </a:defRPr>
                      </a:lvl8pPr>
                      <a:lvl9pPr marL="3657600" algn="l" defTabSz="914400" rtl="0" eaLnBrk="1" latinLnBrk="0" hangingPunct="1">
                        <a:defRPr sz="1800" kern="1200">
                          <a:solidFill>
                            <a:schemeClr val="tx1"/>
                          </a:solidFill>
                          <a:latin typeface="Ubuntu"/>
                        </a:defRPr>
                      </a:lvl9pPr>
                    </a:lstStyle>
                    <a:p>
                      <a:pPr algn="l" fontAlgn="ctr"/>
                      <a:endParaRPr lang="en-IN" sz="1100" b="0" i="0" u="none" strike="noStrike">
                        <a:solidFill>
                          <a:srgbClr val="000000"/>
                        </a:solidFill>
                        <a:effectLst/>
                        <a:latin typeface="+mn-lt"/>
                      </a:endParaRPr>
                    </a:p>
                  </a:txBody>
                  <a:tcPr marL="7620"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272936">
                        <a:lumMod val="10000"/>
                        <a:lumOff val="90000"/>
                      </a:srgbClr>
                    </a:solidFill>
                  </a:tcPr>
                </a:tc>
                <a:tc>
                  <a:txBody>
                    <a:bodyPr/>
                    <a:lstStyle>
                      <a:lvl1pPr marL="0" algn="l" defTabSz="914400" rtl="0" eaLnBrk="1" latinLnBrk="0" hangingPunct="1">
                        <a:defRPr sz="1800" kern="1200">
                          <a:solidFill>
                            <a:schemeClr val="tx1"/>
                          </a:solidFill>
                          <a:latin typeface="Ubuntu"/>
                        </a:defRPr>
                      </a:lvl1pPr>
                      <a:lvl2pPr marL="457200" algn="l" defTabSz="914400" rtl="0" eaLnBrk="1" latinLnBrk="0" hangingPunct="1">
                        <a:defRPr sz="1800" kern="1200">
                          <a:solidFill>
                            <a:schemeClr val="tx1"/>
                          </a:solidFill>
                          <a:latin typeface="Ubuntu"/>
                        </a:defRPr>
                      </a:lvl2pPr>
                      <a:lvl3pPr marL="914400" algn="l" defTabSz="914400" rtl="0" eaLnBrk="1" latinLnBrk="0" hangingPunct="1">
                        <a:defRPr sz="1800" kern="1200">
                          <a:solidFill>
                            <a:schemeClr val="tx1"/>
                          </a:solidFill>
                          <a:latin typeface="Ubuntu"/>
                        </a:defRPr>
                      </a:lvl3pPr>
                      <a:lvl4pPr marL="1371600" algn="l" defTabSz="914400" rtl="0" eaLnBrk="1" latinLnBrk="0" hangingPunct="1">
                        <a:defRPr sz="1800" kern="1200">
                          <a:solidFill>
                            <a:schemeClr val="tx1"/>
                          </a:solidFill>
                          <a:latin typeface="Ubuntu"/>
                        </a:defRPr>
                      </a:lvl4pPr>
                      <a:lvl5pPr marL="1828800" algn="l" defTabSz="914400" rtl="0" eaLnBrk="1" latinLnBrk="0" hangingPunct="1">
                        <a:defRPr sz="1800" kern="1200">
                          <a:solidFill>
                            <a:schemeClr val="tx1"/>
                          </a:solidFill>
                          <a:latin typeface="Ubuntu"/>
                        </a:defRPr>
                      </a:lvl5pPr>
                      <a:lvl6pPr marL="2286000" algn="l" defTabSz="914400" rtl="0" eaLnBrk="1" latinLnBrk="0" hangingPunct="1">
                        <a:defRPr sz="1800" kern="1200">
                          <a:solidFill>
                            <a:schemeClr val="tx1"/>
                          </a:solidFill>
                          <a:latin typeface="Ubuntu"/>
                        </a:defRPr>
                      </a:lvl6pPr>
                      <a:lvl7pPr marL="2743200" algn="l" defTabSz="914400" rtl="0" eaLnBrk="1" latinLnBrk="0" hangingPunct="1">
                        <a:defRPr sz="1800" kern="1200">
                          <a:solidFill>
                            <a:schemeClr val="tx1"/>
                          </a:solidFill>
                          <a:latin typeface="Ubuntu"/>
                        </a:defRPr>
                      </a:lvl7pPr>
                      <a:lvl8pPr marL="3200400" algn="l" defTabSz="914400" rtl="0" eaLnBrk="1" latinLnBrk="0" hangingPunct="1">
                        <a:defRPr sz="1800" kern="1200">
                          <a:solidFill>
                            <a:schemeClr val="tx1"/>
                          </a:solidFill>
                          <a:latin typeface="Ubuntu"/>
                        </a:defRPr>
                      </a:lvl8pPr>
                      <a:lvl9pPr marL="3657600" algn="l" defTabSz="914400" rtl="0" eaLnBrk="1" latinLnBrk="0" hangingPunct="1">
                        <a:defRPr sz="1800" kern="1200">
                          <a:solidFill>
                            <a:schemeClr val="tx1"/>
                          </a:solidFill>
                          <a:latin typeface="Ubuntu"/>
                        </a:defRPr>
                      </a:lvl9pPr>
                    </a:lstStyle>
                    <a:p>
                      <a:pPr algn="l" fontAlgn="ctr"/>
                      <a:endParaRPr lang="en-IN" sz="1100" b="0" i="0" u="none" strike="noStrike">
                        <a:solidFill>
                          <a:srgbClr val="000000"/>
                        </a:solidFill>
                        <a:effectLst/>
                        <a:latin typeface="+mn-lt"/>
                      </a:endParaRPr>
                    </a:p>
                  </a:txBody>
                  <a:tcPr marL="7620"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272936">
                        <a:lumMod val="10000"/>
                        <a:lumOff val="90000"/>
                      </a:srgbClr>
                    </a:solidFill>
                  </a:tcPr>
                </a:tc>
                <a:tc>
                  <a:txBody>
                    <a:bodyPr/>
                    <a:lstStyle>
                      <a:lvl1pPr marL="0" algn="l" defTabSz="914400" rtl="0" eaLnBrk="1" latinLnBrk="0" hangingPunct="1">
                        <a:defRPr sz="1800" kern="1200">
                          <a:solidFill>
                            <a:schemeClr val="tx1"/>
                          </a:solidFill>
                          <a:latin typeface="Ubuntu"/>
                        </a:defRPr>
                      </a:lvl1pPr>
                      <a:lvl2pPr marL="457200" algn="l" defTabSz="914400" rtl="0" eaLnBrk="1" latinLnBrk="0" hangingPunct="1">
                        <a:defRPr sz="1800" kern="1200">
                          <a:solidFill>
                            <a:schemeClr val="tx1"/>
                          </a:solidFill>
                          <a:latin typeface="Ubuntu"/>
                        </a:defRPr>
                      </a:lvl2pPr>
                      <a:lvl3pPr marL="914400" algn="l" defTabSz="914400" rtl="0" eaLnBrk="1" latinLnBrk="0" hangingPunct="1">
                        <a:defRPr sz="1800" kern="1200">
                          <a:solidFill>
                            <a:schemeClr val="tx1"/>
                          </a:solidFill>
                          <a:latin typeface="Ubuntu"/>
                        </a:defRPr>
                      </a:lvl3pPr>
                      <a:lvl4pPr marL="1371600" algn="l" defTabSz="914400" rtl="0" eaLnBrk="1" latinLnBrk="0" hangingPunct="1">
                        <a:defRPr sz="1800" kern="1200">
                          <a:solidFill>
                            <a:schemeClr val="tx1"/>
                          </a:solidFill>
                          <a:latin typeface="Ubuntu"/>
                        </a:defRPr>
                      </a:lvl4pPr>
                      <a:lvl5pPr marL="1828800" algn="l" defTabSz="914400" rtl="0" eaLnBrk="1" latinLnBrk="0" hangingPunct="1">
                        <a:defRPr sz="1800" kern="1200">
                          <a:solidFill>
                            <a:schemeClr val="tx1"/>
                          </a:solidFill>
                          <a:latin typeface="Ubuntu"/>
                        </a:defRPr>
                      </a:lvl5pPr>
                      <a:lvl6pPr marL="2286000" algn="l" defTabSz="914400" rtl="0" eaLnBrk="1" latinLnBrk="0" hangingPunct="1">
                        <a:defRPr sz="1800" kern="1200">
                          <a:solidFill>
                            <a:schemeClr val="tx1"/>
                          </a:solidFill>
                          <a:latin typeface="Ubuntu"/>
                        </a:defRPr>
                      </a:lvl6pPr>
                      <a:lvl7pPr marL="2743200" algn="l" defTabSz="914400" rtl="0" eaLnBrk="1" latinLnBrk="0" hangingPunct="1">
                        <a:defRPr sz="1800" kern="1200">
                          <a:solidFill>
                            <a:schemeClr val="tx1"/>
                          </a:solidFill>
                          <a:latin typeface="Ubuntu"/>
                        </a:defRPr>
                      </a:lvl7pPr>
                      <a:lvl8pPr marL="3200400" algn="l" defTabSz="914400" rtl="0" eaLnBrk="1" latinLnBrk="0" hangingPunct="1">
                        <a:defRPr sz="1800" kern="1200">
                          <a:solidFill>
                            <a:schemeClr val="tx1"/>
                          </a:solidFill>
                          <a:latin typeface="Ubuntu"/>
                        </a:defRPr>
                      </a:lvl8pPr>
                      <a:lvl9pPr marL="3657600" algn="l" defTabSz="914400" rtl="0" eaLnBrk="1" latinLnBrk="0" hangingPunct="1">
                        <a:defRPr sz="1800" kern="1200">
                          <a:solidFill>
                            <a:schemeClr val="tx1"/>
                          </a:solidFill>
                          <a:latin typeface="Ubuntu"/>
                        </a:defRPr>
                      </a:lvl9pPr>
                    </a:lstStyle>
                    <a:p>
                      <a:pPr algn="l" fontAlgn="ctr"/>
                      <a:endParaRPr lang="en-IN" sz="1100" b="0" i="0" u="none" strike="noStrike">
                        <a:solidFill>
                          <a:srgbClr val="000000"/>
                        </a:solidFill>
                        <a:effectLst/>
                        <a:latin typeface="+mn-lt"/>
                      </a:endParaRPr>
                    </a:p>
                  </a:txBody>
                  <a:tcPr marL="7620"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272936">
                        <a:lumMod val="10000"/>
                        <a:lumOff val="90000"/>
                      </a:srgbClr>
                    </a:solidFill>
                  </a:tcPr>
                </a:tc>
                <a:tc>
                  <a:txBody>
                    <a:bodyPr/>
                    <a:lstStyle>
                      <a:lvl1pPr marL="0" algn="l" defTabSz="914400" rtl="0" eaLnBrk="1" latinLnBrk="0" hangingPunct="1">
                        <a:defRPr sz="1800" kern="1200">
                          <a:solidFill>
                            <a:schemeClr val="tx1"/>
                          </a:solidFill>
                          <a:latin typeface="Ubuntu"/>
                        </a:defRPr>
                      </a:lvl1pPr>
                      <a:lvl2pPr marL="457200" algn="l" defTabSz="914400" rtl="0" eaLnBrk="1" latinLnBrk="0" hangingPunct="1">
                        <a:defRPr sz="1800" kern="1200">
                          <a:solidFill>
                            <a:schemeClr val="tx1"/>
                          </a:solidFill>
                          <a:latin typeface="Ubuntu"/>
                        </a:defRPr>
                      </a:lvl2pPr>
                      <a:lvl3pPr marL="914400" algn="l" defTabSz="914400" rtl="0" eaLnBrk="1" latinLnBrk="0" hangingPunct="1">
                        <a:defRPr sz="1800" kern="1200">
                          <a:solidFill>
                            <a:schemeClr val="tx1"/>
                          </a:solidFill>
                          <a:latin typeface="Ubuntu"/>
                        </a:defRPr>
                      </a:lvl3pPr>
                      <a:lvl4pPr marL="1371600" algn="l" defTabSz="914400" rtl="0" eaLnBrk="1" latinLnBrk="0" hangingPunct="1">
                        <a:defRPr sz="1800" kern="1200">
                          <a:solidFill>
                            <a:schemeClr val="tx1"/>
                          </a:solidFill>
                          <a:latin typeface="Ubuntu"/>
                        </a:defRPr>
                      </a:lvl4pPr>
                      <a:lvl5pPr marL="1828800" algn="l" defTabSz="914400" rtl="0" eaLnBrk="1" latinLnBrk="0" hangingPunct="1">
                        <a:defRPr sz="1800" kern="1200">
                          <a:solidFill>
                            <a:schemeClr val="tx1"/>
                          </a:solidFill>
                          <a:latin typeface="Ubuntu"/>
                        </a:defRPr>
                      </a:lvl5pPr>
                      <a:lvl6pPr marL="2286000" algn="l" defTabSz="914400" rtl="0" eaLnBrk="1" latinLnBrk="0" hangingPunct="1">
                        <a:defRPr sz="1800" kern="1200">
                          <a:solidFill>
                            <a:schemeClr val="tx1"/>
                          </a:solidFill>
                          <a:latin typeface="Ubuntu"/>
                        </a:defRPr>
                      </a:lvl6pPr>
                      <a:lvl7pPr marL="2743200" algn="l" defTabSz="914400" rtl="0" eaLnBrk="1" latinLnBrk="0" hangingPunct="1">
                        <a:defRPr sz="1800" kern="1200">
                          <a:solidFill>
                            <a:schemeClr val="tx1"/>
                          </a:solidFill>
                          <a:latin typeface="Ubuntu"/>
                        </a:defRPr>
                      </a:lvl7pPr>
                      <a:lvl8pPr marL="3200400" algn="l" defTabSz="914400" rtl="0" eaLnBrk="1" latinLnBrk="0" hangingPunct="1">
                        <a:defRPr sz="1800" kern="1200">
                          <a:solidFill>
                            <a:schemeClr val="tx1"/>
                          </a:solidFill>
                          <a:latin typeface="Ubuntu"/>
                        </a:defRPr>
                      </a:lvl8pPr>
                      <a:lvl9pPr marL="3657600" algn="l" defTabSz="914400" rtl="0" eaLnBrk="1" latinLnBrk="0" hangingPunct="1">
                        <a:defRPr sz="1800" kern="1200">
                          <a:solidFill>
                            <a:schemeClr val="tx1"/>
                          </a:solidFill>
                          <a:latin typeface="Ubuntu"/>
                        </a:defRPr>
                      </a:lvl9pPr>
                    </a:lstStyle>
                    <a:p>
                      <a:pPr algn="l" fontAlgn="ctr"/>
                      <a:endParaRPr lang="en-IN" sz="1100" b="0" i="0" u="none" strike="noStrike">
                        <a:solidFill>
                          <a:srgbClr val="000000"/>
                        </a:solidFill>
                        <a:effectLst/>
                        <a:latin typeface="+mn-lt"/>
                      </a:endParaRPr>
                    </a:p>
                  </a:txBody>
                  <a:tcPr marL="7620" marR="7620" marT="7620" marB="0" anchor="ctr">
                    <a:lnL w="12700" cap="flat" cmpd="sng" algn="ctr">
                      <a:solidFill>
                        <a:srgbClr val="FFFFFF"/>
                      </a:solidFill>
                      <a:prstDash val="solid"/>
                      <a:round/>
                      <a:headEnd type="none" w="med" len="med"/>
                      <a:tailEnd type="none" w="med" len="med"/>
                    </a:lnL>
                    <a:lnR w="12700" cap="flat" cmpd="sng" algn="ctr">
                      <a:solidFill>
                        <a:sysClr val="windowText" lastClr="000000">
                          <a:lumMod val="50000"/>
                          <a:lumOff val="50000"/>
                        </a:sysClr>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272936">
                        <a:lumMod val="10000"/>
                        <a:lumOff val="90000"/>
                      </a:srgbClr>
                    </a:solidFill>
                  </a:tcPr>
                </a:tc>
                <a:extLst>
                  <a:ext uri="{0D108BD9-81ED-4DB2-BD59-A6C34878D82A}">
                    <a16:rowId xmlns:a16="http://schemas.microsoft.com/office/drawing/2014/main" val="723697889"/>
                  </a:ext>
                </a:extLst>
              </a:tr>
              <a:tr h="731520">
                <a:tc gridSpan="2">
                  <a:txBody>
                    <a:bodyPr/>
                    <a:lstStyle>
                      <a:lvl1pPr marL="0" algn="l" defTabSz="914400" rtl="0" eaLnBrk="1" latinLnBrk="0" hangingPunct="1">
                        <a:defRPr sz="1800" kern="1200">
                          <a:solidFill>
                            <a:schemeClr val="tx1"/>
                          </a:solidFill>
                          <a:latin typeface="Ubuntu"/>
                        </a:defRPr>
                      </a:lvl1pPr>
                      <a:lvl2pPr marL="457200" algn="l" defTabSz="914400" rtl="0" eaLnBrk="1" latinLnBrk="0" hangingPunct="1">
                        <a:defRPr sz="1800" kern="1200">
                          <a:solidFill>
                            <a:schemeClr val="tx1"/>
                          </a:solidFill>
                          <a:latin typeface="Ubuntu"/>
                        </a:defRPr>
                      </a:lvl2pPr>
                      <a:lvl3pPr marL="914400" algn="l" defTabSz="914400" rtl="0" eaLnBrk="1" latinLnBrk="0" hangingPunct="1">
                        <a:defRPr sz="1800" kern="1200">
                          <a:solidFill>
                            <a:schemeClr val="tx1"/>
                          </a:solidFill>
                          <a:latin typeface="Ubuntu"/>
                        </a:defRPr>
                      </a:lvl3pPr>
                      <a:lvl4pPr marL="1371600" algn="l" defTabSz="914400" rtl="0" eaLnBrk="1" latinLnBrk="0" hangingPunct="1">
                        <a:defRPr sz="1800" kern="1200">
                          <a:solidFill>
                            <a:schemeClr val="tx1"/>
                          </a:solidFill>
                          <a:latin typeface="Ubuntu"/>
                        </a:defRPr>
                      </a:lvl4pPr>
                      <a:lvl5pPr marL="1828800" algn="l" defTabSz="914400" rtl="0" eaLnBrk="1" latinLnBrk="0" hangingPunct="1">
                        <a:defRPr sz="1800" kern="1200">
                          <a:solidFill>
                            <a:schemeClr val="tx1"/>
                          </a:solidFill>
                          <a:latin typeface="Ubuntu"/>
                        </a:defRPr>
                      </a:lvl5pPr>
                      <a:lvl6pPr marL="2286000" algn="l" defTabSz="914400" rtl="0" eaLnBrk="1" latinLnBrk="0" hangingPunct="1">
                        <a:defRPr sz="1800" kern="1200">
                          <a:solidFill>
                            <a:schemeClr val="tx1"/>
                          </a:solidFill>
                          <a:latin typeface="Ubuntu"/>
                        </a:defRPr>
                      </a:lvl6pPr>
                      <a:lvl7pPr marL="2743200" algn="l" defTabSz="914400" rtl="0" eaLnBrk="1" latinLnBrk="0" hangingPunct="1">
                        <a:defRPr sz="1800" kern="1200">
                          <a:solidFill>
                            <a:schemeClr val="tx1"/>
                          </a:solidFill>
                          <a:latin typeface="Ubuntu"/>
                        </a:defRPr>
                      </a:lvl7pPr>
                      <a:lvl8pPr marL="3200400" algn="l" defTabSz="914400" rtl="0" eaLnBrk="1" latinLnBrk="0" hangingPunct="1">
                        <a:defRPr sz="1800" kern="1200">
                          <a:solidFill>
                            <a:schemeClr val="tx1"/>
                          </a:solidFill>
                          <a:latin typeface="Ubuntu"/>
                        </a:defRPr>
                      </a:lvl8pPr>
                      <a:lvl9pPr marL="3657600" algn="l" defTabSz="914400" rtl="0" eaLnBrk="1" latinLnBrk="0" hangingPunct="1">
                        <a:defRPr sz="1800" kern="1200">
                          <a:solidFill>
                            <a:schemeClr val="tx1"/>
                          </a:solidFill>
                          <a:latin typeface="Ubuntu"/>
                        </a:defRPr>
                      </a:lvl9pPr>
                    </a:lstStyle>
                    <a:p>
                      <a:pPr marL="144000" algn="l" fontAlgn="ctr"/>
                      <a:r>
                        <a:rPr lang="en-IN" sz="900" b="0" i="0" u="none" strike="noStrike" kern="1200">
                          <a:solidFill>
                            <a:schemeClr val="tx1"/>
                          </a:solidFill>
                          <a:effectLst/>
                          <a:latin typeface="+mn-lt"/>
                          <a:ea typeface="+mn-ea"/>
                          <a:cs typeface="+mn-cs"/>
                        </a:rPr>
                        <a:t>VRO Setup</a:t>
                      </a:r>
                    </a:p>
                  </a:txBody>
                  <a:tcPr marL="36000" marR="7620" marT="7620" marB="0" anchor="ctr">
                    <a:lnL w="12700"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12ABDB">
                        <a:lumMod val="75000"/>
                      </a:srgbClr>
                    </a:solidFill>
                  </a:tcPr>
                </a:tc>
                <a:tc hMerge="1">
                  <a:txBody>
                    <a:bodyPr/>
                    <a:lstStyle/>
                    <a:p>
                      <a:endParaRPr/>
                    </a:p>
                  </a:txBody>
                  <a:tcPr marL="36000" marR="7620" marT="7620" marB="0" anchor="ctr">
                    <a:lnL w="12700"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9AE1F7"/>
                    </a:solidFill>
                  </a:tcPr>
                </a:tc>
                <a:tc rowSpan="2">
                  <a:txBody>
                    <a:bodyPr/>
                    <a:lstStyle>
                      <a:lvl1pPr marL="0" algn="l" defTabSz="914400" rtl="0" eaLnBrk="1" latinLnBrk="0" hangingPunct="1">
                        <a:defRPr sz="1800" kern="1200">
                          <a:solidFill>
                            <a:schemeClr val="tx1"/>
                          </a:solidFill>
                          <a:latin typeface="Ubuntu"/>
                        </a:defRPr>
                      </a:lvl1pPr>
                      <a:lvl2pPr marL="457200" algn="l" defTabSz="914400" rtl="0" eaLnBrk="1" latinLnBrk="0" hangingPunct="1">
                        <a:defRPr sz="1800" kern="1200">
                          <a:solidFill>
                            <a:schemeClr val="tx1"/>
                          </a:solidFill>
                          <a:latin typeface="Ubuntu"/>
                        </a:defRPr>
                      </a:lvl2pPr>
                      <a:lvl3pPr marL="914400" algn="l" defTabSz="914400" rtl="0" eaLnBrk="1" latinLnBrk="0" hangingPunct="1">
                        <a:defRPr sz="1800" kern="1200">
                          <a:solidFill>
                            <a:schemeClr val="tx1"/>
                          </a:solidFill>
                          <a:latin typeface="Ubuntu"/>
                        </a:defRPr>
                      </a:lvl3pPr>
                      <a:lvl4pPr marL="1371600" algn="l" defTabSz="914400" rtl="0" eaLnBrk="1" latinLnBrk="0" hangingPunct="1">
                        <a:defRPr sz="1800" kern="1200">
                          <a:solidFill>
                            <a:schemeClr val="tx1"/>
                          </a:solidFill>
                          <a:latin typeface="Ubuntu"/>
                        </a:defRPr>
                      </a:lvl4pPr>
                      <a:lvl5pPr marL="1828800" algn="l" defTabSz="914400" rtl="0" eaLnBrk="1" latinLnBrk="0" hangingPunct="1">
                        <a:defRPr sz="1800" kern="1200">
                          <a:solidFill>
                            <a:schemeClr val="tx1"/>
                          </a:solidFill>
                          <a:latin typeface="Ubuntu"/>
                        </a:defRPr>
                      </a:lvl5pPr>
                      <a:lvl6pPr marL="2286000" algn="l" defTabSz="914400" rtl="0" eaLnBrk="1" latinLnBrk="0" hangingPunct="1">
                        <a:defRPr sz="1800" kern="1200">
                          <a:solidFill>
                            <a:schemeClr val="tx1"/>
                          </a:solidFill>
                          <a:latin typeface="Ubuntu"/>
                        </a:defRPr>
                      </a:lvl6pPr>
                      <a:lvl7pPr marL="2743200" algn="l" defTabSz="914400" rtl="0" eaLnBrk="1" latinLnBrk="0" hangingPunct="1">
                        <a:defRPr sz="1800" kern="1200">
                          <a:solidFill>
                            <a:schemeClr val="tx1"/>
                          </a:solidFill>
                          <a:latin typeface="Ubuntu"/>
                        </a:defRPr>
                      </a:lvl7pPr>
                      <a:lvl8pPr marL="3200400" algn="l" defTabSz="914400" rtl="0" eaLnBrk="1" latinLnBrk="0" hangingPunct="1">
                        <a:defRPr sz="1800" kern="1200">
                          <a:solidFill>
                            <a:schemeClr val="tx1"/>
                          </a:solidFill>
                          <a:latin typeface="Ubuntu"/>
                        </a:defRPr>
                      </a:lvl8pPr>
                      <a:lvl9pPr marL="3657600" algn="l" defTabSz="914400" rtl="0" eaLnBrk="1" latinLnBrk="0" hangingPunct="1">
                        <a:defRPr sz="1800" kern="1200">
                          <a:solidFill>
                            <a:schemeClr val="tx1"/>
                          </a:solidFill>
                          <a:latin typeface="Ubuntu"/>
                        </a:defRPr>
                      </a:lvl9pPr>
                    </a:lstStyle>
                    <a:p>
                      <a:pPr algn="l" fontAlgn="ctr"/>
                      <a:endParaRPr lang="en-IN" sz="1100" b="0" i="0" u="none" strike="noStrike">
                        <a:solidFill>
                          <a:srgbClr val="000000"/>
                        </a:solidFill>
                        <a:effectLst/>
                        <a:latin typeface="+mn-lt"/>
                      </a:endParaRPr>
                    </a:p>
                  </a:txBody>
                  <a:tcPr marL="7620" marR="7620" marT="7620" marB="0" anchor="ctr">
                    <a:lnL w="28575"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272936">
                        <a:lumMod val="10000"/>
                        <a:lumOff val="90000"/>
                      </a:srgbClr>
                    </a:solidFill>
                  </a:tcPr>
                </a:tc>
                <a:tc rowSpan="2">
                  <a:txBody>
                    <a:bodyPr/>
                    <a:lstStyle>
                      <a:lvl1pPr marL="0" algn="l" defTabSz="914400" rtl="0" eaLnBrk="1" latinLnBrk="0" hangingPunct="1">
                        <a:defRPr sz="1800" kern="1200">
                          <a:solidFill>
                            <a:schemeClr val="tx1"/>
                          </a:solidFill>
                          <a:latin typeface="Ubuntu"/>
                        </a:defRPr>
                      </a:lvl1pPr>
                      <a:lvl2pPr marL="457200" algn="l" defTabSz="914400" rtl="0" eaLnBrk="1" latinLnBrk="0" hangingPunct="1">
                        <a:defRPr sz="1800" kern="1200">
                          <a:solidFill>
                            <a:schemeClr val="tx1"/>
                          </a:solidFill>
                          <a:latin typeface="Ubuntu"/>
                        </a:defRPr>
                      </a:lvl2pPr>
                      <a:lvl3pPr marL="914400" algn="l" defTabSz="914400" rtl="0" eaLnBrk="1" latinLnBrk="0" hangingPunct="1">
                        <a:defRPr sz="1800" kern="1200">
                          <a:solidFill>
                            <a:schemeClr val="tx1"/>
                          </a:solidFill>
                          <a:latin typeface="Ubuntu"/>
                        </a:defRPr>
                      </a:lvl3pPr>
                      <a:lvl4pPr marL="1371600" algn="l" defTabSz="914400" rtl="0" eaLnBrk="1" latinLnBrk="0" hangingPunct="1">
                        <a:defRPr sz="1800" kern="1200">
                          <a:solidFill>
                            <a:schemeClr val="tx1"/>
                          </a:solidFill>
                          <a:latin typeface="Ubuntu"/>
                        </a:defRPr>
                      </a:lvl4pPr>
                      <a:lvl5pPr marL="1828800" algn="l" defTabSz="914400" rtl="0" eaLnBrk="1" latinLnBrk="0" hangingPunct="1">
                        <a:defRPr sz="1800" kern="1200">
                          <a:solidFill>
                            <a:schemeClr val="tx1"/>
                          </a:solidFill>
                          <a:latin typeface="Ubuntu"/>
                        </a:defRPr>
                      </a:lvl5pPr>
                      <a:lvl6pPr marL="2286000" algn="l" defTabSz="914400" rtl="0" eaLnBrk="1" latinLnBrk="0" hangingPunct="1">
                        <a:defRPr sz="1800" kern="1200">
                          <a:solidFill>
                            <a:schemeClr val="tx1"/>
                          </a:solidFill>
                          <a:latin typeface="Ubuntu"/>
                        </a:defRPr>
                      </a:lvl6pPr>
                      <a:lvl7pPr marL="2743200" algn="l" defTabSz="914400" rtl="0" eaLnBrk="1" latinLnBrk="0" hangingPunct="1">
                        <a:defRPr sz="1800" kern="1200">
                          <a:solidFill>
                            <a:schemeClr val="tx1"/>
                          </a:solidFill>
                          <a:latin typeface="Ubuntu"/>
                        </a:defRPr>
                      </a:lvl7pPr>
                      <a:lvl8pPr marL="3200400" algn="l" defTabSz="914400" rtl="0" eaLnBrk="1" latinLnBrk="0" hangingPunct="1">
                        <a:defRPr sz="1800" kern="1200">
                          <a:solidFill>
                            <a:schemeClr val="tx1"/>
                          </a:solidFill>
                          <a:latin typeface="Ubuntu"/>
                        </a:defRPr>
                      </a:lvl8pPr>
                      <a:lvl9pPr marL="3657600" algn="l" defTabSz="914400" rtl="0" eaLnBrk="1" latinLnBrk="0" hangingPunct="1">
                        <a:defRPr sz="1800" kern="1200">
                          <a:solidFill>
                            <a:schemeClr val="tx1"/>
                          </a:solidFill>
                          <a:latin typeface="Ubuntu"/>
                        </a:defRPr>
                      </a:lvl9pPr>
                    </a:lstStyle>
                    <a:p>
                      <a:pPr algn="l" fontAlgn="ctr"/>
                      <a:endParaRPr lang="en-IN" sz="1100" b="0" i="0" u="none" strike="noStrike">
                        <a:solidFill>
                          <a:srgbClr val="000000"/>
                        </a:solidFill>
                        <a:effectLst/>
                        <a:latin typeface="+mn-lt"/>
                      </a:endParaRPr>
                    </a:p>
                  </a:txBody>
                  <a:tcPr marL="7620" marR="7620" marT="762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272936">
                        <a:lumMod val="10000"/>
                        <a:lumOff val="90000"/>
                      </a:srgbClr>
                    </a:solidFill>
                  </a:tcPr>
                </a:tc>
                <a:tc rowSpan="2">
                  <a:txBody>
                    <a:bodyPr/>
                    <a:lstStyle>
                      <a:lvl1pPr marL="0" algn="l" defTabSz="914400" rtl="0" eaLnBrk="1" latinLnBrk="0" hangingPunct="1">
                        <a:defRPr sz="1800" kern="1200">
                          <a:solidFill>
                            <a:schemeClr val="tx1"/>
                          </a:solidFill>
                          <a:latin typeface="Ubuntu"/>
                        </a:defRPr>
                      </a:lvl1pPr>
                      <a:lvl2pPr marL="457200" algn="l" defTabSz="914400" rtl="0" eaLnBrk="1" latinLnBrk="0" hangingPunct="1">
                        <a:defRPr sz="1800" kern="1200">
                          <a:solidFill>
                            <a:schemeClr val="tx1"/>
                          </a:solidFill>
                          <a:latin typeface="Ubuntu"/>
                        </a:defRPr>
                      </a:lvl2pPr>
                      <a:lvl3pPr marL="914400" algn="l" defTabSz="914400" rtl="0" eaLnBrk="1" latinLnBrk="0" hangingPunct="1">
                        <a:defRPr sz="1800" kern="1200">
                          <a:solidFill>
                            <a:schemeClr val="tx1"/>
                          </a:solidFill>
                          <a:latin typeface="Ubuntu"/>
                        </a:defRPr>
                      </a:lvl3pPr>
                      <a:lvl4pPr marL="1371600" algn="l" defTabSz="914400" rtl="0" eaLnBrk="1" latinLnBrk="0" hangingPunct="1">
                        <a:defRPr sz="1800" kern="1200">
                          <a:solidFill>
                            <a:schemeClr val="tx1"/>
                          </a:solidFill>
                          <a:latin typeface="Ubuntu"/>
                        </a:defRPr>
                      </a:lvl4pPr>
                      <a:lvl5pPr marL="1828800" algn="l" defTabSz="914400" rtl="0" eaLnBrk="1" latinLnBrk="0" hangingPunct="1">
                        <a:defRPr sz="1800" kern="1200">
                          <a:solidFill>
                            <a:schemeClr val="tx1"/>
                          </a:solidFill>
                          <a:latin typeface="Ubuntu"/>
                        </a:defRPr>
                      </a:lvl5pPr>
                      <a:lvl6pPr marL="2286000" algn="l" defTabSz="914400" rtl="0" eaLnBrk="1" latinLnBrk="0" hangingPunct="1">
                        <a:defRPr sz="1800" kern="1200">
                          <a:solidFill>
                            <a:schemeClr val="tx1"/>
                          </a:solidFill>
                          <a:latin typeface="Ubuntu"/>
                        </a:defRPr>
                      </a:lvl6pPr>
                      <a:lvl7pPr marL="2743200" algn="l" defTabSz="914400" rtl="0" eaLnBrk="1" latinLnBrk="0" hangingPunct="1">
                        <a:defRPr sz="1800" kern="1200">
                          <a:solidFill>
                            <a:schemeClr val="tx1"/>
                          </a:solidFill>
                          <a:latin typeface="Ubuntu"/>
                        </a:defRPr>
                      </a:lvl7pPr>
                      <a:lvl8pPr marL="3200400" algn="l" defTabSz="914400" rtl="0" eaLnBrk="1" latinLnBrk="0" hangingPunct="1">
                        <a:defRPr sz="1800" kern="1200">
                          <a:solidFill>
                            <a:schemeClr val="tx1"/>
                          </a:solidFill>
                          <a:latin typeface="Ubuntu"/>
                        </a:defRPr>
                      </a:lvl8pPr>
                      <a:lvl9pPr marL="3657600" algn="l" defTabSz="914400" rtl="0" eaLnBrk="1" latinLnBrk="0" hangingPunct="1">
                        <a:defRPr sz="1800" kern="1200">
                          <a:solidFill>
                            <a:schemeClr val="tx1"/>
                          </a:solidFill>
                          <a:latin typeface="Ubuntu"/>
                        </a:defRPr>
                      </a:lvl9pPr>
                    </a:lstStyle>
                    <a:p>
                      <a:pPr algn="l" fontAlgn="ctr"/>
                      <a:endParaRPr lang="en-IN" sz="1100" b="0" i="0" u="none" strike="noStrike">
                        <a:solidFill>
                          <a:srgbClr val="000000"/>
                        </a:solidFill>
                        <a:effectLst/>
                        <a:latin typeface="+mn-lt"/>
                      </a:endParaRPr>
                    </a:p>
                  </a:txBody>
                  <a:tcPr marL="7620" marR="7620" marT="762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272936">
                        <a:lumMod val="10000"/>
                        <a:lumOff val="90000"/>
                      </a:srgbClr>
                    </a:solidFill>
                  </a:tcPr>
                </a:tc>
                <a:tc rowSpan="2">
                  <a:txBody>
                    <a:bodyPr/>
                    <a:lstStyle>
                      <a:lvl1pPr marL="0" algn="l" defTabSz="914400" rtl="0" eaLnBrk="1" latinLnBrk="0" hangingPunct="1">
                        <a:defRPr sz="1800" kern="1200">
                          <a:solidFill>
                            <a:schemeClr val="tx1"/>
                          </a:solidFill>
                          <a:latin typeface="Ubuntu"/>
                        </a:defRPr>
                      </a:lvl1pPr>
                      <a:lvl2pPr marL="457200" algn="l" defTabSz="914400" rtl="0" eaLnBrk="1" latinLnBrk="0" hangingPunct="1">
                        <a:defRPr sz="1800" kern="1200">
                          <a:solidFill>
                            <a:schemeClr val="tx1"/>
                          </a:solidFill>
                          <a:latin typeface="Ubuntu"/>
                        </a:defRPr>
                      </a:lvl2pPr>
                      <a:lvl3pPr marL="914400" algn="l" defTabSz="914400" rtl="0" eaLnBrk="1" latinLnBrk="0" hangingPunct="1">
                        <a:defRPr sz="1800" kern="1200">
                          <a:solidFill>
                            <a:schemeClr val="tx1"/>
                          </a:solidFill>
                          <a:latin typeface="Ubuntu"/>
                        </a:defRPr>
                      </a:lvl3pPr>
                      <a:lvl4pPr marL="1371600" algn="l" defTabSz="914400" rtl="0" eaLnBrk="1" latinLnBrk="0" hangingPunct="1">
                        <a:defRPr sz="1800" kern="1200">
                          <a:solidFill>
                            <a:schemeClr val="tx1"/>
                          </a:solidFill>
                          <a:latin typeface="Ubuntu"/>
                        </a:defRPr>
                      </a:lvl4pPr>
                      <a:lvl5pPr marL="1828800" algn="l" defTabSz="914400" rtl="0" eaLnBrk="1" latinLnBrk="0" hangingPunct="1">
                        <a:defRPr sz="1800" kern="1200">
                          <a:solidFill>
                            <a:schemeClr val="tx1"/>
                          </a:solidFill>
                          <a:latin typeface="Ubuntu"/>
                        </a:defRPr>
                      </a:lvl5pPr>
                      <a:lvl6pPr marL="2286000" algn="l" defTabSz="914400" rtl="0" eaLnBrk="1" latinLnBrk="0" hangingPunct="1">
                        <a:defRPr sz="1800" kern="1200">
                          <a:solidFill>
                            <a:schemeClr val="tx1"/>
                          </a:solidFill>
                          <a:latin typeface="Ubuntu"/>
                        </a:defRPr>
                      </a:lvl6pPr>
                      <a:lvl7pPr marL="2743200" algn="l" defTabSz="914400" rtl="0" eaLnBrk="1" latinLnBrk="0" hangingPunct="1">
                        <a:defRPr sz="1800" kern="1200">
                          <a:solidFill>
                            <a:schemeClr val="tx1"/>
                          </a:solidFill>
                          <a:latin typeface="Ubuntu"/>
                        </a:defRPr>
                      </a:lvl7pPr>
                      <a:lvl8pPr marL="3200400" algn="l" defTabSz="914400" rtl="0" eaLnBrk="1" latinLnBrk="0" hangingPunct="1">
                        <a:defRPr sz="1800" kern="1200">
                          <a:solidFill>
                            <a:schemeClr val="tx1"/>
                          </a:solidFill>
                          <a:latin typeface="Ubuntu"/>
                        </a:defRPr>
                      </a:lvl8pPr>
                      <a:lvl9pPr marL="3657600" algn="l" defTabSz="914400" rtl="0" eaLnBrk="1" latinLnBrk="0" hangingPunct="1">
                        <a:defRPr sz="1800" kern="1200">
                          <a:solidFill>
                            <a:schemeClr val="tx1"/>
                          </a:solidFill>
                          <a:latin typeface="Ubuntu"/>
                        </a:defRPr>
                      </a:lvl9pPr>
                    </a:lstStyle>
                    <a:p>
                      <a:pPr algn="l" fontAlgn="ctr"/>
                      <a:endParaRPr lang="en-IN" sz="1100" b="0" i="0" u="none" strike="noStrike">
                        <a:solidFill>
                          <a:srgbClr val="000000"/>
                        </a:solidFill>
                        <a:effectLst/>
                        <a:latin typeface="+mn-lt"/>
                      </a:endParaRPr>
                    </a:p>
                  </a:txBody>
                  <a:tcPr marL="7620" marR="7620" marT="762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272936">
                        <a:lumMod val="10000"/>
                        <a:lumOff val="90000"/>
                      </a:srgbClr>
                    </a:solidFill>
                  </a:tcPr>
                </a:tc>
                <a:tc rowSpan="2">
                  <a:txBody>
                    <a:bodyPr/>
                    <a:lstStyle>
                      <a:lvl1pPr marL="0" algn="l" defTabSz="914400" rtl="0" eaLnBrk="1" latinLnBrk="0" hangingPunct="1">
                        <a:defRPr sz="1800" kern="1200">
                          <a:solidFill>
                            <a:schemeClr val="tx1"/>
                          </a:solidFill>
                          <a:latin typeface="Ubuntu"/>
                        </a:defRPr>
                      </a:lvl1pPr>
                      <a:lvl2pPr marL="457200" algn="l" defTabSz="914400" rtl="0" eaLnBrk="1" latinLnBrk="0" hangingPunct="1">
                        <a:defRPr sz="1800" kern="1200">
                          <a:solidFill>
                            <a:schemeClr val="tx1"/>
                          </a:solidFill>
                          <a:latin typeface="Ubuntu"/>
                        </a:defRPr>
                      </a:lvl2pPr>
                      <a:lvl3pPr marL="914400" algn="l" defTabSz="914400" rtl="0" eaLnBrk="1" latinLnBrk="0" hangingPunct="1">
                        <a:defRPr sz="1800" kern="1200">
                          <a:solidFill>
                            <a:schemeClr val="tx1"/>
                          </a:solidFill>
                          <a:latin typeface="Ubuntu"/>
                        </a:defRPr>
                      </a:lvl3pPr>
                      <a:lvl4pPr marL="1371600" algn="l" defTabSz="914400" rtl="0" eaLnBrk="1" latinLnBrk="0" hangingPunct="1">
                        <a:defRPr sz="1800" kern="1200">
                          <a:solidFill>
                            <a:schemeClr val="tx1"/>
                          </a:solidFill>
                          <a:latin typeface="Ubuntu"/>
                        </a:defRPr>
                      </a:lvl4pPr>
                      <a:lvl5pPr marL="1828800" algn="l" defTabSz="914400" rtl="0" eaLnBrk="1" latinLnBrk="0" hangingPunct="1">
                        <a:defRPr sz="1800" kern="1200">
                          <a:solidFill>
                            <a:schemeClr val="tx1"/>
                          </a:solidFill>
                          <a:latin typeface="Ubuntu"/>
                        </a:defRPr>
                      </a:lvl5pPr>
                      <a:lvl6pPr marL="2286000" algn="l" defTabSz="914400" rtl="0" eaLnBrk="1" latinLnBrk="0" hangingPunct="1">
                        <a:defRPr sz="1800" kern="1200">
                          <a:solidFill>
                            <a:schemeClr val="tx1"/>
                          </a:solidFill>
                          <a:latin typeface="Ubuntu"/>
                        </a:defRPr>
                      </a:lvl6pPr>
                      <a:lvl7pPr marL="2743200" algn="l" defTabSz="914400" rtl="0" eaLnBrk="1" latinLnBrk="0" hangingPunct="1">
                        <a:defRPr sz="1800" kern="1200">
                          <a:solidFill>
                            <a:schemeClr val="tx1"/>
                          </a:solidFill>
                          <a:latin typeface="Ubuntu"/>
                        </a:defRPr>
                      </a:lvl7pPr>
                      <a:lvl8pPr marL="3200400" algn="l" defTabSz="914400" rtl="0" eaLnBrk="1" latinLnBrk="0" hangingPunct="1">
                        <a:defRPr sz="1800" kern="1200">
                          <a:solidFill>
                            <a:schemeClr val="tx1"/>
                          </a:solidFill>
                          <a:latin typeface="Ubuntu"/>
                        </a:defRPr>
                      </a:lvl8pPr>
                      <a:lvl9pPr marL="3657600" algn="l" defTabSz="914400" rtl="0" eaLnBrk="1" latinLnBrk="0" hangingPunct="1">
                        <a:defRPr sz="1800" kern="1200">
                          <a:solidFill>
                            <a:schemeClr val="tx1"/>
                          </a:solidFill>
                          <a:latin typeface="Ubuntu"/>
                        </a:defRPr>
                      </a:lvl9pPr>
                    </a:lstStyle>
                    <a:p>
                      <a:pPr algn="l" fontAlgn="ctr"/>
                      <a:endParaRPr lang="en-IN" sz="1100" b="0" i="0" u="none" strike="noStrike">
                        <a:solidFill>
                          <a:srgbClr val="000000"/>
                        </a:solidFill>
                        <a:effectLst/>
                        <a:latin typeface="+mn-lt"/>
                      </a:endParaRPr>
                    </a:p>
                  </a:txBody>
                  <a:tcPr marL="7620" marR="7620" marT="762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272936">
                        <a:lumMod val="10000"/>
                        <a:lumOff val="90000"/>
                      </a:srgbClr>
                    </a:solidFill>
                  </a:tcPr>
                </a:tc>
                <a:tc rowSpan="2">
                  <a:txBody>
                    <a:bodyPr/>
                    <a:lstStyle>
                      <a:lvl1pPr marL="0" algn="l" defTabSz="914400" rtl="0" eaLnBrk="1" latinLnBrk="0" hangingPunct="1">
                        <a:defRPr sz="1800" kern="1200">
                          <a:solidFill>
                            <a:schemeClr val="tx1"/>
                          </a:solidFill>
                          <a:latin typeface="Ubuntu"/>
                        </a:defRPr>
                      </a:lvl1pPr>
                      <a:lvl2pPr marL="457200" algn="l" defTabSz="914400" rtl="0" eaLnBrk="1" latinLnBrk="0" hangingPunct="1">
                        <a:defRPr sz="1800" kern="1200">
                          <a:solidFill>
                            <a:schemeClr val="tx1"/>
                          </a:solidFill>
                          <a:latin typeface="Ubuntu"/>
                        </a:defRPr>
                      </a:lvl2pPr>
                      <a:lvl3pPr marL="914400" algn="l" defTabSz="914400" rtl="0" eaLnBrk="1" latinLnBrk="0" hangingPunct="1">
                        <a:defRPr sz="1800" kern="1200">
                          <a:solidFill>
                            <a:schemeClr val="tx1"/>
                          </a:solidFill>
                          <a:latin typeface="Ubuntu"/>
                        </a:defRPr>
                      </a:lvl3pPr>
                      <a:lvl4pPr marL="1371600" algn="l" defTabSz="914400" rtl="0" eaLnBrk="1" latinLnBrk="0" hangingPunct="1">
                        <a:defRPr sz="1800" kern="1200">
                          <a:solidFill>
                            <a:schemeClr val="tx1"/>
                          </a:solidFill>
                          <a:latin typeface="Ubuntu"/>
                        </a:defRPr>
                      </a:lvl4pPr>
                      <a:lvl5pPr marL="1828800" algn="l" defTabSz="914400" rtl="0" eaLnBrk="1" latinLnBrk="0" hangingPunct="1">
                        <a:defRPr sz="1800" kern="1200">
                          <a:solidFill>
                            <a:schemeClr val="tx1"/>
                          </a:solidFill>
                          <a:latin typeface="Ubuntu"/>
                        </a:defRPr>
                      </a:lvl5pPr>
                      <a:lvl6pPr marL="2286000" algn="l" defTabSz="914400" rtl="0" eaLnBrk="1" latinLnBrk="0" hangingPunct="1">
                        <a:defRPr sz="1800" kern="1200">
                          <a:solidFill>
                            <a:schemeClr val="tx1"/>
                          </a:solidFill>
                          <a:latin typeface="Ubuntu"/>
                        </a:defRPr>
                      </a:lvl6pPr>
                      <a:lvl7pPr marL="2743200" algn="l" defTabSz="914400" rtl="0" eaLnBrk="1" latinLnBrk="0" hangingPunct="1">
                        <a:defRPr sz="1800" kern="1200">
                          <a:solidFill>
                            <a:schemeClr val="tx1"/>
                          </a:solidFill>
                          <a:latin typeface="Ubuntu"/>
                        </a:defRPr>
                      </a:lvl7pPr>
                      <a:lvl8pPr marL="3200400" algn="l" defTabSz="914400" rtl="0" eaLnBrk="1" latinLnBrk="0" hangingPunct="1">
                        <a:defRPr sz="1800" kern="1200">
                          <a:solidFill>
                            <a:schemeClr val="tx1"/>
                          </a:solidFill>
                          <a:latin typeface="Ubuntu"/>
                        </a:defRPr>
                      </a:lvl8pPr>
                      <a:lvl9pPr marL="3657600" algn="l" defTabSz="914400" rtl="0" eaLnBrk="1" latinLnBrk="0" hangingPunct="1">
                        <a:defRPr sz="1800" kern="1200">
                          <a:solidFill>
                            <a:schemeClr val="tx1"/>
                          </a:solidFill>
                          <a:latin typeface="Ubuntu"/>
                        </a:defRPr>
                      </a:lvl9pPr>
                    </a:lstStyle>
                    <a:p>
                      <a:pPr algn="l" fontAlgn="ctr"/>
                      <a:endParaRPr lang="en-IN" sz="1100" b="0" i="0" u="none" strike="noStrike">
                        <a:solidFill>
                          <a:srgbClr val="000000"/>
                        </a:solidFill>
                        <a:effectLst/>
                        <a:latin typeface="+mn-lt"/>
                      </a:endParaRPr>
                    </a:p>
                  </a:txBody>
                  <a:tcPr marL="7620" marR="7620" marT="762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272936">
                        <a:lumMod val="10000"/>
                        <a:lumOff val="90000"/>
                      </a:srgbClr>
                    </a:solidFill>
                  </a:tcPr>
                </a:tc>
                <a:tc rowSpan="2">
                  <a:txBody>
                    <a:bodyPr/>
                    <a:lstStyle>
                      <a:lvl1pPr marL="0" algn="l" defTabSz="914400" rtl="0" eaLnBrk="1" latinLnBrk="0" hangingPunct="1">
                        <a:defRPr sz="1800" kern="1200">
                          <a:solidFill>
                            <a:schemeClr val="tx1"/>
                          </a:solidFill>
                          <a:latin typeface="Ubuntu"/>
                        </a:defRPr>
                      </a:lvl1pPr>
                      <a:lvl2pPr marL="457200" algn="l" defTabSz="914400" rtl="0" eaLnBrk="1" latinLnBrk="0" hangingPunct="1">
                        <a:defRPr sz="1800" kern="1200">
                          <a:solidFill>
                            <a:schemeClr val="tx1"/>
                          </a:solidFill>
                          <a:latin typeface="Ubuntu"/>
                        </a:defRPr>
                      </a:lvl2pPr>
                      <a:lvl3pPr marL="914400" algn="l" defTabSz="914400" rtl="0" eaLnBrk="1" latinLnBrk="0" hangingPunct="1">
                        <a:defRPr sz="1800" kern="1200">
                          <a:solidFill>
                            <a:schemeClr val="tx1"/>
                          </a:solidFill>
                          <a:latin typeface="Ubuntu"/>
                        </a:defRPr>
                      </a:lvl3pPr>
                      <a:lvl4pPr marL="1371600" algn="l" defTabSz="914400" rtl="0" eaLnBrk="1" latinLnBrk="0" hangingPunct="1">
                        <a:defRPr sz="1800" kern="1200">
                          <a:solidFill>
                            <a:schemeClr val="tx1"/>
                          </a:solidFill>
                          <a:latin typeface="Ubuntu"/>
                        </a:defRPr>
                      </a:lvl4pPr>
                      <a:lvl5pPr marL="1828800" algn="l" defTabSz="914400" rtl="0" eaLnBrk="1" latinLnBrk="0" hangingPunct="1">
                        <a:defRPr sz="1800" kern="1200">
                          <a:solidFill>
                            <a:schemeClr val="tx1"/>
                          </a:solidFill>
                          <a:latin typeface="Ubuntu"/>
                        </a:defRPr>
                      </a:lvl5pPr>
                      <a:lvl6pPr marL="2286000" algn="l" defTabSz="914400" rtl="0" eaLnBrk="1" latinLnBrk="0" hangingPunct="1">
                        <a:defRPr sz="1800" kern="1200">
                          <a:solidFill>
                            <a:schemeClr val="tx1"/>
                          </a:solidFill>
                          <a:latin typeface="Ubuntu"/>
                        </a:defRPr>
                      </a:lvl6pPr>
                      <a:lvl7pPr marL="2743200" algn="l" defTabSz="914400" rtl="0" eaLnBrk="1" latinLnBrk="0" hangingPunct="1">
                        <a:defRPr sz="1800" kern="1200">
                          <a:solidFill>
                            <a:schemeClr val="tx1"/>
                          </a:solidFill>
                          <a:latin typeface="Ubuntu"/>
                        </a:defRPr>
                      </a:lvl7pPr>
                      <a:lvl8pPr marL="3200400" algn="l" defTabSz="914400" rtl="0" eaLnBrk="1" latinLnBrk="0" hangingPunct="1">
                        <a:defRPr sz="1800" kern="1200">
                          <a:solidFill>
                            <a:schemeClr val="tx1"/>
                          </a:solidFill>
                          <a:latin typeface="Ubuntu"/>
                        </a:defRPr>
                      </a:lvl8pPr>
                      <a:lvl9pPr marL="3657600" algn="l" defTabSz="914400" rtl="0" eaLnBrk="1" latinLnBrk="0" hangingPunct="1">
                        <a:defRPr sz="1800" kern="1200">
                          <a:solidFill>
                            <a:schemeClr val="tx1"/>
                          </a:solidFill>
                          <a:latin typeface="Ubuntu"/>
                        </a:defRPr>
                      </a:lvl9pPr>
                    </a:lstStyle>
                    <a:p>
                      <a:pPr algn="l" fontAlgn="ctr"/>
                      <a:endParaRPr lang="en-IN" sz="1100" b="0" i="0" u="none" strike="noStrike">
                        <a:solidFill>
                          <a:srgbClr val="000000"/>
                        </a:solidFill>
                        <a:effectLst/>
                        <a:latin typeface="+mn-lt"/>
                      </a:endParaRPr>
                    </a:p>
                  </a:txBody>
                  <a:tcPr marL="7620" marR="7620" marT="762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272936">
                        <a:lumMod val="10000"/>
                        <a:lumOff val="90000"/>
                      </a:srgbClr>
                    </a:solidFill>
                  </a:tcPr>
                </a:tc>
                <a:tc rowSpan="2">
                  <a:txBody>
                    <a:bodyPr/>
                    <a:lstStyle>
                      <a:lvl1pPr marL="0" algn="l" defTabSz="914400" rtl="0" eaLnBrk="1" latinLnBrk="0" hangingPunct="1">
                        <a:defRPr sz="1800" kern="1200">
                          <a:solidFill>
                            <a:schemeClr val="tx1"/>
                          </a:solidFill>
                          <a:latin typeface="Ubuntu"/>
                        </a:defRPr>
                      </a:lvl1pPr>
                      <a:lvl2pPr marL="457200" algn="l" defTabSz="914400" rtl="0" eaLnBrk="1" latinLnBrk="0" hangingPunct="1">
                        <a:defRPr sz="1800" kern="1200">
                          <a:solidFill>
                            <a:schemeClr val="tx1"/>
                          </a:solidFill>
                          <a:latin typeface="Ubuntu"/>
                        </a:defRPr>
                      </a:lvl2pPr>
                      <a:lvl3pPr marL="914400" algn="l" defTabSz="914400" rtl="0" eaLnBrk="1" latinLnBrk="0" hangingPunct="1">
                        <a:defRPr sz="1800" kern="1200">
                          <a:solidFill>
                            <a:schemeClr val="tx1"/>
                          </a:solidFill>
                          <a:latin typeface="Ubuntu"/>
                        </a:defRPr>
                      </a:lvl3pPr>
                      <a:lvl4pPr marL="1371600" algn="l" defTabSz="914400" rtl="0" eaLnBrk="1" latinLnBrk="0" hangingPunct="1">
                        <a:defRPr sz="1800" kern="1200">
                          <a:solidFill>
                            <a:schemeClr val="tx1"/>
                          </a:solidFill>
                          <a:latin typeface="Ubuntu"/>
                        </a:defRPr>
                      </a:lvl4pPr>
                      <a:lvl5pPr marL="1828800" algn="l" defTabSz="914400" rtl="0" eaLnBrk="1" latinLnBrk="0" hangingPunct="1">
                        <a:defRPr sz="1800" kern="1200">
                          <a:solidFill>
                            <a:schemeClr val="tx1"/>
                          </a:solidFill>
                          <a:latin typeface="Ubuntu"/>
                        </a:defRPr>
                      </a:lvl5pPr>
                      <a:lvl6pPr marL="2286000" algn="l" defTabSz="914400" rtl="0" eaLnBrk="1" latinLnBrk="0" hangingPunct="1">
                        <a:defRPr sz="1800" kern="1200">
                          <a:solidFill>
                            <a:schemeClr val="tx1"/>
                          </a:solidFill>
                          <a:latin typeface="Ubuntu"/>
                        </a:defRPr>
                      </a:lvl6pPr>
                      <a:lvl7pPr marL="2743200" algn="l" defTabSz="914400" rtl="0" eaLnBrk="1" latinLnBrk="0" hangingPunct="1">
                        <a:defRPr sz="1800" kern="1200">
                          <a:solidFill>
                            <a:schemeClr val="tx1"/>
                          </a:solidFill>
                          <a:latin typeface="Ubuntu"/>
                        </a:defRPr>
                      </a:lvl7pPr>
                      <a:lvl8pPr marL="3200400" algn="l" defTabSz="914400" rtl="0" eaLnBrk="1" latinLnBrk="0" hangingPunct="1">
                        <a:defRPr sz="1800" kern="1200">
                          <a:solidFill>
                            <a:schemeClr val="tx1"/>
                          </a:solidFill>
                          <a:latin typeface="Ubuntu"/>
                        </a:defRPr>
                      </a:lvl8pPr>
                      <a:lvl9pPr marL="3657600" algn="l" defTabSz="914400" rtl="0" eaLnBrk="1" latinLnBrk="0" hangingPunct="1">
                        <a:defRPr sz="1800" kern="1200">
                          <a:solidFill>
                            <a:schemeClr val="tx1"/>
                          </a:solidFill>
                          <a:latin typeface="Ubuntu"/>
                        </a:defRPr>
                      </a:lvl9pPr>
                    </a:lstStyle>
                    <a:p>
                      <a:pPr algn="l" fontAlgn="ctr"/>
                      <a:endParaRPr lang="en-IN" sz="1100" b="0" i="0" u="none" strike="noStrike">
                        <a:solidFill>
                          <a:srgbClr val="000000"/>
                        </a:solidFill>
                        <a:effectLst/>
                        <a:latin typeface="+mn-lt"/>
                      </a:endParaRPr>
                    </a:p>
                  </a:txBody>
                  <a:tcPr marL="7620" marR="7620" marT="762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272936">
                        <a:lumMod val="10000"/>
                        <a:lumOff val="90000"/>
                      </a:srgbClr>
                    </a:solidFill>
                  </a:tcPr>
                </a:tc>
                <a:tc rowSpan="2">
                  <a:txBody>
                    <a:bodyPr/>
                    <a:lstStyle>
                      <a:lvl1pPr marL="0" algn="l" defTabSz="914400" rtl="0" eaLnBrk="1" latinLnBrk="0" hangingPunct="1">
                        <a:defRPr sz="1800" kern="1200">
                          <a:solidFill>
                            <a:schemeClr val="tx1"/>
                          </a:solidFill>
                          <a:latin typeface="Ubuntu"/>
                        </a:defRPr>
                      </a:lvl1pPr>
                      <a:lvl2pPr marL="457200" algn="l" defTabSz="914400" rtl="0" eaLnBrk="1" latinLnBrk="0" hangingPunct="1">
                        <a:defRPr sz="1800" kern="1200">
                          <a:solidFill>
                            <a:schemeClr val="tx1"/>
                          </a:solidFill>
                          <a:latin typeface="Ubuntu"/>
                        </a:defRPr>
                      </a:lvl2pPr>
                      <a:lvl3pPr marL="914400" algn="l" defTabSz="914400" rtl="0" eaLnBrk="1" latinLnBrk="0" hangingPunct="1">
                        <a:defRPr sz="1800" kern="1200">
                          <a:solidFill>
                            <a:schemeClr val="tx1"/>
                          </a:solidFill>
                          <a:latin typeface="Ubuntu"/>
                        </a:defRPr>
                      </a:lvl3pPr>
                      <a:lvl4pPr marL="1371600" algn="l" defTabSz="914400" rtl="0" eaLnBrk="1" latinLnBrk="0" hangingPunct="1">
                        <a:defRPr sz="1800" kern="1200">
                          <a:solidFill>
                            <a:schemeClr val="tx1"/>
                          </a:solidFill>
                          <a:latin typeface="Ubuntu"/>
                        </a:defRPr>
                      </a:lvl4pPr>
                      <a:lvl5pPr marL="1828800" algn="l" defTabSz="914400" rtl="0" eaLnBrk="1" latinLnBrk="0" hangingPunct="1">
                        <a:defRPr sz="1800" kern="1200">
                          <a:solidFill>
                            <a:schemeClr val="tx1"/>
                          </a:solidFill>
                          <a:latin typeface="Ubuntu"/>
                        </a:defRPr>
                      </a:lvl5pPr>
                      <a:lvl6pPr marL="2286000" algn="l" defTabSz="914400" rtl="0" eaLnBrk="1" latinLnBrk="0" hangingPunct="1">
                        <a:defRPr sz="1800" kern="1200">
                          <a:solidFill>
                            <a:schemeClr val="tx1"/>
                          </a:solidFill>
                          <a:latin typeface="Ubuntu"/>
                        </a:defRPr>
                      </a:lvl6pPr>
                      <a:lvl7pPr marL="2743200" algn="l" defTabSz="914400" rtl="0" eaLnBrk="1" latinLnBrk="0" hangingPunct="1">
                        <a:defRPr sz="1800" kern="1200">
                          <a:solidFill>
                            <a:schemeClr val="tx1"/>
                          </a:solidFill>
                          <a:latin typeface="Ubuntu"/>
                        </a:defRPr>
                      </a:lvl7pPr>
                      <a:lvl8pPr marL="3200400" algn="l" defTabSz="914400" rtl="0" eaLnBrk="1" latinLnBrk="0" hangingPunct="1">
                        <a:defRPr sz="1800" kern="1200">
                          <a:solidFill>
                            <a:schemeClr val="tx1"/>
                          </a:solidFill>
                          <a:latin typeface="Ubuntu"/>
                        </a:defRPr>
                      </a:lvl8pPr>
                      <a:lvl9pPr marL="3657600" algn="l" defTabSz="914400" rtl="0" eaLnBrk="1" latinLnBrk="0" hangingPunct="1">
                        <a:defRPr sz="1800" kern="1200">
                          <a:solidFill>
                            <a:schemeClr val="tx1"/>
                          </a:solidFill>
                          <a:latin typeface="Ubuntu"/>
                        </a:defRPr>
                      </a:lvl9pPr>
                    </a:lstStyle>
                    <a:p>
                      <a:pPr algn="l" fontAlgn="ctr"/>
                      <a:endParaRPr lang="en-IN" sz="1100" b="0" i="0" u="none" strike="noStrike">
                        <a:solidFill>
                          <a:srgbClr val="000000"/>
                        </a:solidFill>
                        <a:effectLst/>
                        <a:latin typeface="+mn-lt"/>
                      </a:endParaRPr>
                    </a:p>
                  </a:txBody>
                  <a:tcPr marL="7620" marR="7620" marT="762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272936">
                        <a:lumMod val="10000"/>
                        <a:lumOff val="90000"/>
                      </a:srgbClr>
                    </a:solidFill>
                  </a:tcPr>
                </a:tc>
                <a:tc rowSpan="2">
                  <a:txBody>
                    <a:bodyPr/>
                    <a:lstStyle>
                      <a:lvl1pPr marL="0" algn="l" defTabSz="914400" rtl="0" eaLnBrk="1" latinLnBrk="0" hangingPunct="1">
                        <a:defRPr sz="1800" kern="1200">
                          <a:solidFill>
                            <a:schemeClr val="tx1"/>
                          </a:solidFill>
                          <a:latin typeface="Ubuntu"/>
                        </a:defRPr>
                      </a:lvl1pPr>
                      <a:lvl2pPr marL="457200" algn="l" defTabSz="914400" rtl="0" eaLnBrk="1" latinLnBrk="0" hangingPunct="1">
                        <a:defRPr sz="1800" kern="1200">
                          <a:solidFill>
                            <a:schemeClr val="tx1"/>
                          </a:solidFill>
                          <a:latin typeface="Ubuntu"/>
                        </a:defRPr>
                      </a:lvl2pPr>
                      <a:lvl3pPr marL="914400" algn="l" defTabSz="914400" rtl="0" eaLnBrk="1" latinLnBrk="0" hangingPunct="1">
                        <a:defRPr sz="1800" kern="1200">
                          <a:solidFill>
                            <a:schemeClr val="tx1"/>
                          </a:solidFill>
                          <a:latin typeface="Ubuntu"/>
                        </a:defRPr>
                      </a:lvl3pPr>
                      <a:lvl4pPr marL="1371600" algn="l" defTabSz="914400" rtl="0" eaLnBrk="1" latinLnBrk="0" hangingPunct="1">
                        <a:defRPr sz="1800" kern="1200">
                          <a:solidFill>
                            <a:schemeClr val="tx1"/>
                          </a:solidFill>
                          <a:latin typeface="Ubuntu"/>
                        </a:defRPr>
                      </a:lvl4pPr>
                      <a:lvl5pPr marL="1828800" algn="l" defTabSz="914400" rtl="0" eaLnBrk="1" latinLnBrk="0" hangingPunct="1">
                        <a:defRPr sz="1800" kern="1200">
                          <a:solidFill>
                            <a:schemeClr val="tx1"/>
                          </a:solidFill>
                          <a:latin typeface="Ubuntu"/>
                        </a:defRPr>
                      </a:lvl5pPr>
                      <a:lvl6pPr marL="2286000" algn="l" defTabSz="914400" rtl="0" eaLnBrk="1" latinLnBrk="0" hangingPunct="1">
                        <a:defRPr sz="1800" kern="1200">
                          <a:solidFill>
                            <a:schemeClr val="tx1"/>
                          </a:solidFill>
                          <a:latin typeface="Ubuntu"/>
                        </a:defRPr>
                      </a:lvl6pPr>
                      <a:lvl7pPr marL="2743200" algn="l" defTabSz="914400" rtl="0" eaLnBrk="1" latinLnBrk="0" hangingPunct="1">
                        <a:defRPr sz="1800" kern="1200">
                          <a:solidFill>
                            <a:schemeClr val="tx1"/>
                          </a:solidFill>
                          <a:latin typeface="Ubuntu"/>
                        </a:defRPr>
                      </a:lvl7pPr>
                      <a:lvl8pPr marL="3200400" algn="l" defTabSz="914400" rtl="0" eaLnBrk="1" latinLnBrk="0" hangingPunct="1">
                        <a:defRPr sz="1800" kern="1200">
                          <a:solidFill>
                            <a:schemeClr val="tx1"/>
                          </a:solidFill>
                          <a:latin typeface="Ubuntu"/>
                        </a:defRPr>
                      </a:lvl8pPr>
                      <a:lvl9pPr marL="3657600" algn="l" defTabSz="914400" rtl="0" eaLnBrk="1" latinLnBrk="0" hangingPunct="1">
                        <a:defRPr sz="1800" kern="1200">
                          <a:solidFill>
                            <a:schemeClr val="tx1"/>
                          </a:solidFill>
                          <a:latin typeface="Ubuntu"/>
                        </a:defRPr>
                      </a:lvl9pPr>
                    </a:lstStyle>
                    <a:p>
                      <a:pPr algn="l" fontAlgn="ctr"/>
                      <a:endParaRPr lang="en-IN" sz="1100" b="0" i="0" u="none" strike="noStrike">
                        <a:solidFill>
                          <a:srgbClr val="000000"/>
                        </a:solidFill>
                        <a:effectLst/>
                        <a:latin typeface="+mn-lt"/>
                      </a:endParaRPr>
                    </a:p>
                  </a:txBody>
                  <a:tcPr marL="7620" marR="7620" marT="762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272936">
                        <a:lumMod val="10000"/>
                        <a:lumOff val="90000"/>
                      </a:srgbClr>
                    </a:solidFill>
                  </a:tcPr>
                </a:tc>
                <a:tc rowSpan="2">
                  <a:txBody>
                    <a:bodyPr/>
                    <a:lstStyle>
                      <a:lvl1pPr marL="0" algn="l" defTabSz="914400" rtl="0" eaLnBrk="1" latinLnBrk="0" hangingPunct="1">
                        <a:defRPr sz="1800" kern="1200">
                          <a:solidFill>
                            <a:schemeClr val="tx1"/>
                          </a:solidFill>
                          <a:latin typeface="Ubuntu"/>
                        </a:defRPr>
                      </a:lvl1pPr>
                      <a:lvl2pPr marL="457200" algn="l" defTabSz="914400" rtl="0" eaLnBrk="1" latinLnBrk="0" hangingPunct="1">
                        <a:defRPr sz="1800" kern="1200">
                          <a:solidFill>
                            <a:schemeClr val="tx1"/>
                          </a:solidFill>
                          <a:latin typeface="Ubuntu"/>
                        </a:defRPr>
                      </a:lvl2pPr>
                      <a:lvl3pPr marL="914400" algn="l" defTabSz="914400" rtl="0" eaLnBrk="1" latinLnBrk="0" hangingPunct="1">
                        <a:defRPr sz="1800" kern="1200">
                          <a:solidFill>
                            <a:schemeClr val="tx1"/>
                          </a:solidFill>
                          <a:latin typeface="Ubuntu"/>
                        </a:defRPr>
                      </a:lvl3pPr>
                      <a:lvl4pPr marL="1371600" algn="l" defTabSz="914400" rtl="0" eaLnBrk="1" latinLnBrk="0" hangingPunct="1">
                        <a:defRPr sz="1800" kern="1200">
                          <a:solidFill>
                            <a:schemeClr val="tx1"/>
                          </a:solidFill>
                          <a:latin typeface="Ubuntu"/>
                        </a:defRPr>
                      </a:lvl4pPr>
                      <a:lvl5pPr marL="1828800" algn="l" defTabSz="914400" rtl="0" eaLnBrk="1" latinLnBrk="0" hangingPunct="1">
                        <a:defRPr sz="1800" kern="1200">
                          <a:solidFill>
                            <a:schemeClr val="tx1"/>
                          </a:solidFill>
                          <a:latin typeface="Ubuntu"/>
                        </a:defRPr>
                      </a:lvl5pPr>
                      <a:lvl6pPr marL="2286000" algn="l" defTabSz="914400" rtl="0" eaLnBrk="1" latinLnBrk="0" hangingPunct="1">
                        <a:defRPr sz="1800" kern="1200">
                          <a:solidFill>
                            <a:schemeClr val="tx1"/>
                          </a:solidFill>
                          <a:latin typeface="Ubuntu"/>
                        </a:defRPr>
                      </a:lvl6pPr>
                      <a:lvl7pPr marL="2743200" algn="l" defTabSz="914400" rtl="0" eaLnBrk="1" latinLnBrk="0" hangingPunct="1">
                        <a:defRPr sz="1800" kern="1200">
                          <a:solidFill>
                            <a:schemeClr val="tx1"/>
                          </a:solidFill>
                          <a:latin typeface="Ubuntu"/>
                        </a:defRPr>
                      </a:lvl7pPr>
                      <a:lvl8pPr marL="3200400" algn="l" defTabSz="914400" rtl="0" eaLnBrk="1" latinLnBrk="0" hangingPunct="1">
                        <a:defRPr sz="1800" kern="1200">
                          <a:solidFill>
                            <a:schemeClr val="tx1"/>
                          </a:solidFill>
                          <a:latin typeface="Ubuntu"/>
                        </a:defRPr>
                      </a:lvl8pPr>
                      <a:lvl9pPr marL="3657600" algn="l" defTabSz="914400" rtl="0" eaLnBrk="1" latinLnBrk="0" hangingPunct="1">
                        <a:defRPr sz="1800" kern="1200">
                          <a:solidFill>
                            <a:schemeClr val="tx1"/>
                          </a:solidFill>
                          <a:latin typeface="Ubuntu"/>
                        </a:defRPr>
                      </a:lvl9pPr>
                    </a:lstStyle>
                    <a:p>
                      <a:pPr algn="l" fontAlgn="ctr"/>
                      <a:endParaRPr lang="en-IN" sz="1100" b="0" i="0" u="none" strike="noStrike">
                        <a:solidFill>
                          <a:srgbClr val="000000"/>
                        </a:solidFill>
                        <a:effectLst/>
                        <a:latin typeface="+mn-lt"/>
                      </a:endParaRPr>
                    </a:p>
                  </a:txBody>
                  <a:tcPr marL="7620" marR="7620" marT="762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272936">
                        <a:lumMod val="10000"/>
                        <a:lumOff val="90000"/>
                      </a:srgbClr>
                    </a:solidFill>
                  </a:tcPr>
                </a:tc>
                <a:tc rowSpan="2">
                  <a:txBody>
                    <a:bodyPr/>
                    <a:lstStyle>
                      <a:lvl1pPr marL="0" algn="l" defTabSz="914400" rtl="0" eaLnBrk="1" latinLnBrk="0" hangingPunct="1">
                        <a:defRPr sz="1800" kern="1200">
                          <a:solidFill>
                            <a:schemeClr val="tx1"/>
                          </a:solidFill>
                          <a:latin typeface="Ubuntu"/>
                        </a:defRPr>
                      </a:lvl1pPr>
                      <a:lvl2pPr marL="457200" algn="l" defTabSz="914400" rtl="0" eaLnBrk="1" latinLnBrk="0" hangingPunct="1">
                        <a:defRPr sz="1800" kern="1200">
                          <a:solidFill>
                            <a:schemeClr val="tx1"/>
                          </a:solidFill>
                          <a:latin typeface="Ubuntu"/>
                        </a:defRPr>
                      </a:lvl2pPr>
                      <a:lvl3pPr marL="914400" algn="l" defTabSz="914400" rtl="0" eaLnBrk="1" latinLnBrk="0" hangingPunct="1">
                        <a:defRPr sz="1800" kern="1200">
                          <a:solidFill>
                            <a:schemeClr val="tx1"/>
                          </a:solidFill>
                          <a:latin typeface="Ubuntu"/>
                        </a:defRPr>
                      </a:lvl3pPr>
                      <a:lvl4pPr marL="1371600" algn="l" defTabSz="914400" rtl="0" eaLnBrk="1" latinLnBrk="0" hangingPunct="1">
                        <a:defRPr sz="1800" kern="1200">
                          <a:solidFill>
                            <a:schemeClr val="tx1"/>
                          </a:solidFill>
                          <a:latin typeface="Ubuntu"/>
                        </a:defRPr>
                      </a:lvl4pPr>
                      <a:lvl5pPr marL="1828800" algn="l" defTabSz="914400" rtl="0" eaLnBrk="1" latinLnBrk="0" hangingPunct="1">
                        <a:defRPr sz="1800" kern="1200">
                          <a:solidFill>
                            <a:schemeClr val="tx1"/>
                          </a:solidFill>
                          <a:latin typeface="Ubuntu"/>
                        </a:defRPr>
                      </a:lvl5pPr>
                      <a:lvl6pPr marL="2286000" algn="l" defTabSz="914400" rtl="0" eaLnBrk="1" latinLnBrk="0" hangingPunct="1">
                        <a:defRPr sz="1800" kern="1200">
                          <a:solidFill>
                            <a:schemeClr val="tx1"/>
                          </a:solidFill>
                          <a:latin typeface="Ubuntu"/>
                        </a:defRPr>
                      </a:lvl6pPr>
                      <a:lvl7pPr marL="2743200" algn="l" defTabSz="914400" rtl="0" eaLnBrk="1" latinLnBrk="0" hangingPunct="1">
                        <a:defRPr sz="1800" kern="1200">
                          <a:solidFill>
                            <a:schemeClr val="tx1"/>
                          </a:solidFill>
                          <a:latin typeface="Ubuntu"/>
                        </a:defRPr>
                      </a:lvl7pPr>
                      <a:lvl8pPr marL="3200400" algn="l" defTabSz="914400" rtl="0" eaLnBrk="1" latinLnBrk="0" hangingPunct="1">
                        <a:defRPr sz="1800" kern="1200">
                          <a:solidFill>
                            <a:schemeClr val="tx1"/>
                          </a:solidFill>
                          <a:latin typeface="Ubuntu"/>
                        </a:defRPr>
                      </a:lvl8pPr>
                      <a:lvl9pPr marL="3657600" algn="l" defTabSz="914400" rtl="0" eaLnBrk="1" latinLnBrk="0" hangingPunct="1">
                        <a:defRPr sz="1800" kern="1200">
                          <a:solidFill>
                            <a:schemeClr val="tx1"/>
                          </a:solidFill>
                          <a:latin typeface="Ubuntu"/>
                        </a:defRPr>
                      </a:lvl9pPr>
                    </a:lstStyle>
                    <a:p>
                      <a:pPr algn="l" fontAlgn="ctr"/>
                      <a:endParaRPr lang="en-IN" sz="1100" b="0" i="0" u="none" strike="noStrike">
                        <a:solidFill>
                          <a:srgbClr val="000000"/>
                        </a:solidFill>
                        <a:effectLst/>
                        <a:latin typeface="+mn-lt"/>
                      </a:endParaRPr>
                    </a:p>
                  </a:txBody>
                  <a:tcPr marL="7620" marR="7620" marT="762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272936">
                        <a:lumMod val="10000"/>
                        <a:lumOff val="90000"/>
                      </a:srgbClr>
                    </a:solidFill>
                  </a:tcPr>
                </a:tc>
                <a:tc rowSpan="2">
                  <a:txBody>
                    <a:bodyPr/>
                    <a:lstStyle>
                      <a:lvl1pPr marL="0" algn="l" defTabSz="914400" rtl="0" eaLnBrk="1" latinLnBrk="0" hangingPunct="1">
                        <a:defRPr sz="1800" kern="1200">
                          <a:solidFill>
                            <a:schemeClr val="tx1"/>
                          </a:solidFill>
                          <a:latin typeface="Ubuntu"/>
                        </a:defRPr>
                      </a:lvl1pPr>
                      <a:lvl2pPr marL="457200" algn="l" defTabSz="914400" rtl="0" eaLnBrk="1" latinLnBrk="0" hangingPunct="1">
                        <a:defRPr sz="1800" kern="1200">
                          <a:solidFill>
                            <a:schemeClr val="tx1"/>
                          </a:solidFill>
                          <a:latin typeface="Ubuntu"/>
                        </a:defRPr>
                      </a:lvl2pPr>
                      <a:lvl3pPr marL="914400" algn="l" defTabSz="914400" rtl="0" eaLnBrk="1" latinLnBrk="0" hangingPunct="1">
                        <a:defRPr sz="1800" kern="1200">
                          <a:solidFill>
                            <a:schemeClr val="tx1"/>
                          </a:solidFill>
                          <a:latin typeface="Ubuntu"/>
                        </a:defRPr>
                      </a:lvl3pPr>
                      <a:lvl4pPr marL="1371600" algn="l" defTabSz="914400" rtl="0" eaLnBrk="1" latinLnBrk="0" hangingPunct="1">
                        <a:defRPr sz="1800" kern="1200">
                          <a:solidFill>
                            <a:schemeClr val="tx1"/>
                          </a:solidFill>
                          <a:latin typeface="Ubuntu"/>
                        </a:defRPr>
                      </a:lvl4pPr>
                      <a:lvl5pPr marL="1828800" algn="l" defTabSz="914400" rtl="0" eaLnBrk="1" latinLnBrk="0" hangingPunct="1">
                        <a:defRPr sz="1800" kern="1200">
                          <a:solidFill>
                            <a:schemeClr val="tx1"/>
                          </a:solidFill>
                          <a:latin typeface="Ubuntu"/>
                        </a:defRPr>
                      </a:lvl5pPr>
                      <a:lvl6pPr marL="2286000" algn="l" defTabSz="914400" rtl="0" eaLnBrk="1" latinLnBrk="0" hangingPunct="1">
                        <a:defRPr sz="1800" kern="1200">
                          <a:solidFill>
                            <a:schemeClr val="tx1"/>
                          </a:solidFill>
                          <a:latin typeface="Ubuntu"/>
                        </a:defRPr>
                      </a:lvl6pPr>
                      <a:lvl7pPr marL="2743200" algn="l" defTabSz="914400" rtl="0" eaLnBrk="1" latinLnBrk="0" hangingPunct="1">
                        <a:defRPr sz="1800" kern="1200">
                          <a:solidFill>
                            <a:schemeClr val="tx1"/>
                          </a:solidFill>
                          <a:latin typeface="Ubuntu"/>
                        </a:defRPr>
                      </a:lvl7pPr>
                      <a:lvl8pPr marL="3200400" algn="l" defTabSz="914400" rtl="0" eaLnBrk="1" latinLnBrk="0" hangingPunct="1">
                        <a:defRPr sz="1800" kern="1200">
                          <a:solidFill>
                            <a:schemeClr val="tx1"/>
                          </a:solidFill>
                          <a:latin typeface="Ubuntu"/>
                        </a:defRPr>
                      </a:lvl8pPr>
                      <a:lvl9pPr marL="3657600" algn="l" defTabSz="914400" rtl="0" eaLnBrk="1" latinLnBrk="0" hangingPunct="1">
                        <a:defRPr sz="1800" kern="1200">
                          <a:solidFill>
                            <a:schemeClr val="tx1"/>
                          </a:solidFill>
                          <a:latin typeface="Ubuntu"/>
                        </a:defRPr>
                      </a:lvl9pPr>
                    </a:lstStyle>
                    <a:p>
                      <a:pPr algn="l" fontAlgn="ctr"/>
                      <a:endParaRPr lang="en-IN" sz="1100" b="0" i="0" u="none" strike="noStrike">
                        <a:solidFill>
                          <a:srgbClr val="000000"/>
                        </a:solidFill>
                        <a:effectLst/>
                        <a:latin typeface="+mn-lt"/>
                      </a:endParaRPr>
                    </a:p>
                  </a:txBody>
                  <a:tcPr marL="7620" marR="7620" marT="762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272936">
                        <a:lumMod val="10000"/>
                        <a:lumOff val="90000"/>
                      </a:srgbClr>
                    </a:solidFill>
                  </a:tcPr>
                </a:tc>
                <a:extLst>
                  <a:ext uri="{0D108BD9-81ED-4DB2-BD59-A6C34878D82A}">
                    <a16:rowId xmlns:a16="http://schemas.microsoft.com/office/drawing/2014/main" val="1635696874"/>
                  </a:ext>
                </a:extLst>
              </a:tr>
              <a:tr h="731520">
                <a:tc gridSpan="2">
                  <a:txBody>
                    <a:bodyPr/>
                    <a:lstStyle>
                      <a:lvl1pPr marL="0" algn="l" defTabSz="914400" rtl="0" eaLnBrk="1" latinLnBrk="0" hangingPunct="1">
                        <a:defRPr sz="1800" kern="1200">
                          <a:solidFill>
                            <a:schemeClr val="tx1"/>
                          </a:solidFill>
                          <a:latin typeface="Ubuntu"/>
                        </a:defRPr>
                      </a:lvl1pPr>
                      <a:lvl2pPr marL="457200" algn="l" defTabSz="914400" rtl="0" eaLnBrk="1" latinLnBrk="0" hangingPunct="1">
                        <a:defRPr sz="1800" kern="1200">
                          <a:solidFill>
                            <a:schemeClr val="tx1"/>
                          </a:solidFill>
                          <a:latin typeface="Ubuntu"/>
                        </a:defRPr>
                      </a:lvl2pPr>
                      <a:lvl3pPr marL="914400" algn="l" defTabSz="914400" rtl="0" eaLnBrk="1" latinLnBrk="0" hangingPunct="1">
                        <a:defRPr sz="1800" kern="1200">
                          <a:solidFill>
                            <a:schemeClr val="tx1"/>
                          </a:solidFill>
                          <a:latin typeface="Ubuntu"/>
                        </a:defRPr>
                      </a:lvl3pPr>
                      <a:lvl4pPr marL="1371600" algn="l" defTabSz="914400" rtl="0" eaLnBrk="1" latinLnBrk="0" hangingPunct="1">
                        <a:defRPr sz="1800" kern="1200">
                          <a:solidFill>
                            <a:schemeClr val="tx1"/>
                          </a:solidFill>
                          <a:latin typeface="Ubuntu"/>
                        </a:defRPr>
                      </a:lvl4pPr>
                      <a:lvl5pPr marL="1828800" algn="l" defTabSz="914400" rtl="0" eaLnBrk="1" latinLnBrk="0" hangingPunct="1">
                        <a:defRPr sz="1800" kern="1200">
                          <a:solidFill>
                            <a:schemeClr val="tx1"/>
                          </a:solidFill>
                          <a:latin typeface="Ubuntu"/>
                        </a:defRPr>
                      </a:lvl5pPr>
                      <a:lvl6pPr marL="2286000" algn="l" defTabSz="914400" rtl="0" eaLnBrk="1" latinLnBrk="0" hangingPunct="1">
                        <a:defRPr sz="1800" kern="1200">
                          <a:solidFill>
                            <a:schemeClr val="tx1"/>
                          </a:solidFill>
                          <a:latin typeface="Ubuntu"/>
                        </a:defRPr>
                      </a:lvl6pPr>
                      <a:lvl7pPr marL="2743200" algn="l" defTabSz="914400" rtl="0" eaLnBrk="1" latinLnBrk="0" hangingPunct="1">
                        <a:defRPr sz="1800" kern="1200">
                          <a:solidFill>
                            <a:schemeClr val="tx1"/>
                          </a:solidFill>
                          <a:latin typeface="Ubuntu"/>
                        </a:defRPr>
                      </a:lvl7pPr>
                      <a:lvl8pPr marL="3200400" algn="l" defTabSz="914400" rtl="0" eaLnBrk="1" latinLnBrk="0" hangingPunct="1">
                        <a:defRPr sz="1800" kern="1200">
                          <a:solidFill>
                            <a:schemeClr val="tx1"/>
                          </a:solidFill>
                          <a:latin typeface="Ubuntu"/>
                        </a:defRPr>
                      </a:lvl8pPr>
                      <a:lvl9pPr marL="3657600" algn="l" defTabSz="914400" rtl="0" eaLnBrk="1" latinLnBrk="0" hangingPunct="1">
                        <a:defRPr sz="1800" kern="1200">
                          <a:solidFill>
                            <a:schemeClr val="tx1"/>
                          </a:solidFill>
                          <a:latin typeface="Ubuntu"/>
                        </a:defRPr>
                      </a:lvl9pPr>
                    </a:lstStyle>
                    <a:p>
                      <a:pPr marL="144000" algn="l" defTabSz="914400" rtl="0" eaLnBrk="1" fontAlgn="ctr" latinLnBrk="0" hangingPunct="1"/>
                      <a:r>
                        <a:rPr lang="en-IN" sz="900" b="0" i="0" u="none" strike="noStrike" kern="1200">
                          <a:solidFill>
                            <a:schemeClr val="tx1"/>
                          </a:solidFill>
                          <a:effectLst/>
                          <a:latin typeface="+mn-lt"/>
                          <a:ea typeface="+mn-ea"/>
                          <a:cs typeface="+mn-cs"/>
                        </a:rPr>
                        <a:t>VRO Mobilization</a:t>
                      </a:r>
                    </a:p>
                  </a:txBody>
                  <a:tcPr marL="36000" marR="7620" marT="7620" marB="0" anchor="ctr">
                    <a:lnL w="12700"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12ABDB">
                        <a:lumMod val="75000"/>
                      </a:srgbClr>
                    </a:solidFill>
                  </a:tcPr>
                </a:tc>
                <a:tc hMerge="1">
                  <a:txBody>
                    <a:bodyPr/>
                    <a:lstStyle/>
                    <a:p>
                      <a:endParaRPr lang="en-IN"/>
                    </a:p>
                  </a:txBody>
                  <a:tcPr marL="36000" marR="7620" marT="7620" marB="0" anchor="ctr">
                    <a:lnL w="12700"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rgbClr val="9AE1F7"/>
                    </a:solidFill>
                  </a:tcPr>
                </a:tc>
                <a:tc vMerge="1">
                  <a:txBody>
                    <a:bodyPr/>
                    <a:lstStyle/>
                    <a:p>
                      <a:pPr algn="l" fontAlgn="ctr"/>
                      <a:endParaRPr lang="en-IN" sz="1100" b="0" i="0" u="none" strike="noStrike">
                        <a:solidFill>
                          <a:srgbClr val="000000"/>
                        </a:solidFill>
                        <a:effectLst/>
                        <a:latin typeface="+mn-lt"/>
                      </a:endParaRPr>
                    </a:p>
                  </a:txBody>
                  <a:tcPr marL="7620" marR="7620" marT="7620" marB="0" anchor="ctr">
                    <a:lnL w="1270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4">
                        <a:lumMod val="10000"/>
                        <a:lumOff val="90000"/>
                      </a:schemeClr>
                    </a:solidFill>
                  </a:tcPr>
                </a:tc>
                <a:tc vMerge="1">
                  <a:txBody>
                    <a:bodyPr/>
                    <a:lstStyle/>
                    <a:p>
                      <a:pPr algn="l" fontAlgn="ctr"/>
                      <a:endParaRPr lang="en-IN" sz="1100" b="0" i="0" u="none" strike="noStrike">
                        <a:solidFill>
                          <a:srgbClr val="000000"/>
                        </a:solidFill>
                        <a:effectLst/>
                        <a:latin typeface="+mn-lt"/>
                      </a:endParaRPr>
                    </a:p>
                  </a:txBody>
                  <a:tcPr marL="7620" marR="7620" marT="7620"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4">
                        <a:lumMod val="10000"/>
                        <a:lumOff val="90000"/>
                      </a:schemeClr>
                    </a:solidFill>
                  </a:tcPr>
                </a:tc>
                <a:tc vMerge="1">
                  <a:txBody>
                    <a:bodyPr/>
                    <a:lstStyle/>
                    <a:p>
                      <a:pPr algn="l" fontAlgn="ctr"/>
                      <a:endParaRPr lang="en-IN" sz="1100" b="0" i="0" u="none" strike="noStrike">
                        <a:solidFill>
                          <a:srgbClr val="000000"/>
                        </a:solidFill>
                        <a:effectLst/>
                        <a:latin typeface="+mn-lt"/>
                      </a:endParaRPr>
                    </a:p>
                  </a:txBody>
                  <a:tcPr marL="7620" marR="7620" marT="7620"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4">
                        <a:lumMod val="10000"/>
                        <a:lumOff val="90000"/>
                      </a:schemeClr>
                    </a:solidFill>
                  </a:tcPr>
                </a:tc>
                <a:tc vMerge="1">
                  <a:txBody>
                    <a:bodyPr/>
                    <a:lstStyle/>
                    <a:p>
                      <a:pPr algn="l" fontAlgn="ctr"/>
                      <a:endParaRPr lang="en-IN" sz="1100" b="0" i="0" u="none" strike="noStrike">
                        <a:solidFill>
                          <a:srgbClr val="000000"/>
                        </a:solidFill>
                        <a:effectLst/>
                        <a:latin typeface="+mn-lt"/>
                      </a:endParaRPr>
                    </a:p>
                  </a:txBody>
                  <a:tcPr marL="7620" marR="7620" marT="7620"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4">
                        <a:lumMod val="10000"/>
                        <a:lumOff val="90000"/>
                      </a:schemeClr>
                    </a:solidFill>
                  </a:tcPr>
                </a:tc>
                <a:tc vMerge="1">
                  <a:txBody>
                    <a:bodyPr/>
                    <a:lstStyle/>
                    <a:p>
                      <a:pPr algn="l" fontAlgn="ctr"/>
                      <a:endParaRPr lang="en-IN" sz="1100" b="0" i="0" u="none" strike="noStrike">
                        <a:solidFill>
                          <a:srgbClr val="000000"/>
                        </a:solidFill>
                        <a:effectLst/>
                        <a:latin typeface="+mn-lt"/>
                      </a:endParaRPr>
                    </a:p>
                  </a:txBody>
                  <a:tcPr marL="7620" marR="7620" marT="7620"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4">
                        <a:lumMod val="10000"/>
                        <a:lumOff val="90000"/>
                      </a:schemeClr>
                    </a:solidFill>
                  </a:tcPr>
                </a:tc>
                <a:tc vMerge="1">
                  <a:txBody>
                    <a:bodyPr/>
                    <a:lstStyle/>
                    <a:p>
                      <a:pPr algn="l" fontAlgn="ctr"/>
                      <a:endParaRPr lang="en-IN" sz="1100" b="0" i="0" u="none" strike="noStrike">
                        <a:solidFill>
                          <a:srgbClr val="000000"/>
                        </a:solidFill>
                        <a:effectLst/>
                        <a:latin typeface="+mn-lt"/>
                      </a:endParaRPr>
                    </a:p>
                  </a:txBody>
                  <a:tcPr marL="7620" marR="7620" marT="7620"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4">
                        <a:lumMod val="10000"/>
                        <a:lumOff val="90000"/>
                      </a:schemeClr>
                    </a:solidFill>
                  </a:tcPr>
                </a:tc>
                <a:tc vMerge="1">
                  <a:txBody>
                    <a:bodyPr/>
                    <a:lstStyle/>
                    <a:p>
                      <a:pPr algn="l" fontAlgn="ctr"/>
                      <a:endParaRPr lang="en-IN" sz="1100" b="0" i="0" u="none" strike="noStrike">
                        <a:solidFill>
                          <a:srgbClr val="000000"/>
                        </a:solidFill>
                        <a:effectLst/>
                        <a:latin typeface="+mn-lt"/>
                      </a:endParaRPr>
                    </a:p>
                  </a:txBody>
                  <a:tcPr marL="7620" marR="7620" marT="7620"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4">
                        <a:lumMod val="10000"/>
                        <a:lumOff val="90000"/>
                      </a:schemeClr>
                    </a:solidFill>
                  </a:tcPr>
                </a:tc>
                <a:tc vMerge="1">
                  <a:txBody>
                    <a:bodyPr/>
                    <a:lstStyle/>
                    <a:p>
                      <a:pPr algn="l" fontAlgn="ctr"/>
                      <a:endParaRPr lang="en-IN" sz="1100" b="0" i="0" u="none" strike="noStrike">
                        <a:solidFill>
                          <a:srgbClr val="000000"/>
                        </a:solidFill>
                        <a:effectLst/>
                        <a:latin typeface="+mn-lt"/>
                      </a:endParaRPr>
                    </a:p>
                  </a:txBody>
                  <a:tcPr marL="7620" marR="7620" marT="7620"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4">
                        <a:lumMod val="10000"/>
                        <a:lumOff val="90000"/>
                      </a:schemeClr>
                    </a:solidFill>
                  </a:tcPr>
                </a:tc>
                <a:tc vMerge="1">
                  <a:txBody>
                    <a:bodyPr/>
                    <a:lstStyle/>
                    <a:p>
                      <a:pPr algn="l" fontAlgn="ctr"/>
                      <a:endParaRPr lang="en-IN" sz="1100" b="0" i="0" u="none" strike="noStrike">
                        <a:solidFill>
                          <a:srgbClr val="000000"/>
                        </a:solidFill>
                        <a:effectLst/>
                        <a:latin typeface="+mn-lt"/>
                      </a:endParaRPr>
                    </a:p>
                  </a:txBody>
                  <a:tcPr marL="7620" marR="7620" marT="7620"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4">
                        <a:lumMod val="10000"/>
                        <a:lumOff val="90000"/>
                      </a:schemeClr>
                    </a:solidFill>
                  </a:tcPr>
                </a:tc>
                <a:tc vMerge="1">
                  <a:txBody>
                    <a:bodyPr/>
                    <a:lstStyle/>
                    <a:p>
                      <a:pPr algn="l" fontAlgn="ctr"/>
                      <a:endParaRPr lang="en-IN" sz="1100" b="0" i="0" u="none" strike="noStrike">
                        <a:solidFill>
                          <a:srgbClr val="000000"/>
                        </a:solidFill>
                        <a:effectLst/>
                        <a:latin typeface="+mn-lt"/>
                      </a:endParaRPr>
                    </a:p>
                  </a:txBody>
                  <a:tcPr marL="7620" marR="7620" marT="7620"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4">
                        <a:lumMod val="10000"/>
                        <a:lumOff val="90000"/>
                      </a:schemeClr>
                    </a:solidFill>
                  </a:tcPr>
                </a:tc>
                <a:tc vMerge="1">
                  <a:txBody>
                    <a:bodyPr/>
                    <a:lstStyle/>
                    <a:p>
                      <a:pPr algn="l" fontAlgn="ctr"/>
                      <a:endParaRPr lang="en-IN" sz="1100" b="0" i="0" u="none" strike="noStrike">
                        <a:solidFill>
                          <a:srgbClr val="000000"/>
                        </a:solidFill>
                        <a:effectLst/>
                        <a:latin typeface="+mn-lt"/>
                      </a:endParaRPr>
                    </a:p>
                  </a:txBody>
                  <a:tcPr marL="7620" marR="7620" marT="7620"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4">
                        <a:lumMod val="10000"/>
                        <a:lumOff val="90000"/>
                      </a:schemeClr>
                    </a:solidFill>
                  </a:tcPr>
                </a:tc>
                <a:tc vMerge="1">
                  <a:txBody>
                    <a:bodyPr/>
                    <a:lstStyle/>
                    <a:p>
                      <a:pPr algn="l" fontAlgn="ctr"/>
                      <a:endParaRPr lang="en-IN" sz="1100" b="0" i="0" u="none" strike="noStrike">
                        <a:solidFill>
                          <a:srgbClr val="000000"/>
                        </a:solidFill>
                        <a:effectLst/>
                        <a:latin typeface="+mn-lt"/>
                      </a:endParaRPr>
                    </a:p>
                  </a:txBody>
                  <a:tcPr marL="7620" marR="7620" marT="7620"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4">
                        <a:lumMod val="10000"/>
                        <a:lumOff val="90000"/>
                      </a:schemeClr>
                    </a:solidFill>
                  </a:tcPr>
                </a:tc>
                <a:tc vMerge="1">
                  <a:txBody>
                    <a:bodyPr/>
                    <a:lstStyle/>
                    <a:p>
                      <a:pPr algn="l" fontAlgn="ctr"/>
                      <a:endParaRPr lang="en-IN" sz="1100" b="0" i="0" u="none" strike="noStrike">
                        <a:solidFill>
                          <a:srgbClr val="000000"/>
                        </a:solidFill>
                        <a:effectLst/>
                        <a:latin typeface="+mn-lt"/>
                      </a:endParaRPr>
                    </a:p>
                  </a:txBody>
                  <a:tcPr marL="7620" marR="7620" marT="7620"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4">
                        <a:lumMod val="10000"/>
                        <a:lumOff val="90000"/>
                      </a:schemeClr>
                    </a:solidFill>
                  </a:tcPr>
                </a:tc>
                <a:extLst>
                  <a:ext uri="{0D108BD9-81ED-4DB2-BD59-A6C34878D82A}">
                    <a16:rowId xmlns:a16="http://schemas.microsoft.com/office/drawing/2014/main" val="321926707"/>
                  </a:ext>
                </a:extLst>
              </a:tr>
            </a:tbl>
          </a:graphicData>
        </a:graphic>
      </p:graphicFrame>
      <p:sp>
        <p:nvSpPr>
          <p:cNvPr id="338" name="Arrow: Pentagon 337">
            <a:extLst>
              <a:ext uri="{FF2B5EF4-FFF2-40B4-BE49-F238E27FC236}">
                <a16:creationId xmlns:a16="http://schemas.microsoft.com/office/drawing/2014/main" id="{D229574A-0191-A862-7203-1ACA8F4695C8}"/>
              </a:ext>
            </a:extLst>
          </p:cNvPr>
          <p:cNvSpPr/>
          <p:nvPr/>
        </p:nvSpPr>
        <p:spPr>
          <a:xfrm>
            <a:off x="263818" y="2504165"/>
            <a:ext cx="291043" cy="2433015"/>
          </a:xfrm>
          <a:prstGeom prst="homePlate">
            <a:avLst>
              <a:gd name="adj" fmla="val 81418"/>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600" b="0" i="0" u="none" strike="noStrike" kern="0" cap="none" spc="0" normalizeH="0" baseline="0" noProof="0">
              <a:ln>
                <a:noFill/>
              </a:ln>
              <a:solidFill>
                <a:srgbClr val="FFFFFF"/>
              </a:solidFill>
              <a:effectLst/>
              <a:uLnTx/>
              <a:uFillTx/>
              <a:latin typeface="Ubuntu"/>
              <a:ea typeface="+mn-ea"/>
              <a:cs typeface="+mn-cs"/>
            </a:endParaRPr>
          </a:p>
        </p:txBody>
      </p:sp>
      <p:sp>
        <p:nvSpPr>
          <p:cNvPr id="339" name="TextBox 338">
            <a:extLst>
              <a:ext uri="{FF2B5EF4-FFF2-40B4-BE49-F238E27FC236}">
                <a16:creationId xmlns:a16="http://schemas.microsoft.com/office/drawing/2014/main" id="{76259E46-0EB5-C71E-0D83-4D9016DB1A2C}"/>
              </a:ext>
            </a:extLst>
          </p:cNvPr>
          <p:cNvSpPr txBox="1"/>
          <p:nvPr/>
        </p:nvSpPr>
        <p:spPr>
          <a:xfrm rot="16200000">
            <a:off x="-1589588" y="3631021"/>
            <a:ext cx="3312160" cy="261610"/>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100" b="0" i="0" u="none" strike="noStrike" kern="0" cap="none" spc="0" normalizeH="0" baseline="0" noProof="0">
                <a:ln>
                  <a:noFill/>
                </a:ln>
                <a:solidFill>
                  <a:srgbClr val="FFFFFF"/>
                </a:solidFill>
                <a:effectLst/>
                <a:uLnTx/>
                <a:uFillTx/>
              </a:rPr>
              <a:t>From Assessment + Recommendation Stage</a:t>
            </a:r>
          </a:p>
        </p:txBody>
      </p:sp>
      <p:sp>
        <p:nvSpPr>
          <p:cNvPr id="340" name="Arrow: Pentagon 339">
            <a:extLst>
              <a:ext uri="{FF2B5EF4-FFF2-40B4-BE49-F238E27FC236}">
                <a16:creationId xmlns:a16="http://schemas.microsoft.com/office/drawing/2014/main" id="{23DA1360-3FE0-3A32-2EA2-DE9174BB66DC}"/>
              </a:ext>
            </a:extLst>
          </p:cNvPr>
          <p:cNvSpPr/>
          <p:nvPr/>
        </p:nvSpPr>
        <p:spPr>
          <a:xfrm>
            <a:off x="10769401" y="1285474"/>
            <a:ext cx="668515" cy="164592"/>
          </a:xfrm>
          <a:prstGeom prst="homePlate">
            <a:avLst/>
          </a:prstGeom>
          <a:solidFill>
            <a:srgbClr val="DDF3FF">
              <a:alpha val="70980"/>
            </a:srgbClr>
          </a:solidFill>
          <a:ln w="12700" cap="flat" cmpd="sng" algn="ctr">
            <a:solidFill>
              <a:srgbClr val="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600" b="0" i="0" u="none" strike="noStrike" kern="0" cap="none" spc="0" normalizeH="0" baseline="0" noProof="0">
              <a:ln>
                <a:noFill/>
              </a:ln>
              <a:solidFill>
                <a:srgbClr val="FFFFFF"/>
              </a:solidFill>
              <a:effectLst/>
              <a:uLnTx/>
              <a:uFillTx/>
              <a:latin typeface="Ubuntu"/>
              <a:ea typeface="+mn-ea"/>
              <a:cs typeface="+mn-cs"/>
            </a:endParaRPr>
          </a:p>
        </p:txBody>
      </p:sp>
      <p:sp>
        <p:nvSpPr>
          <p:cNvPr id="341" name="Oval 340">
            <a:extLst>
              <a:ext uri="{FF2B5EF4-FFF2-40B4-BE49-F238E27FC236}">
                <a16:creationId xmlns:a16="http://schemas.microsoft.com/office/drawing/2014/main" id="{D47D89A4-6E78-FB94-43F0-0BC999EE6D3F}"/>
              </a:ext>
            </a:extLst>
          </p:cNvPr>
          <p:cNvSpPr/>
          <p:nvPr/>
        </p:nvSpPr>
        <p:spPr>
          <a:xfrm>
            <a:off x="5596776" y="3703440"/>
            <a:ext cx="144000" cy="144000"/>
          </a:xfrm>
          <a:prstGeom prst="ellipse">
            <a:avLst/>
          </a:prstGeom>
          <a:solidFill>
            <a:srgbClr val="12ABDB"/>
          </a:solidFill>
          <a:ln w="12700" cap="flat" cmpd="sng" algn="ctr">
            <a:solidFill>
              <a:srgbClr val="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600" b="0" i="0" u="none" strike="noStrike" kern="0" cap="none" spc="0" normalizeH="0" baseline="0" noProof="0">
              <a:ln>
                <a:noFill/>
              </a:ln>
              <a:solidFill>
                <a:srgbClr val="FFFFFF"/>
              </a:solidFill>
              <a:effectLst/>
              <a:uLnTx/>
              <a:uFillTx/>
              <a:latin typeface="Ubuntu"/>
              <a:ea typeface="+mn-ea"/>
              <a:cs typeface="+mn-cs"/>
            </a:endParaRPr>
          </a:p>
        </p:txBody>
      </p:sp>
      <p:sp>
        <p:nvSpPr>
          <p:cNvPr id="342" name="Arrow: Pentagon 341">
            <a:extLst>
              <a:ext uri="{FF2B5EF4-FFF2-40B4-BE49-F238E27FC236}">
                <a16:creationId xmlns:a16="http://schemas.microsoft.com/office/drawing/2014/main" id="{22A15332-F189-8B2F-7562-158027022DE1}"/>
              </a:ext>
            </a:extLst>
          </p:cNvPr>
          <p:cNvSpPr/>
          <p:nvPr/>
        </p:nvSpPr>
        <p:spPr>
          <a:xfrm>
            <a:off x="10068307" y="4870576"/>
            <a:ext cx="835383" cy="164592"/>
          </a:xfrm>
          <a:prstGeom prst="homePlate">
            <a:avLst/>
          </a:prstGeom>
          <a:solidFill>
            <a:srgbClr val="3EE6EA">
              <a:alpha val="7059"/>
            </a:srgbClr>
          </a:solidFill>
          <a:ln w="12700" cap="flat" cmpd="sng" algn="ctr">
            <a:solidFill>
              <a:srgbClr val="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600" b="0" i="0" u="none" strike="noStrike" kern="0" cap="none" spc="0" normalizeH="0" baseline="0" noProof="0">
              <a:ln>
                <a:noFill/>
              </a:ln>
              <a:solidFill>
                <a:srgbClr val="FFFFFF"/>
              </a:solidFill>
              <a:effectLst/>
              <a:uLnTx/>
              <a:uFillTx/>
              <a:latin typeface="Ubuntu"/>
              <a:ea typeface="+mn-ea"/>
              <a:cs typeface="+mn-cs"/>
            </a:endParaRPr>
          </a:p>
        </p:txBody>
      </p:sp>
      <p:sp>
        <p:nvSpPr>
          <p:cNvPr id="343" name="Arrow: Pentagon 342">
            <a:extLst>
              <a:ext uri="{FF2B5EF4-FFF2-40B4-BE49-F238E27FC236}">
                <a16:creationId xmlns:a16="http://schemas.microsoft.com/office/drawing/2014/main" id="{B6C770D1-2015-C5A1-33E6-D3064ECBEAA6}"/>
              </a:ext>
            </a:extLst>
          </p:cNvPr>
          <p:cNvSpPr/>
          <p:nvPr/>
        </p:nvSpPr>
        <p:spPr>
          <a:xfrm>
            <a:off x="9924877" y="4884003"/>
            <a:ext cx="835383" cy="164592"/>
          </a:xfrm>
          <a:prstGeom prst="homePlate">
            <a:avLst/>
          </a:prstGeom>
          <a:solidFill>
            <a:srgbClr val="3EE6EA">
              <a:alpha val="18824"/>
            </a:srgbClr>
          </a:solidFill>
          <a:ln w="12700" cap="flat" cmpd="sng" algn="ctr">
            <a:solidFill>
              <a:srgbClr val="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600" b="0" i="0" u="none" strike="noStrike" kern="0" cap="none" spc="0" normalizeH="0" baseline="0" noProof="0">
              <a:ln>
                <a:noFill/>
              </a:ln>
              <a:solidFill>
                <a:srgbClr val="FFFFFF"/>
              </a:solidFill>
              <a:effectLst/>
              <a:uLnTx/>
              <a:uFillTx/>
              <a:latin typeface="Ubuntu"/>
              <a:ea typeface="+mn-ea"/>
              <a:cs typeface="+mn-cs"/>
            </a:endParaRPr>
          </a:p>
        </p:txBody>
      </p:sp>
      <p:sp>
        <p:nvSpPr>
          <p:cNvPr id="344" name="Arrow: Pentagon 343">
            <a:extLst>
              <a:ext uri="{FF2B5EF4-FFF2-40B4-BE49-F238E27FC236}">
                <a16:creationId xmlns:a16="http://schemas.microsoft.com/office/drawing/2014/main" id="{04B76315-55B9-26C4-619F-41E62BCC906F}"/>
              </a:ext>
            </a:extLst>
          </p:cNvPr>
          <p:cNvSpPr/>
          <p:nvPr/>
        </p:nvSpPr>
        <p:spPr>
          <a:xfrm>
            <a:off x="9808272" y="4884003"/>
            <a:ext cx="835383" cy="164592"/>
          </a:xfrm>
          <a:prstGeom prst="homePlate">
            <a:avLst/>
          </a:prstGeom>
          <a:solidFill>
            <a:srgbClr val="3EE6EA">
              <a:alpha val="69020"/>
            </a:srgbClr>
          </a:solidFill>
          <a:ln w="12700" cap="flat" cmpd="sng" algn="ctr">
            <a:solidFill>
              <a:srgbClr val="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600" b="0" i="0" u="none" strike="noStrike" kern="0" cap="none" spc="0" normalizeH="0" baseline="0" noProof="0">
              <a:ln>
                <a:noFill/>
              </a:ln>
              <a:solidFill>
                <a:srgbClr val="FFFFFF"/>
              </a:solidFill>
              <a:effectLst/>
              <a:uLnTx/>
              <a:uFillTx/>
              <a:latin typeface="Ubuntu"/>
              <a:ea typeface="+mn-ea"/>
              <a:cs typeface="+mn-cs"/>
            </a:endParaRPr>
          </a:p>
        </p:txBody>
      </p:sp>
      <p:cxnSp>
        <p:nvCxnSpPr>
          <p:cNvPr id="345" name="Straight Connector 344">
            <a:extLst>
              <a:ext uri="{FF2B5EF4-FFF2-40B4-BE49-F238E27FC236}">
                <a16:creationId xmlns:a16="http://schemas.microsoft.com/office/drawing/2014/main" id="{1C222D31-0E95-E7C0-4A79-066D231555CB}"/>
              </a:ext>
            </a:extLst>
          </p:cNvPr>
          <p:cNvCxnSpPr>
            <a:cxnSpLocks/>
          </p:cNvCxnSpPr>
          <p:nvPr/>
        </p:nvCxnSpPr>
        <p:spPr>
          <a:xfrm>
            <a:off x="7504661" y="6086257"/>
            <a:ext cx="616560" cy="0"/>
          </a:xfrm>
          <a:prstGeom prst="line">
            <a:avLst/>
          </a:prstGeom>
          <a:noFill/>
          <a:ln w="38100" cap="flat" cmpd="sng" algn="ctr">
            <a:solidFill>
              <a:srgbClr val="0F878A">
                <a:lumMod val="60000"/>
                <a:lumOff val="40000"/>
              </a:srgbClr>
            </a:solidFill>
            <a:prstDash val="sysDot"/>
            <a:miter lim="800000"/>
          </a:ln>
          <a:effectLst/>
        </p:spPr>
      </p:cxnSp>
      <p:sp>
        <p:nvSpPr>
          <p:cNvPr id="346" name="Arrow: Pentagon 345">
            <a:extLst>
              <a:ext uri="{FF2B5EF4-FFF2-40B4-BE49-F238E27FC236}">
                <a16:creationId xmlns:a16="http://schemas.microsoft.com/office/drawing/2014/main" id="{C8E1FFF3-5EEE-BBD7-D736-C9B5259826D1}"/>
              </a:ext>
            </a:extLst>
          </p:cNvPr>
          <p:cNvSpPr/>
          <p:nvPr/>
        </p:nvSpPr>
        <p:spPr>
          <a:xfrm>
            <a:off x="4138796" y="4877283"/>
            <a:ext cx="6371563" cy="163516"/>
          </a:xfrm>
          <a:prstGeom prst="homePlate">
            <a:avLst/>
          </a:prstGeom>
          <a:solidFill>
            <a:srgbClr val="0F878A">
              <a:lumMod val="60000"/>
              <a:lumOff val="40000"/>
              <a:alpha val="87843"/>
            </a:srgbClr>
          </a:solidFill>
          <a:ln w="12700" cap="flat" cmpd="sng" algn="ctr">
            <a:solidFill>
              <a:srgbClr val="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600" b="0" i="0" u="none" strike="noStrike" kern="0" cap="none" spc="0" normalizeH="0" baseline="0" noProof="0">
              <a:ln>
                <a:noFill/>
              </a:ln>
              <a:solidFill>
                <a:srgbClr val="FFFFFF"/>
              </a:solidFill>
              <a:effectLst/>
              <a:uLnTx/>
              <a:uFillTx/>
              <a:latin typeface="Ubuntu"/>
              <a:ea typeface="+mn-ea"/>
              <a:cs typeface="+mn-cs"/>
            </a:endParaRPr>
          </a:p>
        </p:txBody>
      </p:sp>
      <p:cxnSp>
        <p:nvCxnSpPr>
          <p:cNvPr id="347" name="Straight Connector 346">
            <a:extLst>
              <a:ext uri="{FF2B5EF4-FFF2-40B4-BE49-F238E27FC236}">
                <a16:creationId xmlns:a16="http://schemas.microsoft.com/office/drawing/2014/main" id="{DA4ED989-AA2C-80F7-A4D2-7A14AA85A183}"/>
              </a:ext>
            </a:extLst>
          </p:cNvPr>
          <p:cNvCxnSpPr>
            <a:cxnSpLocks/>
          </p:cNvCxnSpPr>
          <p:nvPr/>
        </p:nvCxnSpPr>
        <p:spPr>
          <a:xfrm>
            <a:off x="6043610" y="2858923"/>
            <a:ext cx="0" cy="319880"/>
          </a:xfrm>
          <a:prstGeom prst="line">
            <a:avLst/>
          </a:prstGeom>
          <a:noFill/>
          <a:ln w="12700" cap="flat" cmpd="sng" algn="ctr">
            <a:solidFill>
              <a:sysClr val="windowText" lastClr="000000"/>
            </a:solidFill>
            <a:prstDash val="sysDash"/>
            <a:miter lim="800000"/>
          </a:ln>
          <a:effectLst/>
        </p:spPr>
      </p:cxnSp>
      <p:grpSp>
        <p:nvGrpSpPr>
          <p:cNvPr id="348" name="Group 347">
            <a:extLst>
              <a:ext uri="{FF2B5EF4-FFF2-40B4-BE49-F238E27FC236}">
                <a16:creationId xmlns:a16="http://schemas.microsoft.com/office/drawing/2014/main" id="{65B89B96-35F7-FC58-464D-2257475FE300}"/>
              </a:ext>
            </a:extLst>
          </p:cNvPr>
          <p:cNvGrpSpPr/>
          <p:nvPr/>
        </p:nvGrpSpPr>
        <p:grpSpPr>
          <a:xfrm>
            <a:off x="4756777" y="2261314"/>
            <a:ext cx="5244167" cy="562819"/>
            <a:chOff x="4812682" y="2452700"/>
            <a:chExt cx="5244167" cy="562819"/>
          </a:xfrm>
        </p:grpSpPr>
        <p:grpSp>
          <p:nvGrpSpPr>
            <p:cNvPr id="349" name="Group 348">
              <a:extLst>
                <a:ext uri="{FF2B5EF4-FFF2-40B4-BE49-F238E27FC236}">
                  <a16:creationId xmlns:a16="http://schemas.microsoft.com/office/drawing/2014/main" id="{6FC9DC1A-4DF8-A36D-B6B7-9B06E043172C}"/>
                </a:ext>
              </a:extLst>
            </p:cNvPr>
            <p:cNvGrpSpPr/>
            <p:nvPr/>
          </p:nvGrpSpPr>
          <p:grpSpPr>
            <a:xfrm>
              <a:off x="5897736" y="2455923"/>
              <a:ext cx="2316125" cy="146304"/>
              <a:chOff x="6402475" y="2478031"/>
              <a:chExt cx="3530927" cy="165860"/>
            </a:xfrm>
          </p:grpSpPr>
          <p:sp>
            <p:nvSpPr>
              <p:cNvPr id="367" name="Arrow: Pentagon 366">
                <a:extLst>
                  <a:ext uri="{FF2B5EF4-FFF2-40B4-BE49-F238E27FC236}">
                    <a16:creationId xmlns:a16="http://schemas.microsoft.com/office/drawing/2014/main" id="{C0916150-B0C2-CAC2-3A3A-42FF8C83E23A}"/>
                  </a:ext>
                </a:extLst>
              </p:cNvPr>
              <p:cNvSpPr/>
              <p:nvPr/>
            </p:nvSpPr>
            <p:spPr>
              <a:xfrm>
                <a:off x="8584439" y="2478031"/>
                <a:ext cx="719695" cy="165860"/>
              </a:xfrm>
              <a:prstGeom prst="homePlate">
                <a:avLst/>
              </a:prstGeom>
              <a:solidFill>
                <a:srgbClr val="00B050">
                  <a:alpha val="10196"/>
                </a:srgbClr>
              </a:solidFill>
              <a:ln w="12700" cap="flat" cmpd="sng" algn="ctr">
                <a:solidFill>
                  <a:srgbClr val="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600" b="0" i="0" u="none" strike="noStrike" kern="0" cap="none" spc="0" normalizeH="0" baseline="0" noProof="0">
                  <a:ln>
                    <a:noFill/>
                  </a:ln>
                  <a:solidFill>
                    <a:srgbClr val="FFFFFF"/>
                  </a:solidFill>
                  <a:effectLst/>
                  <a:uLnTx/>
                  <a:uFillTx/>
                  <a:latin typeface="Ubuntu"/>
                  <a:ea typeface="+mn-ea"/>
                  <a:cs typeface="+mn-cs"/>
                </a:endParaRPr>
              </a:p>
            </p:txBody>
          </p:sp>
          <p:sp>
            <p:nvSpPr>
              <p:cNvPr id="368" name="Arrow: Pentagon 367">
                <a:extLst>
                  <a:ext uri="{FF2B5EF4-FFF2-40B4-BE49-F238E27FC236}">
                    <a16:creationId xmlns:a16="http://schemas.microsoft.com/office/drawing/2014/main" id="{05856782-7F75-5938-89E3-C70E56C84736}"/>
                  </a:ext>
                </a:extLst>
              </p:cNvPr>
              <p:cNvSpPr/>
              <p:nvPr/>
            </p:nvSpPr>
            <p:spPr>
              <a:xfrm>
                <a:off x="8384490" y="2478031"/>
                <a:ext cx="719695" cy="165860"/>
              </a:xfrm>
              <a:prstGeom prst="homePlate">
                <a:avLst/>
              </a:prstGeom>
              <a:solidFill>
                <a:srgbClr val="00B050">
                  <a:alpha val="30196"/>
                </a:srgbClr>
              </a:solidFill>
              <a:ln w="12700" cap="flat" cmpd="sng" algn="ctr">
                <a:solidFill>
                  <a:srgbClr val="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600" b="0" i="0" u="none" strike="noStrike" kern="0" cap="none" spc="0" normalizeH="0" baseline="0" noProof="0">
                  <a:ln>
                    <a:noFill/>
                  </a:ln>
                  <a:solidFill>
                    <a:srgbClr val="FFFFFF"/>
                  </a:solidFill>
                  <a:effectLst/>
                  <a:uLnTx/>
                  <a:uFillTx/>
                  <a:latin typeface="Ubuntu"/>
                  <a:ea typeface="+mn-ea"/>
                  <a:cs typeface="+mn-cs"/>
                </a:endParaRPr>
              </a:p>
            </p:txBody>
          </p:sp>
          <p:sp>
            <p:nvSpPr>
              <p:cNvPr id="369" name="Arrow: Pentagon 368">
                <a:extLst>
                  <a:ext uri="{FF2B5EF4-FFF2-40B4-BE49-F238E27FC236}">
                    <a16:creationId xmlns:a16="http://schemas.microsoft.com/office/drawing/2014/main" id="{A9C8A1A9-A5E5-5DCA-3969-1D137F637092}"/>
                  </a:ext>
                </a:extLst>
              </p:cNvPr>
              <p:cNvSpPr/>
              <p:nvPr/>
            </p:nvSpPr>
            <p:spPr>
              <a:xfrm>
                <a:off x="8252415" y="2478031"/>
                <a:ext cx="719695" cy="165860"/>
              </a:xfrm>
              <a:prstGeom prst="homePlate">
                <a:avLst/>
              </a:prstGeom>
              <a:solidFill>
                <a:srgbClr val="00B050">
                  <a:alpha val="70980"/>
                </a:srgbClr>
              </a:solidFill>
              <a:ln w="12700" cap="flat" cmpd="sng" algn="ctr">
                <a:solidFill>
                  <a:srgbClr val="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600" b="0" i="0" u="none" strike="noStrike" kern="0" cap="none" spc="0" normalizeH="0" baseline="0" noProof="0">
                  <a:ln>
                    <a:noFill/>
                  </a:ln>
                  <a:solidFill>
                    <a:srgbClr val="FFFFFF"/>
                  </a:solidFill>
                  <a:effectLst/>
                  <a:uLnTx/>
                  <a:uFillTx/>
                  <a:latin typeface="Ubuntu"/>
                  <a:ea typeface="+mn-ea"/>
                  <a:cs typeface="+mn-cs"/>
                </a:endParaRPr>
              </a:p>
            </p:txBody>
          </p:sp>
          <p:sp>
            <p:nvSpPr>
              <p:cNvPr id="370" name="Arrow: Pentagon 369">
                <a:extLst>
                  <a:ext uri="{FF2B5EF4-FFF2-40B4-BE49-F238E27FC236}">
                    <a16:creationId xmlns:a16="http://schemas.microsoft.com/office/drawing/2014/main" id="{C7B7214C-FA37-B1C5-FFDF-9CF0790A65C0}"/>
                  </a:ext>
                </a:extLst>
              </p:cNvPr>
              <p:cNvSpPr/>
              <p:nvPr/>
            </p:nvSpPr>
            <p:spPr>
              <a:xfrm>
                <a:off x="6402475" y="2478031"/>
                <a:ext cx="2441345" cy="165860"/>
              </a:xfrm>
              <a:prstGeom prst="homePlate">
                <a:avLst/>
              </a:prstGeom>
              <a:solidFill>
                <a:srgbClr val="00B050"/>
              </a:solidFill>
              <a:ln w="12700" cap="flat" cmpd="sng" algn="ctr">
                <a:solidFill>
                  <a:srgbClr val="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600" b="0" i="0" u="none" strike="noStrike" kern="0" cap="none" spc="0" normalizeH="0" baseline="0" noProof="0">
                  <a:ln>
                    <a:noFill/>
                  </a:ln>
                  <a:solidFill>
                    <a:srgbClr val="FFFFFF"/>
                  </a:solidFill>
                  <a:effectLst/>
                  <a:uLnTx/>
                  <a:uFillTx/>
                  <a:latin typeface="Ubuntu"/>
                  <a:ea typeface="+mn-ea"/>
                  <a:cs typeface="+mn-cs"/>
                </a:endParaRPr>
              </a:p>
            </p:txBody>
          </p:sp>
          <p:cxnSp>
            <p:nvCxnSpPr>
              <p:cNvPr id="371" name="Straight Connector 370">
                <a:extLst>
                  <a:ext uri="{FF2B5EF4-FFF2-40B4-BE49-F238E27FC236}">
                    <a16:creationId xmlns:a16="http://schemas.microsoft.com/office/drawing/2014/main" id="{31A4A796-40CF-0254-42DA-9445105FED97}"/>
                  </a:ext>
                </a:extLst>
              </p:cNvPr>
              <p:cNvCxnSpPr>
                <a:cxnSpLocks/>
                <a:stCxn id="367" idx="3"/>
              </p:cNvCxnSpPr>
              <p:nvPr/>
            </p:nvCxnSpPr>
            <p:spPr>
              <a:xfrm flipV="1">
                <a:off x="9304134" y="2551183"/>
                <a:ext cx="629268" cy="9778"/>
              </a:xfrm>
              <a:prstGeom prst="line">
                <a:avLst/>
              </a:prstGeom>
              <a:noFill/>
              <a:ln w="38100" cap="flat" cmpd="sng" algn="ctr">
                <a:gradFill flip="none" rotWithShape="1">
                  <a:gsLst>
                    <a:gs pos="0">
                      <a:srgbClr val="0070AD">
                        <a:lumMod val="5000"/>
                        <a:lumOff val="95000"/>
                      </a:srgbClr>
                    </a:gs>
                    <a:gs pos="74000">
                      <a:srgbClr val="00B050"/>
                    </a:gs>
                    <a:gs pos="83000">
                      <a:srgbClr val="00B050"/>
                    </a:gs>
                    <a:gs pos="100000">
                      <a:srgbClr val="00B050"/>
                    </a:gs>
                  </a:gsLst>
                  <a:lin ang="10800000" scaled="1"/>
                  <a:tileRect/>
                </a:gradFill>
                <a:prstDash val="sysDot"/>
                <a:miter lim="800000"/>
              </a:ln>
              <a:effectLst/>
            </p:spPr>
          </p:cxnSp>
        </p:grpSp>
        <p:grpSp>
          <p:nvGrpSpPr>
            <p:cNvPr id="350" name="Group 349">
              <a:extLst>
                <a:ext uri="{FF2B5EF4-FFF2-40B4-BE49-F238E27FC236}">
                  <a16:creationId xmlns:a16="http://schemas.microsoft.com/office/drawing/2014/main" id="{F6DFE607-B629-F989-FD7B-3B6B6356255B}"/>
                </a:ext>
              </a:extLst>
            </p:cNvPr>
            <p:cNvGrpSpPr/>
            <p:nvPr/>
          </p:nvGrpSpPr>
          <p:grpSpPr>
            <a:xfrm>
              <a:off x="6172241" y="2650170"/>
              <a:ext cx="2316125" cy="146304"/>
              <a:chOff x="6402475" y="2478031"/>
              <a:chExt cx="3530927" cy="165860"/>
            </a:xfrm>
          </p:grpSpPr>
          <p:sp>
            <p:nvSpPr>
              <p:cNvPr id="362" name="Arrow: Pentagon 361">
                <a:extLst>
                  <a:ext uri="{FF2B5EF4-FFF2-40B4-BE49-F238E27FC236}">
                    <a16:creationId xmlns:a16="http://schemas.microsoft.com/office/drawing/2014/main" id="{31D9FD20-8238-4DF2-B5BD-9F6572B487AA}"/>
                  </a:ext>
                </a:extLst>
              </p:cNvPr>
              <p:cNvSpPr/>
              <p:nvPr/>
            </p:nvSpPr>
            <p:spPr>
              <a:xfrm>
                <a:off x="8584439" y="2478031"/>
                <a:ext cx="719695" cy="165860"/>
              </a:xfrm>
              <a:prstGeom prst="homePlate">
                <a:avLst/>
              </a:prstGeom>
              <a:solidFill>
                <a:srgbClr val="00B050">
                  <a:alpha val="10196"/>
                </a:srgbClr>
              </a:solidFill>
              <a:ln w="12700" cap="flat" cmpd="sng" algn="ctr">
                <a:solidFill>
                  <a:srgbClr val="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600" b="0" i="0" u="none" strike="noStrike" kern="0" cap="none" spc="0" normalizeH="0" baseline="0" noProof="0">
                  <a:ln>
                    <a:noFill/>
                  </a:ln>
                  <a:solidFill>
                    <a:srgbClr val="FFFFFF"/>
                  </a:solidFill>
                  <a:effectLst/>
                  <a:uLnTx/>
                  <a:uFillTx/>
                  <a:latin typeface="Ubuntu"/>
                  <a:ea typeface="+mn-ea"/>
                  <a:cs typeface="+mn-cs"/>
                </a:endParaRPr>
              </a:p>
            </p:txBody>
          </p:sp>
          <p:sp>
            <p:nvSpPr>
              <p:cNvPr id="363" name="Arrow: Pentagon 362">
                <a:extLst>
                  <a:ext uri="{FF2B5EF4-FFF2-40B4-BE49-F238E27FC236}">
                    <a16:creationId xmlns:a16="http://schemas.microsoft.com/office/drawing/2014/main" id="{80FAFA23-F380-926F-FCFE-D8B696CC24B9}"/>
                  </a:ext>
                </a:extLst>
              </p:cNvPr>
              <p:cNvSpPr/>
              <p:nvPr/>
            </p:nvSpPr>
            <p:spPr>
              <a:xfrm>
                <a:off x="8384490" y="2478031"/>
                <a:ext cx="719695" cy="165860"/>
              </a:xfrm>
              <a:prstGeom prst="homePlate">
                <a:avLst/>
              </a:prstGeom>
              <a:solidFill>
                <a:srgbClr val="00B050">
                  <a:alpha val="30196"/>
                </a:srgbClr>
              </a:solidFill>
              <a:ln w="12700" cap="flat" cmpd="sng" algn="ctr">
                <a:solidFill>
                  <a:srgbClr val="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600" b="0" i="0" u="none" strike="noStrike" kern="0" cap="none" spc="0" normalizeH="0" baseline="0" noProof="0">
                  <a:ln>
                    <a:noFill/>
                  </a:ln>
                  <a:solidFill>
                    <a:srgbClr val="FFFFFF"/>
                  </a:solidFill>
                  <a:effectLst/>
                  <a:uLnTx/>
                  <a:uFillTx/>
                  <a:latin typeface="Ubuntu"/>
                  <a:ea typeface="+mn-ea"/>
                  <a:cs typeface="+mn-cs"/>
                </a:endParaRPr>
              </a:p>
            </p:txBody>
          </p:sp>
          <p:sp>
            <p:nvSpPr>
              <p:cNvPr id="364" name="Arrow: Pentagon 363">
                <a:extLst>
                  <a:ext uri="{FF2B5EF4-FFF2-40B4-BE49-F238E27FC236}">
                    <a16:creationId xmlns:a16="http://schemas.microsoft.com/office/drawing/2014/main" id="{3D68424A-BEA9-9FF8-071F-728D2B788996}"/>
                  </a:ext>
                </a:extLst>
              </p:cNvPr>
              <p:cNvSpPr/>
              <p:nvPr/>
            </p:nvSpPr>
            <p:spPr>
              <a:xfrm>
                <a:off x="8252415" y="2478031"/>
                <a:ext cx="719695" cy="165860"/>
              </a:xfrm>
              <a:prstGeom prst="homePlate">
                <a:avLst/>
              </a:prstGeom>
              <a:solidFill>
                <a:srgbClr val="00B050">
                  <a:alpha val="70980"/>
                </a:srgbClr>
              </a:solidFill>
              <a:ln w="12700" cap="flat" cmpd="sng" algn="ctr">
                <a:solidFill>
                  <a:srgbClr val="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600" b="0" i="0" u="none" strike="noStrike" kern="0" cap="none" spc="0" normalizeH="0" baseline="0" noProof="0">
                  <a:ln>
                    <a:noFill/>
                  </a:ln>
                  <a:solidFill>
                    <a:srgbClr val="FFFFFF"/>
                  </a:solidFill>
                  <a:effectLst/>
                  <a:uLnTx/>
                  <a:uFillTx/>
                  <a:latin typeface="Ubuntu"/>
                  <a:ea typeface="+mn-ea"/>
                  <a:cs typeface="+mn-cs"/>
                </a:endParaRPr>
              </a:p>
            </p:txBody>
          </p:sp>
          <p:sp>
            <p:nvSpPr>
              <p:cNvPr id="365" name="Arrow: Pentagon 364">
                <a:extLst>
                  <a:ext uri="{FF2B5EF4-FFF2-40B4-BE49-F238E27FC236}">
                    <a16:creationId xmlns:a16="http://schemas.microsoft.com/office/drawing/2014/main" id="{B8C7A1D8-4E84-75D6-57E0-5E8B3BAE50EB}"/>
                  </a:ext>
                </a:extLst>
              </p:cNvPr>
              <p:cNvSpPr/>
              <p:nvPr/>
            </p:nvSpPr>
            <p:spPr>
              <a:xfrm>
                <a:off x="6402475" y="2478031"/>
                <a:ext cx="2441345" cy="165860"/>
              </a:xfrm>
              <a:prstGeom prst="homePlate">
                <a:avLst/>
              </a:prstGeom>
              <a:solidFill>
                <a:srgbClr val="00B050"/>
              </a:solidFill>
              <a:ln w="12700" cap="flat" cmpd="sng" algn="ctr">
                <a:solidFill>
                  <a:srgbClr val="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600" b="0" i="0" u="none" strike="noStrike" kern="0" cap="none" spc="0" normalizeH="0" baseline="0" noProof="0">
                  <a:ln>
                    <a:noFill/>
                  </a:ln>
                  <a:solidFill>
                    <a:srgbClr val="FFFFFF"/>
                  </a:solidFill>
                  <a:effectLst/>
                  <a:uLnTx/>
                  <a:uFillTx/>
                  <a:latin typeface="Ubuntu"/>
                  <a:ea typeface="+mn-ea"/>
                  <a:cs typeface="+mn-cs"/>
                </a:endParaRPr>
              </a:p>
            </p:txBody>
          </p:sp>
          <p:cxnSp>
            <p:nvCxnSpPr>
              <p:cNvPr id="366" name="Straight Connector 365">
                <a:extLst>
                  <a:ext uri="{FF2B5EF4-FFF2-40B4-BE49-F238E27FC236}">
                    <a16:creationId xmlns:a16="http://schemas.microsoft.com/office/drawing/2014/main" id="{7689F613-B183-1451-A51B-5D384E7CB5CC}"/>
                  </a:ext>
                </a:extLst>
              </p:cNvPr>
              <p:cNvCxnSpPr>
                <a:cxnSpLocks/>
                <a:stCxn id="362" idx="3"/>
              </p:cNvCxnSpPr>
              <p:nvPr/>
            </p:nvCxnSpPr>
            <p:spPr>
              <a:xfrm flipV="1">
                <a:off x="9304134" y="2551183"/>
                <a:ext cx="629268" cy="9778"/>
              </a:xfrm>
              <a:prstGeom prst="line">
                <a:avLst/>
              </a:prstGeom>
              <a:noFill/>
              <a:ln w="38100" cap="flat" cmpd="sng" algn="ctr">
                <a:gradFill flip="none" rotWithShape="1">
                  <a:gsLst>
                    <a:gs pos="0">
                      <a:srgbClr val="0070AD">
                        <a:lumMod val="5000"/>
                        <a:lumOff val="95000"/>
                      </a:srgbClr>
                    </a:gs>
                    <a:gs pos="74000">
                      <a:srgbClr val="00B050"/>
                    </a:gs>
                    <a:gs pos="83000">
                      <a:srgbClr val="00B050"/>
                    </a:gs>
                    <a:gs pos="100000">
                      <a:srgbClr val="00B050"/>
                    </a:gs>
                  </a:gsLst>
                  <a:lin ang="10800000" scaled="1"/>
                  <a:tileRect/>
                </a:gradFill>
                <a:prstDash val="sysDot"/>
                <a:miter lim="800000"/>
              </a:ln>
              <a:effectLst/>
            </p:spPr>
          </p:cxnSp>
        </p:grpSp>
        <p:grpSp>
          <p:nvGrpSpPr>
            <p:cNvPr id="351" name="Group 350">
              <a:extLst>
                <a:ext uri="{FF2B5EF4-FFF2-40B4-BE49-F238E27FC236}">
                  <a16:creationId xmlns:a16="http://schemas.microsoft.com/office/drawing/2014/main" id="{0BB4B0AF-3DD7-D503-A719-C2BBA40D3F51}"/>
                </a:ext>
              </a:extLst>
            </p:cNvPr>
            <p:cNvGrpSpPr/>
            <p:nvPr/>
          </p:nvGrpSpPr>
          <p:grpSpPr>
            <a:xfrm>
              <a:off x="6496023" y="2858964"/>
              <a:ext cx="2316127" cy="146313"/>
              <a:chOff x="6402474" y="2478053"/>
              <a:chExt cx="3530928" cy="165872"/>
            </a:xfrm>
          </p:grpSpPr>
          <p:sp>
            <p:nvSpPr>
              <p:cNvPr id="357" name="Arrow: Pentagon 356">
                <a:extLst>
                  <a:ext uri="{FF2B5EF4-FFF2-40B4-BE49-F238E27FC236}">
                    <a16:creationId xmlns:a16="http://schemas.microsoft.com/office/drawing/2014/main" id="{BC7E0225-7CA7-20E3-EC02-EF162C832F3B}"/>
                  </a:ext>
                </a:extLst>
              </p:cNvPr>
              <p:cNvSpPr/>
              <p:nvPr/>
            </p:nvSpPr>
            <p:spPr>
              <a:xfrm>
                <a:off x="8584437" y="2478053"/>
                <a:ext cx="719695" cy="165862"/>
              </a:xfrm>
              <a:prstGeom prst="homePlate">
                <a:avLst/>
              </a:prstGeom>
              <a:solidFill>
                <a:srgbClr val="00B050">
                  <a:alpha val="10196"/>
                </a:srgbClr>
              </a:solidFill>
              <a:ln w="12700" cap="flat" cmpd="sng" algn="ctr">
                <a:solidFill>
                  <a:srgbClr val="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600" b="0" i="0" u="none" strike="noStrike" kern="0" cap="none" spc="0" normalizeH="0" baseline="0" noProof="0">
                  <a:ln>
                    <a:noFill/>
                  </a:ln>
                  <a:solidFill>
                    <a:srgbClr val="FFFFFF"/>
                  </a:solidFill>
                  <a:effectLst/>
                  <a:uLnTx/>
                  <a:uFillTx/>
                  <a:latin typeface="Ubuntu"/>
                  <a:ea typeface="+mn-ea"/>
                  <a:cs typeface="+mn-cs"/>
                </a:endParaRPr>
              </a:p>
            </p:txBody>
          </p:sp>
          <p:sp>
            <p:nvSpPr>
              <p:cNvPr id="358" name="Arrow: Pentagon 357">
                <a:extLst>
                  <a:ext uri="{FF2B5EF4-FFF2-40B4-BE49-F238E27FC236}">
                    <a16:creationId xmlns:a16="http://schemas.microsoft.com/office/drawing/2014/main" id="{8B1C01BA-2833-8912-9BA5-A45909B8507F}"/>
                  </a:ext>
                </a:extLst>
              </p:cNvPr>
              <p:cNvSpPr/>
              <p:nvPr/>
            </p:nvSpPr>
            <p:spPr>
              <a:xfrm>
                <a:off x="8384489" y="2478054"/>
                <a:ext cx="719695" cy="165862"/>
              </a:xfrm>
              <a:prstGeom prst="homePlate">
                <a:avLst/>
              </a:prstGeom>
              <a:solidFill>
                <a:srgbClr val="00B050">
                  <a:alpha val="30196"/>
                </a:srgbClr>
              </a:solidFill>
              <a:ln w="12700" cap="flat" cmpd="sng" algn="ctr">
                <a:solidFill>
                  <a:srgbClr val="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600" b="0" i="0" u="none" strike="noStrike" kern="0" cap="none" spc="0" normalizeH="0" baseline="0" noProof="0">
                  <a:ln>
                    <a:noFill/>
                  </a:ln>
                  <a:solidFill>
                    <a:srgbClr val="FFFFFF"/>
                  </a:solidFill>
                  <a:effectLst/>
                  <a:uLnTx/>
                  <a:uFillTx/>
                  <a:latin typeface="Ubuntu"/>
                  <a:ea typeface="+mn-ea"/>
                  <a:cs typeface="+mn-cs"/>
                </a:endParaRPr>
              </a:p>
            </p:txBody>
          </p:sp>
          <p:sp>
            <p:nvSpPr>
              <p:cNvPr id="359" name="Arrow: Pentagon 358">
                <a:extLst>
                  <a:ext uri="{FF2B5EF4-FFF2-40B4-BE49-F238E27FC236}">
                    <a16:creationId xmlns:a16="http://schemas.microsoft.com/office/drawing/2014/main" id="{74BA9DBC-2BB1-05B9-B83C-96DDF03F06BD}"/>
                  </a:ext>
                </a:extLst>
              </p:cNvPr>
              <p:cNvSpPr/>
              <p:nvPr/>
            </p:nvSpPr>
            <p:spPr>
              <a:xfrm>
                <a:off x="8252414" y="2478061"/>
                <a:ext cx="719695" cy="165862"/>
              </a:xfrm>
              <a:prstGeom prst="homePlate">
                <a:avLst/>
              </a:prstGeom>
              <a:solidFill>
                <a:srgbClr val="00B050">
                  <a:alpha val="70980"/>
                </a:srgbClr>
              </a:solidFill>
              <a:ln w="12700" cap="flat" cmpd="sng" algn="ctr">
                <a:solidFill>
                  <a:srgbClr val="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600" b="0" i="0" u="none" strike="noStrike" kern="0" cap="none" spc="0" normalizeH="0" baseline="0" noProof="0">
                  <a:ln>
                    <a:noFill/>
                  </a:ln>
                  <a:solidFill>
                    <a:srgbClr val="FFFFFF"/>
                  </a:solidFill>
                  <a:effectLst/>
                  <a:uLnTx/>
                  <a:uFillTx/>
                  <a:latin typeface="Ubuntu"/>
                  <a:ea typeface="+mn-ea"/>
                  <a:cs typeface="+mn-cs"/>
                </a:endParaRPr>
              </a:p>
            </p:txBody>
          </p:sp>
          <p:sp>
            <p:nvSpPr>
              <p:cNvPr id="360" name="Arrow: Pentagon 359">
                <a:extLst>
                  <a:ext uri="{FF2B5EF4-FFF2-40B4-BE49-F238E27FC236}">
                    <a16:creationId xmlns:a16="http://schemas.microsoft.com/office/drawing/2014/main" id="{1E6B53DD-A9F3-EAB4-A664-8DB12B3E4887}"/>
                  </a:ext>
                </a:extLst>
              </p:cNvPr>
              <p:cNvSpPr/>
              <p:nvPr/>
            </p:nvSpPr>
            <p:spPr>
              <a:xfrm>
                <a:off x="6402474" y="2478063"/>
                <a:ext cx="2441344" cy="165862"/>
              </a:xfrm>
              <a:prstGeom prst="homePlate">
                <a:avLst/>
              </a:prstGeom>
              <a:solidFill>
                <a:srgbClr val="00B050"/>
              </a:solidFill>
              <a:ln w="12700" cap="flat" cmpd="sng" algn="ctr">
                <a:solidFill>
                  <a:srgbClr val="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600" b="0" i="0" u="none" strike="noStrike" kern="0" cap="none" spc="0" normalizeH="0" baseline="0" noProof="0">
                  <a:ln>
                    <a:noFill/>
                  </a:ln>
                  <a:solidFill>
                    <a:srgbClr val="FFFFFF"/>
                  </a:solidFill>
                  <a:effectLst/>
                  <a:uLnTx/>
                  <a:uFillTx/>
                  <a:latin typeface="Ubuntu"/>
                  <a:ea typeface="+mn-ea"/>
                  <a:cs typeface="+mn-cs"/>
                </a:endParaRPr>
              </a:p>
            </p:txBody>
          </p:sp>
          <p:cxnSp>
            <p:nvCxnSpPr>
              <p:cNvPr id="361" name="Straight Connector 360">
                <a:extLst>
                  <a:ext uri="{FF2B5EF4-FFF2-40B4-BE49-F238E27FC236}">
                    <a16:creationId xmlns:a16="http://schemas.microsoft.com/office/drawing/2014/main" id="{F410505A-F4E4-FF00-B44E-AE8242043953}"/>
                  </a:ext>
                </a:extLst>
              </p:cNvPr>
              <p:cNvCxnSpPr>
                <a:cxnSpLocks/>
                <a:stCxn id="357" idx="3"/>
              </p:cNvCxnSpPr>
              <p:nvPr/>
            </p:nvCxnSpPr>
            <p:spPr>
              <a:xfrm flipV="1">
                <a:off x="9304134" y="2551183"/>
                <a:ext cx="629268" cy="9778"/>
              </a:xfrm>
              <a:prstGeom prst="line">
                <a:avLst/>
              </a:prstGeom>
              <a:noFill/>
              <a:ln w="38100" cap="flat" cmpd="sng" algn="ctr">
                <a:gradFill flip="none" rotWithShape="1">
                  <a:gsLst>
                    <a:gs pos="0">
                      <a:srgbClr val="0070AD">
                        <a:lumMod val="5000"/>
                        <a:lumOff val="95000"/>
                      </a:srgbClr>
                    </a:gs>
                    <a:gs pos="74000">
                      <a:srgbClr val="00B050"/>
                    </a:gs>
                    <a:gs pos="83000">
                      <a:srgbClr val="00B050"/>
                    </a:gs>
                    <a:gs pos="100000">
                      <a:srgbClr val="00B050"/>
                    </a:gs>
                  </a:gsLst>
                  <a:lin ang="10800000" scaled="1"/>
                  <a:tileRect/>
                </a:gradFill>
                <a:prstDash val="sysDot"/>
                <a:miter lim="800000"/>
              </a:ln>
              <a:effectLst/>
            </p:spPr>
          </p:cxnSp>
        </p:grpSp>
        <p:sp>
          <p:nvSpPr>
            <p:cNvPr id="352" name="TextBox 351">
              <a:extLst>
                <a:ext uri="{FF2B5EF4-FFF2-40B4-BE49-F238E27FC236}">
                  <a16:creationId xmlns:a16="http://schemas.microsoft.com/office/drawing/2014/main" id="{532AD135-708F-A3D0-9A8A-589AE226D49A}"/>
                </a:ext>
              </a:extLst>
            </p:cNvPr>
            <p:cNvSpPr txBox="1"/>
            <p:nvPr/>
          </p:nvSpPr>
          <p:spPr>
            <a:xfrm>
              <a:off x="4812682" y="2452700"/>
              <a:ext cx="999633" cy="123111"/>
            </a:xfrm>
            <a:prstGeom prst="rect">
              <a:avLst/>
            </a:prstGeom>
            <a:solidFill>
              <a:srgbClr val="FFFFFF"/>
            </a:solidFill>
          </p:spPr>
          <p:txBody>
            <a:bodyPr wrap="square"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IN" sz="800" b="0" i="0" u="none" strike="noStrike" kern="0" cap="none" spc="0" normalizeH="0" baseline="0" noProof="0">
                  <a:ln>
                    <a:noFill/>
                  </a:ln>
                  <a:solidFill>
                    <a:prstClr val="black"/>
                  </a:solidFill>
                  <a:effectLst/>
                  <a:uLnTx/>
                  <a:uFillTx/>
                </a:rPr>
                <a:t>Recommendation 1</a:t>
              </a:r>
            </a:p>
          </p:txBody>
        </p:sp>
        <p:sp>
          <p:nvSpPr>
            <p:cNvPr id="353" name="TextBox 352">
              <a:extLst>
                <a:ext uri="{FF2B5EF4-FFF2-40B4-BE49-F238E27FC236}">
                  <a16:creationId xmlns:a16="http://schemas.microsoft.com/office/drawing/2014/main" id="{BD73F77A-065C-F464-30E6-BD9CC1B6E4AB}"/>
                </a:ext>
              </a:extLst>
            </p:cNvPr>
            <p:cNvSpPr txBox="1"/>
            <p:nvPr/>
          </p:nvSpPr>
          <p:spPr>
            <a:xfrm>
              <a:off x="5100639" y="2644325"/>
              <a:ext cx="999633" cy="123111"/>
            </a:xfrm>
            <a:prstGeom prst="rect">
              <a:avLst/>
            </a:prstGeom>
            <a:solidFill>
              <a:srgbClr val="FFFFFF"/>
            </a:solidFill>
          </p:spPr>
          <p:txBody>
            <a:bodyPr wrap="square"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IN" sz="800" b="0" i="0" u="none" strike="noStrike" kern="0" cap="none" spc="0" normalizeH="0" baseline="0" noProof="0">
                  <a:ln>
                    <a:noFill/>
                  </a:ln>
                  <a:solidFill>
                    <a:prstClr val="black"/>
                  </a:solidFill>
                  <a:effectLst/>
                  <a:uLnTx/>
                  <a:uFillTx/>
                </a:rPr>
                <a:t>Recommendation 2</a:t>
              </a:r>
            </a:p>
          </p:txBody>
        </p:sp>
        <p:sp>
          <p:nvSpPr>
            <p:cNvPr id="354" name="TextBox 353">
              <a:extLst>
                <a:ext uri="{FF2B5EF4-FFF2-40B4-BE49-F238E27FC236}">
                  <a16:creationId xmlns:a16="http://schemas.microsoft.com/office/drawing/2014/main" id="{D91EFFA9-140B-4C10-F7A1-CED8E56131AC}"/>
                </a:ext>
              </a:extLst>
            </p:cNvPr>
            <p:cNvSpPr txBox="1"/>
            <p:nvPr/>
          </p:nvSpPr>
          <p:spPr>
            <a:xfrm>
              <a:off x="5402269" y="2820079"/>
              <a:ext cx="999633" cy="123111"/>
            </a:xfrm>
            <a:prstGeom prst="rect">
              <a:avLst/>
            </a:prstGeom>
            <a:solidFill>
              <a:srgbClr val="FFFFFF"/>
            </a:solidFill>
          </p:spPr>
          <p:txBody>
            <a:bodyPr wrap="square"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IN" sz="800" b="0" i="0" u="none" strike="noStrike" kern="0" cap="none" spc="0" normalizeH="0" baseline="0" noProof="0">
                  <a:ln>
                    <a:noFill/>
                  </a:ln>
                  <a:solidFill>
                    <a:prstClr val="black"/>
                  </a:solidFill>
                  <a:effectLst/>
                  <a:uLnTx/>
                  <a:uFillTx/>
                </a:rPr>
                <a:t>Recommendation 3</a:t>
              </a:r>
            </a:p>
          </p:txBody>
        </p:sp>
        <p:sp>
          <p:nvSpPr>
            <p:cNvPr id="355" name="Right Brace 354">
              <a:extLst>
                <a:ext uri="{FF2B5EF4-FFF2-40B4-BE49-F238E27FC236}">
                  <a16:creationId xmlns:a16="http://schemas.microsoft.com/office/drawing/2014/main" id="{B178FEE1-7101-6A93-3949-45044968245F}"/>
                </a:ext>
              </a:extLst>
            </p:cNvPr>
            <p:cNvSpPr/>
            <p:nvPr/>
          </p:nvSpPr>
          <p:spPr>
            <a:xfrm>
              <a:off x="8734424" y="2484144"/>
              <a:ext cx="110829" cy="524517"/>
            </a:xfrm>
            <a:prstGeom prst="rightBrace">
              <a:avLst/>
            </a:prstGeom>
            <a:noFill/>
            <a:ln w="6350" cap="flat" cmpd="sng" algn="ctr">
              <a:solidFill>
                <a:srgbClr val="0070A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Ubuntu"/>
                <a:ea typeface="+mn-ea"/>
                <a:cs typeface="+mn-cs"/>
              </a:endParaRPr>
            </a:p>
          </p:txBody>
        </p:sp>
        <p:sp>
          <p:nvSpPr>
            <p:cNvPr id="356" name="TextBox 355">
              <a:extLst>
                <a:ext uri="{FF2B5EF4-FFF2-40B4-BE49-F238E27FC236}">
                  <a16:creationId xmlns:a16="http://schemas.microsoft.com/office/drawing/2014/main" id="{2C11F383-7C83-295A-377E-2AD625DF820C}"/>
                </a:ext>
              </a:extLst>
            </p:cNvPr>
            <p:cNvSpPr txBox="1"/>
            <p:nvPr/>
          </p:nvSpPr>
          <p:spPr>
            <a:xfrm>
              <a:off x="8868178" y="2523076"/>
              <a:ext cx="1188671" cy="492443"/>
            </a:xfrm>
            <a:prstGeom prst="rect">
              <a:avLst/>
            </a:prstGeom>
            <a:noFill/>
          </p:spPr>
          <p:txBody>
            <a:bodyPr wrap="square" tIns="0" rIns="0" bIns="0" rtlCol="0">
              <a:spAutoFit/>
            </a:bodyPr>
            <a:lstStyle>
              <a:defPPr>
                <a:defRPr lang="pt-PT"/>
              </a:defPPr>
              <a:lvl1pPr>
                <a:defRPr sz="800"/>
              </a:lvl1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IN" sz="800" b="0" i="0" u="none" strike="noStrike" kern="0" cap="none" spc="0" normalizeH="0" baseline="0" noProof="0">
                  <a:ln>
                    <a:noFill/>
                  </a:ln>
                  <a:solidFill>
                    <a:prstClr val="black"/>
                  </a:solidFill>
                  <a:effectLst/>
                  <a:uLnTx/>
                  <a:uFillTx/>
                </a:rPr>
                <a:t>Start &amp; End Date depends on Implementation timelines</a:t>
              </a:r>
            </a:p>
          </p:txBody>
        </p:sp>
      </p:grpSp>
      <p:grpSp>
        <p:nvGrpSpPr>
          <p:cNvPr id="372" name="Group 371">
            <a:extLst>
              <a:ext uri="{FF2B5EF4-FFF2-40B4-BE49-F238E27FC236}">
                <a16:creationId xmlns:a16="http://schemas.microsoft.com/office/drawing/2014/main" id="{41C8AD2A-8C96-F96A-8757-8ACCFC364D6D}"/>
              </a:ext>
            </a:extLst>
          </p:cNvPr>
          <p:cNvGrpSpPr/>
          <p:nvPr/>
        </p:nvGrpSpPr>
        <p:grpSpPr>
          <a:xfrm>
            <a:off x="3193549" y="1268203"/>
            <a:ext cx="8790762" cy="188666"/>
            <a:chOff x="3249454" y="1616076"/>
            <a:chExt cx="8790762" cy="188666"/>
          </a:xfrm>
        </p:grpSpPr>
        <p:sp>
          <p:nvSpPr>
            <p:cNvPr id="373" name="Arrow: Pentagon 372">
              <a:extLst>
                <a:ext uri="{FF2B5EF4-FFF2-40B4-BE49-F238E27FC236}">
                  <a16:creationId xmlns:a16="http://schemas.microsoft.com/office/drawing/2014/main" id="{B5EFD94A-47C2-A816-69F6-49D9A65DD92F}"/>
                </a:ext>
              </a:extLst>
            </p:cNvPr>
            <p:cNvSpPr/>
            <p:nvPr/>
          </p:nvSpPr>
          <p:spPr>
            <a:xfrm>
              <a:off x="10639577" y="1640150"/>
              <a:ext cx="668515" cy="164592"/>
            </a:xfrm>
            <a:prstGeom prst="homePlate">
              <a:avLst/>
            </a:prstGeom>
            <a:solidFill>
              <a:srgbClr val="12ABDB">
                <a:lumMod val="40000"/>
                <a:lumOff val="60000"/>
                <a:alpha val="70980"/>
              </a:srgbClr>
            </a:solidFill>
            <a:ln w="12700" cap="flat" cmpd="sng" algn="ctr">
              <a:solidFill>
                <a:srgbClr val="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600" b="0" i="0" u="none" strike="noStrike" kern="0" cap="none" spc="0" normalizeH="0" baseline="0" noProof="0">
                <a:ln>
                  <a:noFill/>
                </a:ln>
                <a:solidFill>
                  <a:srgbClr val="FFFFFF"/>
                </a:solidFill>
                <a:effectLst/>
                <a:uLnTx/>
                <a:uFillTx/>
                <a:latin typeface="Ubuntu"/>
                <a:ea typeface="+mn-ea"/>
                <a:cs typeface="+mn-cs"/>
              </a:endParaRPr>
            </a:p>
          </p:txBody>
        </p:sp>
        <p:sp>
          <p:nvSpPr>
            <p:cNvPr id="374" name="Arrow: Pentagon 373">
              <a:extLst>
                <a:ext uri="{FF2B5EF4-FFF2-40B4-BE49-F238E27FC236}">
                  <a16:creationId xmlns:a16="http://schemas.microsoft.com/office/drawing/2014/main" id="{037E5674-F9C9-C5DB-6660-B26E4004B282}"/>
                </a:ext>
              </a:extLst>
            </p:cNvPr>
            <p:cNvSpPr/>
            <p:nvPr/>
          </p:nvSpPr>
          <p:spPr>
            <a:xfrm>
              <a:off x="10516894" y="1638118"/>
              <a:ext cx="668515" cy="164592"/>
            </a:xfrm>
            <a:prstGeom prst="homePlate">
              <a:avLst/>
            </a:prstGeom>
            <a:solidFill>
              <a:srgbClr val="0070AD">
                <a:lumMod val="60000"/>
                <a:lumOff val="40000"/>
                <a:alpha val="70980"/>
              </a:srgbClr>
            </a:solidFill>
            <a:ln w="12700" cap="flat" cmpd="sng" algn="ctr">
              <a:solidFill>
                <a:srgbClr val="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600" b="0" i="0" u="none" strike="noStrike" kern="0" cap="none" spc="0" normalizeH="0" baseline="0" noProof="0">
                <a:ln>
                  <a:noFill/>
                </a:ln>
                <a:solidFill>
                  <a:srgbClr val="FFFFFF"/>
                </a:solidFill>
                <a:effectLst/>
                <a:uLnTx/>
                <a:uFillTx/>
                <a:latin typeface="Ubuntu"/>
                <a:ea typeface="+mn-ea"/>
                <a:cs typeface="+mn-cs"/>
              </a:endParaRPr>
            </a:p>
          </p:txBody>
        </p:sp>
        <p:sp>
          <p:nvSpPr>
            <p:cNvPr id="375" name="Arrow: Pentagon 374">
              <a:extLst>
                <a:ext uri="{FF2B5EF4-FFF2-40B4-BE49-F238E27FC236}">
                  <a16:creationId xmlns:a16="http://schemas.microsoft.com/office/drawing/2014/main" id="{5F4D0F3A-E7CA-661B-4944-CC22285FABC1}"/>
                </a:ext>
              </a:extLst>
            </p:cNvPr>
            <p:cNvSpPr/>
            <p:nvPr/>
          </p:nvSpPr>
          <p:spPr>
            <a:xfrm>
              <a:off x="3249454" y="1640150"/>
              <a:ext cx="7812373" cy="164592"/>
            </a:xfrm>
            <a:prstGeom prst="homePlate">
              <a:avLst/>
            </a:prstGeom>
            <a:solidFill>
              <a:srgbClr val="0070AD">
                <a:alpha val="70980"/>
              </a:srgbClr>
            </a:solidFill>
            <a:ln w="12700" cap="flat" cmpd="sng" algn="ctr">
              <a:solidFill>
                <a:srgbClr val="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600" b="0" i="0" u="none" strike="noStrike" kern="0" cap="none" spc="0" normalizeH="0" baseline="0" noProof="0">
                <a:ln>
                  <a:noFill/>
                </a:ln>
                <a:solidFill>
                  <a:srgbClr val="FFFFFF"/>
                </a:solidFill>
                <a:effectLst/>
                <a:uLnTx/>
                <a:uFillTx/>
                <a:latin typeface="Ubuntu"/>
                <a:ea typeface="+mn-ea"/>
                <a:cs typeface="+mn-cs"/>
              </a:endParaRPr>
            </a:p>
          </p:txBody>
        </p:sp>
        <p:cxnSp>
          <p:nvCxnSpPr>
            <p:cNvPr id="376" name="Straight Connector 375">
              <a:extLst>
                <a:ext uri="{FF2B5EF4-FFF2-40B4-BE49-F238E27FC236}">
                  <a16:creationId xmlns:a16="http://schemas.microsoft.com/office/drawing/2014/main" id="{7EB83CCE-A830-A828-341F-B2F2FECC9E90}"/>
                </a:ext>
              </a:extLst>
            </p:cNvPr>
            <p:cNvCxnSpPr>
              <a:cxnSpLocks/>
            </p:cNvCxnSpPr>
            <p:nvPr/>
          </p:nvCxnSpPr>
          <p:spPr>
            <a:xfrm>
              <a:off x="11493821" y="1704317"/>
              <a:ext cx="546395" cy="0"/>
            </a:xfrm>
            <a:prstGeom prst="line">
              <a:avLst/>
            </a:prstGeom>
            <a:noFill/>
            <a:ln w="38100" cap="flat" cmpd="sng" algn="ctr">
              <a:gradFill flip="none" rotWithShape="1">
                <a:gsLst>
                  <a:gs pos="0">
                    <a:srgbClr val="0070AD">
                      <a:lumMod val="5000"/>
                      <a:lumOff val="95000"/>
                    </a:srgbClr>
                  </a:gs>
                  <a:gs pos="74000">
                    <a:srgbClr val="0070AD">
                      <a:lumMod val="45000"/>
                      <a:lumOff val="55000"/>
                    </a:srgbClr>
                  </a:gs>
                  <a:gs pos="83000">
                    <a:srgbClr val="0070AD">
                      <a:lumMod val="45000"/>
                      <a:lumOff val="55000"/>
                    </a:srgbClr>
                  </a:gs>
                  <a:gs pos="100000">
                    <a:srgbClr val="0070AD">
                      <a:lumMod val="30000"/>
                      <a:lumOff val="70000"/>
                    </a:srgbClr>
                  </a:gs>
                </a:gsLst>
                <a:lin ang="10800000" scaled="1"/>
                <a:tileRect/>
              </a:gradFill>
              <a:prstDash val="sysDot"/>
              <a:miter lim="800000"/>
            </a:ln>
            <a:effectLst/>
          </p:spPr>
        </p:cxnSp>
        <p:sp>
          <p:nvSpPr>
            <p:cNvPr id="377" name="Star: 5 Points 376">
              <a:extLst>
                <a:ext uri="{FF2B5EF4-FFF2-40B4-BE49-F238E27FC236}">
                  <a16:creationId xmlns:a16="http://schemas.microsoft.com/office/drawing/2014/main" id="{60A75BBA-6D3C-6547-0CCF-E5C2C8012568}"/>
                </a:ext>
              </a:extLst>
            </p:cNvPr>
            <p:cNvSpPr/>
            <p:nvPr/>
          </p:nvSpPr>
          <p:spPr>
            <a:xfrm>
              <a:off x="3250045" y="1616076"/>
              <a:ext cx="182880" cy="182880"/>
            </a:xfrm>
            <a:prstGeom prst="star5">
              <a:avLst/>
            </a:prstGeom>
            <a:solidFill>
              <a:srgbClr val="FFDA80"/>
            </a:solidFill>
            <a:ln w="12700" cap="flat" cmpd="sng" algn="ctr">
              <a:solidFill>
                <a:sysClr val="windowText" lastClr="000000">
                  <a:lumMod val="50000"/>
                  <a:lumOff val="50000"/>
                </a:sys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600" b="0" i="0" u="none" strike="noStrike" kern="0" cap="none" spc="0" normalizeH="0" baseline="0" noProof="0">
                <a:ln>
                  <a:noFill/>
                </a:ln>
                <a:solidFill>
                  <a:srgbClr val="FFFFFF"/>
                </a:solidFill>
                <a:effectLst/>
                <a:uLnTx/>
                <a:uFillTx/>
                <a:latin typeface="Ubuntu"/>
                <a:ea typeface="+mn-ea"/>
                <a:cs typeface="+mn-cs"/>
              </a:endParaRPr>
            </a:p>
          </p:txBody>
        </p:sp>
        <p:sp>
          <p:nvSpPr>
            <p:cNvPr id="378" name="Star: 5 Points 377">
              <a:extLst>
                <a:ext uri="{FF2B5EF4-FFF2-40B4-BE49-F238E27FC236}">
                  <a16:creationId xmlns:a16="http://schemas.microsoft.com/office/drawing/2014/main" id="{C64B65B6-1A22-FF8E-FEC8-E2B77EBA6F7D}"/>
                </a:ext>
              </a:extLst>
            </p:cNvPr>
            <p:cNvSpPr/>
            <p:nvPr/>
          </p:nvSpPr>
          <p:spPr>
            <a:xfrm>
              <a:off x="3598436" y="1616076"/>
              <a:ext cx="182880" cy="182880"/>
            </a:xfrm>
            <a:prstGeom prst="star5">
              <a:avLst/>
            </a:prstGeom>
            <a:solidFill>
              <a:srgbClr val="FFDA80"/>
            </a:solidFill>
            <a:ln w="12700" cap="flat" cmpd="sng" algn="ctr">
              <a:solidFill>
                <a:sysClr val="windowText" lastClr="000000">
                  <a:lumMod val="50000"/>
                  <a:lumOff val="50000"/>
                </a:sys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600" b="0" i="0" u="none" strike="noStrike" kern="0" cap="none" spc="0" normalizeH="0" baseline="0" noProof="0">
                <a:ln>
                  <a:noFill/>
                </a:ln>
                <a:solidFill>
                  <a:srgbClr val="FFFFFF"/>
                </a:solidFill>
                <a:effectLst/>
                <a:uLnTx/>
                <a:uFillTx/>
                <a:latin typeface="Ubuntu"/>
                <a:ea typeface="+mn-ea"/>
                <a:cs typeface="+mn-cs"/>
              </a:endParaRPr>
            </a:p>
          </p:txBody>
        </p:sp>
        <p:sp>
          <p:nvSpPr>
            <p:cNvPr id="379" name="Star: 5 Points 378">
              <a:extLst>
                <a:ext uri="{FF2B5EF4-FFF2-40B4-BE49-F238E27FC236}">
                  <a16:creationId xmlns:a16="http://schemas.microsoft.com/office/drawing/2014/main" id="{8F9E4BFD-8F64-8843-CAAD-B9BD936F841F}"/>
                </a:ext>
              </a:extLst>
            </p:cNvPr>
            <p:cNvSpPr/>
            <p:nvPr/>
          </p:nvSpPr>
          <p:spPr>
            <a:xfrm>
              <a:off x="3946827" y="1616076"/>
              <a:ext cx="182880" cy="182880"/>
            </a:xfrm>
            <a:prstGeom prst="star5">
              <a:avLst/>
            </a:prstGeom>
            <a:solidFill>
              <a:srgbClr val="FFDA80"/>
            </a:solidFill>
            <a:ln w="12700" cap="flat" cmpd="sng" algn="ctr">
              <a:solidFill>
                <a:sysClr val="windowText" lastClr="000000">
                  <a:lumMod val="50000"/>
                  <a:lumOff val="50000"/>
                </a:sys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600" b="0" i="0" u="none" strike="noStrike" kern="0" cap="none" spc="0" normalizeH="0" baseline="0" noProof="0">
                <a:ln>
                  <a:noFill/>
                </a:ln>
                <a:solidFill>
                  <a:srgbClr val="FFFFFF"/>
                </a:solidFill>
                <a:effectLst/>
                <a:uLnTx/>
                <a:uFillTx/>
                <a:latin typeface="Ubuntu"/>
                <a:ea typeface="+mn-ea"/>
                <a:cs typeface="+mn-cs"/>
              </a:endParaRPr>
            </a:p>
          </p:txBody>
        </p:sp>
        <p:sp>
          <p:nvSpPr>
            <p:cNvPr id="380" name="Star: 5 Points 379">
              <a:extLst>
                <a:ext uri="{FF2B5EF4-FFF2-40B4-BE49-F238E27FC236}">
                  <a16:creationId xmlns:a16="http://schemas.microsoft.com/office/drawing/2014/main" id="{085B6C87-D158-8FA5-DBDD-3EECCE2D6A47}"/>
                </a:ext>
              </a:extLst>
            </p:cNvPr>
            <p:cNvSpPr/>
            <p:nvPr/>
          </p:nvSpPr>
          <p:spPr>
            <a:xfrm>
              <a:off x="4295218" y="1616076"/>
              <a:ext cx="182880" cy="182880"/>
            </a:xfrm>
            <a:prstGeom prst="star5">
              <a:avLst/>
            </a:prstGeom>
            <a:solidFill>
              <a:srgbClr val="FFDA80"/>
            </a:solidFill>
            <a:ln w="12700" cap="flat" cmpd="sng" algn="ctr">
              <a:solidFill>
                <a:sysClr val="windowText" lastClr="000000">
                  <a:lumMod val="50000"/>
                  <a:lumOff val="50000"/>
                </a:sys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600" b="0" i="0" u="none" strike="noStrike" kern="0" cap="none" spc="0" normalizeH="0" baseline="0" noProof="0">
                <a:ln>
                  <a:noFill/>
                </a:ln>
                <a:solidFill>
                  <a:srgbClr val="FFFFFF"/>
                </a:solidFill>
                <a:effectLst/>
                <a:uLnTx/>
                <a:uFillTx/>
                <a:latin typeface="Ubuntu"/>
                <a:ea typeface="+mn-ea"/>
                <a:cs typeface="+mn-cs"/>
              </a:endParaRPr>
            </a:p>
          </p:txBody>
        </p:sp>
        <p:sp>
          <p:nvSpPr>
            <p:cNvPr id="381" name="Star: 5 Points 380">
              <a:extLst>
                <a:ext uri="{FF2B5EF4-FFF2-40B4-BE49-F238E27FC236}">
                  <a16:creationId xmlns:a16="http://schemas.microsoft.com/office/drawing/2014/main" id="{973D0C87-A04F-E368-F84A-B9C9DD50664B}"/>
                </a:ext>
              </a:extLst>
            </p:cNvPr>
            <p:cNvSpPr/>
            <p:nvPr/>
          </p:nvSpPr>
          <p:spPr>
            <a:xfrm>
              <a:off x="4643609" y="1616076"/>
              <a:ext cx="182880" cy="182880"/>
            </a:xfrm>
            <a:prstGeom prst="star5">
              <a:avLst/>
            </a:prstGeom>
            <a:solidFill>
              <a:srgbClr val="FFDA80"/>
            </a:solidFill>
            <a:ln w="12700" cap="flat" cmpd="sng" algn="ctr">
              <a:solidFill>
                <a:sysClr val="windowText" lastClr="000000">
                  <a:lumMod val="50000"/>
                  <a:lumOff val="50000"/>
                </a:sys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600" b="0" i="0" u="none" strike="noStrike" kern="0" cap="none" spc="0" normalizeH="0" baseline="0" noProof="0">
                <a:ln>
                  <a:noFill/>
                </a:ln>
                <a:solidFill>
                  <a:srgbClr val="FFFFFF"/>
                </a:solidFill>
                <a:effectLst/>
                <a:uLnTx/>
                <a:uFillTx/>
                <a:latin typeface="Ubuntu"/>
                <a:ea typeface="+mn-ea"/>
                <a:cs typeface="+mn-cs"/>
              </a:endParaRPr>
            </a:p>
          </p:txBody>
        </p:sp>
        <p:sp>
          <p:nvSpPr>
            <p:cNvPr id="382" name="Star: 5 Points 381">
              <a:extLst>
                <a:ext uri="{FF2B5EF4-FFF2-40B4-BE49-F238E27FC236}">
                  <a16:creationId xmlns:a16="http://schemas.microsoft.com/office/drawing/2014/main" id="{22F93407-8935-F21E-C238-88574EE715ED}"/>
                </a:ext>
              </a:extLst>
            </p:cNvPr>
            <p:cNvSpPr/>
            <p:nvPr/>
          </p:nvSpPr>
          <p:spPr>
            <a:xfrm>
              <a:off x="4992000" y="1616076"/>
              <a:ext cx="182880" cy="182880"/>
            </a:xfrm>
            <a:prstGeom prst="star5">
              <a:avLst/>
            </a:prstGeom>
            <a:solidFill>
              <a:srgbClr val="FFDA80"/>
            </a:solidFill>
            <a:ln w="12700" cap="flat" cmpd="sng" algn="ctr">
              <a:solidFill>
                <a:sysClr val="windowText" lastClr="000000">
                  <a:lumMod val="50000"/>
                  <a:lumOff val="50000"/>
                </a:sys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600" b="0" i="0" u="none" strike="noStrike" kern="0" cap="none" spc="0" normalizeH="0" baseline="0" noProof="0">
                <a:ln>
                  <a:noFill/>
                </a:ln>
                <a:solidFill>
                  <a:srgbClr val="FFFFFF"/>
                </a:solidFill>
                <a:effectLst/>
                <a:uLnTx/>
                <a:uFillTx/>
                <a:latin typeface="Ubuntu"/>
                <a:ea typeface="+mn-ea"/>
                <a:cs typeface="+mn-cs"/>
              </a:endParaRPr>
            </a:p>
          </p:txBody>
        </p:sp>
        <p:sp>
          <p:nvSpPr>
            <p:cNvPr id="383" name="Star: 5 Points 382">
              <a:extLst>
                <a:ext uri="{FF2B5EF4-FFF2-40B4-BE49-F238E27FC236}">
                  <a16:creationId xmlns:a16="http://schemas.microsoft.com/office/drawing/2014/main" id="{03A69400-6329-079F-4ED4-CD3121BD3589}"/>
                </a:ext>
              </a:extLst>
            </p:cNvPr>
            <p:cNvSpPr/>
            <p:nvPr/>
          </p:nvSpPr>
          <p:spPr>
            <a:xfrm>
              <a:off x="5340391" y="1616076"/>
              <a:ext cx="182880" cy="182880"/>
            </a:xfrm>
            <a:prstGeom prst="star5">
              <a:avLst/>
            </a:prstGeom>
            <a:solidFill>
              <a:srgbClr val="FFDA80"/>
            </a:solidFill>
            <a:ln w="12700" cap="flat" cmpd="sng" algn="ctr">
              <a:solidFill>
                <a:sysClr val="windowText" lastClr="000000">
                  <a:lumMod val="50000"/>
                  <a:lumOff val="50000"/>
                </a:sys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600" b="0" i="0" u="none" strike="noStrike" kern="0" cap="none" spc="0" normalizeH="0" baseline="0" noProof="0">
                <a:ln>
                  <a:noFill/>
                </a:ln>
                <a:solidFill>
                  <a:srgbClr val="FFFFFF"/>
                </a:solidFill>
                <a:effectLst/>
                <a:uLnTx/>
                <a:uFillTx/>
                <a:latin typeface="Ubuntu"/>
                <a:ea typeface="+mn-ea"/>
                <a:cs typeface="+mn-cs"/>
              </a:endParaRPr>
            </a:p>
          </p:txBody>
        </p:sp>
        <p:sp>
          <p:nvSpPr>
            <p:cNvPr id="384" name="Star: 5 Points 383">
              <a:extLst>
                <a:ext uri="{FF2B5EF4-FFF2-40B4-BE49-F238E27FC236}">
                  <a16:creationId xmlns:a16="http://schemas.microsoft.com/office/drawing/2014/main" id="{173560A1-8576-498B-684B-C7E8C859D216}"/>
                </a:ext>
              </a:extLst>
            </p:cNvPr>
            <p:cNvSpPr/>
            <p:nvPr/>
          </p:nvSpPr>
          <p:spPr>
            <a:xfrm>
              <a:off x="5688782" y="1616076"/>
              <a:ext cx="182880" cy="182880"/>
            </a:xfrm>
            <a:prstGeom prst="star5">
              <a:avLst/>
            </a:prstGeom>
            <a:solidFill>
              <a:srgbClr val="FFDA80"/>
            </a:solidFill>
            <a:ln w="12700" cap="flat" cmpd="sng" algn="ctr">
              <a:solidFill>
                <a:sysClr val="windowText" lastClr="000000">
                  <a:lumMod val="50000"/>
                  <a:lumOff val="50000"/>
                </a:sys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600" b="0" i="0" u="none" strike="noStrike" kern="0" cap="none" spc="0" normalizeH="0" baseline="0" noProof="0">
                <a:ln>
                  <a:noFill/>
                </a:ln>
                <a:solidFill>
                  <a:srgbClr val="FFFFFF"/>
                </a:solidFill>
                <a:effectLst/>
                <a:uLnTx/>
                <a:uFillTx/>
                <a:latin typeface="Ubuntu"/>
                <a:ea typeface="+mn-ea"/>
                <a:cs typeface="+mn-cs"/>
              </a:endParaRPr>
            </a:p>
          </p:txBody>
        </p:sp>
        <p:sp>
          <p:nvSpPr>
            <p:cNvPr id="385" name="Star: 5 Points 384">
              <a:extLst>
                <a:ext uri="{FF2B5EF4-FFF2-40B4-BE49-F238E27FC236}">
                  <a16:creationId xmlns:a16="http://schemas.microsoft.com/office/drawing/2014/main" id="{4583922D-309C-D907-1D4D-D8315276630F}"/>
                </a:ext>
              </a:extLst>
            </p:cNvPr>
            <p:cNvSpPr/>
            <p:nvPr/>
          </p:nvSpPr>
          <p:spPr>
            <a:xfrm>
              <a:off x="6037173" y="1616076"/>
              <a:ext cx="182880" cy="182880"/>
            </a:xfrm>
            <a:prstGeom prst="star5">
              <a:avLst/>
            </a:prstGeom>
            <a:solidFill>
              <a:srgbClr val="FFDA80"/>
            </a:solidFill>
            <a:ln w="12700" cap="flat" cmpd="sng" algn="ctr">
              <a:solidFill>
                <a:sysClr val="windowText" lastClr="000000">
                  <a:lumMod val="50000"/>
                  <a:lumOff val="50000"/>
                </a:sys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600" b="0" i="0" u="none" strike="noStrike" kern="0" cap="none" spc="0" normalizeH="0" baseline="0" noProof="0">
                <a:ln>
                  <a:noFill/>
                </a:ln>
                <a:solidFill>
                  <a:srgbClr val="FFFFFF"/>
                </a:solidFill>
                <a:effectLst/>
                <a:uLnTx/>
                <a:uFillTx/>
                <a:latin typeface="Ubuntu"/>
                <a:ea typeface="+mn-ea"/>
                <a:cs typeface="+mn-cs"/>
              </a:endParaRPr>
            </a:p>
          </p:txBody>
        </p:sp>
        <p:sp>
          <p:nvSpPr>
            <p:cNvPr id="386" name="Star: 5 Points 385">
              <a:extLst>
                <a:ext uri="{FF2B5EF4-FFF2-40B4-BE49-F238E27FC236}">
                  <a16:creationId xmlns:a16="http://schemas.microsoft.com/office/drawing/2014/main" id="{8930B1FA-18D8-DEC0-63DB-3C0249D9A604}"/>
                </a:ext>
              </a:extLst>
            </p:cNvPr>
            <p:cNvSpPr/>
            <p:nvPr/>
          </p:nvSpPr>
          <p:spPr>
            <a:xfrm>
              <a:off x="6385564" y="1616076"/>
              <a:ext cx="182880" cy="182880"/>
            </a:xfrm>
            <a:prstGeom prst="star5">
              <a:avLst/>
            </a:prstGeom>
            <a:solidFill>
              <a:srgbClr val="FFDA80"/>
            </a:solidFill>
            <a:ln w="12700" cap="flat" cmpd="sng" algn="ctr">
              <a:solidFill>
                <a:sysClr val="windowText" lastClr="000000">
                  <a:lumMod val="50000"/>
                  <a:lumOff val="50000"/>
                </a:sys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600" b="0" i="0" u="none" strike="noStrike" kern="0" cap="none" spc="0" normalizeH="0" baseline="0" noProof="0">
                <a:ln>
                  <a:noFill/>
                </a:ln>
                <a:solidFill>
                  <a:srgbClr val="FFFFFF"/>
                </a:solidFill>
                <a:effectLst/>
                <a:uLnTx/>
                <a:uFillTx/>
                <a:latin typeface="Ubuntu"/>
                <a:ea typeface="+mn-ea"/>
                <a:cs typeface="+mn-cs"/>
              </a:endParaRPr>
            </a:p>
          </p:txBody>
        </p:sp>
        <p:sp>
          <p:nvSpPr>
            <p:cNvPr id="387" name="Star: 5 Points 386">
              <a:extLst>
                <a:ext uri="{FF2B5EF4-FFF2-40B4-BE49-F238E27FC236}">
                  <a16:creationId xmlns:a16="http://schemas.microsoft.com/office/drawing/2014/main" id="{7016A914-D8EB-E16E-749F-E0A787998651}"/>
                </a:ext>
              </a:extLst>
            </p:cNvPr>
            <p:cNvSpPr/>
            <p:nvPr/>
          </p:nvSpPr>
          <p:spPr>
            <a:xfrm>
              <a:off x="6733955" y="1616076"/>
              <a:ext cx="182880" cy="182880"/>
            </a:xfrm>
            <a:prstGeom prst="star5">
              <a:avLst/>
            </a:prstGeom>
            <a:solidFill>
              <a:srgbClr val="FFDA80"/>
            </a:solidFill>
            <a:ln w="12700" cap="flat" cmpd="sng" algn="ctr">
              <a:solidFill>
                <a:sysClr val="windowText" lastClr="000000">
                  <a:lumMod val="50000"/>
                  <a:lumOff val="50000"/>
                </a:sys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600" b="0" i="0" u="none" strike="noStrike" kern="0" cap="none" spc="0" normalizeH="0" baseline="0" noProof="0">
                <a:ln>
                  <a:noFill/>
                </a:ln>
                <a:solidFill>
                  <a:srgbClr val="FFFFFF"/>
                </a:solidFill>
                <a:effectLst/>
                <a:uLnTx/>
                <a:uFillTx/>
                <a:latin typeface="Ubuntu"/>
                <a:ea typeface="+mn-ea"/>
                <a:cs typeface="+mn-cs"/>
              </a:endParaRPr>
            </a:p>
          </p:txBody>
        </p:sp>
        <p:sp>
          <p:nvSpPr>
            <p:cNvPr id="388" name="Star: 5 Points 387">
              <a:extLst>
                <a:ext uri="{FF2B5EF4-FFF2-40B4-BE49-F238E27FC236}">
                  <a16:creationId xmlns:a16="http://schemas.microsoft.com/office/drawing/2014/main" id="{14C767EA-B2C4-6DB1-EF85-B06F16ADBA09}"/>
                </a:ext>
              </a:extLst>
            </p:cNvPr>
            <p:cNvSpPr/>
            <p:nvPr/>
          </p:nvSpPr>
          <p:spPr>
            <a:xfrm>
              <a:off x="7082346" y="1616076"/>
              <a:ext cx="182880" cy="182880"/>
            </a:xfrm>
            <a:prstGeom prst="star5">
              <a:avLst/>
            </a:prstGeom>
            <a:solidFill>
              <a:srgbClr val="FFDA80"/>
            </a:solidFill>
            <a:ln w="12700" cap="flat" cmpd="sng" algn="ctr">
              <a:solidFill>
                <a:sysClr val="windowText" lastClr="000000">
                  <a:lumMod val="50000"/>
                  <a:lumOff val="50000"/>
                </a:sys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600" b="0" i="0" u="none" strike="noStrike" kern="0" cap="none" spc="0" normalizeH="0" baseline="0" noProof="0">
                <a:ln>
                  <a:noFill/>
                </a:ln>
                <a:solidFill>
                  <a:srgbClr val="FFFFFF"/>
                </a:solidFill>
                <a:effectLst/>
                <a:uLnTx/>
                <a:uFillTx/>
                <a:latin typeface="Ubuntu"/>
                <a:ea typeface="+mn-ea"/>
                <a:cs typeface="+mn-cs"/>
              </a:endParaRPr>
            </a:p>
          </p:txBody>
        </p:sp>
        <p:sp>
          <p:nvSpPr>
            <p:cNvPr id="389" name="Star: 5 Points 388">
              <a:extLst>
                <a:ext uri="{FF2B5EF4-FFF2-40B4-BE49-F238E27FC236}">
                  <a16:creationId xmlns:a16="http://schemas.microsoft.com/office/drawing/2014/main" id="{39FFEAA6-244A-F046-8FF0-3BB5C609F3D8}"/>
                </a:ext>
              </a:extLst>
            </p:cNvPr>
            <p:cNvSpPr/>
            <p:nvPr/>
          </p:nvSpPr>
          <p:spPr>
            <a:xfrm>
              <a:off x="7430737" y="1616076"/>
              <a:ext cx="182880" cy="182880"/>
            </a:xfrm>
            <a:prstGeom prst="star5">
              <a:avLst/>
            </a:prstGeom>
            <a:solidFill>
              <a:srgbClr val="FFDA80"/>
            </a:solidFill>
            <a:ln w="12700" cap="flat" cmpd="sng" algn="ctr">
              <a:solidFill>
                <a:sysClr val="windowText" lastClr="000000">
                  <a:lumMod val="50000"/>
                  <a:lumOff val="50000"/>
                </a:sys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600" b="0" i="0" u="none" strike="noStrike" kern="0" cap="none" spc="0" normalizeH="0" baseline="0" noProof="0">
                <a:ln>
                  <a:noFill/>
                </a:ln>
                <a:solidFill>
                  <a:srgbClr val="FFFFFF"/>
                </a:solidFill>
                <a:effectLst/>
                <a:uLnTx/>
                <a:uFillTx/>
                <a:latin typeface="Ubuntu"/>
                <a:ea typeface="+mn-ea"/>
                <a:cs typeface="+mn-cs"/>
              </a:endParaRPr>
            </a:p>
          </p:txBody>
        </p:sp>
        <p:sp>
          <p:nvSpPr>
            <p:cNvPr id="390" name="Star: 5 Points 389">
              <a:extLst>
                <a:ext uri="{FF2B5EF4-FFF2-40B4-BE49-F238E27FC236}">
                  <a16:creationId xmlns:a16="http://schemas.microsoft.com/office/drawing/2014/main" id="{740F9969-C8BB-70AB-9E31-23977A25F877}"/>
                </a:ext>
              </a:extLst>
            </p:cNvPr>
            <p:cNvSpPr/>
            <p:nvPr/>
          </p:nvSpPr>
          <p:spPr>
            <a:xfrm>
              <a:off x="7779128" y="1616076"/>
              <a:ext cx="182880" cy="182880"/>
            </a:xfrm>
            <a:prstGeom prst="star5">
              <a:avLst/>
            </a:prstGeom>
            <a:solidFill>
              <a:srgbClr val="FFDA80"/>
            </a:solidFill>
            <a:ln w="12700" cap="flat" cmpd="sng" algn="ctr">
              <a:solidFill>
                <a:sysClr val="windowText" lastClr="000000">
                  <a:lumMod val="50000"/>
                  <a:lumOff val="50000"/>
                </a:sys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600" b="0" i="0" u="none" strike="noStrike" kern="0" cap="none" spc="0" normalizeH="0" baseline="0" noProof="0">
                <a:ln>
                  <a:noFill/>
                </a:ln>
                <a:solidFill>
                  <a:srgbClr val="FFFFFF"/>
                </a:solidFill>
                <a:effectLst/>
                <a:uLnTx/>
                <a:uFillTx/>
                <a:latin typeface="Ubuntu"/>
                <a:ea typeface="+mn-ea"/>
                <a:cs typeface="+mn-cs"/>
              </a:endParaRPr>
            </a:p>
          </p:txBody>
        </p:sp>
        <p:sp>
          <p:nvSpPr>
            <p:cNvPr id="391" name="Star: 5 Points 390">
              <a:extLst>
                <a:ext uri="{FF2B5EF4-FFF2-40B4-BE49-F238E27FC236}">
                  <a16:creationId xmlns:a16="http://schemas.microsoft.com/office/drawing/2014/main" id="{258362B0-BC3C-B275-A0DA-1E790C783316}"/>
                </a:ext>
              </a:extLst>
            </p:cNvPr>
            <p:cNvSpPr/>
            <p:nvPr/>
          </p:nvSpPr>
          <p:spPr>
            <a:xfrm>
              <a:off x="8127519" y="1616076"/>
              <a:ext cx="182880" cy="182880"/>
            </a:xfrm>
            <a:prstGeom prst="star5">
              <a:avLst/>
            </a:prstGeom>
            <a:solidFill>
              <a:srgbClr val="FFDA80"/>
            </a:solidFill>
            <a:ln w="12700" cap="flat" cmpd="sng" algn="ctr">
              <a:solidFill>
                <a:sysClr val="windowText" lastClr="000000">
                  <a:lumMod val="50000"/>
                  <a:lumOff val="50000"/>
                </a:sys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600" b="0" i="0" u="none" strike="noStrike" kern="0" cap="none" spc="0" normalizeH="0" baseline="0" noProof="0">
                <a:ln>
                  <a:noFill/>
                </a:ln>
                <a:solidFill>
                  <a:srgbClr val="FFFFFF"/>
                </a:solidFill>
                <a:effectLst/>
                <a:uLnTx/>
                <a:uFillTx/>
                <a:latin typeface="Ubuntu"/>
                <a:ea typeface="+mn-ea"/>
                <a:cs typeface="+mn-cs"/>
              </a:endParaRPr>
            </a:p>
          </p:txBody>
        </p:sp>
        <p:sp>
          <p:nvSpPr>
            <p:cNvPr id="392" name="Star: 5 Points 391">
              <a:extLst>
                <a:ext uri="{FF2B5EF4-FFF2-40B4-BE49-F238E27FC236}">
                  <a16:creationId xmlns:a16="http://schemas.microsoft.com/office/drawing/2014/main" id="{162E30DC-6E70-B16E-870F-2AA834C906F7}"/>
                </a:ext>
              </a:extLst>
            </p:cNvPr>
            <p:cNvSpPr/>
            <p:nvPr/>
          </p:nvSpPr>
          <p:spPr>
            <a:xfrm>
              <a:off x="8475910" y="1616076"/>
              <a:ext cx="182880" cy="182880"/>
            </a:xfrm>
            <a:prstGeom prst="star5">
              <a:avLst/>
            </a:prstGeom>
            <a:solidFill>
              <a:srgbClr val="FFDA80"/>
            </a:solidFill>
            <a:ln w="12700" cap="flat" cmpd="sng" algn="ctr">
              <a:solidFill>
                <a:sysClr val="windowText" lastClr="000000">
                  <a:lumMod val="50000"/>
                  <a:lumOff val="50000"/>
                </a:sys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600" b="0" i="0" u="none" strike="noStrike" kern="0" cap="none" spc="0" normalizeH="0" baseline="0" noProof="0">
                <a:ln>
                  <a:noFill/>
                </a:ln>
                <a:solidFill>
                  <a:srgbClr val="FFFFFF"/>
                </a:solidFill>
                <a:effectLst/>
                <a:uLnTx/>
                <a:uFillTx/>
                <a:latin typeface="Ubuntu"/>
                <a:ea typeface="+mn-ea"/>
                <a:cs typeface="+mn-cs"/>
              </a:endParaRPr>
            </a:p>
          </p:txBody>
        </p:sp>
        <p:sp>
          <p:nvSpPr>
            <p:cNvPr id="393" name="Star: 5 Points 392">
              <a:extLst>
                <a:ext uri="{FF2B5EF4-FFF2-40B4-BE49-F238E27FC236}">
                  <a16:creationId xmlns:a16="http://schemas.microsoft.com/office/drawing/2014/main" id="{EE70264F-C4F1-79D9-0200-FCDF87CE1CD3}"/>
                </a:ext>
              </a:extLst>
            </p:cNvPr>
            <p:cNvSpPr/>
            <p:nvPr/>
          </p:nvSpPr>
          <p:spPr>
            <a:xfrm>
              <a:off x="8824301" y="1616076"/>
              <a:ext cx="182880" cy="182880"/>
            </a:xfrm>
            <a:prstGeom prst="star5">
              <a:avLst/>
            </a:prstGeom>
            <a:solidFill>
              <a:srgbClr val="FFDA80"/>
            </a:solidFill>
            <a:ln w="12700" cap="flat" cmpd="sng" algn="ctr">
              <a:solidFill>
                <a:sysClr val="windowText" lastClr="000000">
                  <a:lumMod val="50000"/>
                  <a:lumOff val="50000"/>
                </a:sys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600" b="0" i="0" u="none" strike="noStrike" kern="0" cap="none" spc="0" normalizeH="0" baseline="0" noProof="0">
                <a:ln>
                  <a:noFill/>
                </a:ln>
                <a:solidFill>
                  <a:srgbClr val="FFFFFF"/>
                </a:solidFill>
                <a:effectLst/>
                <a:uLnTx/>
                <a:uFillTx/>
                <a:latin typeface="Ubuntu"/>
                <a:ea typeface="+mn-ea"/>
                <a:cs typeface="+mn-cs"/>
              </a:endParaRPr>
            </a:p>
          </p:txBody>
        </p:sp>
        <p:sp>
          <p:nvSpPr>
            <p:cNvPr id="394" name="Star: 5 Points 393">
              <a:extLst>
                <a:ext uri="{FF2B5EF4-FFF2-40B4-BE49-F238E27FC236}">
                  <a16:creationId xmlns:a16="http://schemas.microsoft.com/office/drawing/2014/main" id="{CFFF8628-52B8-5B38-E777-0EEDDA0A644C}"/>
                </a:ext>
              </a:extLst>
            </p:cNvPr>
            <p:cNvSpPr/>
            <p:nvPr/>
          </p:nvSpPr>
          <p:spPr>
            <a:xfrm>
              <a:off x="9172692" y="1616076"/>
              <a:ext cx="182880" cy="182880"/>
            </a:xfrm>
            <a:prstGeom prst="star5">
              <a:avLst/>
            </a:prstGeom>
            <a:solidFill>
              <a:srgbClr val="FFDA80"/>
            </a:solidFill>
            <a:ln w="12700" cap="flat" cmpd="sng" algn="ctr">
              <a:solidFill>
                <a:sysClr val="windowText" lastClr="000000">
                  <a:lumMod val="50000"/>
                  <a:lumOff val="50000"/>
                </a:sys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600" b="0" i="0" u="none" strike="noStrike" kern="0" cap="none" spc="0" normalizeH="0" baseline="0" noProof="0">
                <a:ln>
                  <a:noFill/>
                </a:ln>
                <a:solidFill>
                  <a:srgbClr val="FFFFFF"/>
                </a:solidFill>
                <a:effectLst/>
                <a:uLnTx/>
                <a:uFillTx/>
                <a:latin typeface="Ubuntu"/>
                <a:ea typeface="+mn-ea"/>
                <a:cs typeface="+mn-cs"/>
              </a:endParaRPr>
            </a:p>
          </p:txBody>
        </p:sp>
        <p:sp>
          <p:nvSpPr>
            <p:cNvPr id="395" name="Star: 5 Points 394">
              <a:extLst>
                <a:ext uri="{FF2B5EF4-FFF2-40B4-BE49-F238E27FC236}">
                  <a16:creationId xmlns:a16="http://schemas.microsoft.com/office/drawing/2014/main" id="{F8673C0E-ABD0-88FE-8E51-1FD0E093C53F}"/>
                </a:ext>
              </a:extLst>
            </p:cNvPr>
            <p:cNvSpPr/>
            <p:nvPr/>
          </p:nvSpPr>
          <p:spPr>
            <a:xfrm>
              <a:off x="9521083" y="1616076"/>
              <a:ext cx="182880" cy="182880"/>
            </a:xfrm>
            <a:prstGeom prst="star5">
              <a:avLst/>
            </a:prstGeom>
            <a:solidFill>
              <a:srgbClr val="FFDA80"/>
            </a:solidFill>
            <a:ln w="12700" cap="flat" cmpd="sng" algn="ctr">
              <a:solidFill>
                <a:sysClr val="windowText" lastClr="000000">
                  <a:lumMod val="50000"/>
                  <a:lumOff val="50000"/>
                </a:sys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600" b="0" i="0" u="none" strike="noStrike" kern="0" cap="none" spc="0" normalizeH="0" baseline="0" noProof="0">
                <a:ln>
                  <a:noFill/>
                </a:ln>
                <a:solidFill>
                  <a:srgbClr val="FFFFFF"/>
                </a:solidFill>
                <a:effectLst/>
                <a:uLnTx/>
                <a:uFillTx/>
                <a:latin typeface="Ubuntu"/>
                <a:ea typeface="+mn-ea"/>
                <a:cs typeface="+mn-cs"/>
              </a:endParaRPr>
            </a:p>
          </p:txBody>
        </p:sp>
        <p:sp>
          <p:nvSpPr>
            <p:cNvPr id="396" name="Star: 5 Points 395">
              <a:extLst>
                <a:ext uri="{FF2B5EF4-FFF2-40B4-BE49-F238E27FC236}">
                  <a16:creationId xmlns:a16="http://schemas.microsoft.com/office/drawing/2014/main" id="{B247612A-666B-626C-E09C-CC0455C60025}"/>
                </a:ext>
              </a:extLst>
            </p:cNvPr>
            <p:cNvSpPr/>
            <p:nvPr/>
          </p:nvSpPr>
          <p:spPr>
            <a:xfrm>
              <a:off x="9869474" y="1616076"/>
              <a:ext cx="182880" cy="182880"/>
            </a:xfrm>
            <a:prstGeom prst="star5">
              <a:avLst/>
            </a:prstGeom>
            <a:solidFill>
              <a:srgbClr val="FFDA80"/>
            </a:solidFill>
            <a:ln w="12700" cap="flat" cmpd="sng" algn="ctr">
              <a:solidFill>
                <a:sysClr val="windowText" lastClr="000000">
                  <a:lumMod val="50000"/>
                  <a:lumOff val="50000"/>
                </a:sys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600" b="0" i="0" u="none" strike="noStrike" kern="0" cap="none" spc="0" normalizeH="0" baseline="0" noProof="0">
                <a:ln>
                  <a:noFill/>
                </a:ln>
                <a:solidFill>
                  <a:srgbClr val="FFFFFF"/>
                </a:solidFill>
                <a:effectLst/>
                <a:uLnTx/>
                <a:uFillTx/>
                <a:latin typeface="Ubuntu"/>
                <a:ea typeface="+mn-ea"/>
                <a:cs typeface="+mn-cs"/>
              </a:endParaRPr>
            </a:p>
          </p:txBody>
        </p:sp>
        <p:sp>
          <p:nvSpPr>
            <p:cNvPr id="397" name="Star: 5 Points 396">
              <a:extLst>
                <a:ext uri="{FF2B5EF4-FFF2-40B4-BE49-F238E27FC236}">
                  <a16:creationId xmlns:a16="http://schemas.microsoft.com/office/drawing/2014/main" id="{D3A8543A-700D-BF7F-BC34-1C1A435E72D8}"/>
                </a:ext>
              </a:extLst>
            </p:cNvPr>
            <p:cNvSpPr/>
            <p:nvPr/>
          </p:nvSpPr>
          <p:spPr>
            <a:xfrm>
              <a:off x="10217865" y="1616076"/>
              <a:ext cx="182880" cy="182880"/>
            </a:xfrm>
            <a:prstGeom prst="star5">
              <a:avLst/>
            </a:prstGeom>
            <a:solidFill>
              <a:srgbClr val="FFDA80"/>
            </a:solidFill>
            <a:ln w="12700" cap="flat" cmpd="sng" algn="ctr">
              <a:solidFill>
                <a:sysClr val="windowText" lastClr="000000">
                  <a:lumMod val="50000"/>
                  <a:lumOff val="50000"/>
                </a:sys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600" b="0" i="0" u="none" strike="noStrike" kern="0" cap="none" spc="0" normalizeH="0" baseline="0" noProof="0">
                <a:ln>
                  <a:noFill/>
                </a:ln>
                <a:solidFill>
                  <a:srgbClr val="FFFFFF"/>
                </a:solidFill>
                <a:effectLst/>
                <a:uLnTx/>
                <a:uFillTx/>
                <a:latin typeface="Ubuntu"/>
                <a:ea typeface="+mn-ea"/>
                <a:cs typeface="+mn-cs"/>
              </a:endParaRPr>
            </a:p>
          </p:txBody>
        </p:sp>
        <p:sp>
          <p:nvSpPr>
            <p:cNvPr id="398" name="Star: 5 Points 397">
              <a:extLst>
                <a:ext uri="{FF2B5EF4-FFF2-40B4-BE49-F238E27FC236}">
                  <a16:creationId xmlns:a16="http://schemas.microsoft.com/office/drawing/2014/main" id="{829C3440-3B73-5FD4-8B83-F0442FD75B3E}"/>
                </a:ext>
              </a:extLst>
            </p:cNvPr>
            <p:cNvSpPr/>
            <p:nvPr/>
          </p:nvSpPr>
          <p:spPr>
            <a:xfrm>
              <a:off x="10566264" y="1616076"/>
              <a:ext cx="182880" cy="182880"/>
            </a:xfrm>
            <a:prstGeom prst="star5">
              <a:avLst/>
            </a:prstGeom>
            <a:solidFill>
              <a:srgbClr val="FFDA80"/>
            </a:solidFill>
            <a:ln w="12700" cap="flat" cmpd="sng" algn="ctr">
              <a:solidFill>
                <a:sysClr val="windowText" lastClr="000000">
                  <a:lumMod val="50000"/>
                  <a:lumOff val="50000"/>
                </a:sys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600" b="0" i="0" u="none" strike="noStrike" kern="0" cap="none" spc="0" normalizeH="0" baseline="0" noProof="0">
                <a:ln>
                  <a:noFill/>
                </a:ln>
                <a:solidFill>
                  <a:srgbClr val="FFFFFF"/>
                </a:solidFill>
                <a:effectLst/>
                <a:uLnTx/>
                <a:uFillTx/>
                <a:latin typeface="Ubuntu"/>
                <a:ea typeface="+mn-ea"/>
                <a:cs typeface="+mn-cs"/>
              </a:endParaRPr>
            </a:p>
          </p:txBody>
        </p:sp>
      </p:grpSp>
      <p:sp>
        <p:nvSpPr>
          <p:cNvPr id="399" name="Oval 398">
            <a:extLst>
              <a:ext uri="{FF2B5EF4-FFF2-40B4-BE49-F238E27FC236}">
                <a16:creationId xmlns:a16="http://schemas.microsoft.com/office/drawing/2014/main" id="{08344C69-CDA8-7144-DAAB-DAFBA25D51A6}"/>
              </a:ext>
            </a:extLst>
          </p:cNvPr>
          <p:cNvSpPr/>
          <p:nvPr/>
        </p:nvSpPr>
        <p:spPr>
          <a:xfrm>
            <a:off x="7545018" y="3216232"/>
            <a:ext cx="144000" cy="144000"/>
          </a:xfrm>
          <a:prstGeom prst="ellipse">
            <a:avLst/>
          </a:prstGeom>
          <a:solidFill>
            <a:srgbClr val="12ABDB"/>
          </a:solidFill>
          <a:ln w="12700" cap="flat" cmpd="sng" algn="ctr">
            <a:solidFill>
              <a:srgbClr val="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600" b="0" i="0" u="none" strike="noStrike" kern="0" cap="none" spc="0" normalizeH="0" baseline="0" noProof="0">
              <a:ln>
                <a:noFill/>
              </a:ln>
              <a:solidFill>
                <a:srgbClr val="FFFFFF"/>
              </a:solidFill>
              <a:effectLst/>
              <a:uLnTx/>
              <a:uFillTx/>
              <a:latin typeface="Ubuntu"/>
              <a:ea typeface="+mn-ea"/>
              <a:cs typeface="+mn-cs"/>
            </a:endParaRPr>
          </a:p>
        </p:txBody>
      </p:sp>
      <p:sp>
        <p:nvSpPr>
          <p:cNvPr id="400" name="Oval 399">
            <a:extLst>
              <a:ext uri="{FF2B5EF4-FFF2-40B4-BE49-F238E27FC236}">
                <a16:creationId xmlns:a16="http://schemas.microsoft.com/office/drawing/2014/main" id="{9A7B1CC4-EE0D-BAF8-3A1A-F1E561FB1B1C}"/>
              </a:ext>
            </a:extLst>
          </p:cNvPr>
          <p:cNvSpPr/>
          <p:nvPr/>
        </p:nvSpPr>
        <p:spPr>
          <a:xfrm>
            <a:off x="7330612" y="3705433"/>
            <a:ext cx="144000" cy="144000"/>
          </a:xfrm>
          <a:prstGeom prst="ellipse">
            <a:avLst/>
          </a:prstGeom>
          <a:solidFill>
            <a:srgbClr val="12ABDB"/>
          </a:solidFill>
          <a:ln w="12700" cap="flat" cmpd="sng" algn="ctr">
            <a:solidFill>
              <a:srgbClr val="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600" b="0" i="0" u="none" strike="noStrike" kern="0" cap="none" spc="0" normalizeH="0" baseline="0" noProof="0">
              <a:ln>
                <a:noFill/>
              </a:ln>
              <a:solidFill>
                <a:srgbClr val="FFFFFF"/>
              </a:solidFill>
              <a:effectLst/>
              <a:uLnTx/>
              <a:uFillTx/>
              <a:latin typeface="Ubuntu"/>
              <a:ea typeface="+mn-ea"/>
              <a:cs typeface="+mn-cs"/>
            </a:endParaRPr>
          </a:p>
        </p:txBody>
      </p:sp>
      <p:sp>
        <p:nvSpPr>
          <p:cNvPr id="402" name="Arrow: Pentagon 401">
            <a:extLst>
              <a:ext uri="{FF2B5EF4-FFF2-40B4-BE49-F238E27FC236}">
                <a16:creationId xmlns:a16="http://schemas.microsoft.com/office/drawing/2014/main" id="{968849AB-A8E1-2176-610B-C634423F865B}"/>
              </a:ext>
            </a:extLst>
          </p:cNvPr>
          <p:cNvSpPr/>
          <p:nvPr/>
        </p:nvSpPr>
        <p:spPr>
          <a:xfrm>
            <a:off x="5202460" y="2841073"/>
            <a:ext cx="1162914" cy="371024"/>
          </a:xfrm>
          <a:prstGeom prst="homePlate">
            <a:avLst/>
          </a:prstGeom>
          <a:solidFill>
            <a:srgbClr val="0070AD">
              <a:lumMod val="60000"/>
              <a:lumOff val="40000"/>
              <a:alpha val="52157"/>
            </a:srgbClr>
          </a:solidFill>
          <a:ln w="12700" cap="flat" cmpd="sng" algn="ctr">
            <a:solidFill>
              <a:srgbClr val="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600" b="0" i="0" u="none" strike="noStrike" kern="0" cap="none" spc="0" normalizeH="0" baseline="0" noProof="0">
              <a:ln>
                <a:noFill/>
              </a:ln>
              <a:solidFill>
                <a:srgbClr val="FFFFFF"/>
              </a:solidFill>
              <a:effectLst/>
              <a:uLnTx/>
              <a:uFillTx/>
              <a:latin typeface="Ubuntu"/>
              <a:ea typeface="+mn-ea"/>
              <a:cs typeface="+mn-cs"/>
            </a:endParaRPr>
          </a:p>
        </p:txBody>
      </p:sp>
      <p:sp>
        <p:nvSpPr>
          <p:cNvPr id="403" name="Oval 402">
            <a:extLst>
              <a:ext uri="{FF2B5EF4-FFF2-40B4-BE49-F238E27FC236}">
                <a16:creationId xmlns:a16="http://schemas.microsoft.com/office/drawing/2014/main" id="{F169DB4E-B175-3827-80F4-1DE5069DB9A7}"/>
              </a:ext>
            </a:extLst>
          </p:cNvPr>
          <p:cNvSpPr/>
          <p:nvPr/>
        </p:nvSpPr>
        <p:spPr>
          <a:xfrm>
            <a:off x="6335174" y="2961603"/>
            <a:ext cx="144000" cy="144000"/>
          </a:xfrm>
          <a:prstGeom prst="ellipse">
            <a:avLst/>
          </a:prstGeom>
          <a:solidFill>
            <a:srgbClr val="12ABDB"/>
          </a:solidFill>
          <a:ln w="12700" cap="flat" cmpd="sng" algn="ctr">
            <a:solidFill>
              <a:srgbClr val="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600" b="0" i="0" u="none" strike="noStrike" kern="0" cap="none" spc="0" normalizeH="0" baseline="0" noProof="0">
              <a:ln>
                <a:noFill/>
              </a:ln>
              <a:solidFill>
                <a:srgbClr val="FFFFFF"/>
              </a:solidFill>
              <a:effectLst/>
              <a:uLnTx/>
              <a:uFillTx/>
              <a:latin typeface="Ubuntu"/>
              <a:ea typeface="+mn-ea"/>
              <a:cs typeface="+mn-cs"/>
            </a:endParaRPr>
          </a:p>
        </p:txBody>
      </p:sp>
      <p:cxnSp>
        <p:nvCxnSpPr>
          <p:cNvPr id="406" name="Straight Connector 405">
            <a:extLst>
              <a:ext uri="{FF2B5EF4-FFF2-40B4-BE49-F238E27FC236}">
                <a16:creationId xmlns:a16="http://schemas.microsoft.com/office/drawing/2014/main" id="{9A339276-BE0D-2A80-D679-D7FCCE0BD4F1}"/>
              </a:ext>
            </a:extLst>
          </p:cNvPr>
          <p:cNvCxnSpPr>
            <a:cxnSpLocks/>
          </p:cNvCxnSpPr>
          <p:nvPr/>
        </p:nvCxnSpPr>
        <p:spPr>
          <a:xfrm flipV="1">
            <a:off x="7651734" y="3278619"/>
            <a:ext cx="412771" cy="8625"/>
          </a:xfrm>
          <a:prstGeom prst="line">
            <a:avLst/>
          </a:prstGeom>
          <a:noFill/>
          <a:ln w="38100" cap="flat" cmpd="sng" algn="ctr">
            <a:gradFill flip="none" rotWithShape="1">
              <a:gsLst>
                <a:gs pos="0">
                  <a:srgbClr val="0070AD">
                    <a:lumMod val="5000"/>
                    <a:lumOff val="95000"/>
                  </a:srgbClr>
                </a:gs>
                <a:gs pos="74000">
                  <a:srgbClr val="00B050"/>
                </a:gs>
                <a:gs pos="83000">
                  <a:srgbClr val="00B050"/>
                </a:gs>
                <a:gs pos="100000">
                  <a:srgbClr val="00B050"/>
                </a:gs>
              </a:gsLst>
              <a:lin ang="10800000" scaled="1"/>
              <a:tileRect/>
            </a:gradFill>
            <a:prstDash val="sysDot"/>
            <a:miter lim="800000"/>
          </a:ln>
          <a:effectLst/>
        </p:spPr>
      </p:cxnSp>
      <p:sp>
        <p:nvSpPr>
          <p:cNvPr id="407" name="Arrow: Pentagon 406">
            <a:extLst>
              <a:ext uri="{FF2B5EF4-FFF2-40B4-BE49-F238E27FC236}">
                <a16:creationId xmlns:a16="http://schemas.microsoft.com/office/drawing/2014/main" id="{F7A4B22F-F17B-5E19-D3FD-8BE3F90D9F52}"/>
              </a:ext>
            </a:extLst>
          </p:cNvPr>
          <p:cNvSpPr/>
          <p:nvPr/>
        </p:nvSpPr>
        <p:spPr>
          <a:xfrm>
            <a:off x="7254259" y="4445494"/>
            <a:ext cx="1770393" cy="371024"/>
          </a:xfrm>
          <a:prstGeom prst="homePlate">
            <a:avLst/>
          </a:prstGeom>
          <a:solidFill>
            <a:srgbClr val="0070AD">
              <a:lumMod val="60000"/>
              <a:lumOff val="40000"/>
              <a:alpha val="52157"/>
            </a:srgbClr>
          </a:solidFill>
          <a:ln w="12700" cap="flat" cmpd="sng" algn="ctr">
            <a:solidFill>
              <a:srgbClr val="FFFFFF"/>
            </a:solidFill>
            <a:prstDash val="solid"/>
            <a:miter lim="800000"/>
          </a:ln>
          <a:effectLst/>
        </p:spPr>
        <p:txBody>
          <a:bodyPr lIns="91440" tIns="45720" rIns="91440" bIns="4572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000" b="0" i="0" u="none" strike="noStrike" kern="0" cap="none" spc="0" normalizeH="0" baseline="0" noProof="0">
                <a:ln>
                  <a:noFill/>
                </a:ln>
                <a:solidFill>
                  <a:schemeClr val="tx1">
                    <a:lumMod val="50000"/>
                  </a:schemeClr>
                </a:solidFill>
                <a:effectLst/>
                <a:uLnTx/>
                <a:uFillTx/>
                <a:latin typeface="Ubuntu"/>
                <a:ea typeface="+mn-ea"/>
                <a:cs typeface="+mn-cs"/>
              </a:rPr>
              <a:t>Training &amp; Support Model</a:t>
            </a:r>
          </a:p>
        </p:txBody>
      </p:sp>
      <p:sp>
        <p:nvSpPr>
          <p:cNvPr id="409" name="Arrow: Pentagon 408">
            <a:extLst>
              <a:ext uri="{FF2B5EF4-FFF2-40B4-BE49-F238E27FC236}">
                <a16:creationId xmlns:a16="http://schemas.microsoft.com/office/drawing/2014/main" id="{027E946D-71E8-5B52-1D9B-45070EBB66A6}"/>
              </a:ext>
            </a:extLst>
          </p:cNvPr>
          <p:cNvSpPr/>
          <p:nvPr/>
        </p:nvSpPr>
        <p:spPr>
          <a:xfrm>
            <a:off x="9184992" y="4471833"/>
            <a:ext cx="1770393" cy="371024"/>
          </a:xfrm>
          <a:prstGeom prst="homePlate">
            <a:avLst/>
          </a:prstGeom>
          <a:solidFill>
            <a:srgbClr val="0070AD">
              <a:lumMod val="60000"/>
              <a:lumOff val="40000"/>
              <a:alpha val="52157"/>
            </a:srgbClr>
          </a:solidFill>
          <a:ln w="12700" cap="flat" cmpd="sng" algn="ctr">
            <a:solidFill>
              <a:srgbClr val="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600" b="0" i="0" u="none" strike="noStrike" kern="0" cap="none" spc="0" normalizeH="0" baseline="0" noProof="0">
              <a:ln>
                <a:noFill/>
              </a:ln>
              <a:solidFill>
                <a:srgbClr val="FFFFFF"/>
              </a:solidFill>
              <a:effectLst/>
              <a:uLnTx/>
              <a:uFillTx/>
              <a:latin typeface="Ubuntu"/>
              <a:ea typeface="+mn-ea"/>
              <a:cs typeface="+mn-cs"/>
            </a:endParaRPr>
          </a:p>
        </p:txBody>
      </p:sp>
      <p:sp>
        <p:nvSpPr>
          <p:cNvPr id="410" name="Oval 409">
            <a:extLst>
              <a:ext uri="{FF2B5EF4-FFF2-40B4-BE49-F238E27FC236}">
                <a16:creationId xmlns:a16="http://schemas.microsoft.com/office/drawing/2014/main" id="{E7BD5054-9CBD-5C90-DEA2-3D7D8BFFC413}"/>
              </a:ext>
            </a:extLst>
          </p:cNvPr>
          <p:cNvSpPr/>
          <p:nvPr/>
        </p:nvSpPr>
        <p:spPr>
          <a:xfrm>
            <a:off x="10927266" y="4563744"/>
            <a:ext cx="144000" cy="144000"/>
          </a:xfrm>
          <a:prstGeom prst="ellipse">
            <a:avLst/>
          </a:prstGeom>
          <a:solidFill>
            <a:srgbClr val="12ABDB"/>
          </a:solidFill>
          <a:ln w="12700" cap="flat" cmpd="sng" algn="ctr">
            <a:solidFill>
              <a:srgbClr val="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600" b="0" i="0" u="none" strike="noStrike" kern="0" cap="none" spc="0" normalizeH="0" baseline="0" noProof="0">
              <a:ln>
                <a:noFill/>
              </a:ln>
              <a:solidFill>
                <a:srgbClr val="FFFFFF"/>
              </a:solidFill>
              <a:effectLst/>
              <a:uLnTx/>
              <a:uFillTx/>
              <a:latin typeface="Ubuntu"/>
              <a:ea typeface="+mn-ea"/>
              <a:cs typeface="+mn-cs"/>
            </a:endParaRPr>
          </a:p>
        </p:txBody>
      </p:sp>
      <p:cxnSp>
        <p:nvCxnSpPr>
          <p:cNvPr id="411" name="Straight Connector 410">
            <a:extLst>
              <a:ext uri="{FF2B5EF4-FFF2-40B4-BE49-F238E27FC236}">
                <a16:creationId xmlns:a16="http://schemas.microsoft.com/office/drawing/2014/main" id="{C8D659AA-ED78-731F-9383-533A3DDA86E5}"/>
              </a:ext>
            </a:extLst>
          </p:cNvPr>
          <p:cNvCxnSpPr>
            <a:cxnSpLocks/>
          </p:cNvCxnSpPr>
          <p:nvPr/>
        </p:nvCxnSpPr>
        <p:spPr>
          <a:xfrm flipV="1">
            <a:off x="11138334" y="4615925"/>
            <a:ext cx="412771" cy="8625"/>
          </a:xfrm>
          <a:prstGeom prst="line">
            <a:avLst/>
          </a:prstGeom>
          <a:noFill/>
          <a:ln w="38100" cap="flat" cmpd="sng" algn="ctr">
            <a:gradFill flip="none" rotWithShape="1">
              <a:gsLst>
                <a:gs pos="0">
                  <a:srgbClr val="0070AD">
                    <a:lumMod val="5000"/>
                    <a:lumOff val="95000"/>
                  </a:srgbClr>
                </a:gs>
                <a:gs pos="74000">
                  <a:srgbClr val="00B050"/>
                </a:gs>
                <a:gs pos="83000">
                  <a:srgbClr val="00B050"/>
                </a:gs>
                <a:gs pos="100000">
                  <a:srgbClr val="00B050"/>
                </a:gs>
              </a:gsLst>
              <a:lin ang="10800000" scaled="1"/>
              <a:tileRect/>
            </a:gradFill>
            <a:prstDash val="sysDot"/>
            <a:miter lim="800000"/>
          </a:ln>
          <a:effectLst/>
        </p:spPr>
      </p:cxnSp>
      <p:sp>
        <p:nvSpPr>
          <p:cNvPr id="412" name="Arrow: Pentagon 411">
            <a:extLst>
              <a:ext uri="{FF2B5EF4-FFF2-40B4-BE49-F238E27FC236}">
                <a16:creationId xmlns:a16="http://schemas.microsoft.com/office/drawing/2014/main" id="{5EB05ABF-91DF-7BB3-3159-399DA9EF6FE8}"/>
              </a:ext>
            </a:extLst>
          </p:cNvPr>
          <p:cNvSpPr/>
          <p:nvPr/>
        </p:nvSpPr>
        <p:spPr>
          <a:xfrm>
            <a:off x="3207396" y="1601197"/>
            <a:ext cx="502920" cy="274320"/>
          </a:xfrm>
          <a:prstGeom prst="homePlate">
            <a:avLst/>
          </a:prstGeom>
          <a:solidFill>
            <a:srgbClr val="12ABDB"/>
          </a:solidFill>
          <a:ln w="12700" cap="flat" cmpd="sng" algn="ctr">
            <a:solidFill>
              <a:srgbClr val="FFFFFF"/>
            </a:solidFill>
            <a:prstDash val="solid"/>
            <a:miter lim="800000"/>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500" b="0" i="0" u="none" strike="noStrike" kern="0" cap="none" spc="0" normalizeH="0" baseline="0" noProof="0">
                <a:ln>
                  <a:noFill/>
                </a:ln>
                <a:solidFill>
                  <a:prstClr val="black"/>
                </a:solidFill>
                <a:effectLst/>
                <a:uLnTx/>
                <a:uFillTx/>
                <a:latin typeface="Ubuntu"/>
                <a:ea typeface="+mn-ea"/>
                <a:cs typeface="+mn-cs"/>
              </a:rPr>
              <a:t>Assess existing VM, KPIs/Metrics</a:t>
            </a:r>
          </a:p>
        </p:txBody>
      </p:sp>
      <p:sp>
        <p:nvSpPr>
          <p:cNvPr id="413" name="Arrow: Pentagon 412">
            <a:extLst>
              <a:ext uri="{FF2B5EF4-FFF2-40B4-BE49-F238E27FC236}">
                <a16:creationId xmlns:a16="http://schemas.microsoft.com/office/drawing/2014/main" id="{8B054D7E-CB3F-EBF3-E68E-1F7D6E0BB20E}"/>
              </a:ext>
            </a:extLst>
          </p:cNvPr>
          <p:cNvSpPr/>
          <p:nvPr/>
        </p:nvSpPr>
        <p:spPr>
          <a:xfrm>
            <a:off x="3854502" y="3588349"/>
            <a:ext cx="1770393" cy="371024"/>
          </a:xfrm>
          <a:prstGeom prst="homePlate">
            <a:avLst/>
          </a:prstGeom>
          <a:solidFill>
            <a:srgbClr val="0070AD">
              <a:lumMod val="60000"/>
              <a:lumOff val="40000"/>
              <a:alpha val="52157"/>
            </a:srgbClr>
          </a:solidFill>
          <a:ln w="12700" cap="flat" cmpd="sng" algn="ctr">
            <a:solidFill>
              <a:srgbClr val="FFFFFF"/>
            </a:solidFill>
            <a:prstDash val="solid"/>
            <a:miter lim="800000"/>
          </a:ln>
          <a:effectLst/>
        </p:spPr>
        <p:txBody>
          <a:bodyPr lIns="91440" tIns="45720" rIns="91440" bIns="4572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000" b="0" i="0" u="none" strike="noStrike" kern="0" cap="none" spc="0" normalizeH="0" baseline="0" noProof="0">
                <a:ln>
                  <a:noFill/>
                </a:ln>
                <a:solidFill>
                  <a:schemeClr val="tx1">
                    <a:lumMod val="50000"/>
                  </a:schemeClr>
                </a:solidFill>
                <a:effectLst/>
                <a:uLnTx/>
                <a:uFillTx/>
                <a:latin typeface="Ubuntu"/>
                <a:ea typeface="+mn-ea"/>
                <a:cs typeface="+mn-cs"/>
              </a:rPr>
              <a:t>Initiative 1 Implementation</a:t>
            </a:r>
          </a:p>
        </p:txBody>
      </p:sp>
      <p:sp>
        <p:nvSpPr>
          <p:cNvPr id="415" name="Arrow: Pentagon 414">
            <a:extLst>
              <a:ext uri="{FF2B5EF4-FFF2-40B4-BE49-F238E27FC236}">
                <a16:creationId xmlns:a16="http://schemas.microsoft.com/office/drawing/2014/main" id="{A9ED24B7-B3F9-3D28-2763-A0D477B96CF0}"/>
              </a:ext>
            </a:extLst>
          </p:cNvPr>
          <p:cNvSpPr/>
          <p:nvPr/>
        </p:nvSpPr>
        <p:spPr>
          <a:xfrm>
            <a:off x="5681910" y="3580053"/>
            <a:ext cx="1770393" cy="371024"/>
          </a:xfrm>
          <a:prstGeom prst="homePlate">
            <a:avLst/>
          </a:prstGeom>
          <a:solidFill>
            <a:srgbClr val="0070AD">
              <a:lumMod val="60000"/>
              <a:lumOff val="40000"/>
              <a:alpha val="52157"/>
            </a:srgbClr>
          </a:solidFill>
          <a:ln w="12700" cap="flat" cmpd="sng" algn="ctr">
            <a:solidFill>
              <a:srgbClr val="FFFFFF"/>
            </a:solidFill>
            <a:prstDash val="solid"/>
            <a:miter lim="800000"/>
          </a:ln>
          <a:effectLst/>
        </p:spPr>
        <p:txBody>
          <a:bodyPr lIns="91440" tIns="45720" rIns="91440" bIns="4572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000" b="0" i="0" u="none" strike="noStrike" kern="0" cap="none" spc="0" normalizeH="0" baseline="0" noProof="0">
                <a:ln>
                  <a:noFill/>
                </a:ln>
                <a:solidFill>
                  <a:schemeClr val="tx1">
                    <a:lumMod val="50000"/>
                  </a:schemeClr>
                </a:solidFill>
                <a:effectLst/>
                <a:uLnTx/>
                <a:uFillTx/>
                <a:latin typeface="Ubuntu"/>
                <a:ea typeface="+mn-ea"/>
                <a:cs typeface="+mn-cs"/>
              </a:rPr>
              <a:t>Initiative 2 Implementation</a:t>
            </a:r>
          </a:p>
        </p:txBody>
      </p:sp>
      <p:sp>
        <p:nvSpPr>
          <p:cNvPr id="416" name="Arrow: Pentagon 415">
            <a:extLst>
              <a:ext uri="{FF2B5EF4-FFF2-40B4-BE49-F238E27FC236}">
                <a16:creationId xmlns:a16="http://schemas.microsoft.com/office/drawing/2014/main" id="{5CE13CB0-ACBC-3C76-B3E5-380CD0AAA32B}"/>
              </a:ext>
            </a:extLst>
          </p:cNvPr>
          <p:cNvSpPr/>
          <p:nvPr/>
        </p:nvSpPr>
        <p:spPr>
          <a:xfrm>
            <a:off x="8180764" y="3585016"/>
            <a:ext cx="1770393" cy="371024"/>
          </a:xfrm>
          <a:prstGeom prst="homePlate">
            <a:avLst/>
          </a:prstGeom>
          <a:solidFill>
            <a:srgbClr val="0070AD">
              <a:lumMod val="60000"/>
              <a:lumOff val="40000"/>
              <a:alpha val="52157"/>
            </a:srgbClr>
          </a:solidFill>
          <a:ln w="12700" cap="flat" cmpd="sng" algn="ctr">
            <a:solidFill>
              <a:srgbClr val="FFFFFF"/>
            </a:solidFill>
            <a:prstDash val="solid"/>
            <a:miter lim="800000"/>
          </a:ln>
          <a:effectLst/>
        </p:spPr>
        <p:txBody>
          <a:bodyPr lIns="91440" tIns="45720" rIns="91440" bIns="4572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000" b="0" i="0" u="none" strike="noStrike" kern="0" cap="none" spc="0" normalizeH="0" baseline="0" noProof="0">
                <a:ln>
                  <a:noFill/>
                </a:ln>
                <a:solidFill>
                  <a:schemeClr val="tx1">
                    <a:lumMod val="50000"/>
                  </a:schemeClr>
                </a:solidFill>
                <a:effectLst/>
                <a:uLnTx/>
                <a:uFillTx/>
                <a:latin typeface="Ubuntu"/>
                <a:ea typeface="+mn-ea"/>
                <a:cs typeface="+mn-cs"/>
              </a:rPr>
              <a:t>Initiative 3 Implementation</a:t>
            </a:r>
          </a:p>
        </p:txBody>
      </p:sp>
      <p:sp>
        <p:nvSpPr>
          <p:cNvPr id="417" name="TextBox 416">
            <a:extLst>
              <a:ext uri="{FF2B5EF4-FFF2-40B4-BE49-F238E27FC236}">
                <a16:creationId xmlns:a16="http://schemas.microsoft.com/office/drawing/2014/main" id="{885277D5-CEB1-CC2A-2D4A-C03F40587DB1}"/>
              </a:ext>
            </a:extLst>
          </p:cNvPr>
          <p:cNvSpPr txBox="1"/>
          <p:nvPr/>
        </p:nvSpPr>
        <p:spPr>
          <a:xfrm>
            <a:off x="5422705" y="2936994"/>
            <a:ext cx="958474" cy="123111"/>
          </a:xfrm>
          <a:prstGeom prst="rect">
            <a:avLst/>
          </a:prstGeom>
          <a:noFill/>
        </p:spPr>
        <p:txBody>
          <a:bodyPr wrap="square" tIns="0" rIns="0" bIns="0" rtlCol="0">
            <a:spAutoFit/>
          </a:bodyPr>
          <a:lstStyle>
            <a:defPPr>
              <a:defRPr lang="pt-PT"/>
            </a:defPPr>
            <a:lvl1pPr>
              <a:defRPr sz="800"/>
            </a:lvl1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IN" sz="800" b="0" i="0" u="none" strike="noStrike" kern="0" cap="none" spc="0" normalizeH="0" baseline="0" noProof="0">
                <a:ln>
                  <a:noFill/>
                </a:ln>
                <a:solidFill>
                  <a:prstClr val="black"/>
                </a:solidFill>
                <a:effectLst/>
                <a:uLnTx/>
                <a:uFillTx/>
              </a:rPr>
              <a:t>Quick wins</a:t>
            </a:r>
          </a:p>
        </p:txBody>
      </p:sp>
      <p:sp>
        <p:nvSpPr>
          <p:cNvPr id="418" name="Arrow: Pentagon 417">
            <a:extLst>
              <a:ext uri="{FF2B5EF4-FFF2-40B4-BE49-F238E27FC236}">
                <a16:creationId xmlns:a16="http://schemas.microsoft.com/office/drawing/2014/main" id="{F4DF877C-D2FE-2428-6D93-6120CF7FDCBA}"/>
              </a:ext>
            </a:extLst>
          </p:cNvPr>
          <p:cNvSpPr/>
          <p:nvPr/>
        </p:nvSpPr>
        <p:spPr>
          <a:xfrm>
            <a:off x="3852631" y="4053844"/>
            <a:ext cx="1770393" cy="371024"/>
          </a:xfrm>
          <a:prstGeom prst="homePlate">
            <a:avLst/>
          </a:prstGeom>
          <a:solidFill>
            <a:srgbClr val="0070AD">
              <a:lumMod val="60000"/>
              <a:lumOff val="40000"/>
              <a:alpha val="52157"/>
            </a:srgbClr>
          </a:solidFill>
          <a:ln w="12700" cap="flat" cmpd="sng" algn="ctr">
            <a:solidFill>
              <a:srgbClr val="FFFFFF"/>
            </a:solidFill>
            <a:prstDash val="solid"/>
            <a:miter lim="800000"/>
          </a:ln>
          <a:effectLst/>
        </p:spPr>
        <p:txBody>
          <a:bodyPr lIns="91440" tIns="45720" rIns="91440" bIns="4572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000" b="0" i="0" u="none" strike="noStrike" kern="0" cap="none" spc="0" normalizeH="0" baseline="0" noProof="0">
                <a:ln>
                  <a:noFill/>
                </a:ln>
                <a:solidFill>
                  <a:schemeClr val="tx1">
                    <a:lumMod val="50000"/>
                  </a:schemeClr>
                </a:solidFill>
                <a:effectLst/>
                <a:uLnTx/>
                <a:uFillTx/>
                <a:latin typeface="Ubuntu"/>
                <a:ea typeface="+mn-ea"/>
                <a:cs typeface="+mn-cs"/>
              </a:rPr>
              <a:t>Security Compliance</a:t>
            </a:r>
          </a:p>
        </p:txBody>
      </p:sp>
      <p:sp>
        <p:nvSpPr>
          <p:cNvPr id="419" name="Arrow: Pentagon 418">
            <a:extLst>
              <a:ext uri="{FF2B5EF4-FFF2-40B4-BE49-F238E27FC236}">
                <a16:creationId xmlns:a16="http://schemas.microsoft.com/office/drawing/2014/main" id="{BE28E913-DC92-EF55-FE01-B66BFD6C3185}"/>
              </a:ext>
            </a:extLst>
          </p:cNvPr>
          <p:cNvSpPr/>
          <p:nvPr/>
        </p:nvSpPr>
        <p:spPr>
          <a:xfrm>
            <a:off x="5670325" y="4063247"/>
            <a:ext cx="1770393" cy="371024"/>
          </a:xfrm>
          <a:prstGeom prst="homePlate">
            <a:avLst/>
          </a:prstGeom>
          <a:solidFill>
            <a:srgbClr val="0070AD">
              <a:lumMod val="60000"/>
              <a:lumOff val="40000"/>
              <a:alpha val="52157"/>
            </a:srgbClr>
          </a:solidFill>
          <a:ln w="12700" cap="flat" cmpd="sng" algn="ctr">
            <a:solidFill>
              <a:srgbClr val="FFFFFF"/>
            </a:solidFill>
            <a:prstDash val="solid"/>
            <a:miter lim="800000"/>
          </a:ln>
          <a:effectLst/>
        </p:spPr>
        <p:txBody>
          <a:bodyPr lIns="91440" tIns="45720" rIns="91440" bIns="4572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000" b="0" i="0" u="none" strike="noStrike" kern="0" cap="none" spc="0" normalizeH="0" baseline="0" noProof="0">
                <a:ln>
                  <a:noFill/>
                </a:ln>
                <a:solidFill>
                  <a:schemeClr val="tx1">
                    <a:lumMod val="50000"/>
                  </a:schemeClr>
                </a:solidFill>
                <a:effectLst/>
                <a:uLnTx/>
                <a:uFillTx/>
                <a:latin typeface="Ubuntu"/>
                <a:ea typeface="+mn-ea"/>
                <a:cs typeface="+mn-cs"/>
              </a:rPr>
              <a:t>AI Pilots</a:t>
            </a:r>
            <a:endParaRPr kumimoji="0" lang="en-US" sz="1800" b="0" i="0" u="none" strike="noStrike" kern="0" cap="none" spc="0" normalizeH="0" baseline="0" noProof="0">
              <a:ln>
                <a:noFill/>
              </a:ln>
              <a:solidFill>
                <a:schemeClr val="tx1">
                  <a:lumMod val="50000"/>
                </a:schemeClr>
              </a:solidFill>
              <a:effectLst/>
              <a:uLnTx/>
              <a:uFillTx/>
              <a:latin typeface="Ubuntu"/>
              <a:ea typeface="+mn-ea"/>
              <a:cs typeface="+mn-cs"/>
            </a:endParaRPr>
          </a:p>
        </p:txBody>
      </p:sp>
      <p:sp>
        <p:nvSpPr>
          <p:cNvPr id="420" name="Arrow: Pentagon 419">
            <a:extLst>
              <a:ext uri="{FF2B5EF4-FFF2-40B4-BE49-F238E27FC236}">
                <a16:creationId xmlns:a16="http://schemas.microsoft.com/office/drawing/2014/main" id="{4D7DE907-BF50-C737-2877-653985F7F0CD}"/>
              </a:ext>
            </a:extLst>
          </p:cNvPr>
          <p:cNvSpPr/>
          <p:nvPr/>
        </p:nvSpPr>
        <p:spPr>
          <a:xfrm>
            <a:off x="3728605" y="1601197"/>
            <a:ext cx="807760" cy="282637"/>
          </a:xfrm>
          <a:prstGeom prst="homePlate">
            <a:avLst/>
          </a:prstGeom>
          <a:solidFill>
            <a:srgbClr val="12ABDB"/>
          </a:solidFill>
          <a:ln w="12700" cap="flat" cmpd="sng" algn="ctr">
            <a:solidFill>
              <a:srgbClr val="FFFFFF"/>
            </a:solidFill>
            <a:prstDash val="solid"/>
            <a:miter lim="800000"/>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500" b="0" i="0" u="none" strike="noStrike" kern="0" cap="none" spc="0" normalizeH="0" baseline="0" noProof="0">
                <a:ln>
                  <a:noFill/>
                </a:ln>
                <a:solidFill>
                  <a:prstClr val="black"/>
                </a:solidFill>
                <a:effectLst/>
                <a:uLnTx/>
                <a:uFillTx/>
                <a:latin typeface="Ubuntu"/>
                <a:ea typeface="+mn-ea"/>
                <a:cs typeface="+mn-cs"/>
              </a:rPr>
              <a:t>Design VRO capability, org structure,  governance &amp; processes</a:t>
            </a:r>
          </a:p>
        </p:txBody>
      </p:sp>
      <p:sp>
        <p:nvSpPr>
          <p:cNvPr id="421" name="Arrow: Pentagon 420">
            <a:extLst>
              <a:ext uri="{FF2B5EF4-FFF2-40B4-BE49-F238E27FC236}">
                <a16:creationId xmlns:a16="http://schemas.microsoft.com/office/drawing/2014/main" id="{FD7F8324-25B8-C953-B612-F190C4632C71}"/>
              </a:ext>
            </a:extLst>
          </p:cNvPr>
          <p:cNvSpPr/>
          <p:nvPr/>
        </p:nvSpPr>
        <p:spPr>
          <a:xfrm>
            <a:off x="5202460" y="5256344"/>
            <a:ext cx="6126480" cy="182880"/>
          </a:xfrm>
          <a:prstGeom prst="homePlate">
            <a:avLst/>
          </a:prstGeom>
          <a:solidFill>
            <a:srgbClr val="12ABDB"/>
          </a:solidFill>
          <a:ln w="12700" cap="flat" cmpd="sng" algn="ctr">
            <a:solidFill>
              <a:srgbClr val="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prstClr val="black"/>
                </a:solidFill>
                <a:effectLst/>
                <a:uLnTx/>
                <a:uFillTx/>
                <a:latin typeface="Ubuntu"/>
                <a:ea typeface="+mn-ea"/>
                <a:cs typeface="+mn-cs"/>
              </a:rPr>
              <a:t>Design KPI definition card incl. baseline, perf targets &amp; milestones</a:t>
            </a:r>
          </a:p>
        </p:txBody>
      </p:sp>
      <p:sp>
        <p:nvSpPr>
          <p:cNvPr id="422" name="Arrow: Pentagon 421">
            <a:extLst>
              <a:ext uri="{FF2B5EF4-FFF2-40B4-BE49-F238E27FC236}">
                <a16:creationId xmlns:a16="http://schemas.microsoft.com/office/drawing/2014/main" id="{D61A0BFD-BAF2-5A47-7FD1-4A4380F3F36C}"/>
              </a:ext>
            </a:extLst>
          </p:cNvPr>
          <p:cNvSpPr/>
          <p:nvPr/>
        </p:nvSpPr>
        <p:spPr>
          <a:xfrm>
            <a:off x="5483997" y="5463833"/>
            <a:ext cx="5852160" cy="182880"/>
          </a:xfrm>
          <a:prstGeom prst="homePlate">
            <a:avLst/>
          </a:prstGeom>
          <a:solidFill>
            <a:srgbClr val="12ABDB"/>
          </a:solidFill>
          <a:ln w="12700" cap="flat" cmpd="sng" algn="ctr">
            <a:solidFill>
              <a:srgbClr val="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prstClr val="black"/>
                </a:solidFill>
                <a:effectLst/>
                <a:uLnTx/>
                <a:uFillTx/>
                <a:latin typeface="Ubuntu"/>
                <a:ea typeface="+mn-ea"/>
                <a:cs typeface="+mn-cs"/>
              </a:rPr>
              <a:t>Assess data capture, automation &amp; assessment strategy per KPI</a:t>
            </a:r>
          </a:p>
        </p:txBody>
      </p:sp>
      <p:sp>
        <p:nvSpPr>
          <p:cNvPr id="423" name="Arrow: Pentagon 422">
            <a:extLst>
              <a:ext uri="{FF2B5EF4-FFF2-40B4-BE49-F238E27FC236}">
                <a16:creationId xmlns:a16="http://schemas.microsoft.com/office/drawing/2014/main" id="{BAA67A7D-C6CA-04DA-7C86-220BDF78BB94}"/>
              </a:ext>
            </a:extLst>
          </p:cNvPr>
          <p:cNvSpPr/>
          <p:nvPr/>
        </p:nvSpPr>
        <p:spPr>
          <a:xfrm>
            <a:off x="4529853" y="5050730"/>
            <a:ext cx="731520" cy="274319"/>
          </a:xfrm>
          <a:prstGeom prst="homePlate">
            <a:avLst/>
          </a:prstGeom>
          <a:solidFill>
            <a:srgbClr val="12ABDB"/>
          </a:solidFill>
          <a:ln w="12700" cap="flat" cmpd="sng" algn="ctr">
            <a:solidFill>
              <a:srgbClr val="FFFFFF"/>
            </a:solidFill>
            <a:prstDash val="solid"/>
            <a:miter lim="800000"/>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600" b="0" i="0" u="none" strike="noStrike" kern="0" cap="none" spc="0" normalizeH="0" baseline="0" noProof="0">
                <a:ln>
                  <a:noFill/>
                </a:ln>
                <a:solidFill>
                  <a:prstClr val="black"/>
                </a:solidFill>
                <a:effectLst/>
                <a:uLnTx/>
                <a:uFillTx/>
                <a:latin typeface="Ubuntu"/>
                <a:ea typeface="+mn-ea"/>
                <a:cs typeface="+mn-cs"/>
              </a:rPr>
              <a:t>Design reporting templates and dashboards</a:t>
            </a:r>
          </a:p>
        </p:txBody>
      </p:sp>
      <p:sp>
        <p:nvSpPr>
          <p:cNvPr id="424" name="Arrow: Pentagon 423">
            <a:extLst>
              <a:ext uri="{FF2B5EF4-FFF2-40B4-BE49-F238E27FC236}">
                <a16:creationId xmlns:a16="http://schemas.microsoft.com/office/drawing/2014/main" id="{03794055-B907-C9BB-BB37-441862C96A2B}"/>
              </a:ext>
            </a:extLst>
          </p:cNvPr>
          <p:cNvSpPr/>
          <p:nvPr/>
        </p:nvSpPr>
        <p:spPr>
          <a:xfrm>
            <a:off x="6593587" y="5782838"/>
            <a:ext cx="4297680" cy="274320"/>
          </a:xfrm>
          <a:prstGeom prst="homePlate">
            <a:avLst/>
          </a:prstGeom>
          <a:solidFill>
            <a:srgbClr val="12ABDB"/>
          </a:solidFill>
          <a:ln w="12700" cap="flat" cmpd="sng" algn="ctr">
            <a:solidFill>
              <a:srgbClr val="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prstClr val="black"/>
                </a:solidFill>
                <a:effectLst/>
                <a:uLnTx/>
                <a:uFillTx/>
                <a:latin typeface="Ubuntu"/>
                <a:ea typeface="+mn-ea"/>
                <a:cs typeface="+mn-cs"/>
              </a:rPr>
              <a:t>Collect data per KPI &amp; measure against baseline &amp; target</a:t>
            </a:r>
          </a:p>
        </p:txBody>
      </p:sp>
      <p:sp>
        <p:nvSpPr>
          <p:cNvPr id="425" name="Arrow: Pentagon 424">
            <a:extLst>
              <a:ext uri="{FF2B5EF4-FFF2-40B4-BE49-F238E27FC236}">
                <a16:creationId xmlns:a16="http://schemas.microsoft.com/office/drawing/2014/main" id="{937ABA46-1BC8-6707-5979-A96BE4447A3C}"/>
              </a:ext>
            </a:extLst>
          </p:cNvPr>
          <p:cNvSpPr/>
          <p:nvPr/>
        </p:nvSpPr>
        <p:spPr>
          <a:xfrm>
            <a:off x="6593587" y="6107142"/>
            <a:ext cx="4297680" cy="274320"/>
          </a:xfrm>
          <a:prstGeom prst="homePlate">
            <a:avLst/>
          </a:prstGeom>
          <a:solidFill>
            <a:srgbClr val="12ABDB"/>
          </a:solidFill>
          <a:ln w="12700" cap="flat" cmpd="sng" algn="ctr">
            <a:solidFill>
              <a:srgbClr val="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prstClr val="black"/>
                </a:solidFill>
                <a:effectLst/>
                <a:uLnTx/>
                <a:uFillTx/>
                <a:latin typeface="Ubuntu"/>
                <a:ea typeface="+mn-ea"/>
                <a:cs typeface="+mn-cs"/>
              </a:rPr>
              <a:t>Generate relevant reports and incorporate feedback</a:t>
            </a:r>
          </a:p>
        </p:txBody>
      </p:sp>
      <p:sp>
        <p:nvSpPr>
          <p:cNvPr id="426" name="Arrow: Pentagon 425">
            <a:extLst>
              <a:ext uri="{FF2B5EF4-FFF2-40B4-BE49-F238E27FC236}">
                <a16:creationId xmlns:a16="http://schemas.microsoft.com/office/drawing/2014/main" id="{4E63D73F-4A29-DFBB-C49B-CD8E3AF1E29B}"/>
              </a:ext>
            </a:extLst>
          </p:cNvPr>
          <p:cNvSpPr/>
          <p:nvPr/>
        </p:nvSpPr>
        <p:spPr>
          <a:xfrm>
            <a:off x="3728604" y="1912610"/>
            <a:ext cx="807760" cy="306089"/>
          </a:xfrm>
          <a:prstGeom prst="homePlate">
            <a:avLst/>
          </a:prstGeom>
          <a:solidFill>
            <a:srgbClr val="12ABDB"/>
          </a:solidFill>
          <a:ln w="12700" cap="flat" cmpd="sng" algn="ctr">
            <a:solidFill>
              <a:srgbClr val="FFFFFF"/>
            </a:solidFill>
            <a:prstDash val="solid"/>
            <a:miter lim="800000"/>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500" b="0" i="0" u="none" strike="noStrike" kern="0" cap="none" spc="0" normalizeH="0" baseline="0" noProof="0">
                <a:ln>
                  <a:noFill/>
                </a:ln>
                <a:solidFill>
                  <a:prstClr val="black"/>
                </a:solidFill>
                <a:effectLst/>
                <a:uLnTx/>
                <a:uFillTx/>
                <a:latin typeface="Ubuntu"/>
                <a:ea typeface="+mn-ea"/>
                <a:cs typeface="+mn-cs"/>
              </a:rPr>
              <a:t>Define KPI Value Hypothesis &amp; linked financial metrics</a:t>
            </a:r>
          </a:p>
        </p:txBody>
      </p:sp>
      <p:sp>
        <p:nvSpPr>
          <p:cNvPr id="427" name="Arrow: Chevron 426">
            <a:extLst>
              <a:ext uri="{FF2B5EF4-FFF2-40B4-BE49-F238E27FC236}">
                <a16:creationId xmlns:a16="http://schemas.microsoft.com/office/drawing/2014/main" id="{E503C193-0F3D-6C51-5660-3A5AAB140E8E}"/>
              </a:ext>
            </a:extLst>
          </p:cNvPr>
          <p:cNvSpPr/>
          <p:nvPr/>
        </p:nvSpPr>
        <p:spPr>
          <a:xfrm>
            <a:off x="10822112" y="5782574"/>
            <a:ext cx="182880" cy="274320"/>
          </a:xfrm>
          <a:prstGeom prst="chevron">
            <a:avLst/>
          </a:prstGeom>
          <a:solidFill>
            <a:srgbClr val="12ABDB"/>
          </a:solidFill>
          <a:ln w="12700" cap="flat" cmpd="sng" algn="ctr">
            <a:solidFill>
              <a:srgbClr val="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800" b="0" i="0" u="none" strike="noStrike" kern="0" cap="none" spc="0" normalizeH="0" baseline="0" noProof="0">
              <a:ln>
                <a:noFill/>
              </a:ln>
              <a:solidFill>
                <a:prstClr val="black"/>
              </a:solidFill>
              <a:effectLst/>
              <a:uLnTx/>
              <a:uFillTx/>
              <a:latin typeface="Ubuntu"/>
              <a:ea typeface="+mn-ea"/>
              <a:cs typeface="+mn-cs"/>
            </a:endParaRPr>
          </a:p>
        </p:txBody>
      </p:sp>
      <p:sp>
        <p:nvSpPr>
          <p:cNvPr id="428" name="Arrow: Chevron 427">
            <a:extLst>
              <a:ext uri="{FF2B5EF4-FFF2-40B4-BE49-F238E27FC236}">
                <a16:creationId xmlns:a16="http://schemas.microsoft.com/office/drawing/2014/main" id="{15351A86-5EAF-F879-DC16-0A2E610728D2}"/>
              </a:ext>
            </a:extLst>
          </p:cNvPr>
          <p:cNvSpPr/>
          <p:nvPr/>
        </p:nvSpPr>
        <p:spPr>
          <a:xfrm>
            <a:off x="10955385" y="5782574"/>
            <a:ext cx="182880" cy="274320"/>
          </a:xfrm>
          <a:prstGeom prst="chevron">
            <a:avLst/>
          </a:prstGeom>
          <a:solidFill>
            <a:srgbClr val="12ABDB">
              <a:lumMod val="40000"/>
              <a:lumOff val="60000"/>
            </a:srgbClr>
          </a:solidFill>
          <a:ln w="12700" cap="flat" cmpd="sng" algn="ctr">
            <a:solidFill>
              <a:srgbClr val="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800" b="0" i="0" u="none" strike="noStrike" kern="0" cap="none" spc="0" normalizeH="0" baseline="0" noProof="0">
              <a:ln>
                <a:noFill/>
              </a:ln>
              <a:solidFill>
                <a:prstClr val="black"/>
              </a:solidFill>
              <a:effectLst/>
              <a:uLnTx/>
              <a:uFillTx/>
              <a:latin typeface="Ubuntu"/>
              <a:ea typeface="+mn-ea"/>
              <a:cs typeface="+mn-cs"/>
            </a:endParaRPr>
          </a:p>
        </p:txBody>
      </p:sp>
      <p:sp>
        <p:nvSpPr>
          <p:cNvPr id="429" name="Arrow: Chevron 428">
            <a:extLst>
              <a:ext uri="{FF2B5EF4-FFF2-40B4-BE49-F238E27FC236}">
                <a16:creationId xmlns:a16="http://schemas.microsoft.com/office/drawing/2014/main" id="{AD00C659-8717-B532-01BE-9DF6E8851DEF}"/>
              </a:ext>
            </a:extLst>
          </p:cNvPr>
          <p:cNvSpPr/>
          <p:nvPr/>
        </p:nvSpPr>
        <p:spPr>
          <a:xfrm>
            <a:off x="11102030" y="5781407"/>
            <a:ext cx="182880" cy="274320"/>
          </a:xfrm>
          <a:prstGeom prst="chevron">
            <a:avLst/>
          </a:prstGeom>
          <a:solidFill>
            <a:srgbClr val="F6F6F6">
              <a:lumMod val="90000"/>
            </a:srgbClr>
          </a:solidFill>
          <a:ln w="12700" cap="flat" cmpd="sng" algn="ctr">
            <a:solidFill>
              <a:srgbClr val="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800" b="0" i="0" u="none" strike="noStrike" kern="0" cap="none" spc="0" normalizeH="0" baseline="0" noProof="0">
              <a:ln>
                <a:noFill/>
              </a:ln>
              <a:solidFill>
                <a:prstClr val="black"/>
              </a:solidFill>
              <a:effectLst/>
              <a:uLnTx/>
              <a:uFillTx/>
              <a:latin typeface="Ubuntu"/>
              <a:ea typeface="+mn-ea"/>
              <a:cs typeface="+mn-cs"/>
            </a:endParaRPr>
          </a:p>
        </p:txBody>
      </p:sp>
      <p:sp>
        <p:nvSpPr>
          <p:cNvPr id="430" name="Arrow: Chevron 429">
            <a:extLst>
              <a:ext uri="{FF2B5EF4-FFF2-40B4-BE49-F238E27FC236}">
                <a16:creationId xmlns:a16="http://schemas.microsoft.com/office/drawing/2014/main" id="{B32030D4-AC1C-3D08-BCBB-597455667782}"/>
              </a:ext>
            </a:extLst>
          </p:cNvPr>
          <p:cNvSpPr/>
          <p:nvPr/>
        </p:nvSpPr>
        <p:spPr>
          <a:xfrm>
            <a:off x="10808909" y="6112812"/>
            <a:ext cx="182880" cy="274320"/>
          </a:xfrm>
          <a:prstGeom prst="chevron">
            <a:avLst/>
          </a:prstGeom>
          <a:solidFill>
            <a:srgbClr val="12ABDB"/>
          </a:solidFill>
          <a:ln w="12700" cap="flat" cmpd="sng" algn="ctr">
            <a:solidFill>
              <a:srgbClr val="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800" b="0" i="0" u="none" strike="noStrike" kern="0" cap="none" spc="0" normalizeH="0" baseline="0" noProof="0">
              <a:ln>
                <a:noFill/>
              </a:ln>
              <a:solidFill>
                <a:prstClr val="black"/>
              </a:solidFill>
              <a:effectLst/>
              <a:uLnTx/>
              <a:uFillTx/>
              <a:latin typeface="Ubuntu"/>
              <a:ea typeface="+mn-ea"/>
              <a:cs typeface="+mn-cs"/>
            </a:endParaRPr>
          </a:p>
        </p:txBody>
      </p:sp>
      <p:sp>
        <p:nvSpPr>
          <p:cNvPr id="431" name="Arrow: Chevron 430">
            <a:extLst>
              <a:ext uri="{FF2B5EF4-FFF2-40B4-BE49-F238E27FC236}">
                <a16:creationId xmlns:a16="http://schemas.microsoft.com/office/drawing/2014/main" id="{4EA63E99-B4BC-E01E-FFA3-FF3007A1902C}"/>
              </a:ext>
            </a:extLst>
          </p:cNvPr>
          <p:cNvSpPr/>
          <p:nvPr/>
        </p:nvSpPr>
        <p:spPr>
          <a:xfrm>
            <a:off x="10942182" y="6112812"/>
            <a:ext cx="182880" cy="274320"/>
          </a:xfrm>
          <a:prstGeom prst="chevron">
            <a:avLst/>
          </a:prstGeom>
          <a:solidFill>
            <a:srgbClr val="12ABDB">
              <a:lumMod val="40000"/>
              <a:lumOff val="60000"/>
            </a:srgbClr>
          </a:solidFill>
          <a:ln w="12700" cap="flat" cmpd="sng" algn="ctr">
            <a:solidFill>
              <a:srgbClr val="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800" b="0" i="0" u="none" strike="noStrike" kern="0" cap="none" spc="0" normalizeH="0" baseline="0" noProof="0">
              <a:ln>
                <a:noFill/>
              </a:ln>
              <a:solidFill>
                <a:prstClr val="black"/>
              </a:solidFill>
              <a:effectLst/>
              <a:uLnTx/>
              <a:uFillTx/>
              <a:latin typeface="Ubuntu"/>
              <a:ea typeface="+mn-ea"/>
              <a:cs typeface="+mn-cs"/>
            </a:endParaRPr>
          </a:p>
        </p:txBody>
      </p:sp>
      <p:sp>
        <p:nvSpPr>
          <p:cNvPr id="432" name="Arrow: Chevron 431">
            <a:extLst>
              <a:ext uri="{FF2B5EF4-FFF2-40B4-BE49-F238E27FC236}">
                <a16:creationId xmlns:a16="http://schemas.microsoft.com/office/drawing/2014/main" id="{1B3A7A5A-33D7-4CB6-AED2-2CDC658BAD14}"/>
              </a:ext>
            </a:extLst>
          </p:cNvPr>
          <p:cNvSpPr/>
          <p:nvPr/>
        </p:nvSpPr>
        <p:spPr>
          <a:xfrm>
            <a:off x="11088827" y="6111645"/>
            <a:ext cx="182880" cy="274320"/>
          </a:xfrm>
          <a:prstGeom prst="chevron">
            <a:avLst/>
          </a:prstGeom>
          <a:solidFill>
            <a:srgbClr val="F6F6F6">
              <a:lumMod val="90000"/>
            </a:srgbClr>
          </a:solidFill>
          <a:ln w="12700" cap="flat" cmpd="sng" algn="ctr">
            <a:solidFill>
              <a:srgbClr val="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800" b="0" i="0" u="none" strike="noStrike" kern="0" cap="none" spc="0" normalizeH="0" baseline="0" noProof="0">
              <a:ln>
                <a:noFill/>
              </a:ln>
              <a:solidFill>
                <a:prstClr val="black"/>
              </a:solidFill>
              <a:effectLst/>
              <a:uLnTx/>
              <a:uFillTx/>
              <a:latin typeface="Ubuntu"/>
              <a:ea typeface="+mn-ea"/>
              <a:cs typeface="+mn-cs"/>
            </a:endParaRPr>
          </a:p>
        </p:txBody>
      </p:sp>
      <p:pic>
        <p:nvPicPr>
          <p:cNvPr id="433" name="Graphic 432" descr="Stopwatch 25% with solid fill">
            <a:extLst>
              <a:ext uri="{FF2B5EF4-FFF2-40B4-BE49-F238E27FC236}">
                <a16:creationId xmlns:a16="http://schemas.microsoft.com/office/drawing/2014/main" id="{C711B7B6-AABD-FBFB-7A27-01828342C91D}"/>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261836" y="385208"/>
            <a:ext cx="274320" cy="274320"/>
          </a:xfrm>
          <a:prstGeom prst="rect">
            <a:avLst/>
          </a:prstGeom>
        </p:spPr>
      </p:pic>
      <p:pic>
        <p:nvPicPr>
          <p:cNvPr id="434" name="Graphic 433" descr="Stopwatch 75% with solid fill">
            <a:extLst>
              <a:ext uri="{FF2B5EF4-FFF2-40B4-BE49-F238E27FC236}">
                <a16:creationId xmlns:a16="http://schemas.microsoft.com/office/drawing/2014/main" id="{73417A86-081B-5885-EC3A-66DFA57C3DDC}"/>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566464" y="411297"/>
            <a:ext cx="274320" cy="274320"/>
          </a:xfrm>
          <a:prstGeom prst="rect">
            <a:avLst/>
          </a:prstGeom>
        </p:spPr>
      </p:pic>
      <p:sp>
        <p:nvSpPr>
          <p:cNvPr id="435" name="TextBox 434">
            <a:extLst>
              <a:ext uri="{FF2B5EF4-FFF2-40B4-BE49-F238E27FC236}">
                <a16:creationId xmlns:a16="http://schemas.microsoft.com/office/drawing/2014/main" id="{93F412C8-9808-6D73-7A44-91F1B7FBBBC3}"/>
              </a:ext>
            </a:extLst>
          </p:cNvPr>
          <p:cNvSpPr txBox="1"/>
          <p:nvPr/>
        </p:nvSpPr>
        <p:spPr>
          <a:xfrm>
            <a:off x="6453174" y="401873"/>
            <a:ext cx="737707" cy="233014"/>
          </a:xfrm>
          <a:prstGeom prst="rect">
            <a:avLst/>
          </a:prstGeom>
          <a:noFill/>
        </p:spPr>
        <p:txBody>
          <a:bodyPr vert="horz" wrap="square" lIns="90000" tIns="46800" rIns="90000" bIns="46800" rtlCol="0" anchor="ctr">
            <a:spAutoFit/>
          </a:bodyPr>
          <a:lstStyle/>
          <a:p>
            <a:pPr marL="0" marR="0" lvl="0" indent="0" defTabSz="914400" eaLnBrk="1" fontAlgn="auto" latinLnBrk="0" hangingPunct="1">
              <a:lnSpc>
                <a:spcPct val="100000"/>
              </a:lnSpc>
              <a:spcBef>
                <a:spcPct val="0"/>
              </a:spcBef>
              <a:spcAft>
                <a:spcPts val="0"/>
              </a:spcAft>
              <a:buClrTx/>
              <a:buSzTx/>
              <a:buFontTx/>
              <a:buNone/>
              <a:tabLst/>
              <a:defRPr/>
            </a:pPr>
            <a:r>
              <a:rPr kumimoji="0" lang="en-IN" sz="900" b="0" i="0" u="none" strike="noStrike" kern="0" cap="none" spc="0" normalizeH="0" baseline="0" noProof="0">
                <a:ln>
                  <a:noFill/>
                </a:ln>
                <a:solidFill>
                  <a:srgbClr val="FFFFFF"/>
                </a:solidFill>
                <a:effectLst/>
                <a:uLnTx/>
                <a:uFillTx/>
              </a:rPr>
              <a:t>Quick wins</a:t>
            </a:r>
          </a:p>
        </p:txBody>
      </p:sp>
      <p:sp>
        <p:nvSpPr>
          <p:cNvPr id="436" name="TextBox 435">
            <a:extLst>
              <a:ext uri="{FF2B5EF4-FFF2-40B4-BE49-F238E27FC236}">
                <a16:creationId xmlns:a16="http://schemas.microsoft.com/office/drawing/2014/main" id="{EDA63990-8219-6D14-A646-99886887238A}"/>
              </a:ext>
            </a:extLst>
          </p:cNvPr>
          <p:cNvSpPr txBox="1"/>
          <p:nvPr/>
        </p:nvSpPr>
        <p:spPr>
          <a:xfrm>
            <a:off x="7752168" y="418315"/>
            <a:ext cx="1244365" cy="233014"/>
          </a:xfrm>
          <a:prstGeom prst="rect">
            <a:avLst/>
          </a:prstGeom>
          <a:noFill/>
        </p:spPr>
        <p:txBody>
          <a:bodyPr vert="horz" wrap="square" lIns="90000" tIns="46800" rIns="90000" bIns="46800" rtlCol="0" anchor="ctr">
            <a:spAutoFit/>
          </a:bodyPr>
          <a:lstStyle/>
          <a:p>
            <a:pPr marL="0" marR="0" lvl="0" indent="0" defTabSz="914400" eaLnBrk="1" fontAlgn="auto" latinLnBrk="0" hangingPunct="1">
              <a:lnSpc>
                <a:spcPct val="100000"/>
              </a:lnSpc>
              <a:spcBef>
                <a:spcPct val="0"/>
              </a:spcBef>
              <a:spcAft>
                <a:spcPts val="0"/>
              </a:spcAft>
              <a:buClrTx/>
              <a:buSzTx/>
              <a:buFontTx/>
              <a:buNone/>
              <a:tabLst/>
              <a:defRPr/>
            </a:pPr>
            <a:r>
              <a:rPr kumimoji="0" lang="en-IN" sz="900" b="0" i="0" u="none" strike="noStrike" kern="0" cap="none" spc="0" normalizeH="0" baseline="0" noProof="0">
                <a:ln>
                  <a:noFill/>
                </a:ln>
                <a:solidFill>
                  <a:srgbClr val="FFFFFF"/>
                </a:solidFill>
                <a:effectLst/>
                <a:uLnTx/>
                <a:uFillTx/>
              </a:rPr>
              <a:t>Long term savings</a:t>
            </a:r>
          </a:p>
        </p:txBody>
      </p:sp>
      <p:pic>
        <p:nvPicPr>
          <p:cNvPr id="437" name="Graphic 436" descr="Stopwatch 25% with solid fill">
            <a:extLst>
              <a:ext uri="{FF2B5EF4-FFF2-40B4-BE49-F238E27FC236}">
                <a16:creationId xmlns:a16="http://schemas.microsoft.com/office/drawing/2014/main" id="{5F8FFC4E-1AFF-4721-D516-826F596ED004}"/>
              </a:ext>
            </a:extLst>
          </p:cNvPr>
          <p:cNvPicPr>
            <a:picLocks noChangeAspect="1"/>
          </p:cNvPicPr>
          <p:nvPr/>
        </p:nvPicPr>
        <p:blipFill>
          <a:blip r:embed="rId3">
            <a:extLst>
              <a:ext uri="{96DAC541-7B7A-43D3-8B79-37D633B846F1}">
                <asvg:svgBlip xmlns:asvg="http://schemas.microsoft.com/office/drawing/2016/SVG/main" r:embed="rId11"/>
              </a:ext>
            </a:extLst>
          </a:blip>
          <a:stretch>
            <a:fillRect/>
          </a:stretch>
        </p:blipFill>
        <p:spPr>
          <a:xfrm>
            <a:off x="5246262" y="2861544"/>
            <a:ext cx="274320" cy="274320"/>
          </a:xfrm>
          <a:prstGeom prst="rect">
            <a:avLst/>
          </a:prstGeom>
        </p:spPr>
      </p:pic>
      <p:sp>
        <p:nvSpPr>
          <p:cNvPr id="445" name="TextBox 444">
            <a:extLst>
              <a:ext uri="{FF2B5EF4-FFF2-40B4-BE49-F238E27FC236}">
                <a16:creationId xmlns:a16="http://schemas.microsoft.com/office/drawing/2014/main" id="{A8AAA53C-0FA9-189F-4F65-5A3039FD89DC}"/>
              </a:ext>
            </a:extLst>
          </p:cNvPr>
          <p:cNvSpPr txBox="1"/>
          <p:nvPr/>
        </p:nvSpPr>
        <p:spPr>
          <a:xfrm>
            <a:off x="9578340" y="4587844"/>
            <a:ext cx="958474" cy="123111"/>
          </a:xfrm>
          <a:prstGeom prst="rect">
            <a:avLst/>
          </a:prstGeom>
          <a:noFill/>
        </p:spPr>
        <p:txBody>
          <a:bodyPr wrap="square" tIns="0" rIns="0" bIns="0" rtlCol="0">
            <a:spAutoFit/>
          </a:bodyPr>
          <a:lstStyle>
            <a:defPPr>
              <a:defRPr lang="pt-PT"/>
            </a:defPPr>
            <a:lvl1pPr>
              <a:defRPr sz="800"/>
            </a:lvl1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IN" sz="800" b="0" i="0" u="none" strike="noStrike" kern="0" cap="none" spc="0" normalizeH="0" baseline="0" noProof="0">
                <a:ln>
                  <a:noFill/>
                </a:ln>
                <a:solidFill>
                  <a:prstClr val="black"/>
                </a:solidFill>
                <a:effectLst/>
                <a:uLnTx/>
                <a:uFillTx/>
              </a:rPr>
              <a:t>Long term savings</a:t>
            </a:r>
          </a:p>
        </p:txBody>
      </p:sp>
      <p:pic>
        <p:nvPicPr>
          <p:cNvPr id="446" name="Graphic 445" descr="Stopwatch 25% with solid fill">
            <a:extLst>
              <a:ext uri="{FF2B5EF4-FFF2-40B4-BE49-F238E27FC236}">
                <a16:creationId xmlns:a16="http://schemas.microsoft.com/office/drawing/2014/main" id="{991265A7-F089-B2DD-511D-0DC071D01F33}"/>
              </a:ext>
            </a:extLst>
          </p:cNvPr>
          <p:cNvPicPr>
            <a:picLocks noChangeAspect="1"/>
          </p:cNvPicPr>
          <p:nvPr/>
        </p:nvPicPr>
        <p:blipFill>
          <a:blip r:embed="rId3">
            <a:extLst>
              <a:ext uri="{96DAC541-7B7A-43D3-8B79-37D633B846F1}">
                <asvg:svgBlip xmlns:asvg="http://schemas.microsoft.com/office/drawing/2016/SVG/main" r:embed="rId11"/>
              </a:ext>
            </a:extLst>
          </a:blip>
          <a:stretch>
            <a:fillRect/>
          </a:stretch>
        </p:blipFill>
        <p:spPr>
          <a:xfrm>
            <a:off x="9389782" y="4520185"/>
            <a:ext cx="274320" cy="274320"/>
          </a:xfrm>
          <a:prstGeom prst="rect">
            <a:avLst/>
          </a:prstGeom>
        </p:spPr>
      </p:pic>
      <p:sp>
        <p:nvSpPr>
          <p:cNvPr id="447" name="Arrow: Pentagon 446">
            <a:extLst>
              <a:ext uri="{FF2B5EF4-FFF2-40B4-BE49-F238E27FC236}">
                <a16:creationId xmlns:a16="http://schemas.microsoft.com/office/drawing/2014/main" id="{654997BB-5A71-81C5-F8D6-1F6EAE84A676}"/>
              </a:ext>
            </a:extLst>
          </p:cNvPr>
          <p:cNvSpPr/>
          <p:nvPr/>
        </p:nvSpPr>
        <p:spPr>
          <a:xfrm>
            <a:off x="8693143" y="4004850"/>
            <a:ext cx="1770393" cy="371024"/>
          </a:xfrm>
          <a:prstGeom prst="homePlate">
            <a:avLst/>
          </a:prstGeom>
          <a:solidFill>
            <a:srgbClr val="0070AD">
              <a:lumMod val="60000"/>
              <a:lumOff val="40000"/>
              <a:alpha val="52157"/>
            </a:srgbClr>
          </a:solidFill>
          <a:ln w="12700" cap="flat" cmpd="sng" algn="ctr">
            <a:solidFill>
              <a:srgbClr val="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600" b="0" i="0" u="none" strike="noStrike" kern="0" cap="none" spc="0" normalizeH="0" baseline="0" noProof="0">
              <a:ln>
                <a:noFill/>
              </a:ln>
              <a:solidFill>
                <a:srgbClr val="FFFFFF"/>
              </a:solidFill>
              <a:effectLst/>
              <a:uLnTx/>
              <a:uFillTx/>
              <a:latin typeface="Ubuntu"/>
              <a:ea typeface="+mn-ea"/>
              <a:cs typeface="+mn-cs"/>
            </a:endParaRPr>
          </a:p>
        </p:txBody>
      </p:sp>
      <p:sp>
        <p:nvSpPr>
          <p:cNvPr id="448" name="TextBox 447">
            <a:extLst>
              <a:ext uri="{FF2B5EF4-FFF2-40B4-BE49-F238E27FC236}">
                <a16:creationId xmlns:a16="http://schemas.microsoft.com/office/drawing/2014/main" id="{4520336F-B6F9-4806-1548-2F2497830464}"/>
              </a:ext>
            </a:extLst>
          </p:cNvPr>
          <p:cNvSpPr txBox="1"/>
          <p:nvPr/>
        </p:nvSpPr>
        <p:spPr>
          <a:xfrm>
            <a:off x="9086491" y="4120861"/>
            <a:ext cx="958474" cy="123111"/>
          </a:xfrm>
          <a:prstGeom prst="rect">
            <a:avLst/>
          </a:prstGeom>
          <a:noFill/>
        </p:spPr>
        <p:txBody>
          <a:bodyPr wrap="square" tIns="0" rIns="0" bIns="0" rtlCol="0">
            <a:spAutoFit/>
          </a:bodyPr>
          <a:lstStyle>
            <a:defPPr>
              <a:defRPr lang="pt-PT"/>
            </a:defPPr>
            <a:lvl1pPr>
              <a:defRPr sz="800"/>
            </a:lvl1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IN" sz="800" b="0" i="0" u="none" strike="noStrike" kern="0" cap="none" spc="0" normalizeH="0" baseline="0" noProof="0">
                <a:ln>
                  <a:noFill/>
                </a:ln>
                <a:solidFill>
                  <a:prstClr val="black"/>
                </a:solidFill>
                <a:effectLst/>
                <a:uLnTx/>
                <a:uFillTx/>
              </a:rPr>
              <a:t>Long term savings</a:t>
            </a:r>
          </a:p>
        </p:txBody>
      </p:sp>
      <p:pic>
        <p:nvPicPr>
          <p:cNvPr id="449" name="Graphic 448" descr="Stopwatch 25% with solid fill">
            <a:extLst>
              <a:ext uri="{FF2B5EF4-FFF2-40B4-BE49-F238E27FC236}">
                <a16:creationId xmlns:a16="http://schemas.microsoft.com/office/drawing/2014/main" id="{A82647A9-3AD7-316D-92D2-4822B3F40893}"/>
              </a:ext>
            </a:extLst>
          </p:cNvPr>
          <p:cNvPicPr>
            <a:picLocks noChangeAspect="1"/>
          </p:cNvPicPr>
          <p:nvPr/>
        </p:nvPicPr>
        <p:blipFill>
          <a:blip r:embed="rId3">
            <a:extLst>
              <a:ext uri="{96DAC541-7B7A-43D3-8B79-37D633B846F1}">
                <asvg:svgBlip xmlns:asvg="http://schemas.microsoft.com/office/drawing/2016/SVG/main" r:embed="rId11"/>
              </a:ext>
            </a:extLst>
          </a:blip>
          <a:stretch>
            <a:fillRect/>
          </a:stretch>
        </p:blipFill>
        <p:spPr>
          <a:xfrm>
            <a:off x="8859373" y="4053844"/>
            <a:ext cx="274320" cy="274320"/>
          </a:xfrm>
          <a:prstGeom prst="rect">
            <a:avLst/>
          </a:prstGeom>
        </p:spPr>
      </p:pic>
      <p:sp>
        <p:nvSpPr>
          <p:cNvPr id="450" name="Arrow: Pentagon 449">
            <a:extLst>
              <a:ext uri="{FF2B5EF4-FFF2-40B4-BE49-F238E27FC236}">
                <a16:creationId xmlns:a16="http://schemas.microsoft.com/office/drawing/2014/main" id="{43E113D7-DD95-C1EA-FA40-2639C60C6AA7}"/>
              </a:ext>
            </a:extLst>
          </p:cNvPr>
          <p:cNvSpPr/>
          <p:nvPr/>
        </p:nvSpPr>
        <p:spPr>
          <a:xfrm>
            <a:off x="6277530" y="3097782"/>
            <a:ext cx="1355891" cy="371024"/>
          </a:xfrm>
          <a:prstGeom prst="homePlate">
            <a:avLst/>
          </a:prstGeom>
          <a:solidFill>
            <a:srgbClr val="0070AD">
              <a:lumMod val="60000"/>
              <a:lumOff val="40000"/>
              <a:alpha val="52157"/>
            </a:srgbClr>
          </a:solidFill>
          <a:ln w="12700" cap="flat" cmpd="sng" algn="ctr">
            <a:solidFill>
              <a:srgbClr val="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600" b="0" i="0" u="none" strike="noStrike" kern="0" cap="none" spc="0" normalizeH="0" baseline="0" noProof="0">
              <a:ln>
                <a:noFill/>
              </a:ln>
              <a:solidFill>
                <a:srgbClr val="FFFFFF"/>
              </a:solidFill>
              <a:effectLst/>
              <a:uLnTx/>
              <a:uFillTx/>
              <a:latin typeface="Ubuntu"/>
              <a:ea typeface="+mn-ea"/>
              <a:cs typeface="+mn-cs"/>
            </a:endParaRPr>
          </a:p>
        </p:txBody>
      </p:sp>
      <p:sp>
        <p:nvSpPr>
          <p:cNvPr id="451" name="TextBox 450">
            <a:extLst>
              <a:ext uri="{FF2B5EF4-FFF2-40B4-BE49-F238E27FC236}">
                <a16:creationId xmlns:a16="http://schemas.microsoft.com/office/drawing/2014/main" id="{479232DD-7C54-0580-B0EE-C2C7D2E98BC8}"/>
              </a:ext>
            </a:extLst>
          </p:cNvPr>
          <p:cNvSpPr txBox="1"/>
          <p:nvPr/>
        </p:nvSpPr>
        <p:spPr>
          <a:xfrm>
            <a:off x="6718724" y="3230414"/>
            <a:ext cx="958474" cy="123111"/>
          </a:xfrm>
          <a:prstGeom prst="rect">
            <a:avLst/>
          </a:prstGeom>
          <a:noFill/>
        </p:spPr>
        <p:txBody>
          <a:bodyPr wrap="square" tIns="0" rIns="0" bIns="0" rtlCol="0">
            <a:spAutoFit/>
          </a:bodyPr>
          <a:lstStyle>
            <a:defPPr>
              <a:defRPr lang="pt-PT"/>
            </a:defPPr>
            <a:lvl1pPr>
              <a:defRPr sz="800"/>
            </a:lvl1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IN" sz="800" b="0" i="0" u="none" strike="noStrike" kern="0" cap="none" spc="0" normalizeH="0" baseline="0" noProof="0">
                <a:ln>
                  <a:noFill/>
                </a:ln>
                <a:solidFill>
                  <a:prstClr val="black"/>
                </a:solidFill>
                <a:effectLst/>
                <a:uLnTx/>
                <a:uFillTx/>
              </a:rPr>
              <a:t>Quick wins</a:t>
            </a:r>
          </a:p>
        </p:txBody>
      </p:sp>
      <p:pic>
        <p:nvPicPr>
          <p:cNvPr id="452" name="Graphic 451" descr="Stopwatch 25% with solid fill">
            <a:extLst>
              <a:ext uri="{FF2B5EF4-FFF2-40B4-BE49-F238E27FC236}">
                <a16:creationId xmlns:a16="http://schemas.microsoft.com/office/drawing/2014/main" id="{967FBB64-DB95-8A07-2D61-73D7C6485F23}"/>
              </a:ext>
            </a:extLst>
          </p:cNvPr>
          <p:cNvPicPr>
            <a:picLocks noChangeAspect="1"/>
          </p:cNvPicPr>
          <p:nvPr/>
        </p:nvPicPr>
        <p:blipFill>
          <a:blip r:embed="rId3">
            <a:extLst>
              <a:ext uri="{96DAC541-7B7A-43D3-8B79-37D633B846F1}">
                <asvg:svgBlip xmlns:asvg="http://schemas.microsoft.com/office/drawing/2016/SVG/main" r:embed="rId11"/>
              </a:ext>
            </a:extLst>
          </a:blip>
          <a:stretch>
            <a:fillRect/>
          </a:stretch>
        </p:blipFill>
        <p:spPr>
          <a:xfrm>
            <a:off x="6502229" y="3145772"/>
            <a:ext cx="274320" cy="274320"/>
          </a:xfrm>
          <a:prstGeom prst="rect">
            <a:avLst/>
          </a:prstGeom>
        </p:spPr>
      </p:pic>
      <p:sp>
        <p:nvSpPr>
          <p:cNvPr id="453" name="Oval 452">
            <a:extLst>
              <a:ext uri="{FF2B5EF4-FFF2-40B4-BE49-F238E27FC236}">
                <a16:creationId xmlns:a16="http://schemas.microsoft.com/office/drawing/2014/main" id="{F209698D-DC49-DB3A-EBD5-8FA144C93207}"/>
              </a:ext>
            </a:extLst>
          </p:cNvPr>
          <p:cNvSpPr/>
          <p:nvPr/>
        </p:nvSpPr>
        <p:spPr>
          <a:xfrm>
            <a:off x="9954455" y="3695804"/>
            <a:ext cx="144000" cy="144000"/>
          </a:xfrm>
          <a:prstGeom prst="ellipse">
            <a:avLst/>
          </a:prstGeom>
          <a:solidFill>
            <a:srgbClr val="12ABDB"/>
          </a:solidFill>
          <a:ln w="12700" cap="flat" cmpd="sng" algn="ctr">
            <a:solidFill>
              <a:srgbClr val="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600" b="0" i="0" u="none" strike="noStrike" kern="0" cap="none" spc="0" normalizeH="0" baseline="0" noProof="0">
              <a:ln>
                <a:noFill/>
              </a:ln>
              <a:solidFill>
                <a:srgbClr val="FFFFFF"/>
              </a:solidFill>
              <a:effectLst/>
              <a:uLnTx/>
              <a:uFillTx/>
              <a:latin typeface="Ubuntu"/>
              <a:ea typeface="+mn-ea"/>
              <a:cs typeface="+mn-cs"/>
            </a:endParaRPr>
          </a:p>
        </p:txBody>
      </p:sp>
      <p:cxnSp>
        <p:nvCxnSpPr>
          <p:cNvPr id="454" name="Straight Connector 453">
            <a:extLst>
              <a:ext uri="{FF2B5EF4-FFF2-40B4-BE49-F238E27FC236}">
                <a16:creationId xmlns:a16="http://schemas.microsoft.com/office/drawing/2014/main" id="{EA6A2E02-EE8E-0F58-A34A-ABFC505D157C}"/>
              </a:ext>
            </a:extLst>
          </p:cNvPr>
          <p:cNvCxnSpPr>
            <a:cxnSpLocks/>
          </p:cNvCxnSpPr>
          <p:nvPr/>
        </p:nvCxnSpPr>
        <p:spPr>
          <a:xfrm flipV="1">
            <a:off x="10165523" y="3747985"/>
            <a:ext cx="412771" cy="8625"/>
          </a:xfrm>
          <a:prstGeom prst="line">
            <a:avLst/>
          </a:prstGeom>
          <a:noFill/>
          <a:ln w="38100" cap="flat" cmpd="sng" algn="ctr">
            <a:gradFill flip="none" rotWithShape="1">
              <a:gsLst>
                <a:gs pos="0">
                  <a:srgbClr val="0070AD">
                    <a:lumMod val="5000"/>
                    <a:lumOff val="95000"/>
                  </a:srgbClr>
                </a:gs>
                <a:gs pos="74000">
                  <a:srgbClr val="00B050"/>
                </a:gs>
                <a:gs pos="83000">
                  <a:srgbClr val="00B050"/>
                </a:gs>
                <a:gs pos="100000">
                  <a:srgbClr val="00B050"/>
                </a:gs>
              </a:gsLst>
              <a:lin ang="10800000" scaled="1"/>
              <a:tileRect/>
            </a:gradFill>
            <a:prstDash val="sysDot"/>
            <a:miter lim="800000"/>
          </a:ln>
          <a:effectLst/>
        </p:spPr>
      </p:cxnSp>
    </p:spTree>
    <p:extLst>
      <p:ext uri="{BB962C8B-B14F-4D97-AF65-F5344CB8AC3E}">
        <p14:creationId xmlns:p14="http://schemas.microsoft.com/office/powerpoint/2010/main" val="15081873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130EE-5007-E561-F85F-54A59333FC95}"/>
              </a:ext>
            </a:extLst>
          </p:cNvPr>
          <p:cNvSpPr>
            <a:spLocks noGrp="1"/>
          </p:cNvSpPr>
          <p:nvPr>
            <p:ph type="title"/>
          </p:nvPr>
        </p:nvSpPr>
        <p:spPr/>
        <p:txBody>
          <a:bodyPr/>
          <a:lstStyle/>
          <a:p>
            <a:r>
              <a:rPr lang="en-US" sz="2400"/>
              <a:t>Illustrative view of how we track and measure ‘Value Realization’ (1/2)</a:t>
            </a:r>
            <a:br>
              <a:rPr lang="en-US" sz="2400"/>
            </a:br>
            <a:endParaRPr lang="en-IN" sz="2400"/>
          </a:p>
        </p:txBody>
      </p:sp>
      <p:sp>
        <p:nvSpPr>
          <p:cNvPr id="4" name="Flowchart: Process 3">
            <a:extLst>
              <a:ext uri="{FF2B5EF4-FFF2-40B4-BE49-F238E27FC236}">
                <a16:creationId xmlns:a16="http://schemas.microsoft.com/office/drawing/2014/main" id="{E2B6FEE3-BC09-9AD5-0710-37F002C6F360}"/>
              </a:ext>
            </a:extLst>
          </p:cNvPr>
          <p:cNvSpPr/>
          <p:nvPr/>
        </p:nvSpPr>
        <p:spPr>
          <a:xfrm>
            <a:off x="707367" y="1333500"/>
            <a:ext cx="10532134" cy="847725"/>
          </a:xfrm>
          <a:prstGeom prst="flowChartProcess">
            <a:avLst/>
          </a:prstGeom>
          <a:solidFill>
            <a:srgbClr val="E1F1D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6" name="Flowchart: Process 5">
            <a:extLst>
              <a:ext uri="{FF2B5EF4-FFF2-40B4-BE49-F238E27FC236}">
                <a16:creationId xmlns:a16="http://schemas.microsoft.com/office/drawing/2014/main" id="{1E7A3CF0-E497-85A0-E4A8-55A4EF456FFD}"/>
              </a:ext>
            </a:extLst>
          </p:cNvPr>
          <p:cNvSpPr/>
          <p:nvPr/>
        </p:nvSpPr>
        <p:spPr>
          <a:xfrm>
            <a:off x="707367" y="2270006"/>
            <a:ext cx="10532134" cy="847725"/>
          </a:xfrm>
          <a:prstGeom prst="flowChartProcess">
            <a:avLst/>
          </a:prstGeom>
          <a:solidFill>
            <a:srgbClr val="E1F1D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7" name="Flowchart: Process 6">
            <a:extLst>
              <a:ext uri="{FF2B5EF4-FFF2-40B4-BE49-F238E27FC236}">
                <a16:creationId xmlns:a16="http://schemas.microsoft.com/office/drawing/2014/main" id="{FEE8090E-BC7E-E742-CB9B-E98DB8E384D2}"/>
              </a:ext>
            </a:extLst>
          </p:cNvPr>
          <p:cNvSpPr/>
          <p:nvPr/>
        </p:nvSpPr>
        <p:spPr>
          <a:xfrm>
            <a:off x="707367" y="3206512"/>
            <a:ext cx="10532134" cy="847725"/>
          </a:xfrm>
          <a:prstGeom prst="flowChartProcess">
            <a:avLst/>
          </a:prstGeom>
          <a:solidFill>
            <a:srgbClr val="E1F1D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8" name="Flowchart: Process 7">
            <a:extLst>
              <a:ext uri="{FF2B5EF4-FFF2-40B4-BE49-F238E27FC236}">
                <a16:creationId xmlns:a16="http://schemas.microsoft.com/office/drawing/2014/main" id="{B430E57E-7D8C-9085-AC68-0F669284C243}"/>
              </a:ext>
            </a:extLst>
          </p:cNvPr>
          <p:cNvSpPr/>
          <p:nvPr/>
        </p:nvSpPr>
        <p:spPr>
          <a:xfrm>
            <a:off x="707367" y="4143975"/>
            <a:ext cx="10532134" cy="847725"/>
          </a:xfrm>
          <a:prstGeom prst="flowChartProcess">
            <a:avLst/>
          </a:prstGeom>
          <a:solidFill>
            <a:srgbClr val="E1F1D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9" name="Flowchart: Process 8">
            <a:extLst>
              <a:ext uri="{FF2B5EF4-FFF2-40B4-BE49-F238E27FC236}">
                <a16:creationId xmlns:a16="http://schemas.microsoft.com/office/drawing/2014/main" id="{1A42061D-691B-4803-7D40-F34AD922BA92}"/>
              </a:ext>
            </a:extLst>
          </p:cNvPr>
          <p:cNvSpPr/>
          <p:nvPr/>
        </p:nvSpPr>
        <p:spPr>
          <a:xfrm>
            <a:off x="788594" y="5100637"/>
            <a:ext cx="10450907" cy="847725"/>
          </a:xfrm>
          <a:prstGeom prst="flowChartProcess">
            <a:avLst/>
          </a:prstGeom>
          <a:solidFill>
            <a:srgbClr val="E1F1D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3" name="Arrow: Pentagon 12">
            <a:extLst>
              <a:ext uri="{FF2B5EF4-FFF2-40B4-BE49-F238E27FC236}">
                <a16:creationId xmlns:a16="http://schemas.microsoft.com/office/drawing/2014/main" id="{6F286185-92BD-B788-CDE0-C9C64A096B4F}"/>
              </a:ext>
            </a:extLst>
          </p:cNvPr>
          <p:cNvSpPr/>
          <p:nvPr/>
        </p:nvSpPr>
        <p:spPr>
          <a:xfrm>
            <a:off x="707367" y="1332543"/>
            <a:ext cx="1949569" cy="847725"/>
          </a:xfrm>
          <a:prstGeom prst="homePlate">
            <a:avLst/>
          </a:prstGeom>
          <a:solidFill>
            <a:schemeClr val="accent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4" name="Arrow: Pentagon 13">
            <a:extLst>
              <a:ext uri="{FF2B5EF4-FFF2-40B4-BE49-F238E27FC236}">
                <a16:creationId xmlns:a16="http://schemas.microsoft.com/office/drawing/2014/main" id="{F855B69A-2747-73E6-41D9-4314BE9CE5C7}"/>
              </a:ext>
            </a:extLst>
          </p:cNvPr>
          <p:cNvSpPr/>
          <p:nvPr/>
        </p:nvSpPr>
        <p:spPr>
          <a:xfrm>
            <a:off x="707365" y="2260405"/>
            <a:ext cx="1949569" cy="846769"/>
          </a:xfrm>
          <a:prstGeom prst="homePlate">
            <a:avLst/>
          </a:prstGeom>
          <a:solidFill>
            <a:schemeClr val="accent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5" name="Arrow: Pentagon 14">
            <a:extLst>
              <a:ext uri="{FF2B5EF4-FFF2-40B4-BE49-F238E27FC236}">
                <a16:creationId xmlns:a16="http://schemas.microsoft.com/office/drawing/2014/main" id="{AD1A4DB4-BFE7-A929-C59C-530ECB50320E}"/>
              </a:ext>
            </a:extLst>
          </p:cNvPr>
          <p:cNvSpPr/>
          <p:nvPr/>
        </p:nvSpPr>
        <p:spPr>
          <a:xfrm>
            <a:off x="707366" y="3206512"/>
            <a:ext cx="1949569" cy="847725"/>
          </a:xfrm>
          <a:prstGeom prst="homePlate">
            <a:avLst/>
          </a:prstGeom>
          <a:solidFill>
            <a:schemeClr val="accent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6" name="Arrow: Pentagon 15">
            <a:extLst>
              <a:ext uri="{FF2B5EF4-FFF2-40B4-BE49-F238E27FC236}">
                <a16:creationId xmlns:a16="http://schemas.microsoft.com/office/drawing/2014/main" id="{CF91CA39-601B-B755-74EE-96B94105C11E}"/>
              </a:ext>
            </a:extLst>
          </p:cNvPr>
          <p:cNvSpPr/>
          <p:nvPr/>
        </p:nvSpPr>
        <p:spPr>
          <a:xfrm>
            <a:off x="707366" y="4153575"/>
            <a:ext cx="1949569" cy="847726"/>
          </a:xfrm>
          <a:prstGeom prst="homePlate">
            <a:avLst/>
          </a:prstGeom>
          <a:solidFill>
            <a:schemeClr val="accent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7" name="Arrow: Pentagon 16">
            <a:extLst>
              <a:ext uri="{FF2B5EF4-FFF2-40B4-BE49-F238E27FC236}">
                <a16:creationId xmlns:a16="http://schemas.microsoft.com/office/drawing/2014/main" id="{8D682856-5E38-C5FB-04D9-4BEA9574832A}"/>
              </a:ext>
            </a:extLst>
          </p:cNvPr>
          <p:cNvSpPr/>
          <p:nvPr/>
        </p:nvSpPr>
        <p:spPr>
          <a:xfrm>
            <a:off x="707366" y="5100637"/>
            <a:ext cx="1949569" cy="847725"/>
          </a:xfrm>
          <a:prstGeom prst="homePlate">
            <a:avLst/>
          </a:prstGeom>
          <a:solidFill>
            <a:schemeClr val="accent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8" name="Flowchart: Process 17">
            <a:extLst>
              <a:ext uri="{FF2B5EF4-FFF2-40B4-BE49-F238E27FC236}">
                <a16:creationId xmlns:a16="http://schemas.microsoft.com/office/drawing/2014/main" id="{4F752D6B-2B86-D05B-13A3-2A2B38418617}"/>
              </a:ext>
            </a:extLst>
          </p:cNvPr>
          <p:cNvSpPr/>
          <p:nvPr/>
        </p:nvSpPr>
        <p:spPr>
          <a:xfrm>
            <a:off x="2809337" y="1419975"/>
            <a:ext cx="1025858" cy="672860"/>
          </a:xfrm>
          <a:prstGeom prst="flowChartProcess">
            <a:avLst/>
          </a:prstGeom>
          <a:solidFill>
            <a:srgbClr val="FDFDFD"/>
          </a:solidFill>
          <a:ln>
            <a:solidFill>
              <a:srgbClr val="FDFDF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bg1"/>
              </a:solidFill>
            </a:endParaRPr>
          </a:p>
        </p:txBody>
      </p:sp>
      <p:sp>
        <p:nvSpPr>
          <p:cNvPr id="19" name="Flowchart: Process 18">
            <a:extLst>
              <a:ext uri="{FF2B5EF4-FFF2-40B4-BE49-F238E27FC236}">
                <a16:creationId xmlns:a16="http://schemas.microsoft.com/office/drawing/2014/main" id="{CB854308-298C-D017-98AC-8C58FDF5AEE1}"/>
              </a:ext>
            </a:extLst>
          </p:cNvPr>
          <p:cNvSpPr/>
          <p:nvPr/>
        </p:nvSpPr>
        <p:spPr>
          <a:xfrm>
            <a:off x="3909899" y="1427570"/>
            <a:ext cx="1080837" cy="672860"/>
          </a:xfrm>
          <a:prstGeom prst="flowChartProcess">
            <a:avLst/>
          </a:prstGeom>
          <a:solidFill>
            <a:srgbClr val="FDFDFD"/>
          </a:solidFill>
          <a:ln>
            <a:solidFill>
              <a:srgbClr val="FDFDF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bg1"/>
              </a:solidFill>
            </a:endParaRPr>
          </a:p>
        </p:txBody>
      </p:sp>
      <p:sp>
        <p:nvSpPr>
          <p:cNvPr id="20" name="Flowchart: Process 19">
            <a:extLst>
              <a:ext uri="{FF2B5EF4-FFF2-40B4-BE49-F238E27FC236}">
                <a16:creationId xmlns:a16="http://schemas.microsoft.com/office/drawing/2014/main" id="{EFE6EE7C-B7C3-8CC7-1D30-200DFE58919B}"/>
              </a:ext>
            </a:extLst>
          </p:cNvPr>
          <p:cNvSpPr/>
          <p:nvPr/>
        </p:nvSpPr>
        <p:spPr>
          <a:xfrm>
            <a:off x="5092418" y="1418860"/>
            <a:ext cx="1518249" cy="672860"/>
          </a:xfrm>
          <a:prstGeom prst="flowChartProcess">
            <a:avLst/>
          </a:prstGeom>
          <a:solidFill>
            <a:srgbClr val="FDFDFD"/>
          </a:solidFill>
          <a:ln>
            <a:solidFill>
              <a:srgbClr val="FDFDF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bg1"/>
              </a:solidFill>
            </a:endParaRPr>
          </a:p>
        </p:txBody>
      </p:sp>
      <p:sp>
        <p:nvSpPr>
          <p:cNvPr id="21" name="Flowchart: Process 20">
            <a:extLst>
              <a:ext uri="{FF2B5EF4-FFF2-40B4-BE49-F238E27FC236}">
                <a16:creationId xmlns:a16="http://schemas.microsoft.com/office/drawing/2014/main" id="{875923ED-5F49-7AE8-5C12-DA43143759E2}"/>
              </a:ext>
            </a:extLst>
          </p:cNvPr>
          <p:cNvSpPr/>
          <p:nvPr/>
        </p:nvSpPr>
        <p:spPr>
          <a:xfrm>
            <a:off x="6723377" y="1425374"/>
            <a:ext cx="1745368" cy="672860"/>
          </a:xfrm>
          <a:prstGeom prst="flowChartProcess">
            <a:avLst/>
          </a:prstGeom>
          <a:solidFill>
            <a:srgbClr val="FDFDFD"/>
          </a:solidFill>
          <a:ln>
            <a:solidFill>
              <a:srgbClr val="FDFC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bg1"/>
              </a:solidFill>
            </a:endParaRPr>
          </a:p>
        </p:txBody>
      </p:sp>
      <p:sp>
        <p:nvSpPr>
          <p:cNvPr id="22" name="Flowchart: Process 21">
            <a:extLst>
              <a:ext uri="{FF2B5EF4-FFF2-40B4-BE49-F238E27FC236}">
                <a16:creationId xmlns:a16="http://schemas.microsoft.com/office/drawing/2014/main" id="{CE503D2E-7766-0769-E293-FFDE21AC12EB}"/>
              </a:ext>
            </a:extLst>
          </p:cNvPr>
          <p:cNvSpPr/>
          <p:nvPr/>
        </p:nvSpPr>
        <p:spPr>
          <a:xfrm>
            <a:off x="8580043" y="1419975"/>
            <a:ext cx="2556660" cy="672860"/>
          </a:xfrm>
          <a:prstGeom prst="flowChartProcess">
            <a:avLst/>
          </a:prstGeom>
          <a:solidFill>
            <a:srgbClr val="FDFDFD"/>
          </a:solidFill>
          <a:ln>
            <a:solidFill>
              <a:srgbClr val="FDFDF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bg1"/>
              </a:solidFill>
            </a:endParaRPr>
          </a:p>
        </p:txBody>
      </p:sp>
      <p:sp>
        <p:nvSpPr>
          <p:cNvPr id="23" name="Flowchart: Process 22">
            <a:extLst>
              <a:ext uri="{FF2B5EF4-FFF2-40B4-BE49-F238E27FC236}">
                <a16:creationId xmlns:a16="http://schemas.microsoft.com/office/drawing/2014/main" id="{0BA728C7-BE4B-80AE-57B2-3308D8200BBE}"/>
              </a:ext>
            </a:extLst>
          </p:cNvPr>
          <p:cNvSpPr/>
          <p:nvPr/>
        </p:nvSpPr>
        <p:spPr>
          <a:xfrm>
            <a:off x="2818679" y="2356959"/>
            <a:ext cx="1016515" cy="672860"/>
          </a:xfrm>
          <a:prstGeom prst="flowChartProcess">
            <a:avLst/>
          </a:prstGeom>
          <a:solidFill>
            <a:srgbClr val="FDFDFD"/>
          </a:solidFill>
          <a:ln>
            <a:solidFill>
              <a:srgbClr val="FDFDF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bg1"/>
              </a:solidFill>
            </a:endParaRPr>
          </a:p>
        </p:txBody>
      </p:sp>
      <p:sp>
        <p:nvSpPr>
          <p:cNvPr id="24" name="Flowchart: Process 23">
            <a:extLst>
              <a:ext uri="{FF2B5EF4-FFF2-40B4-BE49-F238E27FC236}">
                <a16:creationId xmlns:a16="http://schemas.microsoft.com/office/drawing/2014/main" id="{B17109F7-27E0-E0F1-963C-279A8CE84695}"/>
              </a:ext>
            </a:extLst>
          </p:cNvPr>
          <p:cNvSpPr/>
          <p:nvPr/>
        </p:nvSpPr>
        <p:spPr>
          <a:xfrm>
            <a:off x="3933573" y="2356959"/>
            <a:ext cx="1057163" cy="672860"/>
          </a:xfrm>
          <a:prstGeom prst="flowChartProcess">
            <a:avLst/>
          </a:prstGeom>
          <a:solidFill>
            <a:srgbClr val="FDFDFD"/>
          </a:solidFill>
          <a:ln>
            <a:solidFill>
              <a:srgbClr val="FDFDF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bg1"/>
              </a:solidFill>
            </a:endParaRPr>
          </a:p>
        </p:txBody>
      </p:sp>
      <p:sp>
        <p:nvSpPr>
          <p:cNvPr id="25" name="Flowchart: Process 24">
            <a:extLst>
              <a:ext uri="{FF2B5EF4-FFF2-40B4-BE49-F238E27FC236}">
                <a16:creationId xmlns:a16="http://schemas.microsoft.com/office/drawing/2014/main" id="{D0F8E24B-827D-B957-67AF-B300235659E5}"/>
              </a:ext>
            </a:extLst>
          </p:cNvPr>
          <p:cNvSpPr/>
          <p:nvPr/>
        </p:nvSpPr>
        <p:spPr>
          <a:xfrm>
            <a:off x="9405667" y="2356959"/>
            <a:ext cx="1731035" cy="672860"/>
          </a:xfrm>
          <a:prstGeom prst="flowChartProcess">
            <a:avLst/>
          </a:prstGeom>
          <a:solidFill>
            <a:srgbClr val="FDFDFD"/>
          </a:solidFill>
          <a:ln>
            <a:solidFill>
              <a:srgbClr val="FDFDF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bg1"/>
              </a:solidFill>
            </a:endParaRPr>
          </a:p>
        </p:txBody>
      </p:sp>
      <p:sp>
        <p:nvSpPr>
          <p:cNvPr id="26" name="Flowchart: Process 25">
            <a:extLst>
              <a:ext uri="{FF2B5EF4-FFF2-40B4-BE49-F238E27FC236}">
                <a16:creationId xmlns:a16="http://schemas.microsoft.com/office/drawing/2014/main" id="{88348600-CD9C-3A4F-28B7-9AAF9CD4B9E9}"/>
              </a:ext>
            </a:extLst>
          </p:cNvPr>
          <p:cNvSpPr/>
          <p:nvPr/>
        </p:nvSpPr>
        <p:spPr>
          <a:xfrm>
            <a:off x="6261979" y="2350794"/>
            <a:ext cx="1456501" cy="672860"/>
          </a:xfrm>
          <a:prstGeom prst="flowChartProcess">
            <a:avLst/>
          </a:prstGeom>
          <a:solidFill>
            <a:srgbClr val="FDFDFD"/>
          </a:solidFill>
          <a:ln>
            <a:solidFill>
              <a:srgbClr val="FDFDF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bg1"/>
              </a:solidFill>
            </a:endParaRPr>
          </a:p>
        </p:txBody>
      </p:sp>
      <p:sp>
        <p:nvSpPr>
          <p:cNvPr id="27" name="Flowchart: Process 26">
            <a:extLst>
              <a:ext uri="{FF2B5EF4-FFF2-40B4-BE49-F238E27FC236}">
                <a16:creationId xmlns:a16="http://schemas.microsoft.com/office/drawing/2014/main" id="{3551E818-55A5-5931-5268-DF8D66FA76B8}"/>
              </a:ext>
            </a:extLst>
          </p:cNvPr>
          <p:cNvSpPr/>
          <p:nvPr/>
        </p:nvSpPr>
        <p:spPr>
          <a:xfrm>
            <a:off x="7810678" y="2344438"/>
            <a:ext cx="1518249" cy="672860"/>
          </a:xfrm>
          <a:prstGeom prst="flowChartProcess">
            <a:avLst/>
          </a:prstGeom>
          <a:solidFill>
            <a:srgbClr val="FDFDFD"/>
          </a:solidFill>
          <a:ln>
            <a:solidFill>
              <a:srgbClr val="FDFDF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bg1"/>
              </a:solidFill>
            </a:endParaRPr>
          </a:p>
        </p:txBody>
      </p:sp>
      <p:sp>
        <p:nvSpPr>
          <p:cNvPr id="28" name="Flowchart: Process 27">
            <a:extLst>
              <a:ext uri="{FF2B5EF4-FFF2-40B4-BE49-F238E27FC236}">
                <a16:creationId xmlns:a16="http://schemas.microsoft.com/office/drawing/2014/main" id="{7D8A727A-10BD-8BCA-BB30-69E464126912}"/>
              </a:ext>
            </a:extLst>
          </p:cNvPr>
          <p:cNvSpPr/>
          <p:nvPr/>
        </p:nvSpPr>
        <p:spPr>
          <a:xfrm>
            <a:off x="2824222" y="3289028"/>
            <a:ext cx="1016515" cy="672861"/>
          </a:xfrm>
          <a:prstGeom prst="flowChartProcess">
            <a:avLst/>
          </a:prstGeom>
          <a:solidFill>
            <a:srgbClr val="FDFDFD"/>
          </a:solidFill>
          <a:ln>
            <a:solidFill>
              <a:srgbClr val="FDFDF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bg1"/>
              </a:solidFill>
            </a:endParaRPr>
          </a:p>
        </p:txBody>
      </p:sp>
      <p:sp>
        <p:nvSpPr>
          <p:cNvPr id="29" name="Flowchart: Process 28">
            <a:extLst>
              <a:ext uri="{FF2B5EF4-FFF2-40B4-BE49-F238E27FC236}">
                <a16:creationId xmlns:a16="http://schemas.microsoft.com/office/drawing/2014/main" id="{42308C58-958C-F2D0-9540-8D902FFDC6C4}"/>
              </a:ext>
            </a:extLst>
          </p:cNvPr>
          <p:cNvSpPr/>
          <p:nvPr/>
        </p:nvSpPr>
        <p:spPr>
          <a:xfrm>
            <a:off x="6269084" y="3291395"/>
            <a:ext cx="1165113" cy="672860"/>
          </a:xfrm>
          <a:prstGeom prst="flowChartProcess">
            <a:avLst/>
          </a:prstGeom>
          <a:solidFill>
            <a:srgbClr val="FDFDFD"/>
          </a:solidFill>
          <a:ln>
            <a:solidFill>
              <a:srgbClr val="FDFDF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bg1"/>
              </a:solidFill>
            </a:endParaRPr>
          </a:p>
        </p:txBody>
      </p:sp>
      <p:sp>
        <p:nvSpPr>
          <p:cNvPr id="30" name="Flowchart: Process 29">
            <a:extLst>
              <a:ext uri="{FF2B5EF4-FFF2-40B4-BE49-F238E27FC236}">
                <a16:creationId xmlns:a16="http://schemas.microsoft.com/office/drawing/2014/main" id="{FF2BE118-4FE7-EEA7-9ADB-B692B849947A}"/>
              </a:ext>
            </a:extLst>
          </p:cNvPr>
          <p:cNvSpPr/>
          <p:nvPr/>
        </p:nvSpPr>
        <p:spPr>
          <a:xfrm>
            <a:off x="7538300" y="3293943"/>
            <a:ext cx="1077692" cy="672860"/>
          </a:xfrm>
          <a:prstGeom prst="flowChartProcess">
            <a:avLst/>
          </a:prstGeom>
          <a:solidFill>
            <a:srgbClr val="FDFDFD"/>
          </a:solidFill>
          <a:ln>
            <a:solidFill>
              <a:srgbClr val="FDFDF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bg1"/>
              </a:solidFill>
            </a:endParaRPr>
          </a:p>
        </p:txBody>
      </p:sp>
      <p:sp>
        <p:nvSpPr>
          <p:cNvPr id="31" name="Flowchart: Process 30">
            <a:extLst>
              <a:ext uri="{FF2B5EF4-FFF2-40B4-BE49-F238E27FC236}">
                <a16:creationId xmlns:a16="http://schemas.microsoft.com/office/drawing/2014/main" id="{E48E5DFB-57B1-5666-6A57-BCE2444128C9}"/>
              </a:ext>
            </a:extLst>
          </p:cNvPr>
          <p:cNvSpPr/>
          <p:nvPr/>
        </p:nvSpPr>
        <p:spPr>
          <a:xfrm>
            <a:off x="8730014" y="3291395"/>
            <a:ext cx="999759" cy="672860"/>
          </a:xfrm>
          <a:prstGeom prst="flowChartProcess">
            <a:avLst/>
          </a:prstGeom>
          <a:solidFill>
            <a:srgbClr val="FDFDFD"/>
          </a:solidFill>
          <a:ln>
            <a:solidFill>
              <a:srgbClr val="FDFDF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bg1"/>
              </a:solidFill>
            </a:endParaRPr>
          </a:p>
        </p:txBody>
      </p:sp>
      <p:sp>
        <p:nvSpPr>
          <p:cNvPr id="32" name="Flowchart: Process 31">
            <a:extLst>
              <a:ext uri="{FF2B5EF4-FFF2-40B4-BE49-F238E27FC236}">
                <a16:creationId xmlns:a16="http://schemas.microsoft.com/office/drawing/2014/main" id="{EED9ECE0-5D09-AB1F-D2E0-E86E6E22CD97}"/>
              </a:ext>
            </a:extLst>
          </p:cNvPr>
          <p:cNvSpPr/>
          <p:nvPr/>
        </p:nvSpPr>
        <p:spPr>
          <a:xfrm>
            <a:off x="9820123" y="3302945"/>
            <a:ext cx="1319455" cy="672860"/>
          </a:xfrm>
          <a:prstGeom prst="flowChartProcess">
            <a:avLst/>
          </a:prstGeom>
          <a:solidFill>
            <a:srgbClr val="FDFDFD"/>
          </a:solidFill>
          <a:ln>
            <a:solidFill>
              <a:srgbClr val="FDFDF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bg1"/>
              </a:solidFill>
            </a:endParaRPr>
          </a:p>
        </p:txBody>
      </p:sp>
      <p:sp>
        <p:nvSpPr>
          <p:cNvPr id="33" name="Flowchart: Process 32">
            <a:extLst>
              <a:ext uri="{FF2B5EF4-FFF2-40B4-BE49-F238E27FC236}">
                <a16:creationId xmlns:a16="http://schemas.microsoft.com/office/drawing/2014/main" id="{6F1AF425-1EB3-AED0-B43A-6A8A19659D89}"/>
              </a:ext>
            </a:extLst>
          </p:cNvPr>
          <p:cNvSpPr/>
          <p:nvPr/>
        </p:nvSpPr>
        <p:spPr>
          <a:xfrm>
            <a:off x="9929131" y="4215892"/>
            <a:ext cx="1203716" cy="686455"/>
          </a:xfrm>
          <a:prstGeom prst="flowChartProcess">
            <a:avLst/>
          </a:prstGeom>
          <a:solidFill>
            <a:srgbClr val="FDFDFD"/>
          </a:solidFill>
          <a:ln>
            <a:solidFill>
              <a:srgbClr val="FDFDF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bg1"/>
              </a:solidFill>
            </a:endParaRPr>
          </a:p>
        </p:txBody>
      </p:sp>
      <p:sp>
        <p:nvSpPr>
          <p:cNvPr id="34" name="Flowchart: Process 33">
            <a:extLst>
              <a:ext uri="{FF2B5EF4-FFF2-40B4-BE49-F238E27FC236}">
                <a16:creationId xmlns:a16="http://schemas.microsoft.com/office/drawing/2014/main" id="{B4AAB490-C42D-3252-F50B-4631930285B0}"/>
              </a:ext>
            </a:extLst>
          </p:cNvPr>
          <p:cNvSpPr/>
          <p:nvPr/>
        </p:nvSpPr>
        <p:spPr>
          <a:xfrm>
            <a:off x="8580042" y="5188068"/>
            <a:ext cx="2556660" cy="672861"/>
          </a:xfrm>
          <a:prstGeom prst="flowChartProcess">
            <a:avLst/>
          </a:prstGeom>
          <a:solidFill>
            <a:srgbClr val="FDFDFD"/>
          </a:solidFill>
          <a:ln>
            <a:solidFill>
              <a:srgbClr val="FDFDF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bg1"/>
              </a:solidFill>
            </a:endParaRPr>
          </a:p>
        </p:txBody>
      </p:sp>
      <p:sp>
        <p:nvSpPr>
          <p:cNvPr id="35" name="Flowchart: Process 34">
            <a:extLst>
              <a:ext uri="{FF2B5EF4-FFF2-40B4-BE49-F238E27FC236}">
                <a16:creationId xmlns:a16="http://schemas.microsoft.com/office/drawing/2014/main" id="{AB0B3E09-89BF-00FA-1E4C-239FC9F14EED}"/>
              </a:ext>
            </a:extLst>
          </p:cNvPr>
          <p:cNvSpPr/>
          <p:nvPr/>
        </p:nvSpPr>
        <p:spPr>
          <a:xfrm>
            <a:off x="5109653" y="5188068"/>
            <a:ext cx="1733785" cy="672860"/>
          </a:xfrm>
          <a:prstGeom prst="flowChartProcess">
            <a:avLst/>
          </a:prstGeom>
          <a:solidFill>
            <a:srgbClr val="FDFDFD"/>
          </a:solidFill>
          <a:ln>
            <a:solidFill>
              <a:srgbClr val="FDFDF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bg1"/>
              </a:solidFill>
            </a:endParaRPr>
          </a:p>
        </p:txBody>
      </p:sp>
      <p:sp>
        <p:nvSpPr>
          <p:cNvPr id="36" name="Flowchart: Process 35">
            <a:extLst>
              <a:ext uri="{FF2B5EF4-FFF2-40B4-BE49-F238E27FC236}">
                <a16:creationId xmlns:a16="http://schemas.microsoft.com/office/drawing/2014/main" id="{C0A65C5F-4116-A07B-7540-83BA91239326}"/>
              </a:ext>
            </a:extLst>
          </p:cNvPr>
          <p:cNvSpPr/>
          <p:nvPr/>
        </p:nvSpPr>
        <p:spPr>
          <a:xfrm>
            <a:off x="6729400" y="4207239"/>
            <a:ext cx="1518249" cy="672860"/>
          </a:xfrm>
          <a:prstGeom prst="flowChartProcess">
            <a:avLst/>
          </a:prstGeom>
          <a:solidFill>
            <a:srgbClr val="FDFDFD"/>
          </a:solidFill>
          <a:ln>
            <a:solidFill>
              <a:srgbClr val="FDFDF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bg1"/>
              </a:solidFill>
            </a:endParaRPr>
          </a:p>
        </p:txBody>
      </p:sp>
      <p:sp>
        <p:nvSpPr>
          <p:cNvPr id="37" name="Flowchart: Process 36">
            <a:extLst>
              <a:ext uri="{FF2B5EF4-FFF2-40B4-BE49-F238E27FC236}">
                <a16:creationId xmlns:a16="http://schemas.microsoft.com/office/drawing/2014/main" id="{2B32E6B8-3FAC-6694-7705-39420C8E54BC}"/>
              </a:ext>
            </a:extLst>
          </p:cNvPr>
          <p:cNvSpPr/>
          <p:nvPr/>
        </p:nvSpPr>
        <p:spPr>
          <a:xfrm>
            <a:off x="8341225" y="4213881"/>
            <a:ext cx="1441622" cy="672860"/>
          </a:xfrm>
          <a:prstGeom prst="flowChartProcess">
            <a:avLst/>
          </a:prstGeom>
          <a:solidFill>
            <a:srgbClr val="FDFDFD"/>
          </a:solidFill>
          <a:ln>
            <a:solidFill>
              <a:srgbClr val="FDFDF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bg1"/>
              </a:solidFill>
            </a:endParaRPr>
          </a:p>
        </p:txBody>
      </p:sp>
      <p:sp>
        <p:nvSpPr>
          <p:cNvPr id="38" name="Flowchart: Process 37">
            <a:extLst>
              <a:ext uri="{FF2B5EF4-FFF2-40B4-BE49-F238E27FC236}">
                <a16:creationId xmlns:a16="http://schemas.microsoft.com/office/drawing/2014/main" id="{82BA83C7-5D42-AAC8-1EA2-7866EE7201D0}"/>
              </a:ext>
            </a:extLst>
          </p:cNvPr>
          <p:cNvSpPr/>
          <p:nvPr/>
        </p:nvSpPr>
        <p:spPr>
          <a:xfrm>
            <a:off x="6958997" y="5192307"/>
            <a:ext cx="1518249" cy="672860"/>
          </a:xfrm>
          <a:prstGeom prst="flowChartProcess">
            <a:avLst/>
          </a:prstGeom>
          <a:solidFill>
            <a:srgbClr val="FDFDFD"/>
          </a:solidFill>
          <a:ln>
            <a:solidFill>
              <a:srgbClr val="FDFDF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bg1"/>
              </a:solidFill>
            </a:endParaRPr>
          </a:p>
        </p:txBody>
      </p:sp>
      <p:sp>
        <p:nvSpPr>
          <p:cNvPr id="39" name="Flowchart: Process 38">
            <a:extLst>
              <a:ext uri="{FF2B5EF4-FFF2-40B4-BE49-F238E27FC236}">
                <a16:creationId xmlns:a16="http://schemas.microsoft.com/office/drawing/2014/main" id="{85C31FD8-DC2E-2575-3A16-7BD9C7A83D3A}"/>
              </a:ext>
            </a:extLst>
          </p:cNvPr>
          <p:cNvSpPr/>
          <p:nvPr/>
        </p:nvSpPr>
        <p:spPr>
          <a:xfrm>
            <a:off x="3935347" y="5188068"/>
            <a:ext cx="1052449" cy="672860"/>
          </a:xfrm>
          <a:prstGeom prst="flowChartProcess">
            <a:avLst/>
          </a:prstGeom>
          <a:solidFill>
            <a:srgbClr val="FDFDFD"/>
          </a:solidFill>
          <a:ln>
            <a:solidFill>
              <a:srgbClr val="FDFDF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bg1"/>
              </a:solidFill>
            </a:endParaRPr>
          </a:p>
        </p:txBody>
      </p:sp>
      <p:sp>
        <p:nvSpPr>
          <p:cNvPr id="40" name="Flowchart: Process 39">
            <a:extLst>
              <a:ext uri="{FF2B5EF4-FFF2-40B4-BE49-F238E27FC236}">
                <a16:creationId xmlns:a16="http://schemas.microsoft.com/office/drawing/2014/main" id="{456AE5F3-D63D-4ABF-93C8-7052953492D6}"/>
              </a:ext>
            </a:extLst>
          </p:cNvPr>
          <p:cNvSpPr/>
          <p:nvPr/>
        </p:nvSpPr>
        <p:spPr>
          <a:xfrm>
            <a:off x="2809337" y="5188069"/>
            <a:ext cx="1025857" cy="672860"/>
          </a:xfrm>
          <a:prstGeom prst="flowChartProcess">
            <a:avLst/>
          </a:prstGeom>
          <a:solidFill>
            <a:srgbClr val="FDFDFD"/>
          </a:solidFill>
          <a:ln>
            <a:solidFill>
              <a:srgbClr val="FDFDF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bg1"/>
              </a:solidFill>
            </a:endParaRPr>
          </a:p>
        </p:txBody>
      </p:sp>
      <p:sp>
        <p:nvSpPr>
          <p:cNvPr id="41" name="Flowchart: Process 40">
            <a:extLst>
              <a:ext uri="{FF2B5EF4-FFF2-40B4-BE49-F238E27FC236}">
                <a16:creationId xmlns:a16="http://schemas.microsoft.com/office/drawing/2014/main" id="{BD819224-B91F-601B-97CF-8B71C4A5B53D}"/>
              </a:ext>
            </a:extLst>
          </p:cNvPr>
          <p:cNvSpPr/>
          <p:nvPr/>
        </p:nvSpPr>
        <p:spPr>
          <a:xfrm>
            <a:off x="2818678" y="4229488"/>
            <a:ext cx="1016515" cy="672860"/>
          </a:xfrm>
          <a:prstGeom prst="flowChartProcess">
            <a:avLst/>
          </a:prstGeom>
          <a:solidFill>
            <a:srgbClr val="FDFDFD"/>
          </a:solidFill>
          <a:ln>
            <a:solidFill>
              <a:srgbClr val="FDFDF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bg1"/>
              </a:solidFill>
            </a:endParaRPr>
          </a:p>
        </p:txBody>
      </p:sp>
      <p:sp>
        <p:nvSpPr>
          <p:cNvPr id="42" name="Flowchart: Process 41">
            <a:extLst>
              <a:ext uri="{FF2B5EF4-FFF2-40B4-BE49-F238E27FC236}">
                <a16:creationId xmlns:a16="http://schemas.microsoft.com/office/drawing/2014/main" id="{F80C2DA1-C91D-D3DE-17BD-3FC96A2E658B}"/>
              </a:ext>
            </a:extLst>
          </p:cNvPr>
          <p:cNvSpPr/>
          <p:nvPr/>
        </p:nvSpPr>
        <p:spPr>
          <a:xfrm>
            <a:off x="5109653" y="4226320"/>
            <a:ext cx="1525433" cy="672860"/>
          </a:xfrm>
          <a:prstGeom prst="flowChartProcess">
            <a:avLst/>
          </a:prstGeom>
          <a:solidFill>
            <a:srgbClr val="FDFDFD"/>
          </a:solidFill>
          <a:ln>
            <a:solidFill>
              <a:srgbClr val="FDFDF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bg1"/>
              </a:solidFill>
            </a:endParaRPr>
          </a:p>
        </p:txBody>
      </p:sp>
      <p:sp>
        <p:nvSpPr>
          <p:cNvPr id="44" name="TextBox 43">
            <a:extLst>
              <a:ext uri="{FF2B5EF4-FFF2-40B4-BE49-F238E27FC236}">
                <a16:creationId xmlns:a16="http://schemas.microsoft.com/office/drawing/2014/main" id="{63006CCD-D922-9AC9-ECCF-6284D8789991}"/>
              </a:ext>
            </a:extLst>
          </p:cNvPr>
          <p:cNvSpPr txBox="1"/>
          <p:nvPr/>
        </p:nvSpPr>
        <p:spPr>
          <a:xfrm>
            <a:off x="707366" y="1014209"/>
            <a:ext cx="1770627" cy="307777"/>
          </a:xfrm>
          <a:prstGeom prst="rect">
            <a:avLst/>
          </a:prstGeom>
          <a:noFill/>
        </p:spPr>
        <p:txBody>
          <a:bodyPr wrap="square" rtlCol="0">
            <a:spAutoFit/>
          </a:bodyPr>
          <a:lstStyle/>
          <a:p>
            <a:r>
              <a:rPr lang="en-US" sz="1400" b="1">
                <a:latin typeface="Ubuntu" panose="020B0504030602030204" pitchFamily="34" charset="0"/>
              </a:rPr>
              <a:t>Value Category</a:t>
            </a:r>
            <a:endParaRPr lang="en-IN" sz="1400" b="1">
              <a:latin typeface="Ubuntu" panose="020B0504030602030204" pitchFamily="34" charset="0"/>
            </a:endParaRPr>
          </a:p>
        </p:txBody>
      </p:sp>
      <p:sp>
        <p:nvSpPr>
          <p:cNvPr id="45" name="TextBox 44">
            <a:extLst>
              <a:ext uri="{FF2B5EF4-FFF2-40B4-BE49-F238E27FC236}">
                <a16:creationId xmlns:a16="http://schemas.microsoft.com/office/drawing/2014/main" id="{7813BF40-72AC-1FA6-6A07-75C5E7867F2C}"/>
              </a:ext>
            </a:extLst>
          </p:cNvPr>
          <p:cNvSpPr txBox="1"/>
          <p:nvPr/>
        </p:nvSpPr>
        <p:spPr>
          <a:xfrm>
            <a:off x="3959343" y="1045934"/>
            <a:ext cx="1770627" cy="276999"/>
          </a:xfrm>
          <a:prstGeom prst="rect">
            <a:avLst/>
          </a:prstGeom>
          <a:noFill/>
        </p:spPr>
        <p:txBody>
          <a:bodyPr wrap="square" rtlCol="0">
            <a:spAutoFit/>
          </a:bodyPr>
          <a:lstStyle/>
          <a:p>
            <a:r>
              <a:rPr lang="en-US" sz="1200" b="1">
                <a:latin typeface="Ubuntu" panose="020B0504030602030204" pitchFamily="34" charset="0"/>
              </a:rPr>
              <a:t>Realisation</a:t>
            </a:r>
            <a:endParaRPr lang="en-IN" sz="1200" b="1">
              <a:latin typeface="Ubuntu" panose="020B0504030602030204" pitchFamily="34" charset="0"/>
            </a:endParaRPr>
          </a:p>
        </p:txBody>
      </p:sp>
      <p:sp>
        <p:nvSpPr>
          <p:cNvPr id="46" name="TextBox 45">
            <a:extLst>
              <a:ext uri="{FF2B5EF4-FFF2-40B4-BE49-F238E27FC236}">
                <a16:creationId xmlns:a16="http://schemas.microsoft.com/office/drawing/2014/main" id="{D91D6DBF-D871-43C7-4233-50C6F2C0F554}"/>
              </a:ext>
            </a:extLst>
          </p:cNvPr>
          <p:cNvSpPr txBox="1"/>
          <p:nvPr/>
        </p:nvSpPr>
        <p:spPr>
          <a:xfrm>
            <a:off x="2818679" y="1041634"/>
            <a:ext cx="1770627" cy="276999"/>
          </a:xfrm>
          <a:prstGeom prst="rect">
            <a:avLst/>
          </a:prstGeom>
          <a:noFill/>
        </p:spPr>
        <p:txBody>
          <a:bodyPr wrap="square" rtlCol="0">
            <a:spAutoFit/>
          </a:bodyPr>
          <a:lstStyle/>
          <a:p>
            <a:r>
              <a:rPr lang="en-US" sz="1200" b="1">
                <a:latin typeface="Ubuntu" panose="020B0504030602030204" pitchFamily="34" charset="0"/>
              </a:rPr>
              <a:t>Expectation</a:t>
            </a:r>
            <a:endParaRPr lang="en-IN" sz="1200" b="1">
              <a:latin typeface="Ubuntu" panose="020B0504030602030204" pitchFamily="34" charset="0"/>
            </a:endParaRPr>
          </a:p>
        </p:txBody>
      </p:sp>
      <p:sp>
        <p:nvSpPr>
          <p:cNvPr id="47" name="TextBox 46">
            <a:extLst>
              <a:ext uri="{FF2B5EF4-FFF2-40B4-BE49-F238E27FC236}">
                <a16:creationId xmlns:a16="http://schemas.microsoft.com/office/drawing/2014/main" id="{86903245-B8FA-8183-A810-8C455E85823D}"/>
              </a:ext>
            </a:extLst>
          </p:cNvPr>
          <p:cNvSpPr txBox="1"/>
          <p:nvPr/>
        </p:nvSpPr>
        <p:spPr>
          <a:xfrm>
            <a:off x="8367953" y="1000849"/>
            <a:ext cx="1770627" cy="276999"/>
          </a:xfrm>
          <a:prstGeom prst="rect">
            <a:avLst/>
          </a:prstGeom>
          <a:noFill/>
        </p:spPr>
        <p:txBody>
          <a:bodyPr wrap="square" rtlCol="0">
            <a:spAutoFit/>
          </a:bodyPr>
          <a:lstStyle/>
          <a:p>
            <a:r>
              <a:rPr lang="en-US" sz="1200" b="1">
                <a:latin typeface="Ubuntu" panose="020B0504030602030204" pitchFamily="34" charset="0"/>
              </a:rPr>
              <a:t>Observations</a:t>
            </a:r>
            <a:endParaRPr lang="en-IN" sz="1200" b="1">
              <a:latin typeface="Ubuntu" panose="020B0504030602030204" pitchFamily="34" charset="0"/>
            </a:endParaRPr>
          </a:p>
        </p:txBody>
      </p:sp>
      <p:sp>
        <p:nvSpPr>
          <p:cNvPr id="48" name="Flowchart: Connector 47">
            <a:extLst>
              <a:ext uri="{FF2B5EF4-FFF2-40B4-BE49-F238E27FC236}">
                <a16:creationId xmlns:a16="http://schemas.microsoft.com/office/drawing/2014/main" id="{DFFB85E1-5750-4CE9-7D79-45C2F782A438}"/>
              </a:ext>
            </a:extLst>
          </p:cNvPr>
          <p:cNvSpPr/>
          <p:nvPr/>
        </p:nvSpPr>
        <p:spPr>
          <a:xfrm>
            <a:off x="788597" y="1583787"/>
            <a:ext cx="327803" cy="336430"/>
          </a:xfrm>
          <a:prstGeom prst="flowChartConnector">
            <a:avLst/>
          </a:prstGeom>
          <a:solidFill>
            <a:srgbClr val="FDFDFD"/>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bg1"/>
                </a:solidFill>
                <a:latin typeface="Ubuntu" panose="020B0504030602030204" pitchFamily="34" charset="0"/>
              </a:rPr>
              <a:t>1</a:t>
            </a:r>
            <a:endParaRPr lang="en-IN">
              <a:solidFill>
                <a:schemeClr val="bg1"/>
              </a:solidFill>
              <a:latin typeface="Ubuntu" panose="020B0504030602030204" pitchFamily="34" charset="0"/>
            </a:endParaRPr>
          </a:p>
        </p:txBody>
      </p:sp>
      <p:sp>
        <p:nvSpPr>
          <p:cNvPr id="49" name="Flowchart: Connector 48">
            <a:extLst>
              <a:ext uri="{FF2B5EF4-FFF2-40B4-BE49-F238E27FC236}">
                <a16:creationId xmlns:a16="http://schemas.microsoft.com/office/drawing/2014/main" id="{53BB00AF-6D7F-11EF-4450-3FC7EFF4CF72}"/>
              </a:ext>
            </a:extLst>
          </p:cNvPr>
          <p:cNvSpPr/>
          <p:nvPr/>
        </p:nvSpPr>
        <p:spPr>
          <a:xfrm>
            <a:off x="788596" y="2512653"/>
            <a:ext cx="327803" cy="336430"/>
          </a:xfrm>
          <a:prstGeom prst="flowChartConnector">
            <a:avLst/>
          </a:prstGeom>
          <a:solidFill>
            <a:srgbClr val="FDFDFD"/>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bg1"/>
                </a:solidFill>
                <a:latin typeface="Ubuntu" panose="020B0504030602030204" pitchFamily="34" charset="0"/>
              </a:rPr>
              <a:t>2</a:t>
            </a:r>
            <a:endParaRPr lang="en-IN">
              <a:solidFill>
                <a:schemeClr val="bg1"/>
              </a:solidFill>
              <a:latin typeface="Ubuntu" panose="020B0504030602030204" pitchFamily="34" charset="0"/>
            </a:endParaRPr>
          </a:p>
        </p:txBody>
      </p:sp>
      <p:sp>
        <p:nvSpPr>
          <p:cNvPr id="50" name="Flowchart: Connector 49">
            <a:extLst>
              <a:ext uri="{FF2B5EF4-FFF2-40B4-BE49-F238E27FC236}">
                <a16:creationId xmlns:a16="http://schemas.microsoft.com/office/drawing/2014/main" id="{E90B7A13-5440-3AD5-DDF5-4AE3D2AC7EC9}"/>
              </a:ext>
            </a:extLst>
          </p:cNvPr>
          <p:cNvSpPr/>
          <p:nvPr/>
        </p:nvSpPr>
        <p:spPr>
          <a:xfrm>
            <a:off x="788595" y="3462159"/>
            <a:ext cx="327803" cy="336430"/>
          </a:xfrm>
          <a:prstGeom prst="flowChartConnector">
            <a:avLst/>
          </a:prstGeom>
          <a:solidFill>
            <a:srgbClr val="FDFDFD"/>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bg1"/>
                </a:solidFill>
                <a:latin typeface="Ubuntu" panose="020B0504030602030204" pitchFamily="34" charset="0"/>
              </a:rPr>
              <a:t>3</a:t>
            </a:r>
            <a:endParaRPr lang="en-IN">
              <a:solidFill>
                <a:schemeClr val="bg1"/>
              </a:solidFill>
              <a:latin typeface="Ubuntu" panose="020B0504030602030204" pitchFamily="34" charset="0"/>
            </a:endParaRPr>
          </a:p>
        </p:txBody>
      </p:sp>
      <p:sp>
        <p:nvSpPr>
          <p:cNvPr id="51" name="Flowchart: Connector 50">
            <a:extLst>
              <a:ext uri="{FF2B5EF4-FFF2-40B4-BE49-F238E27FC236}">
                <a16:creationId xmlns:a16="http://schemas.microsoft.com/office/drawing/2014/main" id="{9536A804-D71E-1D4C-B91B-4177C5D4C9A5}"/>
              </a:ext>
            </a:extLst>
          </p:cNvPr>
          <p:cNvSpPr/>
          <p:nvPr/>
        </p:nvSpPr>
        <p:spPr>
          <a:xfrm>
            <a:off x="788594" y="4399622"/>
            <a:ext cx="327803" cy="336430"/>
          </a:xfrm>
          <a:prstGeom prst="flowChartConnector">
            <a:avLst/>
          </a:prstGeom>
          <a:solidFill>
            <a:srgbClr val="FDFDFD"/>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bg1"/>
                </a:solidFill>
                <a:latin typeface="Ubuntu" panose="020B0504030602030204" pitchFamily="34" charset="0"/>
              </a:rPr>
              <a:t>4</a:t>
            </a:r>
            <a:endParaRPr lang="en-IN">
              <a:solidFill>
                <a:schemeClr val="bg1"/>
              </a:solidFill>
              <a:latin typeface="Ubuntu" panose="020B0504030602030204" pitchFamily="34" charset="0"/>
            </a:endParaRPr>
          </a:p>
        </p:txBody>
      </p:sp>
      <p:sp>
        <p:nvSpPr>
          <p:cNvPr id="52" name="Flowchart: Connector 51">
            <a:extLst>
              <a:ext uri="{FF2B5EF4-FFF2-40B4-BE49-F238E27FC236}">
                <a16:creationId xmlns:a16="http://schemas.microsoft.com/office/drawing/2014/main" id="{26E27957-8481-8A22-2A31-1185FB4579E0}"/>
              </a:ext>
            </a:extLst>
          </p:cNvPr>
          <p:cNvSpPr/>
          <p:nvPr/>
        </p:nvSpPr>
        <p:spPr>
          <a:xfrm>
            <a:off x="788594" y="5356284"/>
            <a:ext cx="327803" cy="336430"/>
          </a:xfrm>
          <a:prstGeom prst="flowChartConnector">
            <a:avLst/>
          </a:prstGeom>
          <a:solidFill>
            <a:srgbClr val="FDFDFD"/>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bg1"/>
                </a:solidFill>
                <a:latin typeface="Ubuntu" panose="020B0504030602030204" pitchFamily="34" charset="0"/>
              </a:rPr>
              <a:t>5</a:t>
            </a:r>
            <a:endParaRPr lang="en-IN">
              <a:solidFill>
                <a:schemeClr val="bg1"/>
              </a:solidFill>
              <a:latin typeface="Ubuntu" panose="020B0504030602030204" pitchFamily="34" charset="0"/>
            </a:endParaRPr>
          </a:p>
        </p:txBody>
      </p:sp>
      <p:sp>
        <p:nvSpPr>
          <p:cNvPr id="53" name="TextBox 52">
            <a:extLst>
              <a:ext uri="{FF2B5EF4-FFF2-40B4-BE49-F238E27FC236}">
                <a16:creationId xmlns:a16="http://schemas.microsoft.com/office/drawing/2014/main" id="{9E09126F-0A07-222E-ED38-4905C40A5F78}"/>
              </a:ext>
            </a:extLst>
          </p:cNvPr>
          <p:cNvSpPr txBox="1"/>
          <p:nvPr/>
        </p:nvSpPr>
        <p:spPr>
          <a:xfrm>
            <a:off x="1190445" y="1560364"/>
            <a:ext cx="1263049" cy="461665"/>
          </a:xfrm>
          <a:prstGeom prst="rect">
            <a:avLst/>
          </a:prstGeom>
          <a:noFill/>
        </p:spPr>
        <p:txBody>
          <a:bodyPr wrap="square" rtlCol="0">
            <a:spAutoFit/>
          </a:bodyPr>
          <a:lstStyle/>
          <a:p>
            <a:r>
              <a:rPr lang="en-US" sz="1200" b="1">
                <a:latin typeface="Ubuntu" panose="020B0504030602030204" pitchFamily="34" charset="0"/>
              </a:rPr>
              <a:t>Strategic Goal Realisation</a:t>
            </a:r>
            <a:endParaRPr lang="en-IN" sz="1200" b="1">
              <a:latin typeface="Ubuntu" panose="020B0504030602030204" pitchFamily="34" charset="0"/>
            </a:endParaRPr>
          </a:p>
        </p:txBody>
      </p:sp>
      <p:sp>
        <p:nvSpPr>
          <p:cNvPr id="54" name="TextBox 53">
            <a:extLst>
              <a:ext uri="{FF2B5EF4-FFF2-40B4-BE49-F238E27FC236}">
                <a16:creationId xmlns:a16="http://schemas.microsoft.com/office/drawing/2014/main" id="{799AEEAC-1C58-D21F-6B54-A0AA815A72ED}"/>
              </a:ext>
            </a:extLst>
          </p:cNvPr>
          <p:cNvSpPr txBox="1"/>
          <p:nvPr/>
        </p:nvSpPr>
        <p:spPr>
          <a:xfrm>
            <a:off x="1190443" y="2479702"/>
            <a:ext cx="1263049" cy="461665"/>
          </a:xfrm>
          <a:prstGeom prst="rect">
            <a:avLst/>
          </a:prstGeom>
          <a:noFill/>
        </p:spPr>
        <p:txBody>
          <a:bodyPr wrap="square" rtlCol="0">
            <a:spAutoFit/>
          </a:bodyPr>
          <a:lstStyle/>
          <a:p>
            <a:r>
              <a:rPr lang="en-US" sz="1200" b="1">
                <a:latin typeface="Ubuntu" panose="020B0504030602030204" pitchFamily="34" charset="0"/>
              </a:rPr>
              <a:t>Customer Enablement</a:t>
            </a:r>
            <a:endParaRPr lang="en-IN" sz="1200" b="1">
              <a:latin typeface="Ubuntu" panose="020B0504030602030204" pitchFamily="34" charset="0"/>
            </a:endParaRPr>
          </a:p>
        </p:txBody>
      </p:sp>
      <p:sp>
        <p:nvSpPr>
          <p:cNvPr id="55" name="TextBox 54">
            <a:extLst>
              <a:ext uri="{FF2B5EF4-FFF2-40B4-BE49-F238E27FC236}">
                <a16:creationId xmlns:a16="http://schemas.microsoft.com/office/drawing/2014/main" id="{35EEBCA7-7054-E412-8631-FA4B4B4BD39A}"/>
              </a:ext>
            </a:extLst>
          </p:cNvPr>
          <p:cNvSpPr txBox="1"/>
          <p:nvPr/>
        </p:nvSpPr>
        <p:spPr>
          <a:xfrm>
            <a:off x="1190443" y="3289030"/>
            <a:ext cx="1263049" cy="646331"/>
          </a:xfrm>
          <a:prstGeom prst="rect">
            <a:avLst/>
          </a:prstGeom>
          <a:noFill/>
        </p:spPr>
        <p:txBody>
          <a:bodyPr wrap="square" rtlCol="0">
            <a:spAutoFit/>
          </a:bodyPr>
          <a:lstStyle/>
          <a:p>
            <a:r>
              <a:rPr lang="en-US" sz="1200" b="1">
                <a:latin typeface="Ubuntu" panose="020B0504030602030204" pitchFamily="34" charset="0"/>
              </a:rPr>
              <a:t>Sales Operations Enablement</a:t>
            </a:r>
            <a:endParaRPr lang="en-IN" sz="1200" b="1">
              <a:latin typeface="Ubuntu" panose="020B0504030602030204" pitchFamily="34" charset="0"/>
            </a:endParaRPr>
          </a:p>
        </p:txBody>
      </p:sp>
      <p:sp>
        <p:nvSpPr>
          <p:cNvPr id="56" name="TextBox 55">
            <a:extLst>
              <a:ext uri="{FF2B5EF4-FFF2-40B4-BE49-F238E27FC236}">
                <a16:creationId xmlns:a16="http://schemas.microsoft.com/office/drawing/2014/main" id="{DCE7379A-F4BD-1534-A306-874597B06D90}"/>
              </a:ext>
            </a:extLst>
          </p:cNvPr>
          <p:cNvSpPr txBox="1"/>
          <p:nvPr/>
        </p:nvSpPr>
        <p:spPr>
          <a:xfrm>
            <a:off x="1190442" y="4224467"/>
            <a:ext cx="1263049" cy="646331"/>
          </a:xfrm>
          <a:prstGeom prst="rect">
            <a:avLst/>
          </a:prstGeom>
          <a:noFill/>
        </p:spPr>
        <p:txBody>
          <a:bodyPr wrap="square" rtlCol="0">
            <a:spAutoFit/>
          </a:bodyPr>
          <a:lstStyle/>
          <a:p>
            <a:r>
              <a:rPr lang="en-US" sz="1200" b="1">
                <a:latin typeface="Ubuntu" panose="020B0504030602030204" pitchFamily="34" charset="0"/>
              </a:rPr>
              <a:t>Service Operations Enablement</a:t>
            </a:r>
            <a:endParaRPr lang="en-IN" sz="1200" b="1">
              <a:latin typeface="Ubuntu" panose="020B0504030602030204" pitchFamily="34" charset="0"/>
            </a:endParaRPr>
          </a:p>
        </p:txBody>
      </p:sp>
      <p:sp>
        <p:nvSpPr>
          <p:cNvPr id="57" name="TextBox 56">
            <a:extLst>
              <a:ext uri="{FF2B5EF4-FFF2-40B4-BE49-F238E27FC236}">
                <a16:creationId xmlns:a16="http://schemas.microsoft.com/office/drawing/2014/main" id="{1DA96E16-A7CC-1E69-303F-9714CC3ADD45}"/>
              </a:ext>
            </a:extLst>
          </p:cNvPr>
          <p:cNvSpPr txBox="1"/>
          <p:nvPr/>
        </p:nvSpPr>
        <p:spPr>
          <a:xfrm>
            <a:off x="1146221" y="5297636"/>
            <a:ext cx="1431294" cy="461665"/>
          </a:xfrm>
          <a:prstGeom prst="rect">
            <a:avLst/>
          </a:prstGeom>
          <a:noFill/>
        </p:spPr>
        <p:txBody>
          <a:bodyPr wrap="square" rtlCol="0">
            <a:spAutoFit/>
          </a:bodyPr>
          <a:lstStyle/>
          <a:p>
            <a:r>
              <a:rPr lang="en-US" sz="1200" b="1">
                <a:latin typeface="Ubuntu" panose="020B0504030602030204" pitchFamily="34" charset="0"/>
              </a:rPr>
              <a:t>Implementation Enablement</a:t>
            </a:r>
            <a:endParaRPr lang="en-IN" sz="1200" b="1">
              <a:latin typeface="Ubuntu" panose="020B0504030602030204" pitchFamily="34" charset="0"/>
            </a:endParaRPr>
          </a:p>
        </p:txBody>
      </p:sp>
      <p:sp>
        <p:nvSpPr>
          <p:cNvPr id="58" name="TextBox 57">
            <a:extLst>
              <a:ext uri="{FF2B5EF4-FFF2-40B4-BE49-F238E27FC236}">
                <a16:creationId xmlns:a16="http://schemas.microsoft.com/office/drawing/2014/main" id="{6B3175DD-53E5-A443-B5EB-86DB2B08A60E}"/>
              </a:ext>
            </a:extLst>
          </p:cNvPr>
          <p:cNvSpPr txBox="1"/>
          <p:nvPr/>
        </p:nvSpPr>
        <p:spPr>
          <a:xfrm>
            <a:off x="4969922" y="1442134"/>
            <a:ext cx="1702998" cy="600164"/>
          </a:xfrm>
          <a:prstGeom prst="rect">
            <a:avLst/>
          </a:prstGeom>
          <a:noFill/>
        </p:spPr>
        <p:txBody>
          <a:bodyPr wrap="square" rtlCol="0">
            <a:spAutoFit/>
          </a:bodyPr>
          <a:lstStyle/>
          <a:p>
            <a:pPr algn="ctr"/>
            <a:r>
              <a:rPr lang="en-US" sz="1100" b="1">
                <a:solidFill>
                  <a:schemeClr val="bg1"/>
                </a:solidFill>
                <a:latin typeface="Ubuntu" panose="020B0504030602030204" pitchFamily="34" charset="0"/>
              </a:rPr>
              <a:t>Growth in Strategic Focus Areas</a:t>
            </a:r>
          </a:p>
          <a:p>
            <a:pPr algn="ctr"/>
            <a:r>
              <a:rPr lang="en-US" sz="1100" b="1">
                <a:solidFill>
                  <a:schemeClr val="bg1"/>
                </a:solidFill>
                <a:latin typeface="Ubuntu" panose="020B0504030602030204" pitchFamily="34" charset="0"/>
              </a:rPr>
              <a:t>(Convergence)</a:t>
            </a:r>
            <a:endParaRPr lang="en-IN" sz="1100" b="1">
              <a:solidFill>
                <a:schemeClr val="bg1"/>
              </a:solidFill>
              <a:latin typeface="Ubuntu" panose="020B0504030602030204" pitchFamily="34" charset="0"/>
            </a:endParaRPr>
          </a:p>
        </p:txBody>
      </p:sp>
      <p:sp>
        <p:nvSpPr>
          <p:cNvPr id="59" name="TextBox 58">
            <a:extLst>
              <a:ext uri="{FF2B5EF4-FFF2-40B4-BE49-F238E27FC236}">
                <a16:creationId xmlns:a16="http://schemas.microsoft.com/office/drawing/2014/main" id="{3C79CEE8-C1B5-3D22-388E-BE0E174912D5}"/>
              </a:ext>
            </a:extLst>
          </p:cNvPr>
          <p:cNvSpPr txBox="1"/>
          <p:nvPr/>
        </p:nvSpPr>
        <p:spPr>
          <a:xfrm>
            <a:off x="6697306" y="1548556"/>
            <a:ext cx="1771439" cy="430887"/>
          </a:xfrm>
          <a:prstGeom prst="rect">
            <a:avLst/>
          </a:prstGeom>
          <a:noFill/>
        </p:spPr>
        <p:txBody>
          <a:bodyPr wrap="square" rtlCol="0">
            <a:spAutoFit/>
          </a:bodyPr>
          <a:lstStyle/>
          <a:p>
            <a:pPr algn="ctr"/>
            <a:r>
              <a:rPr lang="en-US" sz="1100" b="1">
                <a:solidFill>
                  <a:schemeClr val="bg1"/>
                </a:solidFill>
                <a:latin typeface="Ubuntu" panose="020B0504030602030204" pitchFamily="34" charset="0"/>
              </a:rPr>
              <a:t>Improved Ability to Cross/Upsell</a:t>
            </a:r>
            <a:endParaRPr lang="en-IN" sz="1100" b="1">
              <a:solidFill>
                <a:schemeClr val="bg1"/>
              </a:solidFill>
              <a:latin typeface="Ubuntu" panose="020B0504030602030204" pitchFamily="34" charset="0"/>
            </a:endParaRPr>
          </a:p>
        </p:txBody>
      </p:sp>
      <p:sp>
        <p:nvSpPr>
          <p:cNvPr id="61" name="TextBox 60">
            <a:extLst>
              <a:ext uri="{FF2B5EF4-FFF2-40B4-BE49-F238E27FC236}">
                <a16:creationId xmlns:a16="http://schemas.microsoft.com/office/drawing/2014/main" id="{EB4AF82F-008E-DA84-9C4E-93F3823278A5}"/>
              </a:ext>
            </a:extLst>
          </p:cNvPr>
          <p:cNvSpPr txBox="1"/>
          <p:nvPr/>
        </p:nvSpPr>
        <p:spPr>
          <a:xfrm>
            <a:off x="8730015" y="1527804"/>
            <a:ext cx="2061716" cy="430887"/>
          </a:xfrm>
          <a:prstGeom prst="rect">
            <a:avLst/>
          </a:prstGeom>
          <a:noFill/>
        </p:spPr>
        <p:txBody>
          <a:bodyPr wrap="square" rtlCol="0">
            <a:spAutoFit/>
          </a:bodyPr>
          <a:lstStyle/>
          <a:p>
            <a:pPr algn="ctr"/>
            <a:r>
              <a:rPr lang="en-US" sz="1100" b="1">
                <a:solidFill>
                  <a:schemeClr val="bg1"/>
                </a:solidFill>
                <a:latin typeface="Ubuntu" panose="020B0504030602030204" pitchFamily="34" charset="0"/>
              </a:rPr>
              <a:t>Faster TTM for Product/Offer Launches</a:t>
            </a:r>
            <a:endParaRPr lang="en-IN" sz="1100" b="1">
              <a:solidFill>
                <a:schemeClr val="bg1"/>
              </a:solidFill>
              <a:latin typeface="Ubuntu" panose="020B0504030602030204" pitchFamily="34" charset="0"/>
            </a:endParaRPr>
          </a:p>
        </p:txBody>
      </p:sp>
      <p:sp>
        <p:nvSpPr>
          <p:cNvPr id="62" name="TextBox 61">
            <a:extLst>
              <a:ext uri="{FF2B5EF4-FFF2-40B4-BE49-F238E27FC236}">
                <a16:creationId xmlns:a16="http://schemas.microsoft.com/office/drawing/2014/main" id="{7E230FD0-4F1C-B202-5950-A6F3F1253A9D}"/>
              </a:ext>
            </a:extLst>
          </p:cNvPr>
          <p:cNvSpPr txBox="1"/>
          <p:nvPr/>
        </p:nvSpPr>
        <p:spPr>
          <a:xfrm>
            <a:off x="8582769" y="5311183"/>
            <a:ext cx="2568072" cy="430887"/>
          </a:xfrm>
          <a:prstGeom prst="rect">
            <a:avLst/>
          </a:prstGeom>
          <a:noFill/>
        </p:spPr>
        <p:txBody>
          <a:bodyPr wrap="square" rtlCol="0">
            <a:spAutoFit/>
          </a:bodyPr>
          <a:lstStyle/>
          <a:p>
            <a:pPr algn="ctr"/>
            <a:r>
              <a:rPr lang="en-US" sz="1100" b="1">
                <a:solidFill>
                  <a:schemeClr val="bg1"/>
                </a:solidFill>
                <a:latin typeface="Ubuntu" panose="020B0504030602030204" pitchFamily="34" charset="0"/>
              </a:rPr>
              <a:t>Skills, Knowledge &amp; Experience for B2B Transformation</a:t>
            </a:r>
            <a:endParaRPr lang="en-IN" sz="1100" b="1">
              <a:solidFill>
                <a:schemeClr val="bg1"/>
              </a:solidFill>
              <a:latin typeface="Ubuntu" panose="020B0504030602030204" pitchFamily="34" charset="0"/>
            </a:endParaRPr>
          </a:p>
        </p:txBody>
      </p:sp>
      <p:sp>
        <p:nvSpPr>
          <p:cNvPr id="63" name="TextBox 62">
            <a:extLst>
              <a:ext uri="{FF2B5EF4-FFF2-40B4-BE49-F238E27FC236}">
                <a16:creationId xmlns:a16="http://schemas.microsoft.com/office/drawing/2014/main" id="{E2944E9B-0467-BD57-08BF-3CFAD85A906C}"/>
              </a:ext>
            </a:extLst>
          </p:cNvPr>
          <p:cNvSpPr txBox="1"/>
          <p:nvPr/>
        </p:nvSpPr>
        <p:spPr>
          <a:xfrm>
            <a:off x="9906910" y="4270634"/>
            <a:ext cx="1145880" cy="600164"/>
          </a:xfrm>
          <a:prstGeom prst="rect">
            <a:avLst/>
          </a:prstGeom>
          <a:noFill/>
        </p:spPr>
        <p:txBody>
          <a:bodyPr wrap="square" rtlCol="0">
            <a:spAutoFit/>
          </a:bodyPr>
          <a:lstStyle/>
          <a:p>
            <a:pPr algn="ctr"/>
            <a:r>
              <a:rPr lang="en-US" sz="1100" b="1">
                <a:solidFill>
                  <a:schemeClr val="bg1"/>
                </a:solidFill>
                <a:latin typeface="Ubuntu" panose="020B0504030602030204" pitchFamily="34" charset="0"/>
              </a:rPr>
              <a:t>Increased Share of Revenue</a:t>
            </a:r>
            <a:endParaRPr lang="en-IN" sz="1100" b="1">
              <a:solidFill>
                <a:schemeClr val="bg1"/>
              </a:solidFill>
              <a:latin typeface="Ubuntu" panose="020B0504030602030204" pitchFamily="34" charset="0"/>
            </a:endParaRPr>
          </a:p>
        </p:txBody>
      </p:sp>
      <p:sp>
        <p:nvSpPr>
          <p:cNvPr id="64" name="TextBox 63">
            <a:extLst>
              <a:ext uri="{FF2B5EF4-FFF2-40B4-BE49-F238E27FC236}">
                <a16:creationId xmlns:a16="http://schemas.microsoft.com/office/drawing/2014/main" id="{31EA10DC-9BD3-CA31-ADB8-09980DCA6872}"/>
              </a:ext>
            </a:extLst>
          </p:cNvPr>
          <p:cNvSpPr txBox="1"/>
          <p:nvPr/>
        </p:nvSpPr>
        <p:spPr>
          <a:xfrm>
            <a:off x="9305132" y="2452025"/>
            <a:ext cx="1941436" cy="600164"/>
          </a:xfrm>
          <a:prstGeom prst="rect">
            <a:avLst/>
          </a:prstGeom>
          <a:noFill/>
        </p:spPr>
        <p:txBody>
          <a:bodyPr wrap="square" rtlCol="0">
            <a:spAutoFit/>
          </a:bodyPr>
          <a:lstStyle/>
          <a:p>
            <a:pPr algn="ctr"/>
            <a:r>
              <a:rPr lang="en-US" sz="1100" b="1">
                <a:solidFill>
                  <a:schemeClr val="bg1"/>
                </a:solidFill>
                <a:latin typeface="Ubuntu" panose="020B0504030602030204" pitchFamily="34" charset="0"/>
              </a:rPr>
              <a:t>Reduced Need for </a:t>
            </a:r>
          </a:p>
          <a:p>
            <a:pPr algn="ctr"/>
            <a:r>
              <a:rPr lang="en-US" sz="1100" b="1">
                <a:solidFill>
                  <a:schemeClr val="bg1"/>
                </a:solidFill>
                <a:latin typeface="Ubuntu" panose="020B0504030602030204" pitchFamily="34" charset="0"/>
              </a:rPr>
              <a:t>Repeat Visits to store/ calls</a:t>
            </a:r>
            <a:endParaRPr lang="en-IN" sz="1100" b="1">
              <a:solidFill>
                <a:schemeClr val="bg1"/>
              </a:solidFill>
              <a:latin typeface="Ubuntu" panose="020B0504030602030204" pitchFamily="34" charset="0"/>
            </a:endParaRPr>
          </a:p>
        </p:txBody>
      </p:sp>
      <p:sp>
        <p:nvSpPr>
          <p:cNvPr id="65" name="TextBox 64">
            <a:extLst>
              <a:ext uri="{FF2B5EF4-FFF2-40B4-BE49-F238E27FC236}">
                <a16:creationId xmlns:a16="http://schemas.microsoft.com/office/drawing/2014/main" id="{4A3CF563-8A4A-9B00-027C-0BCC55BC2CFA}"/>
              </a:ext>
            </a:extLst>
          </p:cNvPr>
          <p:cNvSpPr txBox="1"/>
          <p:nvPr/>
        </p:nvSpPr>
        <p:spPr>
          <a:xfrm>
            <a:off x="9782847" y="3361726"/>
            <a:ext cx="1403581" cy="600164"/>
          </a:xfrm>
          <a:prstGeom prst="rect">
            <a:avLst/>
          </a:prstGeom>
          <a:noFill/>
        </p:spPr>
        <p:txBody>
          <a:bodyPr wrap="square" rtlCol="0">
            <a:spAutoFit/>
          </a:bodyPr>
          <a:lstStyle/>
          <a:p>
            <a:pPr algn="ctr"/>
            <a:r>
              <a:rPr lang="en-US" sz="1100" b="1">
                <a:solidFill>
                  <a:schemeClr val="bg1"/>
                </a:solidFill>
                <a:latin typeface="Ubuntu" panose="020B0504030602030204" pitchFamily="34" charset="0"/>
              </a:rPr>
              <a:t>Simplified, Fully Digital Takeover Process</a:t>
            </a:r>
            <a:endParaRPr lang="en-IN" sz="1100" b="1">
              <a:solidFill>
                <a:schemeClr val="bg1"/>
              </a:solidFill>
              <a:latin typeface="Ubuntu" panose="020B0504030602030204" pitchFamily="34" charset="0"/>
            </a:endParaRPr>
          </a:p>
        </p:txBody>
      </p:sp>
      <p:sp>
        <p:nvSpPr>
          <p:cNvPr id="66" name="TextBox 65">
            <a:extLst>
              <a:ext uri="{FF2B5EF4-FFF2-40B4-BE49-F238E27FC236}">
                <a16:creationId xmlns:a16="http://schemas.microsoft.com/office/drawing/2014/main" id="{68C94914-075E-2CBB-35A7-DB2A439414C7}"/>
              </a:ext>
            </a:extLst>
          </p:cNvPr>
          <p:cNvSpPr txBox="1"/>
          <p:nvPr/>
        </p:nvSpPr>
        <p:spPr>
          <a:xfrm>
            <a:off x="8351949" y="4240384"/>
            <a:ext cx="1468174" cy="600164"/>
          </a:xfrm>
          <a:prstGeom prst="rect">
            <a:avLst/>
          </a:prstGeom>
          <a:noFill/>
        </p:spPr>
        <p:txBody>
          <a:bodyPr wrap="square" rtlCol="0">
            <a:spAutoFit/>
          </a:bodyPr>
          <a:lstStyle/>
          <a:p>
            <a:pPr algn="ctr"/>
            <a:r>
              <a:rPr lang="en-US" sz="1100" b="1">
                <a:solidFill>
                  <a:schemeClr val="bg1"/>
                </a:solidFill>
                <a:latin typeface="Ubuntu" panose="020B0504030602030204" pitchFamily="34" charset="0"/>
              </a:rPr>
              <a:t>Ability to Execute Tariff Changes in Real-Time</a:t>
            </a:r>
            <a:endParaRPr lang="en-IN" sz="1100" b="1">
              <a:solidFill>
                <a:schemeClr val="bg1"/>
              </a:solidFill>
              <a:latin typeface="Ubuntu" panose="020B0504030602030204" pitchFamily="34" charset="0"/>
            </a:endParaRPr>
          </a:p>
        </p:txBody>
      </p:sp>
      <p:sp>
        <p:nvSpPr>
          <p:cNvPr id="67" name="TextBox 66">
            <a:extLst>
              <a:ext uri="{FF2B5EF4-FFF2-40B4-BE49-F238E27FC236}">
                <a16:creationId xmlns:a16="http://schemas.microsoft.com/office/drawing/2014/main" id="{0ADBFCF0-D79D-0700-2E1B-6EA8FA3BD3ED}"/>
              </a:ext>
            </a:extLst>
          </p:cNvPr>
          <p:cNvSpPr txBox="1"/>
          <p:nvPr/>
        </p:nvSpPr>
        <p:spPr>
          <a:xfrm>
            <a:off x="5196455" y="5334929"/>
            <a:ext cx="1624641" cy="430887"/>
          </a:xfrm>
          <a:prstGeom prst="rect">
            <a:avLst/>
          </a:prstGeom>
          <a:noFill/>
        </p:spPr>
        <p:txBody>
          <a:bodyPr wrap="square" rtlCol="0">
            <a:spAutoFit/>
          </a:bodyPr>
          <a:lstStyle/>
          <a:p>
            <a:pPr algn="ctr"/>
            <a:r>
              <a:rPr lang="en-US" sz="1100" b="1">
                <a:solidFill>
                  <a:schemeClr val="bg1"/>
                </a:solidFill>
                <a:latin typeface="Ubuntu" panose="020B0504030602030204" pitchFamily="34" charset="0"/>
              </a:rPr>
              <a:t>Stable, Performant Solution</a:t>
            </a:r>
            <a:endParaRPr lang="en-IN" sz="1100" b="1">
              <a:solidFill>
                <a:schemeClr val="bg1"/>
              </a:solidFill>
              <a:latin typeface="Ubuntu" panose="020B0504030602030204" pitchFamily="34" charset="0"/>
            </a:endParaRPr>
          </a:p>
        </p:txBody>
      </p:sp>
      <p:sp>
        <p:nvSpPr>
          <p:cNvPr id="68" name="TextBox 67">
            <a:extLst>
              <a:ext uri="{FF2B5EF4-FFF2-40B4-BE49-F238E27FC236}">
                <a16:creationId xmlns:a16="http://schemas.microsoft.com/office/drawing/2014/main" id="{63C2D056-94BE-AC8F-6F06-2B91496F31A9}"/>
              </a:ext>
            </a:extLst>
          </p:cNvPr>
          <p:cNvSpPr txBox="1"/>
          <p:nvPr/>
        </p:nvSpPr>
        <p:spPr>
          <a:xfrm>
            <a:off x="6946237" y="5309055"/>
            <a:ext cx="1353275" cy="430887"/>
          </a:xfrm>
          <a:prstGeom prst="rect">
            <a:avLst/>
          </a:prstGeom>
          <a:noFill/>
        </p:spPr>
        <p:txBody>
          <a:bodyPr wrap="square" rtlCol="0">
            <a:spAutoFit/>
          </a:bodyPr>
          <a:lstStyle/>
          <a:p>
            <a:pPr algn="ctr"/>
            <a:r>
              <a:rPr lang="en-US" sz="1100" b="1">
                <a:solidFill>
                  <a:schemeClr val="bg1"/>
                </a:solidFill>
                <a:latin typeface="Ubuntu" panose="020B0504030602030204" pitchFamily="34" charset="0"/>
              </a:rPr>
              <a:t>Digital Platform for B2C Growth</a:t>
            </a:r>
            <a:endParaRPr lang="en-IN" sz="1100" b="1">
              <a:solidFill>
                <a:schemeClr val="bg1"/>
              </a:solidFill>
              <a:latin typeface="Ubuntu" panose="020B0504030602030204" pitchFamily="34" charset="0"/>
            </a:endParaRPr>
          </a:p>
        </p:txBody>
      </p:sp>
      <p:sp>
        <p:nvSpPr>
          <p:cNvPr id="69" name="TextBox 68">
            <a:extLst>
              <a:ext uri="{FF2B5EF4-FFF2-40B4-BE49-F238E27FC236}">
                <a16:creationId xmlns:a16="http://schemas.microsoft.com/office/drawing/2014/main" id="{8E5D714A-BF68-4B68-1B42-6A5585974FC9}"/>
              </a:ext>
            </a:extLst>
          </p:cNvPr>
          <p:cNvSpPr txBox="1"/>
          <p:nvPr/>
        </p:nvSpPr>
        <p:spPr>
          <a:xfrm>
            <a:off x="7767707" y="2459655"/>
            <a:ext cx="1647290" cy="430887"/>
          </a:xfrm>
          <a:prstGeom prst="rect">
            <a:avLst/>
          </a:prstGeom>
          <a:noFill/>
        </p:spPr>
        <p:txBody>
          <a:bodyPr wrap="square" rtlCol="0">
            <a:spAutoFit/>
          </a:bodyPr>
          <a:lstStyle/>
          <a:p>
            <a:pPr algn="ctr"/>
            <a:r>
              <a:rPr lang="en-US" sz="1100" b="1">
                <a:solidFill>
                  <a:schemeClr val="bg1"/>
                </a:solidFill>
                <a:latin typeface="Ubuntu" panose="020B0504030602030204" pitchFamily="34" charset="0"/>
              </a:rPr>
              <a:t>Improved</a:t>
            </a:r>
          </a:p>
          <a:p>
            <a:pPr algn="ctr"/>
            <a:r>
              <a:rPr lang="en-US" sz="1100" b="1">
                <a:solidFill>
                  <a:schemeClr val="bg1"/>
                </a:solidFill>
                <a:latin typeface="Ubuntu" panose="020B0504030602030204" pitchFamily="34" charset="0"/>
              </a:rPr>
              <a:t>Fulfillment</a:t>
            </a:r>
            <a:endParaRPr lang="en-IN" sz="1100" b="1">
              <a:solidFill>
                <a:schemeClr val="bg1"/>
              </a:solidFill>
              <a:latin typeface="Ubuntu" panose="020B0504030602030204" pitchFamily="34" charset="0"/>
            </a:endParaRPr>
          </a:p>
        </p:txBody>
      </p:sp>
      <p:sp>
        <p:nvSpPr>
          <p:cNvPr id="70" name="TextBox 69">
            <a:extLst>
              <a:ext uri="{FF2B5EF4-FFF2-40B4-BE49-F238E27FC236}">
                <a16:creationId xmlns:a16="http://schemas.microsoft.com/office/drawing/2014/main" id="{67A0DF5B-6F03-A6A1-0BD8-8B88CFBE421A}"/>
              </a:ext>
            </a:extLst>
          </p:cNvPr>
          <p:cNvSpPr txBox="1"/>
          <p:nvPr/>
        </p:nvSpPr>
        <p:spPr>
          <a:xfrm>
            <a:off x="8799681" y="3346710"/>
            <a:ext cx="865507" cy="600164"/>
          </a:xfrm>
          <a:prstGeom prst="rect">
            <a:avLst/>
          </a:prstGeom>
          <a:noFill/>
        </p:spPr>
        <p:txBody>
          <a:bodyPr wrap="square" rtlCol="0">
            <a:spAutoFit/>
          </a:bodyPr>
          <a:lstStyle/>
          <a:p>
            <a:pPr algn="ctr"/>
            <a:r>
              <a:rPr lang="en-US" sz="1100" b="1">
                <a:solidFill>
                  <a:schemeClr val="bg1"/>
                </a:solidFill>
                <a:latin typeface="Ubuntu" panose="020B0504030602030204" pitchFamily="34" charset="0"/>
              </a:rPr>
              <a:t>Increased Real-Time Execution</a:t>
            </a:r>
            <a:endParaRPr lang="en-IN" sz="1100" b="1">
              <a:solidFill>
                <a:schemeClr val="bg1"/>
              </a:solidFill>
              <a:latin typeface="Ubuntu" panose="020B0504030602030204" pitchFamily="34" charset="0"/>
            </a:endParaRPr>
          </a:p>
        </p:txBody>
      </p:sp>
      <p:sp>
        <p:nvSpPr>
          <p:cNvPr id="71" name="TextBox 70">
            <a:extLst>
              <a:ext uri="{FF2B5EF4-FFF2-40B4-BE49-F238E27FC236}">
                <a16:creationId xmlns:a16="http://schemas.microsoft.com/office/drawing/2014/main" id="{80F5BCD3-0B07-F1AB-CC66-C45C144FDF1B}"/>
              </a:ext>
            </a:extLst>
          </p:cNvPr>
          <p:cNvSpPr txBox="1"/>
          <p:nvPr/>
        </p:nvSpPr>
        <p:spPr>
          <a:xfrm>
            <a:off x="7494590" y="3447977"/>
            <a:ext cx="1165113" cy="430887"/>
          </a:xfrm>
          <a:prstGeom prst="rect">
            <a:avLst/>
          </a:prstGeom>
          <a:noFill/>
        </p:spPr>
        <p:txBody>
          <a:bodyPr wrap="square" rtlCol="0">
            <a:spAutoFit/>
          </a:bodyPr>
          <a:lstStyle/>
          <a:p>
            <a:pPr algn="ctr"/>
            <a:r>
              <a:rPr lang="en-US" sz="1100" b="1">
                <a:solidFill>
                  <a:schemeClr val="bg1"/>
                </a:solidFill>
                <a:latin typeface="Ubuntu" panose="020B0504030602030204" pitchFamily="34" charset="0"/>
              </a:rPr>
              <a:t>Zero-Touch Flows</a:t>
            </a:r>
            <a:endParaRPr lang="en-IN" sz="1100" b="1">
              <a:solidFill>
                <a:schemeClr val="bg1"/>
              </a:solidFill>
              <a:latin typeface="Ubuntu" panose="020B0504030602030204" pitchFamily="34" charset="0"/>
            </a:endParaRPr>
          </a:p>
        </p:txBody>
      </p:sp>
      <p:sp>
        <p:nvSpPr>
          <p:cNvPr id="72" name="TextBox 71">
            <a:extLst>
              <a:ext uri="{FF2B5EF4-FFF2-40B4-BE49-F238E27FC236}">
                <a16:creationId xmlns:a16="http://schemas.microsoft.com/office/drawing/2014/main" id="{63BB5963-084D-7E2D-9428-835D7A022C7E}"/>
              </a:ext>
            </a:extLst>
          </p:cNvPr>
          <p:cNvSpPr txBox="1"/>
          <p:nvPr/>
        </p:nvSpPr>
        <p:spPr>
          <a:xfrm>
            <a:off x="6425380" y="2434079"/>
            <a:ext cx="1165113" cy="600164"/>
          </a:xfrm>
          <a:prstGeom prst="rect">
            <a:avLst/>
          </a:prstGeom>
          <a:noFill/>
        </p:spPr>
        <p:txBody>
          <a:bodyPr wrap="square" rtlCol="0">
            <a:spAutoFit/>
          </a:bodyPr>
          <a:lstStyle/>
          <a:p>
            <a:pPr algn="ctr"/>
            <a:r>
              <a:rPr lang="en-US" sz="1100" b="1">
                <a:solidFill>
                  <a:schemeClr val="bg1"/>
                </a:solidFill>
                <a:latin typeface="Ubuntu" panose="020B0504030602030204" pitchFamily="34" charset="0"/>
              </a:rPr>
              <a:t>Increased Digital </a:t>
            </a:r>
          </a:p>
          <a:p>
            <a:pPr algn="ctr"/>
            <a:r>
              <a:rPr lang="en-US" sz="1100" b="1">
                <a:solidFill>
                  <a:schemeClr val="bg1"/>
                </a:solidFill>
                <a:latin typeface="Ubuntu" panose="020B0504030602030204" pitchFamily="34" charset="0"/>
              </a:rPr>
              <a:t>Enablement</a:t>
            </a:r>
            <a:endParaRPr lang="en-IN" sz="1100" b="1">
              <a:solidFill>
                <a:schemeClr val="bg1"/>
              </a:solidFill>
              <a:latin typeface="Ubuntu" panose="020B0504030602030204" pitchFamily="34" charset="0"/>
            </a:endParaRPr>
          </a:p>
        </p:txBody>
      </p:sp>
      <p:sp>
        <p:nvSpPr>
          <p:cNvPr id="73" name="TextBox 72">
            <a:extLst>
              <a:ext uri="{FF2B5EF4-FFF2-40B4-BE49-F238E27FC236}">
                <a16:creationId xmlns:a16="http://schemas.microsoft.com/office/drawing/2014/main" id="{CB2970DD-CD54-C374-6444-BB6579AA3307}"/>
              </a:ext>
            </a:extLst>
          </p:cNvPr>
          <p:cNvSpPr txBox="1"/>
          <p:nvPr/>
        </p:nvSpPr>
        <p:spPr>
          <a:xfrm>
            <a:off x="6818521" y="4262158"/>
            <a:ext cx="1346220" cy="600164"/>
          </a:xfrm>
          <a:prstGeom prst="rect">
            <a:avLst/>
          </a:prstGeom>
          <a:noFill/>
        </p:spPr>
        <p:txBody>
          <a:bodyPr wrap="square" rtlCol="0">
            <a:spAutoFit/>
          </a:bodyPr>
          <a:lstStyle/>
          <a:p>
            <a:pPr algn="ctr"/>
            <a:r>
              <a:rPr lang="en-US" sz="1100" b="1">
                <a:solidFill>
                  <a:schemeClr val="bg1"/>
                </a:solidFill>
                <a:latin typeface="Ubuntu" panose="020B0504030602030204" pitchFamily="34" charset="0"/>
              </a:rPr>
              <a:t>Ability to Cross/Upsell on Incoming Calls</a:t>
            </a:r>
            <a:endParaRPr lang="en-IN" sz="1100" b="1">
              <a:solidFill>
                <a:schemeClr val="bg1"/>
              </a:solidFill>
              <a:latin typeface="Ubuntu" panose="020B0504030602030204" pitchFamily="34" charset="0"/>
            </a:endParaRPr>
          </a:p>
        </p:txBody>
      </p:sp>
      <p:sp>
        <p:nvSpPr>
          <p:cNvPr id="74" name="TextBox 73">
            <a:extLst>
              <a:ext uri="{FF2B5EF4-FFF2-40B4-BE49-F238E27FC236}">
                <a16:creationId xmlns:a16="http://schemas.microsoft.com/office/drawing/2014/main" id="{11B056D5-FB34-9E3A-A5B2-CD1C9E7695E1}"/>
              </a:ext>
            </a:extLst>
          </p:cNvPr>
          <p:cNvSpPr txBox="1"/>
          <p:nvPr/>
        </p:nvSpPr>
        <p:spPr>
          <a:xfrm>
            <a:off x="5075571" y="4265836"/>
            <a:ext cx="1647290" cy="600164"/>
          </a:xfrm>
          <a:prstGeom prst="rect">
            <a:avLst/>
          </a:prstGeom>
          <a:noFill/>
        </p:spPr>
        <p:txBody>
          <a:bodyPr wrap="square" rtlCol="0">
            <a:spAutoFit/>
          </a:bodyPr>
          <a:lstStyle/>
          <a:p>
            <a:pPr algn="ctr"/>
            <a:r>
              <a:rPr lang="en-US" sz="1100" b="1">
                <a:solidFill>
                  <a:schemeClr val="bg1"/>
                </a:solidFill>
                <a:latin typeface="Ubuntu" panose="020B0504030602030204" pitchFamily="34" charset="0"/>
              </a:rPr>
              <a:t>Cross Channel, Real- time Customer Data Visibility</a:t>
            </a:r>
            <a:endParaRPr lang="en-IN" sz="1100" b="1">
              <a:solidFill>
                <a:schemeClr val="bg1"/>
              </a:solidFill>
              <a:latin typeface="Ubuntu" panose="020B0504030602030204" pitchFamily="34" charset="0"/>
            </a:endParaRPr>
          </a:p>
        </p:txBody>
      </p:sp>
      <p:sp>
        <p:nvSpPr>
          <p:cNvPr id="77" name="Flowchart: Process 76">
            <a:extLst>
              <a:ext uri="{FF2B5EF4-FFF2-40B4-BE49-F238E27FC236}">
                <a16:creationId xmlns:a16="http://schemas.microsoft.com/office/drawing/2014/main" id="{609C203A-41B9-6622-85B6-D024A32D75BA}"/>
              </a:ext>
            </a:extLst>
          </p:cNvPr>
          <p:cNvSpPr/>
          <p:nvPr/>
        </p:nvSpPr>
        <p:spPr>
          <a:xfrm>
            <a:off x="3927044" y="4229488"/>
            <a:ext cx="1060752" cy="672860"/>
          </a:xfrm>
          <a:prstGeom prst="flowChartProcess">
            <a:avLst/>
          </a:prstGeom>
          <a:solidFill>
            <a:srgbClr val="FDFDFD"/>
          </a:solidFill>
          <a:ln>
            <a:solidFill>
              <a:srgbClr val="FDFDF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bg1"/>
              </a:solidFill>
            </a:endParaRPr>
          </a:p>
        </p:txBody>
      </p:sp>
      <p:sp>
        <p:nvSpPr>
          <p:cNvPr id="78" name="TextBox 77">
            <a:extLst>
              <a:ext uri="{FF2B5EF4-FFF2-40B4-BE49-F238E27FC236}">
                <a16:creationId xmlns:a16="http://schemas.microsoft.com/office/drawing/2014/main" id="{F8F8A68A-0410-0951-143C-2A6843826CA2}"/>
              </a:ext>
            </a:extLst>
          </p:cNvPr>
          <p:cNvSpPr txBox="1"/>
          <p:nvPr/>
        </p:nvSpPr>
        <p:spPr>
          <a:xfrm>
            <a:off x="6273264" y="3366639"/>
            <a:ext cx="1165113" cy="600164"/>
          </a:xfrm>
          <a:prstGeom prst="rect">
            <a:avLst/>
          </a:prstGeom>
          <a:noFill/>
        </p:spPr>
        <p:txBody>
          <a:bodyPr wrap="square" rtlCol="0">
            <a:spAutoFit/>
          </a:bodyPr>
          <a:lstStyle/>
          <a:p>
            <a:pPr algn="ctr"/>
            <a:r>
              <a:rPr lang="en-US" sz="1100" b="1">
                <a:solidFill>
                  <a:schemeClr val="bg1"/>
                </a:solidFill>
                <a:latin typeface="Ubuntu" panose="020B0504030602030204" pitchFamily="34" charset="0"/>
              </a:rPr>
              <a:t>Improved </a:t>
            </a:r>
          </a:p>
          <a:p>
            <a:pPr algn="ctr"/>
            <a:r>
              <a:rPr lang="en-US" sz="1100" b="1">
                <a:solidFill>
                  <a:schemeClr val="bg1"/>
                </a:solidFill>
                <a:latin typeface="Ubuntu" panose="020B0504030602030204" pitchFamily="34" charset="0"/>
              </a:rPr>
              <a:t>Product</a:t>
            </a:r>
          </a:p>
          <a:p>
            <a:pPr algn="ctr"/>
            <a:r>
              <a:rPr lang="en-US" sz="1100" b="1">
                <a:solidFill>
                  <a:schemeClr val="bg1"/>
                </a:solidFill>
                <a:latin typeface="Ubuntu" panose="020B0504030602030204" pitchFamily="34" charset="0"/>
              </a:rPr>
              <a:t>Bundling</a:t>
            </a:r>
            <a:endParaRPr lang="en-IN" sz="1100" b="1">
              <a:solidFill>
                <a:schemeClr val="bg1"/>
              </a:solidFill>
              <a:latin typeface="Ubuntu" panose="020B0504030602030204" pitchFamily="34" charset="0"/>
            </a:endParaRPr>
          </a:p>
        </p:txBody>
      </p:sp>
      <p:sp>
        <p:nvSpPr>
          <p:cNvPr id="79" name="Flowchart: Process 78">
            <a:extLst>
              <a:ext uri="{FF2B5EF4-FFF2-40B4-BE49-F238E27FC236}">
                <a16:creationId xmlns:a16="http://schemas.microsoft.com/office/drawing/2014/main" id="{6B5E2EB7-02C2-7D99-43E6-CE15F34B2757}"/>
              </a:ext>
            </a:extLst>
          </p:cNvPr>
          <p:cNvSpPr/>
          <p:nvPr/>
        </p:nvSpPr>
        <p:spPr>
          <a:xfrm>
            <a:off x="3933573" y="3289029"/>
            <a:ext cx="1035342" cy="672860"/>
          </a:xfrm>
          <a:prstGeom prst="flowChartProcess">
            <a:avLst/>
          </a:prstGeom>
          <a:solidFill>
            <a:srgbClr val="FDFDFD"/>
          </a:solidFill>
          <a:ln>
            <a:solidFill>
              <a:srgbClr val="FDFDF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bg1"/>
              </a:solidFill>
            </a:endParaRPr>
          </a:p>
        </p:txBody>
      </p:sp>
      <p:sp>
        <p:nvSpPr>
          <p:cNvPr id="80" name="Flowchart: Process 79">
            <a:extLst>
              <a:ext uri="{FF2B5EF4-FFF2-40B4-BE49-F238E27FC236}">
                <a16:creationId xmlns:a16="http://schemas.microsoft.com/office/drawing/2014/main" id="{D2D59FE6-D979-4276-BAAE-7A023B271A6B}"/>
              </a:ext>
            </a:extLst>
          </p:cNvPr>
          <p:cNvSpPr/>
          <p:nvPr/>
        </p:nvSpPr>
        <p:spPr>
          <a:xfrm>
            <a:off x="5088357" y="3291395"/>
            <a:ext cx="1095719" cy="672860"/>
          </a:xfrm>
          <a:prstGeom prst="flowChartProcess">
            <a:avLst/>
          </a:prstGeom>
          <a:solidFill>
            <a:srgbClr val="FDFDFD"/>
          </a:solidFill>
          <a:ln>
            <a:solidFill>
              <a:srgbClr val="FDFDF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bg1"/>
              </a:solidFill>
            </a:endParaRPr>
          </a:p>
        </p:txBody>
      </p:sp>
      <p:sp>
        <p:nvSpPr>
          <p:cNvPr id="81" name="TextBox 80">
            <a:extLst>
              <a:ext uri="{FF2B5EF4-FFF2-40B4-BE49-F238E27FC236}">
                <a16:creationId xmlns:a16="http://schemas.microsoft.com/office/drawing/2014/main" id="{5DAD8F8C-C58F-B8EB-EC49-1E8B96CFC13B}"/>
              </a:ext>
            </a:extLst>
          </p:cNvPr>
          <p:cNvSpPr txBox="1"/>
          <p:nvPr/>
        </p:nvSpPr>
        <p:spPr>
          <a:xfrm>
            <a:off x="5047758" y="3327743"/>
            <a:ext cx="1165113" cy="600164"/>
          </a:xfrm>
          <a:prstGeom prst="rect">
            <a:avLst/>
          </a:prstGeom>
          <a:noFill/>
        </p:spPr>
        <p:txBody>
          <a:bodyPr wrap="square" rtlCol="0">
            <a:spAutoFit/>
          </a:bodyPr>
          <a:lstStyle/>
          <a:p>
            <a:pPr algn="ctr"/>
            <a:r>
              <a:rPr lang="en-US" sz="1100" b="1">
                <a:solidFill>
                  <a:schemeClr val="bg1"/>
                </a:solidFill>
                <a:latin typeface="Ubuntu" panose="020B0504030602030204" pitchFamily="34" charset="0"/>
              </a:rPr>
              <a:t>Improved </a:t>
            </a:r>
          </a:p>
          <a:p>
            <a:pPr algn="ctr"/>
            <a:r>
              <a:rPr lang="en-US" sz="1100" b="1">
                <a:solidFill>
                  <a:schemeClr val="bg1"/>
                </a:solidFill>
                <a:latin typeface="Ubuntu" panose="020B0504030602030204" pitchFamily="34" charset="0"/>
              </a:rPr>
              <a:t>Order</a:t>
            </a:r>
          </a:p>
          <a:p>
            <a:pPr algn="ctr"/>
            <a:r>
              <a:rPr lang="en-US" sz="1100" b="1">
                <a:solidFill>
                  <a:schemeClr val="bg1"/>
                </a:solidFill>
                <a:latin typeface="Ubuntu" panose="020B0504030602030204" pitchFamily="34" charset="0"/>
              </a:rPr>
              <a:t> Capture</a:t>
            </a:r>
            <a:endParaRPr lang="en-IN" sz="1100" b="1">
              <a:solidFill>
                <a:schemeClr val="bg1"/>
              </a:solidFill>
              <a:latin typeface="Ubuntu" panose="020B0504030602030204" pitchFamily="34" charset="0"/>
            </a:endParaRPr>
          </a:p>
        </p:txBody>
      </p:sp>
      <p:sp>
        <p:nvSpPr>
          <p:cNvPr id="82" name="Flowchart: Process 81">
            <a:extLst>
              <a:ext uri="{FF2B5EF4-FFF2-40B4-BE49-F238E27FC236}">
                <a16:creationId xmlns:a16="http://schemas.microsoft.com/office/drawing/2014/main" id="{335A0CFE-B6AC-BE7D-A94F-2BF11DF7A4ED}"/>
              </a:ext>
            </a:extLst>
          </p:cNvPr>
          <p:cNvSpPr/>
          <p:nvPr/>
        </p:nvSpPr>
        <p:spPr>
          <a:xfrm>
            <a:off x="5097776" y="2350794"/>
            <a:ext cx="1057163" cy="672860"/>
          </a:xfrm>
          <a:prstGeom prst="flowChartProcess">
            <a:avLst/>
          </a:prstGeom>
          <a:solidFill>
            <a:srgbClr val="FDFDFD"/>
          </a:solidFill>
          <a:ln>
            <a:solidFill>
              <a:srgbClr val="FDFDF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bg1"/>
              </a:solidFill>
            </a:endParaRPr>
          </a:p>
        </p:txBody>
      </p:sp>
      <p:sp>
        <p:nvSpPr>
          <p:cNvPr id="83" name="TextBox 82">
            <a:extLst>
              <a:ext uri="{FF2B5EF4-FFF2-40B4-BE49-F238E27FC236}">
                <a16:creationId xmlns:a16="http://schemas.microsoft.com/office/drawing/2014/main" id="{BFDC015D-457D-4025-89FA-64C5BC7F029C}"/>
              </a:ext>
            </a:extLst>
          </p:cNvPr>
          <p:cNvSpPr txBox="1"/>
          <p:nvPr/>
        </p:nvSpPr>
        <p:spPr>
          <a:xfrm>
            <a:off x="5035118" y="2389695"/>
            <a:ext cx="1165113" cy="600164"/>
          </a:xfrm>
          <a:prstGeom prst="rect">
            <a:avLst/>
          </a:prstGeom>
          <a:noFill/>
        </p:spPr>
        <p:txBody>
          <a:bodyPr wrap="square" rtlCol="0">
            <a:spAutoFit/>
          </a:bodyPr>
          <a:lstStyle/>
          <a:p>
            <a:pPr algn="ctr"/>
            <a:r>
              <a:rPr lang="en-US" sz="1100" b="1">
                <a:solidFill>
                  <a:schemeClr val="bg1"/>
                </a:solidFill>
                <a:latin typeface="Ubuntu" panose="020B0504030602030204" pitchFamily="34" charset="0"/>
              </a:rPr>
              <a:t>Improved </a:t>
            </a:r>
          </a:p>
          <a:p>
            <a:pPr algn="ctr"/>
            <a:r>
              <a:rPr lang="en-US" sz="1100" b="1">
                <a:solidFill>
                  <a:schemeClr val="bg1"/>
                </a:solidFill>
                <a:latin typeface="Ubuntu" panose="020B0504030602030204" pitchFamily="34" charset="0"/>
              </a:rPr>
              <a:t>Buying</a:t>
            </a:r>
          </a:p>
          <a:p>
            <a:pPr algn="ctr"/>
            <a:r>
              <a:rPr lang="en-US" sz="1100" b="1">
                <a:solidFill>
                  <a:schemeClr val="bg1"/>
                </a:solidFill>
                <a:latin typeface="Ubuntu" panose="020B0504030602030204" pitchFamily="34" charset="0"/>
              </a:rPr>
              <a:t>Experience</a:t>
            </a:r>
            <a:endParaRPr lang="en-IN" sz="1100" b="1">
              <a:solidFill>
                <a:schemeClr val="bg1"/>
              </a:solidFill>
              <a:latin typeface="Ubuntu" panose="020B0504030602030204" pitchFamily="34" charset="0"/>
            </a:endParaRPr>
          </a:p>
        </p:txBody>
      </p:sp>
      <p:sp>
        <p:nvSpPr>
          <p:cNvPr id="84" name="TextBox 83">
            <a:extLst>
              <a:ext uri="{FF2B5EF4-FFF2-40B4-BE49-F238E27FC236}">
                <a16:creationId xmlns:a16="http://schemas.microsoft.com/office/drawing/2014/main" id="{5EFBE9BE-CAC0-DFCC-77E9-386006F254F7}"/>
              </a:ext>
            </a:extLst>
          </p:cNvPr>
          <p:cNvSpPr txBox="1"/>
          <p:nvPr/>
        </p:nvSpPr>
        <p:spPr>
          <a:xfrm>
            <a:off x="3112122" y="1671121"/>
            <a:ext cx="905610" cy="261610"/>
          </a:xfrm>
          <a:prstGeom prst="rect">
            <a:avLst/>
          </a:prstGeom>
          <a:noFill/>
        </p:spPr>
        <p:txBody>
          <a:bodyPr wrap="square" rtlCol="0">
            <a:spAutoFit/>
          </a:bodyPr>
          <a:lstStyle/>
          <a:p>
            <a:r>
              <a:rPr lang="en-US" sz="1100" b="1">
                <a:solidFill>
                  <a:schemeClr val="bg1"/>
                </a:solidFill>
                <a:latin typeface="Ubuntu" panose="020B0504030602030204" pitchFamily="34" charset="0"/>
              </a:rPr>
              <a:t>Medium</a:t>
            </a:r>
            <a:endParaRPr lang="en-IN" sz="1100" b="1">
              <a:solidFill>
                <a:schemeClr val="bg1"/>
              </a:solidFill>
              <a:latin typeface="Ubuntu" panose="020B0504030602030204" pitchFamily="34" charset="0"/>
            </a:endParaRPr>
          </a:p>
        </p:txBody>
      </p:sp>
      <p:sp>
        <p:nvSpPr>
          <p:cNvPr id="86" name="TextBox 85">
            <a:extLst>
              <a:ext uri="{FF2B5EF4-FFF2-40B4-BE49-F238E27FC236}">
                <a16:creationId xmlns:a16="http://schemas.microsoft.com/office/drawing/2014/main" id="{0CD9940D-E07D-F31D-C0F1-E2A066F5BA2A}"/>
              </a:ext>
            </a:extLst>
          </p:cNvPr>
          <p:cNvSpPr txBox="1"/>
          <p:nvPr/>
        </p:nvSpPr>
        <p:spPr>
          <a:xfrm>
            <a:off x="4270212" y="2536598"/>
            <a:ext cx="905610" cy="261610"/>
          </a:xfrm>
          <a:prstGeom prst="rect">
            <a:avLst/>
          </a:prstGeom>
          <a:noFill/>
        </p:spPr>
        <p:txBody>
          <a:bodyPr wrap="square" rtlCol="0">
            <a:spAutoFit/>
          </a:bodyPr>
          <a:lstStyle/>
          <a:p>
            <a:r>
              <a:rPr lang="en-US" sz="1100" b="1">
                <a:solidFill>
                  <a:schemeClr val="bg1"/>
                </a:solidFill>
                <a:latin typeface="Ubuntu" panose="020B0504030602030204" pitchFamily="34" charset="0"/>
              </a:rPr>
              <a:t>High</a:t>
            </a:r>
            <a:endParaRPr lang="en-IN" sz="1100" b="1">
              <a:solidFill>
                <a:schemeClr val="bg1"/>
              </a:solidFill>
              <a:latin typeface="Ubuntu" panose="020B0504030602030204" pitchFamily="34" charset="0"/>
            </a:endParaRPr>
          </a:p>
        </p:txBody>
      </p:sp>
      <p:sp>
        <p:nvSpPr>
          <p:cNvPr id="88" name="TextBox 87">
            <a:extLst>
              <a:ext uri="{FF2B5EF4-FFF2-40B4-BE49-F238E27FC236}">
                <a16:creationId xmlns:a16="http://schemas.microsoft.com/office/drawing/2014/main" id="{33000C33-E5B1-4055-FFB7-F470BB7A1FFC}"/>
              </a:ext>
            </a:extLst>
          </p:cNvPr>
          <p:cNvSpPr txBox="1"/>
          <p:nvPr/>
        </p:nvSpPr>
        <p:spPr>
          <a:xfrm>
            <a:off x="4270212" y="4446633"/>
            <a:ext cx="905610" cy="261610"/>
          </a:xfrm>
          <a:prstGeom prst="rect">
            <a:avLst/>
          </a:prstGeom>
          <a:noFill/>
        </p:spPr>
        <p:txBody>
          <a:bodyPr wrap="square" rtlCol="0">
            <a:spAutoFit/>
          </a:bodyPr>
          <a:lstStyle/>
          <a:p>
            <a:r>
              <a:rPr lang="en-US" sz="1100" b="1">
                <a:solidFill>
                  <a:schemeClr val="bg1"/>
                </a:solidFill>
                <a:latin typeface="Ubuntu" panose="020B0504030602030204" pitchFamily="34" charset="0"/>
              </a:rPr>
              <a:t>Medium</a:t>
            </a:r>
            <a:endParaRPr lang="en-IN" sz="1100" b="1">
              <a:solidFill>
                <a:schemeClr val="bg1"/>
              </a:solidFill>
              <a:latin typeface="Ubuntu" panose="020B0504030602030204" pitchFamily="34" charset="0"/>
            </a:endParaRPr>
          </a:p>
        </p:txBody>
      </p:sp>
      <p:sp>
        <p:nvSpPr>
          <p:cNvPr id="90" name="TextBox 89">
            <a:extLst>
              <a:ext uri="{FF2B5EF4-FFF2-40B4-BE49-F238E27FC236}">
                <a16:creationId xmlns:a16="http://schemas.microsoft.com/office/drawing/2014/main" id="{12230A80-2114-D1AE-0159-2ED4D70B02B8}"/>
              </a:ext>
            </a:extLst>
          </p:cNvPr>
          <p:cNvSpPr txBox="1"/>
          <p:nvPr/>
        </p:nvSpPr>
        <p:spPr>
          <a:xfrm>
            <a:off x="3209745" y="4446633"/>
            <a:ext cx="905610" cy="261610"/>
          </a:xfrm>
          <a:prstGeom prst="rect">
            <a:avLst/>
          </a:prstGeom>
          <a:noFill/>
        </p:spPr>
        <p:txBody>
          <a:bodyPr wrap="square" rtlCol="0">
            <a:spAutoFit/>
          </a:bodyPr>
          <a:lstStyle/>
          <a:p>
            <a:r>
              <a:rPr lang="en-US" sz="1100" b="1">
                <a:solidFill>
                  <a:schemeClr val="bg1"/>
                </a:solidFill>
                <a:latin typeface="Ubuntu" panose="020B0504030602030204" pitchFamily="34" charset="0"/>
              </a:rPr>
              <a:t>Low</a:t>
            </a:r>
            <a:endParaRPr lang="en-IN" sz="1100" b="1">
              <a:solidFill>
                <a:schemeClr val="bg1"/>
              </a:solidFill>
              <a:latin typeface="Ubuntu" panose="020B0504030602030204" pitchFamily="34" charset="0"/>
            </a:endParaRPr>
          </a:p>
        </p:txBody>
      </p:sp>
      <p:sp>
        <p:nvSpPr>
          <p:cNvPr id="94" name="TextBox 93">
            <a:extLst>
              <a:ext uri="{FF2B5EF4-FFF2-40B4-BE49-F238E27FC236}">
                <a16:creationId xmlns:a16="http://schemas.microsoft.com/office/drawing/2014/main" id="{B74CD525-A8EC-A0F4-937C-B6E1D1905F95}"/>
              </a:ext>
            </a:extLst>
          </p:cNvPr>
          <p:cNvSpPr txBox="1"/>
          <p:nvPr/>
        </p:nvSpPr>
        <p:spPr>
          <a:xfrm>
            <a:off x="3213690" y="5382933"/>
            <a:ext cx="574289" cy="261610"/>
          </a:xfrm>
          <a:prstGeom prst="rect">
            <a:avLst/>
          </a:prstGeom>
          <a:noFill/>
        </p:spPr>
        <p:txBody>
          <a:bodyPr wrap="square" rtlCol="0">
            <a:spAutoFit/>
          </a:bodyPr>
          <a:lstStyle/>
          <a:p>
            <a:r>
              <a:rPr lang="en-US" sz="1100" b="1">
                <a:solidFill>
                  <a:schemeClr val="bg1"/>
                </a:solidFill>
                <a:latin typeface="Ubuntu" panose="020B0504030602030204" pitchFamily="34" charset="0"/>
              </a:rPr>
              <a:t>High</a:t>
            </a:r>
            <a:endParaRPr lang="en-IN" sz="1100" b="1">
              <a:solidFill>
                <a:schemeClr val="bg1"/>
              </a:solidFill>
              <a:latin typeface="Ubuntu" panose="020B0504030602030204" pitchFamily="34" charset="0"/>
            </a:endParaRPr>
          </a:p>
        </p:txBody>
      </p:sp>
      <p:sp>
        <p:nvSpPr>
          <p:cNvPr id="98" name="Rectangle 1">
            <a:extLst>
              <a:ext uri="{FF2B5EF4-FFF2-40B4-BE49-F238E27FC236}">
                <a16:creationId xmlns:a16="http://schemas.microsoft.com/office/drawing/2014/main" id="{306007D6-2319-FEA2-1A3B-A80BCB33EF10}"/>
              </a:ext>
            </a:extLst>
          </p:cNvPr>
          <p:cNvSpPr>
            <a:spLocks noChangeArrowheads="1"/>
          </p:cNvSpPr>
          <p:nvPr/>
        </p:nvSpPr>
        <p:spPr bwMode="auto">
          <a:xfrm>
            <a:off x="0" y="-184666"/>
            <a:ext cx="121920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pic>
        <p:nvPicPr>
          <p:cNvPr id="99" name="Picture 98">
            <a:extLst>
              <a:ext uri="{FF2B5EF4-FFF2-40B4-BE49-F238E27FC236}">
                <a16:creationId xmlns:a16="http://schemas.microsoft.com/office/drawing/2014/main" id="{0A67A11B-8029-BAF2-FBC4-02D637B65B88}"/>
              </a:ext>
            </a:extLst>
          </p:cNvPr>
          <p:cNvPicPr>
            <a:picLocks noChangeAspect="1"/>
          </p:cNvPicPr>
          <p:nvPr/>
        </p:nvPicPr>
        <p:blipFill>
          <a:blip r:embed="rId2">
            <a:duotone>
              <a:prstClr val="black"/>
              <a:schemeClr val="accent5">
                <a:tint val="45000"/>
                <a:satMod val="400000"/>
              </a:schemeClr>
            </a:duotone>
          </a:blip>
          <a:stretch>
            <a:fillRect/>
          </a:stretch>
        </p:blipFill>
        <p:spPr>
          <a:xfrm>
            <a:off x="3933573" y="2499128"/>
            <a:ext cx="430672" cy="430672"/>
          </a:xfrm>
          <a:prstGeom prst="rect">
            <a:avLst/>
          </a:prstGeom>
        </p:spPr>
      </p:pic>
      <p:pic>
        <p:nvPicPr>
          <p:cNvPr id="100" name="Picture 99">
            <a:extLst>
              <a:ext uri="{FF2B5EF4-FFF2-40B4-BE49-F238E27FC236}">
                <a16:creationId xmlns:a16="http://schemas.microsoft.com/office/drawing/2014/main" id="{73421D87-4520-2ED1-BE61-9683F0CE436D}"/>
              </a:ext>
            </a:extLst>
          </p:cNvPr>
          <p:cNvPicPr>
            <a:picLocks noChangeAspect="1"/>
          </p:cNvPicPr>
          <p:nvPr/>
        </p:nvPicPr>
        <p:blipFill>
          <a:blip r:embed="rId2"/>
          <a:stretch>
            <a:fillRect/>
          </a:stretch>
        </p:blipFill>
        <p:spPr>
          <a:xfrm>
            <a:off x="2901744" y="5309055"/>
            <a:ext cx="430672" cy="430672"/>
          </a:xfrm>
          <a:prstGeom prst="rect">
            <a:avLst/>
          </a:prstGeom>
        </p:spPr>
      </p:pic>
      <p:sp>
        <p:nvSpPr>
          <p:cNvPr id="102" name="Rectangle 2">
            <a:extLst>
              <a:ext uri="{FF2B5EF4-FFF2-40B4-BE49-F238E27FC236}">
                <a16:creationId xmlns:a16="http://schemas.microsoft.com/office/drawing/2014/main" id="{A3E06967-F61A-BEF7-EF5B-24B2EFA4D0CB}"/>
              </a:ext>
            </a:extLst>
          </p:cNvPr>
          <p:cNvSpPr>
            <a:spLocks noChangeArrowheads="1"/>
          </p:cNvSpPr>
          <p:nvPr/>
        </p:nvSpPr>
        <p:spPr bwMode="auto">
          <a:xfrm>
            <a:off x="152400" y="-32266"/>
            <a:ext cx="121920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pic>
        <p:nvPicPr>
          <p:cNvPr id="103" name="Picture 102">
            <a:extLst>
              <a:ext uri="{FF2B5EF4-FFF2-40B4-BE49-F238E27FC236}">
                <a16:creationId xmlns:a16="http://schemas.microsoft.com/office/drawing/2014/main" id="{4820439C-2DC0-3C16-EDCE-2C7607F8255F}"/>
              </a:ext>
            </a:extLst>
          </p:cNvPr>
          <p:cNvPicPr>
            <a:picLocks noChangeAspect="1"/>
          </p:cNvPicPr>
          <p:nvPr/>
        </p:nvPicPr>
        <p:blipFill>
          <a:blip r:embed="rId3"/>
          <a:stretch>
            <a:fillRect/>
          </a:stretch>
        </p:blipFill>
        <p:spPr>
          <a:xfrm>
            <a:off x="171094" y="6072037"/>
            <a:ext cx="1072541" cy="1072541"/>
          </a:xfrm>
          <a:prstGeom prst="rect">
            <a:avLst/>
          </a:prstGeom>
        </p:spPr>
      </p:pic>
      <p:pic>
        <p:nvPicPr>
          <p:cNvPr id="104" name="Picture 4">
            <a:extLst>
              <a:ext uri="{FF2B5EF4-FFF2-40B4-BE49-F238E27FC236}">
                <a16:creationId xmlns:a16="http://schemas.microsoft.com/office/drawing/2014/main" id="{2E28D468-1E24-AE99-3734-9BD7B7B49BD3}"/>
              </a:ext>
            </a:extLst>
          </p:cNvPr>
          <p:cNvPicPr>
            <a:picLocks noChangeAspect="1" noChangeArrowheads="1"/>
          </p:cNvPicPr>
          <p:nvPr/>
        </p:nvPicPr>
        <p:blipFill>
          <a:blip r:embed="rId4" cstate="print">
            <a:duotone>
              <a:prstClr val="black"/>
              <a:schemeClr val="accent5">
                <a:tint val="45000"/>
                <a:satMod val="400000"/>
              </a:schemeClr>
            </a:duotone>
            <a:extLst>
              <a:ext uri="{28A0092B-C50C-407E-A947-70E740481C1C}">
                <a14:useLocalDpi xmlns:a14="http://schemas.microsoft.com/office/drawing/2010/main" val="0"/>
              </a:ext>
            </a:extLst>
          </a:blip>
          <a:srcRect/>
          <a:stretch>
            <a:fillRect/>
          </a:stretch>
        </p:blipFill>
        <p:spPr bwMode="auto">
          <a:xfrm>
            <a:off x="4010604" y="4409128"/>
            <a:ext cx="320612" cy="320612"/>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a:extLst>
              <a:ext uri="{FF2B5EF4-FFF2-40B4-BE49-F238E27FC236}">
                <a16:creationId xmlns:a16="http://schemas.microsoft.com/office/drawing/2014/main" id="{6C5AF641-AA04-E734-A8A3-F23997FF60D7}"/>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852282" y="1634988"/>
            <a:ext cx="323703" cy="323703"/>
          </a:xfrm>
          <a:prstGeom prst="rect">
            <a:avLst/>
          </a:prstGeom>
          <a:noFill/>
          <a:extLst>
            <a:ext uri="{909E8E84-426E-40DD-AFC4-6F175D3DCCD1}">
              <a14:hiddenFill xmlns:a14="http://schemas.microsoft.com/office/drawing/2010/main">
                <a:solidFill>
                  <a:srgbClr val="FFFFFF"/>
                </a:solidFill>
              </a14:hiddenFill>
            </a:ext>
          </a:extLst>
        </p:spPr>
      </p:pic>
      <p:pic>
        <p:nvPicPr>
          <p:cNvPr id="108" name="Picture 107">
            <a:extLst>
              <a:ext uri="{FF2B5EF4-FFF2-40B4-BE49-F238E27FC236}">
                <a16:creationId xmlns:a16="http://schemas.microsoft.com/office/drawing/2014/main" id="{B37ED447-1B83-C815-A71A-E3D2D45999EB}"/>
              </a:ext>
            </a:extLst>
          </p:cNvPr>
          <p:cNvPicPr>
            <a:picLocks noChangeAspect="1"/>
          </p:cNvPicPr>
          <p:nvPr/>
        </p:nvPicPr>
        <p:blipFill>
          <a:blip r:embed="rId6"/>
          <a:srcRect r="50846"/>
          <a:stretch>
            <a:fillRect/>
          </a:stretch>
        </p:blipFill>
        <p:spPr>
          <a:xfrm>
            <a:off x="2891064" y="4196778"/>
            <a:ext cx="404408" cy="778683"/>
          </a:xfrm>
          <a:prstGeom prst="rect">
            <a:avLst/>
          </a:prstGeom>
        </p:spPr>
      </p:pic>
      <p:sp>
        <p:nvSpPr>
          <p:cNvPr id="3" name="TextBox 2">
            <a:extLst>
              <a:ext uri="{FF2B5EF4-FFF2-40B4-BE49-F238E27FC236}">
                <a16:creationId xmlns:a16="http://schemas.microsoft.com/office/drawing/2014/main" id="{C6567E24-BECE-4AD6-1779-F5A33123A258}"/>
              </a:ext>
            </a:extLst>
          </p:cNvPr>
          <p:cNvSpPr txBox="1"/>
          <p:nvPr/>
        </p:nvSpPr>
        <p:spPr>
          <a:xfrm>
            <a:off x="3099462" y="2585198"/>
            <a:ext cx="905610" cy="261610"/>
          </a:xfrm>
          <a:prstGeom prst="rect">
            <a:avLst/>
          </a:prstGeom>
          <a:noFill/>
        </p:spPr>
        <p:txBody>
          <a:bodyPr wrap="square" rtlCol="0">
            <a:spAutoFit/>
          </a:bodyPr>
          <a:lstStyle/>
          <a:p>
            <a:r>
              <a:rPr lang="en-US" sz="1100" b="1">
                <a:solidFill>
                  <a:schemeClr val="bg1"/>
                </a:solidFill>
                <a:latin typeface="Ubuntu" panose="020B0504030602030204" pitchFamily="34" charset="0"/>
              </a:rPr>
              <a:t>Medium</a:t>
            </a:r>
            <a:endParaRPr lang="en-IN" sz="1100" b="1">
              <a:solidFill>
                <a:schemeClr val="bg1"/>
              </a:solidFill>
              <a:latin typeface="Ubuntu" panose="020B0504030602030204" pitchFamily="34" charset="0"/>
            </a:endParaRPr>
          </a:p>
        </p:txBody>
      </p:sp>
      <p:pic>
        <p:nvPicPr>
          <p:cNvPr id="5" name="Picture 6">
            <a:extLst>
              <a:ext uri="{FF2B5EF4-FFF2-40B4-BE49-F238E27FC236}">
                <a16:creationId xmlns:a16="http://schemas.microsoft.com/office/drawing/2014/main" id="{A9A64BED-B0F1-DBAF-9B14-698D8A1AB94E}"/>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839622" y="2549065"/>
            <a:ext cx="323703" cy="323703"/>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59ACC003-A97A-C13C-57C8-9912EE48D69F}"/>
              </a:ext>
            </a:extLst>
          </p:cNvPr>
          <p:cNvSpPr txBox="1"/>
          <p:nvPr/>
        </p:nvSpPr>
        <p:spPr>
          <a:xfrm>
            <a:off x="3125824" y="3536979"/>
            <a:ext cx="905610" cy="261610"/>
          </a:xfrm>
          <a:prstGeom prst="rect">
            <a:avLst/>
          </a:prstGeom>
          <a:noFill/>
        </p:spPr>
        <p:txBody>
          <a:bodyPr wrap="square" rtlCol="0">
            <a:spAutoFit/>
          </a:bodyPr>
          <a:lstStyle/>
          <a:p>
            <a:r>
              <a:rPr lang="en-US" sz="1100" b="1">
                <a:solidFill>
                  <a:schemeClr val="bg1"/>
                </a:solidFill>
                <a:latin typeface="Ubuntu" panose="020B0504030602030204" pitchFamily="34" charset="0"/>
              </a:rPr>
              <a:t>Medium</a:t>
            </a:r>
            <a:endParaRPr lang="en-IN" sz="1100" b="1">
              <a:solidFill>
                <a:schemeClr val="bg1"/>
              </a:solidFill>
              <a:latin typeface="Ubuntu" panose="020B0504030602030204" pitchFamily="34" charset="0"/>
            </a:endParaRPr>
          </a:p>
        </p:txBody>
      </p:sp>
      <p:pic>
        <p:nvPicPr>
          <p:cNvPr id="11" name="Picture 6">
            <a:extLst>
              <a:ext uri="{FF2B5EF4-FFF2-40B4-BE49-F238E27FC236}">
                <a16:creationId xmlns:a16="http://schemas.microsoft.com/office/drawing/2014/main" id="{6FCABF99-EFE4-07D3-E71A-9773E52406A1}"/>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865984" y="3500846"/>
            <a:ext cx="323703" cy="323703"/>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B73B61F2-D054-2A96-BA0D-61006CAE4A16}"/>
              </a:ext>
            </a:extLst>
          </p:cNvPr>
          <p:cNvSpPr txBox="1"/>
          <p:nvPr/>
        </p:nvSpPr>
        <p:spPr>
          <a:xfrm>
            <a:off x="4299640" y="3512378"/>
            <a:ext cx="905610" cy="261610"/>
          </a:xfrm>
          <a:prstGeom prst="rect">
            <a:avLst/>
          </a:prstGeom>
          <a:noFill/>
        </p:spPr>
        <p:txBody>
          <a:bodyPr wrap="square" rtlCol="0">
            <a:spAutoFit/>
          </a:bodyPr>
          <a:lstStyle/>
          <a:p>
            <a:r>
              <a:rPr lang="en-US" sz="1100" b="1">
                <a:solidFill>
                  <a:schemeClr val="bg1"/>
                </a:solidFill>
                <a:latin typeface="Ubuntu" panose="020B0504030602030204" pitchFamily="34" charset="0"/>
              </a:rPr>
              <a:t>High</a:t>
            </a:r>
            <a:endParaRPr lang="en-IN" sz="1100" b="1">
              <a:solidFill>
                <a:schemeClr val="bg1"/>
              </a:solidFill>
              <a:latin typeface="Ubuntu" panose="020B0504030602030204" pitchFamily="34" charset="0"/>
            </a:endParaRPr>
          </a:p>
        </p:txBody>
      </p:sp>
      <p:pic>
        <p:nvPicPr>
          <p:cNvPr id="43" name="Picture 42">
            <a:extLst>
              <a:ext uri="{FF2B5EF4-FFF2-40B4-BE49-F238E27FC236}">
                <a16:creationId xmlns:a16="http://schemas.microsoft.com/office/drawing/2014/main" id="{9A47E123-A81A-A0EC-44AC-C2E112A3A873}"/>
              </a:ext>
            </a:extLst>
          </p:cNvPr>
          <p:cNvPicPr>
            <a:picLocks noChangeAspect="1"/>
          </p:cNvPicPr>
          <p:nvPr/>
        </p:nvPicPr>
        <p:blipFill>
          <a:blip r:embed="rId2">
            <a:duotone>
              <a:prstClr val="black"/>
              <a:schemeClr val="accent5">
                <a:tint val="45000"/>
                <a:satMod val="400000"/>
              </a:schemeClr>
            </a:duotone>
          </a:blip>
          <a:stretch>
            <a:fillRect/>
          </a:stretch>
        </p:blipFill>
        <p:spPr>
          <a:xfrm>
            <a:off x="3963001" y="3474908"/>
            <a:ext cx="430672" cy="430672"/>
          </a:xfrm>
          <a:prstGeom prst="rect">
            <a:avLst/>
          </a:prstGeom>
        </p:spPr>
      </p:pic>
      <p:sp>
        <p:nvSpPr>
          <p:cNvPr id="60" name="TextBox 59">
            <a:extLst>
              <a:ext uri="{FF2B5EF4-FFF2-40B4-BE49-F238E27FC236}">
                <a16:creationId xmlns:a16="http://schemas.microsoft.com/office/drawing/2014/main" id="{4DFBF670-6AFE-6D8D-B689-3FEF76EDBB69}"/>
              </a:ext>
            </a:extLst>
          </p:cNvPr>
          <p:cNvSpPr txBox="1"/>
          <p:nvPr/>
        </p:nvSpPr>
        <p:spPr>
          <a:xfrm>
            <a:off x="4258393" y="5366099"/>
            <a:ext cx="905610" cy="261610"/>
          </a:xfrm>
          <a:prstGeom prst="rect">
            <a:avLst/>
          </a:prstGeom>
          <a:noFill/>
        </p:spPr>
        <p:txBody>
          <a:bodyPr wrap="square" rtlCol="0">
            <a:spAutoFit/>
          </a:bodyPr>
          <a:lstStyle/>
          <a:p>
            <a:r>
              <a:rPr lang="en-US" sz="1100" b="1">
                <a:solidFill>
                  <a:schemeClr val="bg1"/>
                </a:solidFill>
                <a:latin typeface="Ubuntu" panose="020B0504030602030204" pitchFamily="34" charset="0"/>
              </a:rPr>
              <a:t>High</a:t>
            </a:r>
            <a:endParaRPr lang="en-IN" sz="1100" b="1">
              <a:solidFill>
                <a:schemeClr val="bg1"/>
              </a:solidFill>
              <a:latin typeface="Ubuntu" panose="020B0504030602030204" pitchFamily="34" charset="0"/>
            </a:endParaRPr>
          </a:p>
        </p:txBody>
      </p:sp>
      <p:pic>
        <p:nvPicPr>
          <p:cNvPr id="75" name="Picture 74">
            <a:extLst>
              <a:ext uri="{FF2B5EF4-FFF2-40B4-BE49-F238E27FC236}">
                <a16:creationId xmlns:a16="http://schemas.microsoft.com/office/drawing/2014/main" id="{FE8B1672-4F04-69D6-A741-DCFB197E554A}"/>
              </a:ext>
            </a:extLst>
          </p:cNvPr>
          <p:cNvPicPr>
            <a:picLocks noChangeAspect="1"/>
          </p:cNvPicPr>
          <p:nvPr/>
        </p:nvPicPr>
        <p:blipFill>
          <a:blip r:embed="rId2">
            <a:duotone>
              <a:prstClr val="black"/>
              <a:schemeClr val="accent5">
                <a:tint val="45000"/>
                <a:satMod val="400000"/>
              </a:schemeClr>
            </a:duotone>
          </a:blip>
          <a:stretch>
            <a:fillRect/>
          </a:stretch>
        </p:blipFill>
        <p:spPr>
          <a:xfrm>
            <a:off x="3921754" y="5328629"/>
            <a:ext cx="430672" cy="430672"/>
          </a:xfrm>
          <a:prstGeom prst="rect">
            <a:avLst/>
          </a:prstGeom>
        </p:spPr>
      </p:pic>
      <p:sp>
        <p:nvSpPr>
          <p:cNvPr id="76" name="TextBox 75">
            <a:extLst>
              <a:ext uri="{FF2B5EF4-FFF2-40B4-BE49-F238E27FC236}">
                <a16:creationId xmlns:a16="http://schemas.microsoft.com/office/drawing/2014/main" id="{0B64E24D-BFF9-84F1-868E-21EFCED0CB41}"/>
              </a:ext>
            </a:extLst>
          </p:cNvPr>
          <p:cNvSpPr txBox="1"/>
          <p:nvPr/>
        </p:nvSpPr>
        <p:spPr>
          <a:xfrm>
            <a:off x="4284544" y="1655172"/>
            <a:ext cx="905610" cy="261610"/>
          </a:xfrm>
          <a:prstGeom prst="rect">
            <a:avLst/>
          </a:prstGeom>
          <a:noFill/>
        </p:spPr>
        <p:txBody>
          <a:bodyPr wrap="square" rtlCol="0">
            <a:spAutoFit/>
          </a:bodyPr>
          <a:lstStyle/>
          <a:p>
            <a:r>
              <a:rPr lang="en-US" sz="1100" b="1">
                <a:solidFill>
                  <a:schemeClr val="bg1"/>
                </a:solidFill>
                <a:latin typeface="Ubuntu" panose="020B0504030602030204" pitchFamily="34" charset="0"/>
              </a:rPr>
              <a:t>High</a:t>
            </a:r>
            <a:endParaRPr lang="en-IN" sz="1100" b="1">
              <a:solidFill>
                <a:schemeClr val="bg1"/>
              </a:solidFill>
              <a:latin typeface="Ubuntu" panose="020B0504030602030204" pitchFamily="34" charset="0"/>
            </a:endParaRPr>
          </a:p>
        </p:txBody>
      </p:sp>
      <p:pic>
        <p:nvPicPr>
          <p:cNvPr id="89" name="Picture 88">
            <a:extLst>
              <a:ext uri="{FF2B5EF4-FFF2-40B4-BE49-F238E27FC236}">
                <a16:creationId xmlns:a16="http://schemas.microsoft.com/office/drawing/2014/main" id="{9437187F-C9AA-BA60-7515-EBE00980E7D9}"/>
              </a:ext>
            </a:extLst>
          </p:cNvPr>
          <p:cNvPicPr>
            <a:picLocks noChangeAspect="1"/>
          </p:cNvPicPr>
          <p:nvPr/>
        </p:nvPicPr>
        <p:blipFill>
          <a:blip r:embed="rId2">
            <a:duotone>
              <a:prstClr val="black"/>
              <a:schemeClr val="accent5">
                <a:tint val="45000"/>
                <a:satMod val="400000"/>
              </a:schemeClr>
            </a:duotone>
          </a:blip>
          <a:stretch>
            <a:fillRect/>
          </a:stretch>
        </p:blipFill>
        <p:spPr>
          <a:xfrm>
            <a:off x="3947905" y="1617702"/>
            <a:ext cx="430672" cy="430672"/>
          </a:xfrm>
          <a:prstGeom prst="rect">
            <a:avLst/>
          </a:prstGeom>
        </p:spPr>
      </p:pic>
    </p:spTree>
    <p:extLst>
      <p:ext uri="{BB962C8B-B14F-4D97-AF65-F5344CB8AC3E}">
        <p14:creationId xmlns:p14="http://schemas.microsoft.com/office/powerpoint/2010/main" val="389534812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p:cNvSpPr>
          <p:nvPr/>
        </p:nvSpPr>
        <p:spPr>
          <a:xfrm>
            <a:off x="335252" y="46227"/>
            <a:ext cx="11856748" cy="369332"/>
          </a:xfrm>
          <a:prstGeom prst="rect">
            <a:avLst/>
          </a:prstGeom>
        </p:spPr>
        <p:txBody>
          <a:bodyPr/>
          <a:lstStyle>
            <a:lvl1pPr marR="0" indent="0" fontAlgn="auto">
              <a:lnSpc>
                <a:spcPct val="90000"/>
              </a:lnSpc>
              <a:spcBef>
                <a:spcPct val="0"/>
              </a:spcBef>
              <a:spcAft>
                <a:spcPts val="0"/>
              </a:spcAft>
              <a:buClrTx/>
              <a:buSzTx/>
              <a:buFontTx/>
              <a:buNone/>
              <a:tabLst/>
              <a:defRPr kumimoji="0" lang="en-US" sz="2400" b="0" i="0" u="none" strike="noStrike" cap="none" spc="0" normalizeH="0" baseline="0" noProof="0" dirty="0">
                <a:ln>
                  <a:noFill/>
                </a:ln>
                <a:solidFill>
                  <a:schemeClr val="bg1"/>
                </a:solidFill>
                <a:effectLst/>
                <a:uLnTx/>
                <a:uFillTx/>
                <a:latin typeface="+mj-lt"/>
                <a:ea typeface="+mj-ea"/>
                <a:cs typeface="+mj-cs"/>
              </a:defRPr>
            </a:lvl1pPr>
            <a:lvl2pPr algn="l" rtl="0" eaLnBrk="1" fontAlgn="base" hangingPunct="1">
              <a:spcBef>
                <a:spcPct val="0"/>
              </a:spcBef>
              <a:spcAft>
                <a:spcPct val="0"/>
              </a:spcAft>
              <a:defRPr sz="4099" b="1">
                <a:solidFill>
                  <a:schemeClr val="tx2"/>
                </a:solidFill>
                <a:latin typeface="Arial" charset="0"/>
                <a:cs typeface="Arial" charset="0"/>
              </a:defRPr>
            </a:lvl2pPr>
            <a:lvl3pPr algn="l" rtl="0" eaLnBrk="1" fontAlgn="base" hangingPunct="1">
              <a:spcBef>
                <a:spcPct val="0"/>
              </a:spcBef>
              <a:spcAft>
                <a:spcPct val="0"/>
              </a:spcAft>
              <a:defRPr sz="4099" b="1">
                <a:solidFill>
                  <a:schemeClr val="tx2"/>
                </a:solidFill>
                <a:latin typeface="Arial" charset="0"/>
                <a:cs typeface="Arial" charset="0"/>
              </a:defRPr>
            </a:lvl3pPr>
            <a:lvl4pPr algn="l" rtl="0" eaLnBrk="1" fontAlgn="base" hangingPunct="1">
              <a:spcBef>
                <a:spcPct val="0"/>
              </a:spcBef>
              <a:spcAft>
                <a:spcPct val="0"/>
              </a:spcAft>
              <a:defRPr sz="4099" b="1">
                <a:solidFill>
                  <a:schemeClr val="tx2"/>
                </a:solidFill>
                <a:latin typeface="Arial" charset="0"/>
                <a:cs typeface="Arial" charset="0"/>
              </a:defRPr>
            </a:lvl4pPr>
            <a:lvl5pPr algn="l" rtl="0" eaLnBrk="1" fontAlgn="base" hangingPunct="1">
              <a:spcBef>
                <a:spcPct val="0"/>
              </a:spcBef>
              <a:spcAft>
                <a:spcPct val="0"/>
              </a:spcAft>
              <a:defRPr sz="4099" b="1">
                <a:solidFill>
                  <a:schemeClr val="tx2"/>
                </a:solidFill>
                <a:latin typeface="Arial" charset="0"/>
                <a:cs typeface="Arial" charset="0"/>
              </a:defRPr>
            </a:lvl5pPr>
            <a:lvl6pPr marL="585423" algn="l" rtl="0" eaLnBrk="1" fontAlgn="base" hangingPunct="1">
              <a:spcBef>
                <a:spcPct val="0"/>
              </a:spcBef>
              <a:spcAft>
                <a:spcPct val="0"/>
              </a:spcAft>
              <a:defRPr sz="4099" b="1">
                <a:solidFill>
                  <a:schemeClr val="tx2"/>
                </a:solidFill>
                <a:latin typeface="Arial" charset="0"/>
                <a:cs typeface="Arial" charset="0"/>
              </a:defRPr>
            </a:lvl6pPr>
            <a:lvl7pPr marL="1170845" algn="l" rtl="0" eaLnBrk="1" fontAlgn="base" hangingPunct="1">
              <a:spcBef>
                <a:spcPct val="0"/>
              </a:spcBef>
              <a:spcAft>
                <a:spcPct val="0"/>
              </a:spcAft>
              <a:defRPr sz="4099" b="1">
                <a:solidFill>
                  <a:schemeClr val="tx2"/>
                </a:solidFill>
                <a:latin typeface="Arial" charset="0"/>
                <a:cs typeface="Arial" charset="0"/>
              </a:defRPr>
            </a:lvl7pPr>
            <a:lvl8pPr marL="1756270" algn="l" rtl="0" eaLnBrk="1" fontAlgn="base" hangingPunct="1">
              <a:spcBef>
                <a:spcPct val="0"/>
              </a:spcBef>
              <a:spcAft>
                <a:spcPct val="0"/>
              </a:spcAft>
              <a:defRPr sz="4099" b="1">
                <a:solidFill>
                  <a:schemeClr val="tx2"/>
                </a:solidFill>
                <a:latin typeface="Arial" charset="0"/>
                <a:cs typeface="Arial" charset="0"/>
              </a:defRPr>
            </a:lvl8pPr>
            <a:lvl9pPr marL="2341693" algn="l" rtl="0" eaLnBrk="1" fontAlgn="base" hangingPunct="1">
              <a:spcBef>
                <a:spcPct val="0"/>
              </a:spcBef>
              <a:spcAft>
                <a:spcPct val="0"/>
              </a:spcAft>
              <a:defRPr sz="4099" b="1">
                <a:solidFill>
                  <a:schemeClr val="tx2"/>
                </a:solidFill>
                <a:latin typeface="Arial" charset="0"/>
                <a:cs typeface="Arial" charset="0"/>
              </a:defRPr>
            </a:lvl9pPr>
          </a:lstStyle>
          <a:p>
            <a:r>
              <a:rPr lang="en-US" altLang="en-US"/>
              <a:t>We will pick and deploy the relevant accelerator toolkit (1/2)</a:t>
            </a:r>
            <a:endParaRPr lang="en-IN" altLang="en-US"/>
          </a:p>
        </p:txBody>
      </p:sp>
      <p:grpSp>
        <p:nvGrpSpPr>
          <p:cNvPr id="5" name="Group 4"/>
          <p:cNvGrpSpPr/>
          <p:nvPr/>
        </p:nvGrpSpPr>
        <p:grpSpPr>
          <a:xfrm>
            <a:off x="841376" y="1253614"/>
            <a:ext cx="1998649" cy="1880329"/>
            <a:chOff x="641350" y="1466111"/>
            <a:chExt cx="1503362" cy="1414363"/>
          </a:xfrm>
        </p:grpSpPr>
        <p:sp>
          <p:nvSpPr>
            <p:cNvPr id="6" name="Rectangle 36"/>
            <p:cNvSpPr>
              <a:spLocks noChangeArrowheads="1"/>
            </p:cNvSpPr>
            <p:nvPr/>
          </p:nvSpPr>
          <p:spPr bwMode="auto">
            <a:xfrm>
              <a:off x="641350" y="2564661"/>
              <a:ext cx="1495425" cy="315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altLang="en-US" sz="1064" i="1">
                  <a:latin typeface="Calibri" pitchFamily="34" charset="0"/>
                  <a:cs typeface="Arial" pitchFamily="34" charset="0"/>
                </a:rPr>
                <a:t>Pre-defined questionnaire to get insights into ‘as-is’ working</a:t>
              </a:r>
            </a:p>
          </p:txBody>
        </p:sp>
        <p:pic>
          <p:nvPicPr>
            <p:cNvPr id="7" name="Picture 25"/>
            <p:cNvPicPr>
              <a:picLocks noChangeAspect="1" noChangeArrowheads="1"/>
            </p:cNvPicPr>
            <p:nvPr/>
          </p:nvPicPr>
          <p:blipFill>
            <a:blip r:embed="rId2"/>
            <a:srcRect/>
            <a:stretch>
              <a:fillRect/>
            </a:stretch>
          </p:blipFill>
          <p:spPr bwMode="auto">
            <a:xfrm>
              <a:off x="660400" y="1682011"/>
              <a:ext cx="1484312" cy="857250"/>
            </a:xfrm>
            <a:prstGeom prst="rect">
              <a:avLst/>
            </a:prstGeom>
            <a:noFill/>
            <a:ln w="9525">
              <a:solidFill>
                <a:srgbClr val="000000"/>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8" name="TextBox 66"/>
            <p:cNvSpPr txBox="1">
              <a:spLocks noChangeArrowheads="1"/>
            </p:cNvSpPr>
            <p:nvPr/>
          </p:nvSpPr>
          <p:spPr bwMode="auto">
            <a:xfrm>
              <a:off x="668337" y="1466111"/>
              <a:ext cx="1471613" cy="1926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altLang="en-US" sz="1064" b="1">
                  <a:latin typeface="Calibri" pitchFamily="34" charset="0"/>
                </a:rPr>
                <a:t> Discovery Questionnaire</a:t>
              </a:r>
            </a:p>
          </p:txBody>
        </p:sp>
      </p:grpSp>
      <p:cxnSp>
        <p:nvCxnSpPr>
          <p:cNvPr id="9" name="Straight Connector 8"/>
          <p:cNvCxnSpPr/>
          <p:nvPr/>
        </p:nvCxnSpPr>
        <p:spPr>
          <a:xfrm>
            <a:off x="868005" y="3458406"/>
            <a:ext cx="10170529" cy="0"/>
          </a:xfrm>
          <a:prstGeom prst="line">
            <a:avLst/>
          </a:prstGeom>
          <a:ln w="15875">
            <a:solidFill>
              <a:srgbClr val="0070C0"/>
            </a:solidFill>
            <a:prstDash val="dash"/>
          </a:ln>
        </p:spPr>
        <p:style>
          <a:lnRef idx="1">
            <a:schemeClr val="accent1"/>
          </a:lnRef>
          <a:fillRef idx="0">
            <a:schemeClr val="accent1"/>
          </a:fillRef>
          <a:effectRef idx="0">
            <a:schemeClr val="accent1"/>
          </a:effectRef>
          <a:fontRef idx="minor">
            <a:schemeClr val="tx1"/>
          </a:fontRef>
        </p:style>
      </p:cxnSp>
      <p:grpSp>
        <p:nvGrpSpPr>
          <p:cNvPr id="10" name="Group 9"/>
          <p:cNvGrpSpPr/>
          <p:nvPr/>
        </p:nvGrpSpPr>
        <p:grpSpPr>
          <a:xfrm>
            <a:off x="2943441" y="1226178"/>
            <a:ext cx="2013422" cy="1907766"/>
            <a:chOff x="2355850" y="666750"/>
            <a:chExt cx="1514475" cy="1435000"/>
          </a:xfrm>
        </p:grpSpPr>
        <p:sp>
          <p:nvSpPr>
            <p:cNvPr id="11" name="TextBox 66"/>
            <p:cNvSpPr txBox="1">
              <a:spLocks noChangeArrowheads="1"/>
            </p:cNvSpPr>
            <p:nvPr/>
          </p:nvSpPr>
          <p:spPr bwMode="auto">
            <a:xfrm>
              <a:off x="2397125" y="666750"/>
              <a:ext cx="1473200" cy="1926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altLang="en-US" sz="1064" b="1">
                  <a:latin typeface="Calibri" pitchFamily="34" charset="0"/>
                </a:rPr>
                <a:t>SIPOC &amp; E2E Process</a:t>
              </a:r>
            </a:p>
          </p:txBody>
        </p:sp>
        <p:pic>
          <p:nvPicPr>
            <p:cNvPr id="12" name="Picture 11"/>
            <p:cNvPicPr>
              <a:picLocks noChangeAspect="1" noChangeArrowheads="1"/>
            </p:cNvPicPr>
            <p:nvPr/>
          </p:nvPicPr>
          <p:blipFill>
            <a:blip r:embed="rId3"/>
            <a:srcRect/>
            <a:stretch>
              <a:fillRect/>
            </a:stretch>
          </p:blipFill>
          <p:spPr bwMode="auto">
            <a:xfrm>
              <a:off x="2371725" y="885825"/>
              <a:ext cx="1322387" cy="852487"/>
            </a:xfrm>
            <a:prstGeom prst="rect">
              <a:avLst/>
            </a:prstGeom>
            <a:noFill/>
            <a:ln w="9525">
              <a:solidFill>
                <a:srgbClr val="000000"/>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3" name="Rectangle 36"/>
            <p:cNvSpPr>
              <a:spLocks noChangeArrowheads="1"/>
            </p:cNvSpPr>
            <p:nvPr/>
          </p:nvSpPr>
          <p:spPr bwMode="auto">
            <a:xfrm>
              <a:off x="2355850" y="1785937"/>
              <a:ext cx="1384300" cy="315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altLang="en-US" sz="1064" i="1">
                  <a:latin typeface="Calibri" pitchFamily="34" charset="0"/>
                  <a:cs typeface="Arial" pitchFamily="34" charset="0"/>
                </a:rPr>
                <a:t>Template for mapping as-is business process</a:t>
              </a:r>
            </a:p>
          </p:txBody>
        </p:sp>
      </p:grpSp>
      <p:grpSp>
        <p:nvGrpSpPr>
          <p:cNvPr id="14" name="Group 13"/>
          <p:cNvGrpSpPr/>
          <p:nvPr/>
        </p:nvGrpSpPr>
        <p:grpSpPr>
          <a:xfrm>
            <a:off x="5060277" y="1228406"/>
            <a:ext cx="2112616" cy="1882440"/>
            <a:chOff x="4190207" y="692150"/>
            <a:chExt cx="1589087" cy="1415950"/>
          </a:xfrm>
        </p:grpSpPr>
        <p:sp>
          <p:nvSpPr>
            <p:cNvPr id="15" name="TextBox 66"/>
            <p:cNvSpPr txBox="1">
              <a:spLocks noChangeArrowheads="1"/>
            </p:cNvSpPr>
            <p:nvPr/>
          </p:nvSpPr>
          <p:spPr bwMode="auto">
            <a:xfrm>
              <a:off x="4306094" y="692150"/>
              <a:ext cx="1473200" cy="1926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altLang="en-US" sz="1064" b="1">
                  <a:latin typeface="Calibri" pitchFamily="34" charset="0"/>
                </a:rPr>
                <a:t>Platform Health Assessment</a:t>
              </a:r>
            </a:p>
          </p:txBody>
        </p:sp>
        <p:pic>
          <p:nvPicPr>
            <p:cNvPr id="16" name="Picture 4"/>
            <p:cNvPicPr>
              <a:picLocks noChangeAspect="1" noChangeArrowheads="1"/>
            </p:cNvPicPr>
            <p:nvPr/>
          </p:nvPicPr>
          <p:blipFill rotWithShape="1">
            <a:blip r:embed="rId4"/>
            <a:srcRect t="10081" b="-1546"/>
            <a:stretch/>
          </p:blipFill>
          <p:spPr bwMode="auto">
            <a:xfrm>
              <a:off x="4190207" y="885825"/>
              <a:ext cx="1522412" cy="852487"/>
            </a:xfrm>
            <a:prstGeom prst="rect">
              <a:avLst/>
            </a:prstGeom>
            <a:noFill/>
            <a:ln w="9525">
              <a:solidFill>
                <a:srgbClr val="000000"/>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Lst>
          </p:spPr>
        </p:pic>
        <p:sp>
          <p:nvSpPr>
            <p:cNvPr id="17" name="Rectangle 36"/>
            <p:cNvSpPr>
              <a:spLocks noChangeArrowheads="1"/>
            </p:cNvSpPr>
            <p:nvPr/>
          </p:nvSpPr>
          <p:spPr bwMode="auto">
            <a:xfrm>
              <a:off x="4193382" y="1792287"/>
              <a:ext cx="1482725" cy="315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altLang="en-US" sz="1064" i="1">
                  <a:latin typeface="Calibri" pitchFamily="34" charset="0"/>
                  <a:cs typeface="Arial" pitchFamily="34" charset="0"/>
                </a:rPr>
                <a:t>Template for assessing as-is platform health</a:t>
              </a:r>
            </a:p>
          </p:txBody>
        </p:sp>
      </p:grpSp>
      <p:grpSp>
        <p:nvGrpSpPr>
          <p:cNvPr id="18" name="Group 17"/>
          <p:cNvGrpSpPr/>
          <p:nvPr/>
        </p:nvGrpSpPr>
        <p:grpSpPr>
          <a:xfrm>
            <a:off x="2829481" y="4131292"/>
            <a:ext cx="2241360" cy="2191053"/>
            <a:chOff x="6474619" y="3154948"/>
            <a:chExt cx="1685925" cy="1648083"/>
          </a:xfrm>
        </p:grpSpPr>
        <p:sp>
          <p:nvSpPr>
            <p:cNvPr id="19" name="Rectangle 98"/>
            <p:cNvSpPr>
              <a:spLocks noChangeArrowheads="1"/>
            </p:cNvSpPr>
            <p:nvPr/>
          </p:nvSpPr>
          <p:spPr bwMode="auto">
            <a:xfrm>
              <a:off x="6518424" y="3154948"/>
              <a:ext cx="1381125" cy="1926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altLang="en-US" sz="1064" b="1">
                  <a:latin typeface="Calibri" pitchFamily="34" charset="0"/>
                </a:rPr>
                <a:t>Heat Map &amp; Scoring Tool</a:t>
              </a:r>
            </a:p>
          </p:txBody>
        </p:sp>
        <p:pic>
          <p:nvPicPr>
            <p:cNvPr id="20" name="Picture 25"/>
            <p:cNvPicPr>
              <a:picLocks noChangeAspect="1" noChangeArrowheads="1"/>
            </p:cNvPicPr>
            <p:nvPr/>
          </p:nvPicPr>
          <p:blipFill rotWithShape="1">
            <a:blip r:embed="rId5"/>
            <a:srcRect t="6510" b="5990"/>
            <a:stretch/>
          </p:blipFill>
          <p:spPr bwMode="auto">
            <a:xfrm>
              <a:off x="6541294" y="3427414"/>
              <a:ext cx="1391084" cy="879678"/>
            </a:xfrm>
            <a:prstGeom prst="rect">
              <a:avLst/>
            </a:prstGeom>
            <a:noFill/>
            <a:ln w="9525">
              <a:solidFill>
                <a:srgbClr val="000000"/>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Lst>
          </p:spPr>
        </p:pic>
        <p:sp>
          <p:nvSpPr>
            <p:cNvPr id="21" name="Rectangle 55"/>
            <p:cNvSpPr>
              <a:spLocks noChangeArrowheads="1"/>
            </p:cNvSpPr>
            <p:nvPr/>
          </p:nvSpPr>
          <p:spPr bwMode="auto">
            <a:xfrm>
              <a:off x="6474619" y="4364038"/>
              <a:ext cx="1685925" cy="438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altLang="en-US" sz="1064" i="1">
                  <a:latin typeface="Calibri" pitchFamily="34" charset="0"/>
                  <a:cs typeface="Arial" pitchFamily="34" charset="0"/>
                </a:rPr>
                <a:t>Co-relate pain points on ‘as is’ process to indicate activities to identify hot spots for improvement</a:t>
              </a:r>
            </a:p>
          </p:txBody>
        </p:sp>
      </p:grpSp>
      <p:grpSp>
        <p:nvGrpSpPr>
          <p:cNvPr id="22" name="Group 21"/>
          <p:cNvGrpSpPr/>
          <p:nvPr/>
        </p:nvGrpSpPr>
        <p:grpSpPr>
          <a:xfrm>
            <a:off x="674263" y="4066611"/>
            <a:ext cx="2117220" cy="2139919"/>
            <a:chOff x="4464050" y="3168650"/>
            <a:chExt cx="1592550" cy="1609626"/>
          </a:xfrm>
        </p:grpSpPr>
        <p:sp>
          <p:nvSpPr>
            <p:cNvPr id="23" name="Rectangle 95"/>
            <p:cNvSpPr>
              <a:spLocks noChangeArrowheads="1"/>
            </p:cNvSpPr>
            <p:nvPr/>
          </p:nvSpPr>
          <p:spPr bwMode="auto">
            <a:xfrm>
              <a:off x="4532600" y="3168650"/>
              <a:ext cx="1524000" cy="315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altLang="en-US" sz="1064" b="1">
                  <a:latin typeface="Calibri" pitchFamily="34" charset="0"/>
                </a:rPr>
                <a:t>As-Is Issues (Process, People, System) Capture Tool</a:t>
              </a:r>
            </a:p>
          </p:txBody>
        </p:sp>
        <p:pic>
          <p:nvPicPr>
            <p:cNvPr id="24" name="Picture 2"/>
            <p:cNvPicPr>
              <a:picLocks noChangeAspect="1" noChangeArrowheads="1"/>
            </p:cNvPicPr>
            <p:nvPr/>
          </p:nvPicPr>
          <p:blipFill>
            <a:blip r:embed="rId6"/>
            <a:srcRect/>
            <a:stretch>
              <a:fillRect/>
            </a:stretch>
          </p:blipFill>
          <p:spPr bwMode="auto">
            <a:xfrm>
              <a:off x="4572000" y="3498850"/>
              <a:ext cx="1309687" cy="906463"/>
            </a:xfrm>
            <a:prstGeom prst="rect">
              <a:avLst/>
            </a:prstGeom>
            <a:noFill/>
            <a:ln w="9525">
              <a:solidFill>
                <a:srgbClr val="000000"/>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25" name="Rectangle 2"/>
            <p:cNvSpPr>
              <a:spLocks noChangeArrowheads="1"/>
            </p:cNvSpPr>
            <p:nvPr/>
          </p:nvSpPr>
          <p:spPr bwMode="auto">
            <a:xfrm>
              <a:off x="4464050" y="4462463"/>
              <a:ext cx="1524000" cy="315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altLang="en-US" sz="1064" i="1">
                  <a:latin typeface="Calibri" pitchFamily="34" charset="0"/>
                  <a:cs typeface="Arial" pitchFamily="34" charset="0"/>
                </a:rPr>
                <a:t>Pain points classified as process, people and system related</a:t>
              </a:r>
            </a:p>
          </p:txBody>
        </p:sp>
      </p:grpSp>
      <p:grpSp>
        <p:nvGrpSpPr>
          <p:cNvPr id="30" name="Group 29"/>
          <p:cNvGrpSpPr/>
          <p:nvPr/>
        </p:nvGrpSpPr>
        <p:grpSpPr>
          <a:xfrm>
            <a:off x="7276308" y="1116344"/>
            <a:ext cx="2023975" cy="1958612"/>
            <a:chOff x="553892" y="3429724"/>
            <a:chExt cx="1522413" cy="1473244"/>
          </a:xfrm>
        </p:grpSpPr>
        <p:sp>
          <p:nvSpPr>
            <p:cNvPr id="31" name="Rectangle 86"/>
            <p:cNvSpPr>
              <a:spLocks noChangeArrowheads="1"/>
            </p:cNvSpPr>
            <p:nvPr/>
          </p:nvSpPr>
          <p:spPr bwMode="auto">
            <a:xfrm>
              <a:off x="580880" y="3429724"/>
              <a:ext cx="1419225" cy="1926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altLang="en-US" sz="1064" b="1">
                  <a:latin typeface="Calibri" pitchFamily="34" charset="0"/>
                </a:rPr>
                <a:t>KQI-KPI Mapping Tool</a:t>
              </a:r>
            </a:p>
          </p:txBody>
        </p:sp>
        <p:pic>
          <p:nvPicPr>
            <p:cNvPr id="32" name="Picture 1"/>
            <p:cNvPicPr>
              <a:picLocks noChangeAspect="1" noChangeArrowheads="1"/>
            </p:cNvPicPr>
            <p:nvPr/>
          </p:nvPicPr>
          <p:blipFill>
            <a:blip r:embed="rId7"/>
            <a:srcRect/>
            <a:stretch>
              <a:fillRect/>
            </a:stretch>
          </p:blipFill>
          <p:spPr bwMode="auto">
            <a:xfrm>
              <a:off x="553892" y="3658756"/>
              <a:ext cx="1497013" cy="908050"/>
            </a:xfrm>
            <a:prstGeom prst="rect">
              <a:avLst/>
            </a:prstGeom>
            <a:noFill/>
            <a:ln w="9525">
              <a:solidFill>
                <a:srgbClr val="000000"/>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33" name="Rectangle 2"/>
            <p:cNvSpPr>
              <a:spLocks noChangeArrowheads="1"/>
            </p:cNvSpPr>
            <p:nvPr/>
          </p:nvSpPr>
          <p:spPr bwMode="auto">
            <a:xfrm>
              <a:off x="553892" y="4587155"/>
              <a:ext cx="1522413" cy="315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altLang="en-US" sz="1064" i="1">
                  <a:latin typeface="Calibri" pitchFamily="34" charset="0"/>
                  <a:cs typeface="Arial" pitchFamily="34" charset="0"/>
                </a:rPr>
                <a:t>Template for qualitative as well as quantitative KPI analysis</a:t>
              </a:r>
            </a:p>
          </p:txBody>
        </p:sp>
      </p:grpSp>
      <p:grpSp>
        <p:nvGrpSpPr>
          <p:cNvPr id="34" name="Group 33"/>
          <p:cNvGrpSpPr/>
          <p:nvPr/>
        </p:nvGrpSpPr>
        <p:grpSpPr>
          <a:xfrm>
            <a:off x="5066773" y="4168066"/>
            <a:ext cx="2118141" cy="1967917"/>
            <a:chOff x="854109" y="624682"/>
            <a:chExt cx="1593243" cy="1480245"/>
          </a:xfrm>
        </p:grpSpPr>
        <p:sp>
          <p:nvSpPr>
            <p:cNvPr id="35" name="Rectangle 36"/>
            <p:cNvSpPr>
              <a:spLocks noChangeArrowheads="1"/>
            </p:cNvSpPr>
            <p:nvPr/>
          </p:nvSpPr>
          <p:spPr bwMode="auto">
            <a:xfrm>
              <a:off x="951927" y="1789113"/>
              <a:ext cx="1495425" cy="3158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altLang="en-US" sz="1064" i="1">
                  <a:latin typeface="Calibri" pitchFamily="34" charset="0"/>
                  <a:cs typeface="Arial" pitchFamily="34" charset="0"/>
                </a:rPr>
                <a:t>Understand system efficiency &amp; usage </a:t>
              </a:r>
            </a:p>
          </p:txBody>
        </p:sp>
        <p:sp>
          <p:nvSpPr>
            <p:cNvPr id="36" name="TextBox 66"/>
            <p:cNvSpPr txBox="1">
              <a:spLocks noChangeArrowheads="1"/>
            </p:cNvSpPr>
            <p:nvPr/>
          </p:nvSpPr>
          <p:spPr bwMode="auto">
            <a:xfrm>
              <a:off x="854109" y="624682"/>
              <a:ext cx="1471612" cy="1926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altLang="en-US" sz="1064" b="1">
                  <a:latin typeface="Calibri" pitchFamily="34" charset="0"/>
                </a:rPr>
                <a:t>Process-System Matrix</a:t>
              </a:r>
            </a:p>
          </p:txBody>
        </p:sp>
        <p:pic>
          <p:nvPicPr>
            <p:cNvPr id="37" name="Picture 2"/>
            <p:cNvPicPr>
              <a:picLocks noChangeAspect="1" noChangeArrowheads="1"/>
            </p:cNvPicPr>
            <p:nvPr/>
          </p:nvPicPr>
          <p:blipFill>
            <a:blip r:embed="rId8"/>
            <a:srcRect/>
            <a:stretch>
              <a:fillRect/>
            </a:stretch>
          </p:blipFill>
          <p:spPr bwMode="auto">
            <a:xfrm>
              <a:off x="913828" y="871538"/>
              <a:ext cx="1385022" cy="882650"/>
            </a:xfrm>
            <a:prstGeom prst="rect">
              <a:avLst/>
            </a:prstGeom>
            <a:noFill/>
            <a:ln w="9525">
              <a:solidFill>
                <a:srgbClr val="000000"/>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grpSp>
      <p:grpSp>
        <p:nvGrpSpPr>
          <p:cNvPr id="38" name="Group 37"/>
          <p:cNvGrpSpPr/>
          <p:nvPr/>
        </p:nvGrpSpPr>
        <p:grpSpPr>
          <a:xfrm>
            <a:off x="7227123" y="4173869"/>
            <a:ext cx="2154826" cy="1900236"/>
            <a:chOff x="2613989" y="654955"/>
            <a:chExt cx="1620837" cy="1429334"/>
          </a:xfrm>
        </p:grpSpPr>
        <p:sp>
          <p:nvSpPr>
            <p:cNvPr id="39" name="TextBox 66"/>
            <p:cNvSpPr txBox="1">
              <a:spLocks noChangeArrowheads="1"/>
            </p:cNvSpPr>
            <p:nvPr/>
          </p:nvSpPr>
          <p:spPr bwMode="auto">
            <a:xfrm>
              <a:off x="2613989" y="654955"/>
              <a:ext cx="1473200" cy="1926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altLang="en-US" sz="1064" b="1">
                  <a:latin typeface="Calibri" pitchFamily="34" charset="0"/>
                </a:rPr>
                <a:t>Process People Matrix</a:t>
              </a:r>
            </a:p>
          </p:txBody>
        </p:sp>
        <p:sp>
          <p:nvSpPr>
            <p:cNvPr id="40" name="Rectangle 36"/>
            <p:cNvSpPr>
              <a:spLocks noChangeArrowheads="1"/>
            </p:cNvSpPr>
            <p:nvPr/>
          </p:nvSpPr>
          <p:spPr bwMode="auto">
            <a:xfrm>
              <a:off x="2613989" y="1768476"/>
              <a:ext cx="1620837" cy="315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altLang="en-US" sz="1064" i="1">
                  <a:latin typeface="Calibri" pitchFamily="34" charset="0"/>
                  <a:cs typeface="Arial" pitchFamily="34" charset="0"/>
                </a:rPr>
                <a:t>To understand the people intensity of processes</a:t>
              </a:r>
            </a:p>
          </p:txBody>
        </p:sp>
        <p:pic>
          <p:nvPicPr>
            <p:cNvPr id="41" name="Picture 1"/>
            <p:cNvPicPr>
              <a:picLocks noChangeAspect="1" noChangeArrowheads="1"/>
            </p:cNvPicPr>
            <p:nvPr/>
          </p:nvPicPr>
          <p:blipFill>
            <a:blip r:embed="rId9"/>
            <a:srcRect/>
            <a:stretch>
              <a:fillRect/>
            </a:stretch>
          </p:blipFill>
          <p:spPr bwMode="auto">
            <a:xfrm>
              <a:off x="2674315" y="871538"/>
              <a:ext cx="1421968" cy="869950"/>
            </a:xfrm>
            <a:prstGeom prst="rect">
              <a:avLst/>
            </a:prstGeom>
            <a:noFill/>
            <a:ln w="9525">
              <a:solidFill>
                <a:srgbClr val="000000"/>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grpSp>
      <p:pic>
        <p:nvPicPr>
          <p:cNvPr id="48" name="Picture 47"/>
          <p:cNvPicPr>
            <a:picLocks noChangeAspect="1"/>
          </p:cNvPicPr>
          <p:nvPr/>
        </p:nvPicPr>
        <p:blipFill>
          <a:blip r:embed="rId10"/>
          <a:stretch>
            <a:fillRect/>
          </a:stretch>
        </p:blipFill>
        <p:spPr>
          <a:xfrm>
            <a:off x="9457113" y="1411376"/>
            <a:ext cx="1958549" cy="1216658"/>
          </a:xfrm>
          <a:prstGeom prst="rect">
            <a:avLst/>
          </a:prstGeom>
          <a:solidFill>
            <a:schemeClr val="tx1">
              <a:lumMod val="95000"/>
              <a:lumOff val="5000"/>
            </a:schemeClr>
          </a:solidFill>
        </p:spPr>
      </p:pic>
      <p:sp>
        <p:nvSpPr>
          <p:cNvPr id="49" name="Rectangle 86"/>
          <p:cNvSpPr>
            <a:spLocks noChangeArrowheads="1"/>
          </p:cNvSpPr>
          <p:nvPr/>
        </p:nvSpPr>
        <p:spPr bwMode="auto">
          <a:xfrm>
            <a:off x="9300284" y="1109444"/>
            <a:ext cx="1886793" cy="2560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altLang="en-US" sz="1064" b="1">
                <a:latin typeface="Calibri" pitchFamily="34" charset="0"/>
              </a:rPr>
              <a:t>P</a:t>
            </a:r>
            <a:r>
              <a:rPr lang="en-IN" altLang="en-US" sz="1064" b="1" err="1">
                <a:latin typeface="Calibri" pitchFamily="34" charset="0"/>
              </a:rPr>
              <a:t>roDiag</a:t>
            </a:r>
            <a:endParaRPr lang="en-US" altLang="en-US" sz="1064" b="1">
              <a:latin typeface="Calibri" pitchFamily="34" charset="0"/>
            </a:endParaRPr>
          </a:p>
        </p:txBody>
      </p:sp>
      <p:sp>
        <p:nvSpPr>
          <p:cNvPr id="50" name="Rectangle 2"/>
          <p:cNvSpPr>
            <a:spLocks noChangeArrowheads="1"/>
          </p:cNvSpPr>
          <p:nvPr/>
        </p:nvSpPr>
        <p:spPr bwMode="auto">
          <a:xfrm>
            <a:off x="9333244" y="2650229"/>
            <a:ext cx="2023976" cy="4198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IN" altLang="en-US" sz="1064" i="1">
                <a:latin typeface="Calibri" pitchFamily="34" charset="0"/>
                <a:cs typeface="Arial" pitchFamily="34" charset="0"/>
              </a:rPr>
              <a:t>Tool for Process Diagnostics and Operational risk assessment </a:t>
            </a:r>
            <a:endParaRPr lang="en-US" altLang="en-US" sz="1064" i="1">
              <a:latin typeface="Calibri" pitchFamily="34" charset="0"/>
              <a:cs typeface="Arial" pitchFamily="34" charset="0"/>
            </a:endParaRPr>
          </a:p>
        </p:txBody>
      </p:sp>
      <p:grpSp>
        <p:nvGrpSpPr>
          <p:cNvPr id="47" name="Group 46">
            <a:extLst>
              <a:ext uri="{FF2B5EF4-FFF2-40B4-BE49-F238E27FC236}">
                <a16:creationId xmlns:a16="http://schemas.microsoft.com/office/drawing/2014/main" id="{24563396-4F60-FBE6-33A6-8466278180A9}"/>
              </a:ext>
            </a:extLst>
          </p:cNvPr>
          <p:cNvGrpSpPr/>
          <p:nvPr/>
        </p:nvGrpSpPr>
        <p:grpSpPr>
          <a:xfrm>
            <a:off x="9465707" y="4161395"/>
            <a:ext cx="1897098" cy="2050634"/>
            <a:chOff x="5090922" y="4093133"/>
            <a:chExt cx="1897098" cy="2050634"/>
          </a:xfrm>
        </p:grpSpPr>
        <p:pic>
          <p:nvPicPr>
            <p:cNvPr id="43" name="Picture 42">
              <a:extLst>
                <a:ext uri="{FF2B5EF4-FFF2-40B4-BE49-F238E27FC236}">
                  <a16:creationId xmlns:a16="http://schemas.microsoft.com/office/drawing/2014/main" id="{E91F7D8C-5E12-1F55-87B5-C33646A06603}"/>
                </a:ext>
              </a:extLst>
            </p:cNvPr>
            <p:cNvPicPr>
              <a:picLocks noChangeAspect="1"/>
            </p:cNvPicPr>
            <p:nvPr/>
          </p:nvPicPr>
          <p:blipFill>
            <a:blip r:embed="rId11"/>
            <a:stretch>
              <a:fillRect/>
            </a:stretch>
          </p:blipFill>
          <p:spPr>
            <a:xfrm>
              <a:off x="5162124" y="4505600"/>
              <a:ext cx="1781610" cy="995681"/>
            </a:xfrm>
            <a:prstGeom prst="rect">
              <a:avLst/>
            </a:prstGeom>
          </p:spPr>
        </p:pic>
        <p:sp>
          <p:nvSpPr>
            <p:cNvPr id="45" name="TextBox 44">
              <a:extLst>
                <a:ext uri="{FF2B5EF4-FFF2-40B4-BE49-F238E27FC236}">
                  <a16:creationId xmlns:a16="http://schemas.microsoft.com/office/drawing/2014/main" id="{D9EC72A4-8771-29A5-309A-156204930F3A}"/>
                </a:ext>
              </a:extLst>
            </p:cNvPr>
            <p:cNvSpPr txBox="1"/>
            <p:nvPr/>
          </p:nvSpPr>
          <p:spPr>
            <a:xfrm>
              <a:off x="5090922" y="5557965"/>
              <a:ext cx="1897098" cy="585802"/>
            </a:xfrm>
            <a:prstGeom prst="rect">
              <a:avLst/>
            </a:prstGeom>
            <a:noFill/>
          </p:spPr>
          <p:txBody>
            <a:bodyPr vert="horz" wrap="square" lIns="90000" tIns="46800" rIns="90000" bIns="46800" rtlCol="0" anchor="t">
              <a:spAutoFit/>
            </a:bodyPr>
            <a:lstStyle/>
            <a:p>
              <a:pPr algn="ctr">
                <a:spcBef>
                  <a:spcPct val="0"/>
                </a:spcBef>
              </a:pPr>
              <a:r>
                <a:rPr lang="en-IN" sz="1064" i="1">
                  <a:latin typeface="Calibri" pitchFamily="34" charset="0"/>
                  <a:cs typeface="Arial" pitchFamily="34" charset="0"/>
                </a:rPr>
                <a:t>Assess and identify IT cost inefficiencies and gaps with respect to best practices</a:t>
              </a:r>
            </a:p>
          </p:txBody>
        </p:sp>
        <p:sp>
          <p:nvSpPr>
            <p:cNvPr id="46" name="Rectangle 98">
              <a:extLst>
                <a:ext uri="{FF2B5EF4-FFF2-40B4-BE49-F238E27FC236}">
                  <a16:creationId xmlns:a16="http://schemas.microsoft.com/office/drawing/2014/main" id="{9A4EE815-D145-2184-0160-2E2FC205F408}"/>
                </a:ext>
              </a:extLst>
            </p:cNvPr>
            <p:cNvSpPr>
              <a:spLocks noChangeArrowheads="1"/>
            </p:cNvSpPr>
            <p:nvPr/>
          </p:nvSpPr>
          <p:spPr bwMode="auto">
            <a:xfrm>
              <a:off x="5092176" y="4093133"/>
              <a:ext cx="1836142" cy="4198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altLang="en-US" sz="1064" b="1">
                  <a:latin typeface="Calibri" pitchFamily="34" charset="0"/>
                </a:rPr>
                <a:t>IT Cost Maturity Assessment Tool</a:t>
              </a:r>
            </a:p>
          </p:txBody>
        </p:sp>
      </p:grpSp>
      <p:sp>
        <p:nvSpPr>
          <p:cNvPr id="27" name="Title 26">
            <a:extLst>
              <a:ext uri="{FF2B5EF4-FFF2-40B4-BE49-F238E27FC236}">
                <a16:creationId xmlns:a16="http://schemas.microsoft.com/office/drawing/2014/main" id="{B4857384-D51C-4732-58A6-F6ABCA3B0181}"/>
              </a:ext>
            </a:extLst>
          </p:cNvPr>
          <p:cNvSpPr>
            <a:spLocks noGrp="1"/>
          </p:cNvSpPr>
          <p:nvPr>
            <p:ph type="title"/>
          </p:nvPr>
        </p:nvSpPr>
        <p:spPr>
          <a:xfrm>
            <a:off x="443892" y="180753"/>
            <a:ext cx="11008413" cy="970217"/>
          </a:xfrm>
        </p:spPr>
        <p:txBody>
          <a:bodyPr/>
          <a:lstStyle/>
          <a:p>
            <a:r>
              <a:rPr lang="en-US"/>
              <a:t>We will pick and deploy the relevant accelerator toolkit (1/2</a:t>
            </a:r>
          </a:p>
        </p:txBody>
      </p:sp>
    </p:spTree>
    <p:extLst>
      <p:ext uri="{BB962C8B-B14F-4D97-AF65-F5344CB8AC3E}">
        <p14:creationId xmlns:p14="http://schemas.microsoft.com/office/powerpoint/2010/main" val="179270787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p:cNvSpPr>
          <p:nvPr/>
        </p:nvSpPr>
        <p:spPr>
          <a:xfrm>
            <a:off x="335252" y="0"/>
            <a:ext cx="11856748" cy="369332"/>
          </a:xfrm>
          <a:prstGeom prst="rect">
            <a:avLst/>
          </a:prstGeom>
        </p:spPr>
        <p:txBody>
          <a:bodyPr/>
          <a:lstStyle>
            <a:defPPr>
              <a:defRPr lang="pt-PT"/>
            </a:defPPr>
            <a:lvl1pPr marR="0" indent="0" fontAlgn="auto">
              <a:lnSpc>
                <a:spcPct val="90000"/>
              </a:lnSpc>
              <a:spcBef>
                <a:spcPct val="0"/>
              </a:spcBef>
              <a:spcAft>
                <a:spcPts val="0"/>
              </a:spcAft>
              <a:buClrTx/>
              <a:buSzTx/>
              <a:buFontTx/>
              <a:buNone/>
              <a:tabLst/>
              <a:defRPr kumimoji="0" sz="2400" b="0" i="0" u="none" strike="noStrike" cap="none" spc="0" normalizeH="0" baseline="0">
                <a:ln>
                  <a:noFill/>
                </a:ln>
                <a:solidFill>
                  <a:schemeClr val="bg1"/>
                </a:solidFill>
                <a:effectLst/>
                <a:uLnTx/>
                <a:uFillTx/>
                <a:latin typeface="+mj-lt"/>
                <a:ea typeface="+mj-ea"/>
                <a:cs typeface="+mj-cs"/>
              </a:defRPr>
            </a:lvl1pPr>
            <a:lvl2pPr fontAlgn="base">
              <a:spcBef>
                <a:spcPct val="0"/>
              </a:spcBef>
              <a:spcAft>
                <a:spcPct val="0"/>
              </a:spcAft>
              <a:defRPr sz="4099" b="1">
                <a:solidFill>
                  <a:schemeClr val="tx2"/>
                </a:solidFill>
                <a:latin typeface="Arial" charset="0"/>
                <a:cs typeface="Arial" charset="0"/>
              </a:defRPr>
            </a:lvl2pPr>
            <a:lvl3pPr fontAlgn="base">
              <a:spcBef>
                <a:spcPct val="0"/>
              </a:spcBef>
              <a:spcAft>
                <a:spcPct val="0"/>
              </a:spcAft>
              <a:defRPr sz="4099" b="1">
                <a:solidFill>
                  <a:schemeClr val="tx2"/>
                </a:solidFill>
                <a:latin typeface="Arial" charset="0"/>
                <a:cs typeface="Arial" charset="0"/>
              </a:defRPr>
            </a:lvl3pPr>
            <a:lvl4pPr fontAlgn="base">
              <a:spcBef>
                <a:spcPct val="0"/>
              </a:spcBef>
              <a:spcAft>
                <a:spcPct val="0"/>
              </a:spcAft>
              <a:defRPr sz="4099" b="1">
                <a:solidFill>
                  <a:schemeClr val="tx2"/>
                </a:solidFill>
                <a:latin typeface="Arial" charset="0"/>
                <a:cs typeface="Arial" charset="0"/>
              </a:defRPr>
            </a:lvl4pPr>
            <a:lvl5pPr fontAlgn="base">
              <a:spcBef>
                <a:spcPct val="0"/>
              </a:spcBef>
              <a:spcAft>
                <a:spcPct val="0"/>
              </a:spcAft>
              <a:defRPr sz="4099" b="1">
                <a:solidFill>
                  <a:schemeClr val="tx2"/>
                </a:solidFill>
                <a:latin typeface="Arial" charset="0"/>
                <a:cs typeface="Arial" charset="0"/>
              </a:defRPr>
            </a:lvl5pPr>
            <a:lvl6pPr marL="585423" fontAlgn="base">
              <a:spcBef>
                <a:spcPct val="0"/>
              </a:spcBef>
              <a:spcAft>
                <a:spcPct val="0"/>
              </a:spcAft>
              <a:defRPr sz="4099" b="1">
                <a:solidFill>
                  <a:schemeClr val="tx2"/>
                </a:solidFill>
                <a:latin typeface="Arial" charset="0"/>
                <a:cs typeface="Arial" charset="0"/>
              </a:defRPr>
            </a:lvl6pPr>
            <a:lvl7pPr marL="1170845" fontAlgn="base">
              <a:spcBef>
                <a:spcPct val="0"/>
              </a:spcBef>
              <a:spcAft>
                <a:spcPct val="0"/>
              </a:spcAft>
              <a:defRPr sz="4099" b="1">
                <a:solidFill>
                  <a:schemeClr val="tx2"/>
                </a:solidFill>
                <a:latin typeface="Arial" charset="0"/>
                <a:cs typeface="Arial" charset="0"/>
              </a:defRPr>
            </a:lvl7pPr>
            <a:lvl8pPr marL="1756270" fontAlgn="base">
              <a:spcBef>
                <a:spcPct val="0"/>
              </a:spcBef>
              <a:spcAft>
                <a:spcPct val="0"/>
              </a:spcAft>
              <a:defRPr sz="4099" b="1">
                <a:solidFill>
                  <a:schemeClr val="tx2"/>
                </a:solidFill>
                <a:latin typeface="Arial" charset="0"/>
                <a:cs typeface="Arial" charset="0"/>
              </a:defRPr>
            </a:lvl8pPr>
            <a:lvl9pPr marL="2341693" fontAlgn="base">
              <a:spcBef>
                <a:spcPct val="0"/>
              </a:spcBef>
              <a:spcAft>
                <a:spcPct val="0"/>
              </a:spcAft>
              <a:defRPr sz="4099" b="1">
                <a:solidFill>
                  <a:schemeClr val="tx2"/>
                </a:solidFill>
                <a:latin typeface="Arial" charset="0"/>
                <a:cs typeface="Arial" charset="0"/>
              </a:defRPr>
            </a:lvl9pPr>
          </a:lstStyle>
          <a:p>
            <a:r>
              <a:rPr lang="en-US" altLang="en-US"/>
              <a:t>We will pick and deploy the relevant accelerator toolkit (2/2)</a:t>
            </a:r>
            <a:endParaRPr lang="en-IN" altLang="en-US"/>
          </a:p>
        </p:txBody>
      </p:sp>
      <p:sp>
        <p:nvSpPr>
          <p:cNvPr id="4" name="Rectangle 3"/>
          <p:cNvSpPr/>
          <p:nvPr/>
        </p:nvSpPr>
        <p:spPr>
          <a:xfrm>
            <a:off x="524265" y="701660"/>
            <a:ext cx="11143472" cy="5909338"/>
          </a:xfrm>
          <a:prstGeom prst="rect">
            <a:avLst/>
          </a:prstGeom>
          <a:noFill/>
          <a:ln w="19050">
            <a:solidFill>
              <a:schemeClr val="bg1">
                <a:lumMod val="95000"/>
              </a:schemeClr>
            </a:solidFill>
            <a:prstDash val="dash"/>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sz="2526">
              <a:solidFill>
                <a:schemeClr val="bg2"/>
              </a:solidFill>
            </a:endParaRPr>
          </a:p>
        </p:txBody>
      </p:sp>
      <p:cxnSp>
        <p:nvCxnSpPr>
          <p:cNvPr id="5" name="Straight Connector 4"/>
          <p:cNvCxnSpPr/>
          <p:nvPr/>
        </p:nvCxnSpPr>
        <p:spPr>
          <a:xfrm>
            <a:off x="891493" y="3627005"/>
            <a:ext cx="10170529" cy="0"/>
          </a:xfrm>
          <a:prstGeom prst="line">
            <a:avLst/>
          </a:prstGeom>
          <a:ln w="15875">
            <a:prstDash val="dash"/>
          </a:ln>
        </p:spPr>
        <p:style>
          <a:lnRef idx="1">
            <a:schemeClr val="accent1"/>
          </a:lnRef>
          <a:fillRef idx="0">
            <a:schemeClr val="accent1"/>
          </a:fillRef>
          <a:effectRef idx="0">
            <a:schemeClr val="accent1"/>
          </a:effectRef>
          <a:fontRef idx="minor">
            <a:schemeClr val="tx1"/>
          </a:fontRef>
        </p:style>
      </p:cxnSp>
      <p:grpSp>
        <p:nvGrpSpPr>
          <p:cNvPr id="6" name="Group 5"/>
          <p:cNvGrpSpPr/>
          <p:nvPr/>
        </p:nvGrpSpPr>
        <p:grpSpPr>
          <a:xfrm>
            <a:off x="586939" y="1198897"/>
            <a:ext cx="2410198" cy="2103188"/>
            <a:chOff x="4341721" y="694894"/>
            <a:chExt cx="1812925" cy="1581993"/>
          </a:xfrm>
        </p:grpSpPr>
        <p:sp>
          <p:nvSpPr>
            <p:cNvPr id="7" name="TextBox 66"/>
            <p:cNvSpPr txBox="1">
              <a:spLocks noChangeArrowheads="1"/>
            </p:cNvSpPr>
            <p:nvPr/>
          </p:nvSpPr>
          <p:spPr bwMode="auto">
            <a:xfrm>
              <a:off x="4595721" y="694894"/>
              <a:ext cx="1404937" cy="315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altLang="en-US" sz="1064" b="1">
                  <a:latin typeface="+mn-lt"/>
                </a:rPr>
                <a:t>Benchmarking/League Table</a:t>
              </a:r>
            </a:p>
          </p:txBody>
        </p:sp>
        <p:sp>
          <p:nvSpPr>
            <p:cNvPr id="8" name="Rectangle 36"/>
            <p:cNvSpPr>
              <a:spLocks noChangeArrowheads="1"/>
            </p:cNvSpPr>
            <p:nvPr/>
          </p:nvSpPr>
          <p:spPr bwMode="auto">
            <a:xfrm>
              <a:off x="4341721" y="1837894"/>
              <a:ext cx="1812925" cy="438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altLang="en-US" sz="1064" i="1">
                  <a:latin typeface="+mn-lt"/>
                  <a:cs typeface="Arial" pitchFamily="34" charset="0"/>
                </a:rPr>
                <a:t>Benchmark processes against industry standards to discover deviation  </a:t>
              </a:r>
            </a:p>
          </p:txBody>
        </p:sp>
        <p:pic>
          <p:nvPicPr>
            <p:cNvPr id="9" name="Picture 3"/>
            <p:cNvPicPr>
              <a:picLocks noChangeAspect="1" noChangeArrowheads="1"/>
            </p:cNvPicPr>
            <p:nvPr/>
          </p:nvPicPr>
          <p:blipFill>
            <a:blip r:embed="rId2"/>
            <a:srcRect t="6311"/>
            <a:stretch>
              <a:fillRect/>
            </a:stretch>
          </p:blipFill>
          <p:spPr bwMode="auto">
            <a:xfrm>
              <a:off x="4457608" y="898094"/>
              <a:ext cx="1547813" cy="882650"/>
            </a:xfrm>
            <a:prstGeom prst="rect">
              <a:avLst/>
            </a:prstGeom>
            <a:noFill/>
            <a:ln w="9525">
              <a:solidFill>
                <a:srgbClr val="000000"/>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grpSp>
      <p:grpSp>
        <p:nvGrpSpPr>
          <p:cNvPr id="10" name="Group 9"/>
          <p:cNvGrpSpPr/>
          <p:nvPr/>
        </p:nvGrpSpPr>
        <p:grpSpPr>
          <a:xfrm>
            <a:off x="2745667" y="1198890"/>
            <a:ext cx="2026086" cy="1914094"/>
            <a:chOff x="407265" y="3261159"/>
            <a:chExt cx="1524000" cy="1439763"/>
          </a:xfrm>
        </p:grpSpPr>
        <p:sp>
          <p:nvSpPr>
            <p:cNvPr id="11" name="Rectangle 89"/>
            <p:cNvSpPr>
              <a:spLocks noChangeArrowheads="1"/>
            </p:cNvSpPr>
            <p:nvPr/>
          </p:nvSpPr>
          <p:spPr bwMode="auto">
            <a:xfrm>
              <a:off x="657225" y="3261159"/>
              <a:ext cx="1220788" cy="1926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altLang="en-US" sz="1064" b="1">
                  <a:latin typeface="+mn-lt"/>
                </a:rPr>
                <a:t>Pareto Analysis</a:t>
              </a:r>
            </a:p>
          </p:txBody>
        </p:sp>
        <p:pic>
          <p:nvPicPr>
            <p:cNvPr id="12" name="Picture 65"/>
            <p:cNvPicPr>
              <a:picLocks noChangeAspect="1" noChangeArrowheads="1"/>
            </p:cNvPicPr>
            <p:nvPr/>
          </p:nvPicPr>
          <p:blipFill rotWithShape="1">
            <a:blip r:embed="rId3"/>
            <a:srcRect t="10257" b="6333"/>
            <a:stretch/>
          </p:blipFill>
          <p:spPr bwMode="auto">
            <a:xfrm>
              <a:off x="565150" y="3455988"/>
              <a:ext cx="1312863" cy="876300"/>
            </a:xfrm>
            <a:prstGeom prst="rect">
              <a:avLst/>
            </a:prstGeom>
            <a:noFill/>
            <a:ln w="9525">
              <a:solidFill>
                <a:srgbClr val="000000"/>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Lst>
          </p:spPr>
        </p:pic>
        <p:sp>
          <p:nvSpPr>
            <p:cNvPr id="13" name="Rectangle 2"/>
            <p:cNvSpPr>
              <a:spLocks noChangeArrowheads="1"/>
            </p:cNvSpPr>
            <p:nvPr/>
          </p:nvSpPr>
          <p:spPr bwMode="auto">
            <a:xfrm>
              <a:off x="407265" y="4385108"/>
              <a:ext cx="1524000" cy="3158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altLang="en-US" sz="1064" i="1">
                  <a:latin typeface="+mn-lt"/>
                  <a:cs typeface="Arial" pitchFamily="34" charset="0"/>
                </a:rPr>
                <a:t>Template for identifying top issues</a:t>
              </a:r>
            </a:p>
          </p:txBody>
        </p:sp>
      </p:grpSp>
      <p:sp>
        <p:nvSpPr>
          <p:cNvPr id="15" name="Rectangle 89"/>
          <p:cNvSpPr>
            <a:spLocks noChangeArrowheads="1"/>
          </p:cNvSpPr>
          <p:nvPr/>
        </p:nvSpPr>
        <p:spPr bwMode="auto">
          <a:xfrm>
            <a:off x="9485791" y="1126831"/>
            <a:ext cx="1863578" cy="2560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altLang="en-US" sz="1064" b="1">
                <a:latin typeface="+mn-lt"/>
              </a:rPr>
              <a:t>Cost baselining tool</a:t>
            </a:r>
          </a:p>
        </p:txBody>
      </p:sp>
      <p:sp>
        <p:nvSpPr>
          <p:cNvPr id="16" name="TextBox 66"/>
          <p:cNvSpPr txBox="1">
            <a:spLocks noChangeArrowheads="1"/>
          </p:cNvSpPr>
          <p:nvPr/>
        </p:nvSpPr>
        <p:spPr bwMode="auto">
          <a:xfrm>
            <a:off x="9189970" y="2702491"/>
            <a:ext cx="2416531" cy="5836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en-US"/>
            </a:defPPr>
            <a:lvl1pPr algn="ctr" eaLnBrk="1" hangingPunct="1">
              <a:defRPr sz="800" i="1">
                <a:solidFill>
                  <a:srgbClr val="000000"/>
                </a:solidFill>
                <a:latin typeface="Calibri" pitchFamily="34" charset="0"/>
                <a:cs typeface="Arial" pitchFamily="34" charset="0"/>
              </a:defRPr>
            </a:lvl1pPr>
            <a:lvl2pPr marL="742950" indent="-285750" eaLnBrk="0" hangingPunct="0">
              <a:defRPr>
                <a:latin typeface="Arial" pitchFamily="34" charset="0"/>
              </a:defRPr>
            </a:lvl2pPr>
            <a:lvl3pPr marL="1143000" indent="-228600" eaLnBrk="0" hangingPunct="0">
              <a:defRPr>
                <a:latin typeface="Arial" pitchFamily="34" charset="0"/>
              </a:defRPr>
            </a:lvl3pPr>
            <a:lvl4pPr marL="1600200" indent="-228600" eaLnBrk="0" hangingPunct="0">
              <a:defRPr>
                <a:latin typeface="Arial" pitchFamily="34" charset="0"/>
              </a:defRPr>
            </a:lvl4pPr>
            <a:lvl5pPr marL="2057400" indent="-228600" eaLnBrk="0" hangingPunct="0">
              <a:defRPr>
                <a:latin typeface="Arial" pitchFamily="34" charset="0"/>
              </a:defRPr>
            </a:lvl5pPr>
            <a:lvl6pPr marL="2514600" indent="-228600" eaLnBrk="0" fontAlgn="base" hangingPunct="0">
              <a:spcBef>
                <a:spcPct val="0"/>
              </a:spcBef>
              <a:spcAft>
                <a:spcPct val="0"/>
              </a:spcAft>
              <a:defRPr>
                <a:latin typeface="Arial" pitchFamily="34" charset="0"/>
              </a:defRPr>
            </a:lvl6pPr>
            <a:lvl7pPr marL="2971800" indent="-228600" eaLnBrk="0" fontAlgn="base" hangingPunct="0">
              <a:spcBef>
                <a:spcPct val="0"/>
              </a:spcBef>
              <a:spcAft>
                <a:spcPct val="0"/>
              </a:spcAft>
              <a:defRPr>
                <a:latin typeface="Arial" pitchFamily="34" charset="0"/>
              </a:defRPr>
            </a:lvl7pPr>
            <a:lvl8pPr marL="3429000" indent="-228600" eaLnBrk="0" fontAlgn="base" hangingPunct="0">
              <a:spcBef>
                <a:spcPct val="0"/>
              </a:spcBef>
              <a:spcAft>
                <a:spcPct val="0"/>
              </a:spcAft>
              <a:defRPr>
                <a:latin typeface="Arial" pitchFamily="34" charset="0"/>
              </a:defRPr>
            </a:lvl8pPr>
            <a:lvl9pPr marL="3886200" indent="-228600" eaLnBrk="0" fontAlgn="base" hangingPunct="0">
              <a:spcBef>
                <a:spcPct val="0"/>
              </a:spcBef>
              <a:spcAft>
                <a:spcPct val="0"/>
              </a:spcAft>
              <a:defRPr>
                <a:latin typeface="Arial" pitchFamily="34" charset="0"/>
              </a:defRPr>
            </a:lvl9pPr>
          </a:lstStyle>
          <a:p>
            <a:r>
              <a:rPr lang="en-US" altLang="en-US" sz="1064">
                <a:solidFill>
                  <a:schemeClr val="tx1"/>
                </a:solidFill>
                <a:latin typeface="+mn-lt"/>
              </a:rPr>
              <a:t>Identify, classify and allocate costs to consuming products, services and business units</a:t>
            </a:r>
          </a:p>
        </p:txBody>
      </p:sp>
      <p:grpSp>
        <p:nvGrpSpPr>
          <p:cNvPr id="18" name="Group 17"/>
          <p:cNvGrpSpPr/>
          <p:nvPr/>
        </p:nvGrpSpPr>
        <p:grpSpPr>
          <a:xfrm>
            <a:off x="7094240" y="1121571"/>
            <a:ext cx="2095732" cy="1946333"/>
            <a:chOff x="2358307" y="3254519"/>
            <a:chExt cx="1576387" cy="1464009"/>
          </a:xfrm>
        </p:grpSpPr>
        <p:sp>
          <p:nvSpPr>
            <p:cNvPr id="19" name="Rectangle 2"/>
            <p:cNvSpPr>
              <a:spLocks noChangeArrowheads="1"/>
            </p:cNvSpPr>
            <p:nvPr/>
          </p:nvSpPr>
          <p:spPr bwMode="auto">
            <a:xfrm>
              <a:off x="2410694" y="4402715"/>
              <a:ext cx="1524000" cy="315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altLang="en-US" sz="1064" i="1">
                  <a:latin typeface="+mn-lt"/>
                  <a:cs typeface="Arial" pitchFamily="34" charset="0"/>
                </a:rPr>
                <a:t>Template for performing root causes of issues, pain points</a:t>
              </a:r>
            </a:p>
          </p:txBody>
        </p:sp>
        <p:pic>
          <p:nvPicPr>
            <p:cNvPr id="20" name="Picture 3"/>
            <p:cNvPicPr>
              <a:picLocks noChangeAspect="1" noChangeArrowheads="1"/>
            </p:cNvPicPr>
            <p:nvPr/>
          </p:nvPicPr>
          <p:blipFill>
            <a:blip r:embed="rId4"/>
            <a:srcRect/>
            <a:stretch>
              <a:fillRect/>
            </a:stretch>
          </p:blipFill>
          <p:spPr bwMode="auto">
            <a:xfrm>
              <a:off x="2358307" y="3455988"/>
              <a:ext cx="1566862" cy="877887"/>
            </a:xfrm>
            <a:prstGeom prst="rect">
              <a:avLst/>
            </a:prstGeom>
            <a:noFill/>
            <a:ln w="9525">
              <a:solidFill>
                <a:srgbClr val="000000"/>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21" name="Rectangle 89"/>
            <p:cNvSpPr>
              <a:spLocks noChangeArrowheads="1"/>
            </p:cNvSpPr>
            <p:nvPr/>
          </p:nvSpPr>
          <p:spPr bwMode="auto">
            <a:xfrm>
              <a:off x="2419351" y="3254519"/>
              <a:ext cx="1401763" cy="1926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altLang="en-US" sz="1064" b="1">
                  <a:latin typeface="+mn-lt"/>
                </a:rPr>
                <a:t>Root Cause Analysis</a:t>
              </a:r>
            </a:p>
          </p:txBody>
        </p:sp>
      </p:grpSp>
      <p:grpSp>
        <p:nvGrpSpPr>
          <p:cNvPr id="22" name="Group 21"/>
          <p:cNvGrpSpPr/>
          <p:nvPr/>
        </p:nvGrpSpPr>
        <p:grpSpPr>
          <a:xfrm>
            <a:off x="2873177" y="4303754"/>
            <a:ext cx="2142164" cy="2285018"/>
            <a:chOff x="6158487" y="731301"/>
            <a:chExt cx="1611312" cy="1718767"/>
          </a:xfrm>
        </p:grpSpPr>
        <p:sp>
          <p:nvSpPr>
            <p:cNvPr id="23" name="TextBox 66"/>
            <p:cNvSpPr txBox="1">
              <a:spLocks noChangeArrowheads="1"/>
            </p:cNvSpPr>
            <p:nvPr/>
          </p:nvSpPr>
          <p:spPr bwMode="auto">
            <a:xfrm>
              <a:off x="6158487" y="731301"/>
              <a:ext cx="1611312" cy="1926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altLang="en-US" sz="1064" b="1">
                  <a:latin typeface="+mn-lt"/>
                </a:rPr>
                <a:t>Value Hypothesis</a:t>
              </a:r>
            </a:p>
          </p:txBody>
        </p:sp>
        <p:sp>
          <p:nvSpPr>
            <p:cNvPr id="24" name="Rectangle 36"/>
            <p:cNvSpPr>
              <a:spLocks noChangeArrowheads="1"/>
            </p:cNvSpPr>
            <p:nvPr/>
          </p:nvSpPr>
          <p:spPr bwMode="auto">
            <a:xfrm>
              <a:off x="6166485" y="2011075"/>
              <a:ext cx="1482725" cy="438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altLang="en-US" sz="1064" i="1">
                  <a:latin typeface="+mn-lt"/>
                  <a:cs typeface="Arial" pitchFamily="34" charset="0"/>
                </a:rPr>
                <a:t>Template for assessing hypothesis with initial </a:t>
              </a:r>
              <a:r>
                <a:rPr lang="en-IN" sz="1064" i="1">
                  <a:latin typeface="+mn-lt"/>
                  <a:cs typeface="Arial" pitchFamily="34" charset="0"/>
                </a:rPr>
                <a:t>opportunity view</a:t>
              </a:r>
              <a:endParaRPr lang="en-US" altLang="en-US" sz="1064" i="1">
                <a:latin typeface="+mn-lt"/>
                <a:cs typeface="Arial" pitchFamily="34" charset="0"/>
              </a:endParaRPr>
            </a:p>
          </p:txBody>
        </p:sp>
      </p:grpSp>
      <p:grpSp>
        <p:nvGrpSpPr>
          <p:cNvPr id="26" name="Group 25"/>
          <p:cNvGrpSpPr/>
          <p:nvPr/>
        </p:nvGrpSpPr>
        <p:grpSpPr>
          <a:xfrm>
            <a:off x="724845" y="4241354"/>
            <a:ext cx="1971213" cy="2183660"/>
            <a:chOff x="531874" y="3182793"/>
            <a:chExt cx="1482725" cy="1642525"/>
          </a:xfrm>
        </p:grpSpPr>
        <p:pic>
          <p:nvPicPr>
            <p:cNvPr id="27" name="Picture 2"/>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49544" y="3398693"/>
              <a:ext cx="1447387" cy="1104179"/>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8" name="Rectangle 89"/>
            <p:cNvSpPr>
              <a:spLocks noChangeArrowheads="1"/>
            </p:cNvSpPr>
            <p:nvPr/>
          </p:nvSpPr>
          <p:spPr bwMode="auto">
            <a:xfrm>
              <a:off x="591994" y="3182793"/>
              <a:ext cx="1401763" cy="1926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altLang="en-US" sz="1064" b="1">
                  <a:latin typeface="+mn-lt"/>
                </a:rPr>
                <a:t>What-If use cases</a:t>
              </a:r>
            </a:p>
          </p:txBody>
        </p:sp>
        <p:sp>
          <p:nvSpPr>
            <p:cNvPr id="29" name="Rectangle 36"/>
            <p:cNvSpPr>
              <a:spLocks noChangeArrowheads="1"/>
            </p:cNvSpPr>
            <p:nvPr/>
          </p:nvSpPr>
          <p:spPr bwMode="auto">
            <a:xfrm>
              <a:off x="531874" y="4509505"/>
              <a:ext cx="1482725" cy="315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altLang="en-US" sz="1064" i="1">
                  <a:latin typeface="+mn-lt"/>
                  <a:cs typeface="Arial" pitchFamily="34" charset="0"/>
                </a:rPr>
                <a:t>Template for simulating different Business Use Cases</a:t>
              </a:r>
            </a:p>
          </p:txBody>
        </p:sp>
      </p:grpSp>
      <p:grpSp>
        <p:nvGrpSpPr>
          <p:cNvPr id="30" name="Group 29"/>
          <p:cNvGrpSpPr/>
          <p:nvPr/>
        </p:nvGrpSpPr>
        <p:grpSpPr>
          <a:xfrm>
            <a:off x="5158938" y="4310426"/>
            <a:ext cx="2323760" cy="2269531"/>
            <a:chOff x="4249161" y="3234748"/>
            <a:chExt cx="1747907" cy="1707117"/>
          </a:xfrm>
        </p:grpSpPr>
        <p:pic>
          <p:nvPicPr>
            <p:cNvPr id="31" name="Picture 3"/>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422744" y="3440399"/>
              <a:ext cx="1406556" cy="1062473"/>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2" name="TextBox 66"/>
            <p:cNvSpPr txBox="1">
              <a:spLocks noChangeArrowheads="1"/>
            </p:cNvSpPr>
            <p:nvPr/>
          </p:nvSpPr>
          <p:spPr bwMode="auto">
            <a:xfrm>
              <a:off x="4249161" y="3234748"/>
              <a:ext cx="1611312" cy="315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altLang="en-US" sz="1064" b="1">
                  <a:latin typeface="+mn-lt"/>
                </a:rPr>
                <a:t>Improvement project  shortlisting</a:t>
              </a:r>
            </a:p>
          </p:txBody>
        </p:sp>
        <p:sp>
          <p:nvSpPr>
            <p:cNvPr id="33" name="Rectangle 36"/>
            <p:cNvSpPr>
              <a:spLocks noChangeArrowheads="1"/>
            </p:cNvSpPr>
            <p:nvPr/>
          </p:nvSpPr>
          <p:spPr bwMode="auto">
            <a:xfrm>
              <a:off x="4301837" y="4502872"/>
              <a:ext cx="1695231" cy="438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altLang="en-US" sz="1064" i="1">
                  <a:latin typeface="+mn-lt"/>
                  <a:cs typeface="Arial" pitchFamily="34" charset="0"/>
                </a:rPr>
                <a:t>Template for prioritizing &amp;shortlisting improvement projects</a:t>
              </a:r>
            </a:p>
          </p:txBody>
        </p:sp>
      </p:grpSp>
      <p:sp>
        <p:nvSpPr>
          <p:cNvPr id="36" name="TextBox 66"/>
          <p:cNvSpPr txBox="1">
            <a:spLocks noChangeArrowheads="1"/>
          </p:cNvSpPr>
          <p:nvPr/>
        </p:nvSpPr>
        <p:spPr bwMode="auto">
          <a:xfrm>
            <a:off x="7383692" y="4273584"/>
            <a:ext cx="2142163" cy="2560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altLang="en-US" sz="1064" b="1">
                <a:latin typeface="+mn-lt"/>
              </a:rPr>
              <a:t>Business Case Summary</a:t>
            </a:r>
          </a:p>
        </p:txBody>
      </p:sp>
      <p:sp>
        <p:nvSpPr>
          <p:cNvPr id="37" name="Rectangle 36"/>
          <p:cNvSpPr>
            <a:spLocks noChangeArrowheads="1"/>
          </p:cNvSpPr>
          <p:nvPr/>
        </p:nvSpPr>
        <p:spPr bwMode="auto">
          <a:xfrm>
            <a:off x="7371131" y="6013977"/>
            <a:ext cx="2253729" cy="4198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altLang="en-US" sz="1064" i="1">
                <a:latin typeface="+mn-lt"/>
                <a:cs typeface="Arial" pitchFamily="34" charset="0"/>
              </a:rPr>
              <a:t>Template for business case with ROI and payback period</a:t>
            </a:r>
          </a:p>
        </p:txBody>
      </p:sp>
      <p:sp>
        <p:nvSpPr>
          <p:cNvPr id="40" name="TextBox 66"/>
          <p:cNvSpPr txBox="1">
            <a:spLocks noChangeArrowheads="1"/>
          </p:cNvSpPr>
          <p:nvPr/>
        </p:nvSpPr>
        <p:spPr bwMode="auto">
          <a:xfrm>
            <a:off x="9381480" y="4159471"/>
            <a:ext cx="2142163" cy="4198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altLang="en-US" sz="1064" b="1">
                <a:latin typeface="+mn-lt"/>
              </a:rPr>
              <a:t>Value Realization Governance and Capability Flow</a:t>
            </a:r>
          </a:p>
        </p:txBody>
      </p:sp>
      <p:sp>
        <p:nvSpPr>
          <p:cNvPr id="41" name="Rectangle 36"/>
          <p:cNvSpPr>
            <a:spLocks noChangeArrowheads="1"/>
          </p:cNvSpPr>
          <p:nvPr/>
        </p:nvSpPr>
        <p:spPr bwMode="auto">
          <a:xfrm>
            <a:off x="9414006" y="6014108"/>
            <a:ext cx="2253729" cy="4198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altLang="en-US" sz="1064" i="1">
                <a:latin typeface="+mn-lt"/>
                <a:cs typeface="Arial" pitchFamily="34" charset="0"/>
              </a:rPr>
              <a:t>Comitology for value realization office</a:t>
            </a:r>
          </a:p>
        </p:txBody>
      </p:sp>
      <p:grpSp>
        <p:nvGrpSpPr>
          <p:cNvPr id="48" name="Group 47"/>
          <p:cNvGrpSpPr/>
          <p:nvPr/>
        </p:nvGrpSpPr>
        <p:grpSpPr>
          <a:xfrm>
            <a:off x="4847578" y="1085315"/>
            <a:ext cx="2026086" cy="2005520"/>
            <a:chOff x="3632950" y="808853"/>
            <a:chExt cx="1524000" cy="1508530"/>
          </a:xfrm>
        </p:grpSpPr>
        <p:pic>
          <p:nvPicPr>
            <p:cNvPr id="49" name="Picture 6"/>
            <p:cNvPicPr>
              <a:picLocks noChangeAspect="1" noChangeArrowheads="1"/>
            </p:cNvPicPr>
            <p:nvPr/>
          </p:nvPicPr>
          <p:blipFill rotWithShape="1">
            <a:blip r:embed="rId7" cstate="print">
              <a:extLst>
                <a:ext uri="{28A0092B-C50C-407E-A947-70E740481C1C}">
                  <a14:useLocalDpi xmlns:a14="http://schemas.microsoft.com/office/drawing/2010/main" val="0"/>
                </a:ext>
              </a:extLst>
            </a:blip>
            <a:srcRect l="7174" t="29207" r="26580" b="2106"/>
            <a:stretch/>
          </p:blipFill>
          <p:spPr bwMode="auto">
            <a:xfrm>
              <a:off x="3736060" y="1086919"/>
              <a:ext cx="1327233" cy="89322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0" name="Rectangle 89"/>
            <p:cNvSpPr>
              <a:spLocks noChangeArrowheads="1"/>
            </p:cNvSpPr>
            <p:nvPr/>
          </p:nvSpPr>
          <p:spPr bwMode="auto">
            <a:xfrm>
              <a:off x="3684009" y="808853"/>
              <a:ext cx="1361112" cy="438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altLang="en-US" sz="1064" b="1">
                  <a:latin typeface="+mn-lt"/>
                </a:rPr>
                <a:t>Ranking based on Financial / Non-financial analysis</a:t>
              </a:r>
            </a:p>
          </p:txBody>
        </p:sp>
        <p:sp>
          <p:nvSpPr>
            <p:cNvPr id="51" name="Rectangle 2"/>
            <p:cNvSpPr>
              <a:spLocks noChangeArrowheads="1"/>
            </p:cNvSpPr>
            <p:nvPr/>
          </p:nvSpPr>
          <p:spPr bwMode="auto">
            <a:xfrm>
              <a:off x="3632950" y="2001570"/>
              <a:ext cx="1524000" cy="315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altLang="en-US" sz="1064" i="1">
                  <a:latin typeface="+mn-lt"/>
                  <a:cs typeface="Arial" pitchFamily="34" charset="0"/>
                </a:rPr>
                <a:t>Template for  ranking product groups post analysis</a:t>
              </a:r>
            </a:p>
          </p:txBody>
        </p:sp>
      </p:grpSp>
      <p:pic>
        <p:nvPicPr>
          <p:cNvPr id="56" name="Picture 55">
            <a:extLst>
              <a:ext uri="{FF2B5EF4-FFF2-40B4-BE49-F238E27FC236}">
                <a16:creationId xmlns:a16="http://schemas.microsoft.com/office/drawing/2014/main" id="{A05B3127-142B-2984-7D2A-8065BA23C0D5}"/>
              </a:ext>
            </a:extLst>
          </p:cNvPr>
          <p:cNvPicPr>
            <a:picLocks noChangeAspect="1"/>
          </p:cNvPicPr>
          <p:nvPr/>
        </p:nvPicPr>
        <p:blipFill>
          <a:blip r:embed="rId8"/>
          <a:stretch>
            <a:fillRect/>
          </a:stretch>
        </p:blipFill>
        <p:spPr>
          <a:xfrm>
            <a:off x="9381480" y="1412331"/>
            <a:ext cx="2032097" cy="1112998"/>
          </a:xfrm>
          <a:prstGeom prst="rect">
            <a:avLst/>
          </a:prstGeom>
        </p:spPr>
      </p:pic>
      <p:pic>
        <p:nvPicPr>
          <p:cNvPr id="44" name="Picture 43">
            <a:extLst>
              <a:ext uri="{FF2B5EF4-FFF2-40B4-BE49-F238E27FC236}">
                <a16:creationId xmlns:a16="http://schemas.microsoft.com/office/drawing/2014/main" id="{81E9FC82-DF83-6E44-D020-959661ADF567}"/>
              </a:ext>
            </a:extLst>
          </p:cNvPr>
          <p:cNvPicPr>
            <a:picLocks noChangeAspect="1"/>
          </p:cNvPicPr>
          <p:nvPr/>
        </p:nvPicPr>
        <p:blipFill>
          <a:blip r:embed="rId9"/>
          <a:stretch>
            <a:fillRect/>
          </a:stretch>
        </p:blipFill>
        <p:spPr>
          <a:xfrm>
            <a:off x="7482698" y="4566525"/>
            <a:ext cx="1925388" cy="1420209"/>
          </a:xfrm>
          <a:prstGeom prst="rect">
            <a:avLst/>
          </a:prstGeom>
          <a:ln w="3016">
            <a:solidFill>
              <a:schemeClr val="accent1"/>
            </a:solidFill>
          </a:ln>
          <a:effectLst/>
        </p:spPr>
      </p:pic>
      <p:pic>
        <p:nvPicPr>
          <p:cNvPr id="45" name="Picture 44">
            <a:extLst>
              <a:ext uri="{FF2B5EF4-FFF2-40B4-BE49-F238E27FC236}">
                <a16:creationId xmlns:a16="http://schemas.microsoft.com/office/drawing/2014/main" id="{848B13B9-FA7B-1447-F555-426F9DC7EA2B}"/>
              </a:ext>
            </a:extLst>
          </p:cNvPr>
          <p:cNvPicPr>
            <a:picLocks/>
          </p:cNvPicPr>
          <p:nvPr/>
        </p:nvPicPr>
        <p:blipFill>
          <a:blip r:embed="rId10"/>
          <a:stretch>
            <a:fillRect/>
          </a:stretch>
        </p:blipFill>
        <p:spPr>
          <a:xfrm>
            <a:off x="6555285" y="5841685"/>
            <a:ext cx="502920" cy="320040"/>
          </a:xfrm>
          <a:prstGeom prst="rect">
            <a:avLst/>
          </a:prstGeom>
          <a:effectLst>
            <a:outerShdw blurRad="50800" dist="38100" dir="8100000" algn="tr" rotWithShape="0">
              <a:prstClr val="black">
                <a:alpha val="40000"/>
              </a:prstClr>
            </a:outerShdw>
          </a:effectLst>
        </p:spPr>
      </p:pic>
      <p:pic>
        <p:nvPicPr>
          <p:cNvPr id="46" name="Picture 45">
            <a:extLst>
              <a:ext uri="{FF2B5EF4-FFF2-40B4-BE49-F238E27FC236}">
                <a16:creationId xmlns:a16="http://schemas.microsoft.com/office/drawing/2014/main" id="{4450222F-FA82-67E7-98F1-E1A321C93C5B}"/>
              </a:ext>
            </a:extLst>
          </p:cNvPr>
          <p:cNvPicPr>
            <a:picLocks/>
          </p:cNvPicPr>
          <p:nvPr/>
        </p:nvPicPr>
        <p:blipFill>
          <a:blip r:embed="rId10"/>
          <a:stretch>
            <a:fillRect/>
          </a:stretch>
        </p:blipFill>
        <p:spPr>
          <a:xfrm>
            <a:off x="2955569" y="4566524"/>
            <a:ext cx="1971213" cy="1429811"/>
          </a:xfrm>
          <a:prstGeom prst="rect">
            <a:avLst/>
          </a:prstGeom>
          <a:effectLst>
            <a:outerShdw blurRad="50800" dist="38100" dir="8100000" algn="tr" rotWithShape="0">
              <a:prstClr val="black">
                <a:alpha val="40000"/>
              </a:prstClr>
            </a:outerShdw>
          </a:effectLst>
        </p:spPr>
      </p:pic>
      <p:pic>
        <p:nvPicPr>
          <p:cNvPr id="52" name="Picture 51">
            <a:extLst>
              <a:ext uri="{FF2B5EF4-FFF2-40B4-BE49-F238E27FC236}">
                <a16:creationId xmlns:a16="http://schemas.microsoft.com/office/drawing/2014/main" id="{723F21A2-40D0-E3BF-B749-D3E399205AAC}"/>
              </a:ext>
            </a:extLst>
          </p:cNvPr>
          <p:cNvPicPr>
            <a:picLocks/>
          </p:cNvPicPr>
          <p:nvPr/>
        </p:nvPicPr>
        <p:blipFill>
          <a:blip r:embed="rId11"/>
          <a:stretch>
            <a:fillRect/>
          </a:stretch>
        </p:blipFill>
        <p:spPr>
          <a:xfrm>
            <a:off x="9631485" y="4559850"/>
            <a:ext cx="1812179" cy="1420209"/>
          </a:xfrm>
          <a:prstGeom prst="rect">
            <a:avLst/>
          </a:prstGeom>
        </p:spPr>
      </p:pic>
      <p:sp>
        <p:nvSpPr>
          <p:cNvPr id="2" name="Title 1">
            <a:extLst>
              <a:ext uri="{FF2B5EF4-FFF2-40B4-BE49-F238E27FC236}">
                <a16:creationId xmlns:a16="http://schemas.microsoft.com/office/drawing/2014/main" id="{9F41B466-424A-A031-B39B-6CC4ED4B3794}"/>
              </a:ext>
            </a:extLst>
          </p:cNvPr>
          <p:cNvSpPr>
            <a:spLocks noGrp="1"/>
          </p:cNvSpPr>
          <p:nvPr>
            <p:ph type="title"/>
          </p:nvPr>
        </p:nvSpPr>
        <p:spPr>
          <a:xfrm>
            <a:off x="443892" y="180753"/>
            <a:ext cx="11008413" cy="970217"/>
          </a:xfrm>
        </p:spPr>
        <p:txBody>
          <a:bodyPr/>
          <a:lstStyle/>
          <a:p>
            <a:r>
              <a:rPr lang="en-US" altLang="en-US"/>
              <a:t>We will pick and deploy the relevant accelerator toolkit (2/2)</a:t>
            </a:r>
            <a:br>
              <a:rPr lang="en-IN" altLang="en-US"/>
            </a:br>
            <a:endParaRPr lang="en-US"/>
          </a:p>
        </p:txBody>
      </p:sp>
    </p:spTree>
    <p:extLst>
      <p:ext uri="{BB962C8B-B14F-4D97-AF65-F5344CB8AC3E}">
        <p14:creationId xmlns:p14="http://schemas.microsoft.com/office/powerpoint/2010/main" val="410020148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9C3DDA-07C5-E9BC-F389-D04A938701F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8AFDA8EF-8C82-FC0E-B89B-392A981478F3}"/>
              </a:ext>
            </a:extLst>
          </p:cNvPr>
          <p:cNvSpPr>
            <a:spLocks noGrp="1"/>
          </p:cNvSpPr>
          <p:nvPr>
            <p:ph type="title"/>
          </p:nvPr>
        </p:nvSpPr>
        <p:spPr>
          <a:xfrm>
            <a:off x="591793" y="2181668"/>
            <a:ext cx="8040143" cy="2961513"/>
          </a:xfrm>
        </p:spPr>
        <p:txBody>
          <a:bodyPr/>
          <a:lstStyle/>
          <a:p>
            <a:r>
              <a:rPr lang="en-US"/>
              <a:t>We will focus on enterprise‑wide cost transformation levers to deliver measurable, sustainable savings</a:t>
            </a:r>
          </a:p>
        </p:txBody>
      </p:sp>
    </p:spTree>
    <p:extLst>
      <p:ext uri="{BB962C8B-B14F-4D97-AF65-F5344CB8AC3E}">
        <p14:creationId xmlns:p14="http://schemas.microsoft.com/office/powerpoint/2010/main" val="122394695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DC683E-0DB6-0CEE-E581-4E25768BF75C}"/>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6A29166B-6435-B9A8-5ECC-6255CAFDA5AB}"/>
              </a:ext>
            </a:extLst>
          </p:cNvPr>
          <p:cNvSpPr txBox="1">
            <a:spLocks/>
          </p:cNvSpPr>
          <p:nvPr/>
        </p:nvSpPr>
        <p:spPr>
          <a:xfrm>
            <a:off x="335252" y="0"/>
            <a:ext cx="11856748" cy="369332"/>
          </a:xfrm>
          <a:prstGeom prst="rect">
            <a:avLst/>
          </a:prstGeom>
        </p:spPr>
        <p:txBody>
          <a:bodyPr/>
          <a:lstStyle>
            <a:defPPr>
              <a:defRPr lang="pt-PT"/>
            </a:defPPr>
            <a:lvl1pPr marR="0" indent="0" fontAlgn="auto">
              <a:lnSpc>
                <a:spcPct val="90000"/>
              </a:lnSpc>
              <a:spcBef>
                <a:spcPct val="0"/>
              </a:spcBef>
              <a:spcAft>
                <a:spcPts val="0"/>
              </a:spcAft>
              <a:buClrTx/>
              <a:buSzTx/>
              <a:buFontTx/>
              <a:buNone/>
              <a:tabLst/>
              <a:defRPr kumimoji="0" sz="2400" b="0" i="0" u="none" strike="noStrike" cap="none" spc="0" normalizeH="0" baseline="0">
                <a:ln>
                  <a:noFill/>
                </a:ln>
                <a:solidFill>
                  <a:schemeClr val="bg1"/>
                </a:solidFill>
                <a:effectLst/>
                <a:uLnTx/>
                <a:uFillTx/>
                <a:latin typeface="+mj-lt"/>
                <a:ea typeface="+mj-ea"/>
                <a:cs typeface="+mj-cs"/>
              </a:defRPr>
            </a:lvl1pPr>
            <a:lvl2pPr fontAlgn="base">
              <a:spcBef>
                <a:spcPct val="0"/>
              </a:spcBef>
              <a:spcAft>
                <a:spcPct val="0"/>
              </a:spcAft>
              <a:defRPr sz="4099" b="1">
                <a:solidFill>
                  <a:schemeClr val="tx2"/>
                </a:solidFill>
                <a:latin typeface="Arial" charset="0"/>
                <a:cs typeface="Arial" charset="0"/>
              </a:defRPr>
            </a:lvl2pPr>
            <a:lvl3pPr fontAlgn="base">
              <a:spcBef>
                <a:spcPct val="0"/>
              </a:spcBef>
              <a:spcAft>
                <a:spcPct val="0"/>
              </a:spcAft>
              <a:defRPr sz="4099" b="1">
                <a:solidFill>
                  <a:schemeClr val="tx2"/>
                </a:solidFill>
                <a:latin typeface="Arial" charset="0"/>
                <a:cs typeface="Arial" charset="0"/>
              </a:defRPr>
            </a:lvl3pPr>
            <a:lvl4pPr fontAlgn="base">
              <a:spcBef>
                <a:spcPct val="0"/>
              </a:spcBef>
              <a:spcAft>
                <a:spcPct val="0"/>
              </a:spcAft>
              <a:defRPr sz="4099" b="1">
                <a:solidFill>
                  <a:schemeClr val="tx2"/>
                </a:solidFill>
                <a:latin typeface="Arial" charset="0"/>
                <a:cs typeface="Arial" charset="0"/>
              </a:defRPr>
            </a:lvl4pPr>
            <a:lvl5pPr fontAlgn="base">
              <a:spcBef>
                <a:spcPct val="0"/>
              </a:spcBef>
              <a:spcAft>
                <a:spcPct val="0"/>
              </a:spcAft>
              <a:defRPr sz="4099" b="1">
                <a:solidFill>
                  <a:schemeClr val="tx2"/>
                </a:solidFill>
                <a:latin typeface="Arial" charset="0"/>
                <a:cs typeface="Arial" charset="0"/>
              </a:defRPr>
            </a:lvl5pPr>
            <a:lvl6pPr marL="585423" fontAlgn="base">
              <a:spcBef>
                <a:spcPct val="0"/>
              </a:spcBef>
              <a:spcAft>
                <a:spcPct val="0"/>
              </a:spcAft>
              <a:defRPr sz="4099" b="1">
                <a:solidFill>
                  <a:schemeClr val="tx2"/>
                </a:solidFill>
                <a:latin typeface="Arial" charset="0"/>
                <a:cs typeface="Arial" charset="0"/>
              </a:defRPr>
            </a:lvl6pPr>
            <a:lvl7pPr marL="1170845" fontAlgn="base">
              <a:spcBef>
                <a:spcPct val="0"/>
              </a:spcBef>
              <a:spcAft>
                <a:spcPct val="0"/>
              </a:spcAft>
              <a:defRPr sz="4099" b="1">
                <a:solidFill>
                  <a:schemeClr val="tx2"/>
                </a:solidFill>
                <a:latin typeface="Arial" charset="0"/>
                <a:cs typeface="Arial" charset="0"/>
              </a:defRPr>
            </a:lvl7pPr>
            <a:lvl8pPr marL="1756270" fontAlgn="base">
              <a:spcBef>
                <a:spcPct val="0"/>
              </a:spcBef>
              <a:spcAft>
                <a:spcPct val="0"/>
              </a:spcAft>
              <a:defRPr sz="4099" b="1">
                <a:solidFill>
                  <a:schemeClr val="tx2"/>
                </a:solidFill>
                <a:latin typeface="Arial" charset="0"/>
                <a:cs typeface="Arial" charset="0"/>
              </a:defRPr>
            </a:lvl8pPr>
            <a:lvl9pPr marL="2341693" fontAlgn="base">
              <a:spcBef>
                <a:spcPct val="0"/>
              </a:spcBef>
              <a:spcAft>
                <a:spcPct val="0"/>
              </a:spcAft>
              <a:defRPr sz="4099" b="1">
                <a:solidFill>
                  <a:schemeClr val="tx2"/>
                </a:solidFill>
                <a:latin typeface="Arial" charset="0"/>
                <a:cs typeface="Arial" charset="0"/>
              </a:defRPr>
            </a:lvl9pPr>
          </a:lstStyle>
          <a:p>
            <a:r>
              <a:rPr lang="en-US" altLang="en-US" dirty="0"/>
              <a:t>We will pick and deploy the relevant accelerator toolkit (2/2)</a:t>
            </a:r>
            <a:endParaRPr lang="en-IN" altLang="en-US" dirty="0"/>
          </a:p>
        </p:txBody>
      </p:sp>
      <p:sp>
        <p:nvSpPr>
          <p:cNvPr id="4" name="Rectangle 3">
            <a:extLst>
              <a:ext uri="{FF2B5EF4-FFF2-40B4-BE49-F238E27FC236}">
                <a16:creationId xmlns:a16="http://schemas.microsoft.com/office/drawing/2014/main" id="{9D62713A-A82E-E3DF-9448-FD3E4C16A6DD}"/>
              </a:ext>
            </a:extLst>
          </p:cNvPr>
          <p:cNvSpPr/>
          <p:nvPr/>
        </p:nvSpPr>
        <p:spPr>
          <a:xfrm>
            <a:off x="543088" y="579330"/>
            <a:ext cx="11143472" cy="5909338"/>
          </a:xfrm>
          <a:prstGeom prst="rect">
            <a:avLst/>
          </a:prstGeom>
          <a:noFill/>
          <a:ln w="19050">
            <a:solidFill>
              <a:schemeClr val="bg1">
                <a:lumMod val="95000"/>
              </a:schemeClr>
            </a:solidFill>
            <a:prstDash val="dash"/>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sz="2526">
              <a:solidFill>
                <a:schemeClr val="bg2"/>
              </a:solidFill>
            </a:endParaRPr>
          </a:p>
        </p:txBody>
      </p:sp>
      <p:sp>
        <p:nvSpPr>
          <p:cNvPr id="2" name="Title 1">
            <a:extLst>
              <a:ext uri="{FF2B5EF4-FFF2-40B4-BE49-F238E27FC236}">
                <a16:creationId xmlns:a16="http://schemas.microsoft.com/office/drawing/2014/main" id="{DE8B7345-0760-C844-BEFE-9856E2A2CA4A}"/>
              </a:ext>
            </a:extLst>
          </p:cNvPr>
          <p:cNvSpPr>
            <a:spLocks noGrp="1"/>
          </p:cNvSpPr>
          <p:nvPr>
            <p:ph type="title"/>
          </p:nvPr>
        </p:nvSpPr>
        <p:spPr>
          <a:xfrm>
            <a:off x="443892" y="180753"/>
            <a:ext cx="11008413" cy="970217"/>
          </a:xfrm>
        </p:spPr>
        <p:txBody>
          <a:bodyPr/>
          <a:lstStyle/>
          <a:p>
            <a:r>
              <a:rPr lang="en-US" altLang="en-US"/>
              <a:t>We will prioritize Liberty Networks’ transformation domains based on savings potential, ease of implementation, and impact on critical network and operating capabilities</a:t>
            </a:r>
            <a:endParaRPr lang="en-US"/>
          </a:p>
        </p:txBody>
      </p:sp>
      <p:sp>
        <p:nvSpPr>
          <p:cNvPr id="14" name="Oval 55">
            <a:extLst>
              <a:ext uri="{FF2B5EF4-FFF2-40B4-BE49-F238E27FC236}">
                <a16:creationId xmlns:a16="http://schemas.microsoft.com/office/drawing/2014/main" id="{BF6FA7F9-7533-E8F3-D25C-AA88E9363CB2}"/>
              </a:ext>
            </a:extLst>
          </p:cNvPr>
          <p:cNvSpPr>
            <a:spLocks noChangeArrowheads="1"/>
          </p:cNvSpPr>
          <p:nvPr/>
        </p:nvSpPr>
        <p:spPr bwMode="auto">
          <a:xfrm rot="1072969">
            <a:off x="2681665" y="4755290"/>
            <a:ext cx="1239556" cy="1248004"/>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AU" sz="1800" b="0" i="0" u="none" strike="noStrike" kern="0" cap="none" spc="0" normalizeH="0" baseline="0" noProof="0">
              <a:ln>
                <a:noFill/>
              </a:ln>
              <a:solidFill>
                <a:srgbClr val="000000"/>
              </a:solidFill>
              <a:effectLst/>
              <a:uLnTx/>
              <a:uFillTx/>
              <a:latin typeface="Ubuntu"/>
              <a:ea typeface="+mn-ea"/>
              <a:cs typeface="+mn-cs"/>
            </a:endParaRPr>
          </a:p>
        </p:txBody>
      </p:sp>
      <p:sp>
        <p:nvSpPr>
          <p:cNvPr id="17" name="Freeform 7">
            <a:extLst>
              <a:ext uri="{FF2B5EF4-FFF2-40B4-BE49-F238E27FC236}">
                <a16:creationId xmlns:a16="http://schemas.microsoft.com/office/drawing/2014/main" id="{711055C6-1C18-AA96-606A-75E5A53F0604}"/>
              </a:ext>
            </a:extLst>
          </p:cNvPr>
          <p:cNvSpPr>
            <a:spLocks/>
          </p:cNvSpPr>
          <p:nvPr/>
        </p:nvSpPr>
        <p:spPr bwMode="auto">
          <a:xfrm rot="1072969">
            <a:off x="6175415" y="4734643"/>
            <a:ext cx="137349" cy="278461"/>
          </a:xfrm>
          <a:custGeom>
            <a:avLst/>
            <a:gdLst>
              <a:gd name="T0" fmla="*/ 12 w 52"/>
              <a:gd name="T1" fmla="*/ 79 h 105"/>
              <a:gd name="T2" fmla="*/ 11 w 52"/>
              <a:gd name="T3" fmla="*/ 98 h 105"/>
              <a:gd name="T4" fmla="*/ 50 w 52"/>
              <a:gd name="T5" fmla="*/ 105 h 105"/>
              <a:gd name="T6" fmla="*/ 52 w 52"/>
              <a:gd name="T7" fmla="*/ 79 h 105"/>
              <a:gd name="T8" fmla="*/ 34 w 52"/>
              <a:gd name="T9" fmla="*/ 0 h 105"/>
              <a:gd name="T10" fmla="*/ 0 w 52"/>
              <a:gd name="T11" fmla="*/ 20 h 105"/>
              <a:gd name="T12" fmla="*/ 12 w 52"/>
              <a:gd name="T13" fmla="*/ 79 h 105"/>
            </a:gdLst>
            <a:ahLst/>
            <a:cxnLst>
              <a:cxn ang="0">
                <a:pos x="T0" y="T1"/>
              </a:cxn>
              <a:cxn ang="0">
                <a:pos x="T2" y="T3"/>
              </a:cxn>
              <a:cxn ang="0">
                <a:pos x="T4" y="T5"/>
              </a:cxn>
              <a:cxn ang="0">
                <a:pos x="T6" y="T7"/>
              </a:cxn>
              <a:cxn ang="0">
                <a:pos x="T8" y="T9"/>
              </a:cxn>
              <a:cxn ang="0">
                <a:pos x="T10" y="T11"/>
              </a:cxn>
              <a:cxn ang="0">
                <a:pos x="T12" y="T13"/>
              </a:cxn>
            </a:cxnLst>
            <a:rect l="0" t="0" r="r" b="b"/>
            <a:pathLst>
              <a:path w="52" h="105">
                <a:moveTo>
                  <a:pt x="12" y="79"/>
                </a:moveTo>
                <a:cubicBezTo>
                  <a:pt x="12" y="85"/>
                  <a:pt x="12" y="92"/>
                  <a:pt x="11" y="98"/>
                </a:cubicBezTo>
                <a:cubicBezTo>
                  <a:pt x="50" y="105"/>
                  <a:pt x="50" y="105"/>
                  <a:pt x="50" y="105"/>
                </a:cubicBezTo>
                <a:cubicBezTo>
                  <a:pt x="51" y="96"/>
                  <a:pt x="52" y="88"/>
                  <a:pt x="52" y="79"/>
                </a:cubicBezTo>
                <a:cubicBezTo>
                  <a:pt x="52" y="51"/>
                  <a:pt x="46" y="24"/>
                  <a:pt x="34" y="0"/>
                </a:cubicBezTo>
                <a:cubicBezTo>
                  <a:pt x="0" y="20"/>
                  <a:pt x="0" y="20"/>
                  <a:pt x="0" y="20"/>
                </a:cubicBezTo>
                <a:cubicBezTo>
                  <a:pt x="8" y="38"/>
                  <a:pt x="12" y="58"/>
                  <a:pt x="12" y="79"/>
                </a:cubicBezTo>
                <a:close/>
              </a:path>
            </a:pathLst>
          </a:custGeom>
          <a:solidFill>
            <a:srgbClr val="008AB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AU" sz="1800" b="0" i="0" u="none" strike="noStrike" kern="0" cap="none" spc="0" normalizeH="0" baseline="0" noProof="0">
              <a:ln>
                <a:noFill/>
              </a:ln>
              <a:solidFill>
                <a:srgbClr val="000000"/>
              </a:solidFill>
              <a:effectLst/>
              <a:uLnTx/>
              <a:uFillTx/>
              <a:latin typeface="Ubuntu"/>
              <a:ea typeface="+mn-ea"/>
              <a:cs typeface="+mn-cs"/>
            </a:endParaRPr>
          </a:p>
        </p:txBody>
      </p:sp>
      <p:sp>
        <p:nvSpPr>
          <p:cNvPr id="25" name="Freeform 8">
            <a:extLst>
              <a:ext uri="{FF2B5EF4-FFF2-40B4-BE49-F238E27FC236}">
                <a16:creationId xmlns:a16="http://schemas.microsoft.com/office/drawing/2014/main" id="{0588E223-4937-5E55-1732-8E9715AC1599}"/>
              </a:ext>
            </a:extLst>
          </p:cNvPr>
          <p:cNvSpPr>
            <a:spLocks/>
          </p:cNvSpPr>
          <p:nvPr/>
        </p:nvSpPr>
        <p:spPr bwMode="auto">
          <a:xfrm rot="1072969">
            <a:off x="6344559" y="4608997"/>
            <a:ext cx="430863" cy="581383"/>
          </a:xfrm>
          <a:custGeom>
            <a:avLst/>
            <a:gdLst>
              <a:gd name="T0" fmla="*/ 120 w 162"/>
              <a:gd name="T1" fmla="*/ 0 h 219"/>
              <a:gd name="T2" fmla="*/ 0 w 162"/>
              <a:gd name="T3" fmla="*/ 69 h 219"/>
              <a:gd name="T4" fmla="*/ 22 w 162"/>
              <a:gd name="T5" fmla="*/ 163 h 219"/>
              <a:gd name="T6" fmla="*/ 19 w 162"/>
              <a:gd name="T7" fmla="*/ 194 h 219"/>
              <a:gd name="T8" fmla="*/ 158 w 162"/>
              <a:gd name="T9" fmla="*/ 219 h 219"/>
              <a:gd name="T10" fmla="*/ 162 w 162"/>
              <a:gd name="T11" fmla="*/ 167 h 219"/>
              <a:gd name="T12" fmla="*/ 120 w 162"/>
              <a:gd name="T13" fmla="*/ 0 h 219"/>
            </a:gdLst>
            <a:ahLst/>
            <a:cxnLst>
              <a:cxn ang="0">
                <a:pos x="T0" y="T1"/>
              </a:cxn>
              <a:cxn ang="0">
                <a:pos x="T2" y="T3"/>
              </a:cxn>
              <a:cxn ang="0">
                <a:pos x="T4" y="T5"/>
              </a:cxn>
              <a:cxn ang="0">
                <a:pos x="T6" y="T7"/>
              </a:cxn>
              <a:cxn ang="0">
                <a:pos x="T8" y="T9"/>
              </a:cxn>
              <a:cxn ang="0">
                <a:pos x="T10" y="T11"/>
              </a:cxn>
              <a:cxn ang="0">
                <a:pos x="T12" y="T13"/>
              </a:cxn>
            </a:cxnLst>
            <a:rect l="0" t="0" r="r" b="b"/>
            <a:pathLst>
              <a:path w="162" h="219">
                <a:moveTo>
                  <a:pt x="120" y="0"/>
                </a:moveTo>
                <a:cubicBezTo>
                  <a:pt x="0" y="69"/>
                  <a:pt x="0" y="69"/>
                  <a:pt x="0" y="69"/>
                </a:cubicBezTo>
                <a:cubicBezTo>
                  <a:pt x="14" y="97"/>
                  <a:pt x="22" y="129"/>
                  <a:pt x="22" y="163"/>
                </a:cubicBezTo>
                <a:cubicBezTo>
                  <a:pt x="22" y="174"/>
                  <a:pt x="21" y="184"/>
                  <a:pt x="19" y="194"/>
                </a:cubicBezTo>
                <a:cubicBezTo>
                  <a:pt x="158" y="219"/>
                  <a:pt x="158" y="219"/>
                  <a:pt x="158" y="219"/>
                </a:cubicBezTo>
                <a:cubicBezTo>
                  <a:pt x="161" y="202"/>
                  <a:pt x="162" y="185"/>
                  <a:pt x="162" y="167"/>
                </a:cubicBezTo>
                <a:cubicBezTo>
                  <a:pt x="162" y="107"/>
                  <a:pt x="147" y="49"/>
                  <a:pt x="120" y="0"/>
                </a:cubicBezTo>
                <a:close/>
              </a:path>
            </a:pathLst>
          </a:custGeom>
          <a:solidFill>
            <a:srgbClr val="0070AD"/>
          </a:solidFill>
          <a:ln>
            <a:noFill/>
          </a:ln>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AU" sz="1800" b="0" i="0" u="none" strike="noStrike" kern="0" cap="none" spc="0" normalizeH="0" baseline="0" noProof="0">
              <a:ln>
                <a:noFill/>
              </a:ln>
              <a:solidFill>
                <a:srgbClr val="000000"/>
              </a:solidFill>
              <a:effectLst/>
              <a:uLnTx/>
              <a:uFillTx/>
              <a:latin typeface="Ubuntu"/>
              <a:ea typeface="+mn-ea"/>
              <a:cs typeface="+mn-cs"/>
            </a:endParaRPr>
          </a:p>
        </p:txBody>
      </p:sp>
      <p:sp>
        <p:nvSpPr>
          <p:cNvPr id="34" name="Freeform 11">
            <a:extLst>
              <a:ext uri="{FF2B5EF4-FFF2-40B4-BE49-F238E27FC236}">
                <a16:creationId xmlns:a16="http://schemas.microsoft.com/office/drawing/2014/main" id="{A946F442-E3B3-1C9F-AADE-92BEAE2E26D8}"/>
              </a:ext>
            </a:extLst>
          </p:cNvPr>
          <p:cNvSpPr>
            <a:spLocks/>
          </p:cNvSpPr>
          <p:nvPr/>
        </p:nvSpPr>
        <p:spPr bwMode="auto">
          <a:xfrm rot="1072969">
            <a:off x="5383881" y="4479855"/>
            <a:ext cx="141112" cy="278461"/>
          </a:xfrm>
          <a:custGeom>
            <a:avLst/>
            <a:gdLst>
              <a:gd name="T0" fmla="*/ 40 w 53"/>
              <a:gd name="T1" fmla="*/ 79 h 105"/>
              <a:gd name="T2" fmla="*/ 53 w 53"/>
              <a:gd name="T3" fmla="*/ 20 h 105"/>
              <a:gd name="T4" fmla="*/ 18 w 53"/>
              <a:gd name="T5" fmla="*/ 0 h 105"/>
              <a:gd name="T6" fmla="*/ 0 w 53"/>
              <a:gd name="T7" fmla="*/ 79 h 105"/>
              <a:gd name="T8" fmla="*/ 2 w 53"/>
              <a:gd name="T9" fmla="*/ 105 h 105"/>
              <a:gd name="T10" fmla="*/ 41 w 53"/>
              <a:gd name="T11" fmla="*/ 98 h 105"/>
              <a:gd name="T12" fmla="*/ 40 w 53"/>
              <a:gd name="T13" fmla="*/ 79 h 105"/>
            </a:gdLst>
            <a:ahLst/>
            <a:cxnLst>
              <a:cxn ang="0">
                <a:pos x="T0" y="T1"/>
              </a:cxn>
              <a:cxn ang="0">
                <a:pos x="T2" y="T3"/>
              </a:cxn>
              <a:cxn ang="0">
                <a:pos x="T4" y="T5"/>
              </a:cxn>
              <a:cxn ang="0">
                <a:pos x="T6" y="T7"/>
              </a:cxn>
              <a:cxn ang="0">
                <a:pos x="T8" y="T9"/>
              </a:cxn>
              <a:cxn ang="0">
                <a:pos x="T10" y="T11"/>
              </a:cxn>
              <a:cxn ang="0">
                <a:pos x="T12" y="T13"/>
              </a:cxn>
            </a:cxnLst>
            <a:rect l="0" t="0" r="r" b="b"/>
            <a:pathLst>
              <a:path w="53" h="105">
                <a:moveTo>
                  <a:pt x="40" y="79"/>
                </a:moveTo>
                <a:cubicBezTo>
                  <a:pt x="40" y="58"/>
                  <a:pt x="45" y="38"/>
                  <a:pt x="53" y="20"/>
                </a:cubicBezTo>
                <a:cubicBezTo>
                  <a:pt x="18" y="0"/>
                  <a:pt x="18" y="0"/>
                  <a:pt x="18" y="0"/>
                </a:cubicBezTo>
                <a:cubicBezTo>
                  <a:pt x="7" y="24"/>
                  <a:pt x="0" y="51"/>
                  <a:pt x="0" y="79"/>
                </a:cubicBezTo>
                <a:cubicBezTo>
                  <a:pt x="0" y="88"/>
                  <a:pt x="1" y="96"/>
                  <a:pt x="2" y="105"/>
                </a:cubicBezTo>
                <a:cubicBezTo>
                  <a:pt x="41" y="98"/>
                  <a:pt x="41" y="98"/>
                  <a:pt x="41" y="98"/>
                </a:cubicBezTo>
                <a:cubicBezTo>
                  <a:pt x="40" y="92"/>
                  <a:pt x="40" y="85"/>
                  <a:pt x="40" y="79"/>
                </a:cubicBezTo>
                <a:close/>
              </a:path>
            </a:pathLst>
          </a:custGeom>
          <a:solidFill>
            <a:srgbClr val="778C8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AU" sz="1800" b="0" i="0" u="none" strike="noStrike" kern="0" cap="none" spc="0" normalizeH="0" baseline="0" noProof="0">
              <a:ln>
                <a:noFill/>
              </a:ln>
              <a:solidFill>
                <a:srgbClr val="000000"/>
              </a:solidFill>
              <a:effectLst/>
              <a:uLnTx/>
              <a:uFillTx/>
              <a:latin typeface="Ubuntu"/>
              <a:ea typeface="+mn-ea"/>
              <a:cs typeface="+mn-cs"/>
            </a:endParaRPr>
          </a:p>
        </p:txBody>
      </p:sp>
      <p:sp>
        <p:nvSpPr>
          <p:cNvPr id="35" name="Freeform 12">
            <a:extLst>
              <a:ext uri="{FF2B5EF4-FFF2-40B4-BE49-F238E27FC236}">
                <a16:creationId xmlns:a16="http://schemas.microsoft.com/office/drawing/2014/main" id="{A17C28D7-E5D3-289C-8A58-C4E4BCE88D19}"/>
              </a:ext>
            </a:extLst>
          </p:cNvPr>
          <p:cNvSpPr>
            <a:spLocks/>
          </p:cNvSpPr>
          <p:nvPr/>
        </p:nvSpPr>
        <p:spPr bwMode="auto">
          <a:xfrm rot="1072969">
            <a:off x="4969385" y="4165281"/>
            <a:ext cx="430863" cy="581383"/>
          </a:xfrm>
          <a:custGeom>
            <a:avLst/>
            <a:gdLst>
              <a:gd name="T0" fmla="*/ 140 w 162"/>
              <a:gd name="T1" fmla="*/ 163 h 219"/>
              <a:gd name="T2" fmla="*/ 162 w 162"/>
              <a:gd name="T3" fmla="*/ 69 h 219"/>
              <a:gd name="T4" fmla="*/ 42 w 162"/>
              <a:gd name="T5" fmla="*/ 0 h 219"/>
              <a:gd name="T6" fmla="*/ 0 w 162"/>
              <a:gd name="T7" fmla="*/ 167 h 219"/>
              <a:gd name="T8" fmla="*/ 3 w 162"/>
              <a:gd name="T9" fmla="*/ 219 h 219"/>
              <a:gd name="T10" fmla="*/ 142 w 162"/>
              <a:gd name="T11" fmla="*/ 194 h 219"/>
              <a:gd name="T12" fmla="*/ 140 w 162"/>
              <a:gd name="T13" fmla="*/ 163 h 219"/>
            </a:gdLst>
            <a:ahLst/>
            <a:cxnLst>
              <a:cxn ang="0">
                <a:pos x="T0" y="T1"/>
              </a:cxn>
              <a:cxn ang="0">
                <a:pos x="T2" y="T3"/>
              </a:cxn>
              <a:cxn ang="0">
                <a:pos x="T4" y="T5"/>
              </a:cxn>
              <a:cxn ang="0">
                <a:pos x="T6" y="T7"/>
              </a:cxn>
              <a:cxn ang="0">
                <a:pos x="T8" y="T9"/>
              </a:cxn>
              <a:cxn ang="0">
                <a:pos x="T10" y="T11"/>
              </a:cxn>
              <a:cxn ang="0">
                <a:pos x="T12" y="T13"/>
              </a:cxn>
            </a:cxnLst>
            <a:rect l="0" t="0" r="r" b="b"/>
            <a:pathLst>
              <a:path w="162" h="219">
                <a:moveTo>
                  <a:pt x="140" y="163"/>
                </a:moveTo>
                <a:cubicBezTo>
                  <a:pt x="140" y="129"/>
                  <a:pt x="148" y="97"/>
                  <a:pt x="162" y="69"/>
                </a:cubicBezTo>
                <a:cubicBezTo>
                  <a:pt x="42" y="0"/>
                  <a:pt x="42" y="0"/>
                  <a:pt x="42" y="0"/>
                </a:cubicBezTo>
                <a:cubicBezTo>
                  <a:pt x="15" y="49"/>
                  <a:pt x="0" y="107"/>
                  <a:pt x="0" y="167"/>
                </a:cubicBezTo>
                <a:cubicBezTo>
                  <a:pt x="0" y="185"/>
                  <a:pt x="1" y="202"/>
                  <a:pt x="3" y="219"/>
                </a:cubicBezTo>
                <a:cubicBezTo>
                  <a:pt x="142" y="194"/>
                  <a:pt x="142" y="194"/>
                  <a:pt x="142" y="194"/>
                </a:cubicBezTo>
                <a:cubicBezTo>
                  <a:pt x="141" y="184"/>
                  <a:pt x="140" y="174"/>
                  <a:pt x="140" y="163"/>
                </a:cubicBezTo>
                <a:close/>
              </a:path>
            </a:pathLst>
          </a:custGeom>
          <a:solidFill>
            <a:srgbClr val="0070AD"/>
          </a:solidFill>
          <a:ln>
            <a:noFill/>
          </a:ln>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AU" sz="1800" b="0" i="0" u="none" strike="noStrike" kern="0" cap="none" spc="0" normalizeH="0" baseline="0" noProof="0">
              <a:ln>
                <a:noFill/>
              </a:ln>
              <a:solidFill>
                <a:srgbClr val="000000"/>
              </a:solidFill>
              <a:effectLst/>
              <a:uLnTx/>
              <a:uFillTx/>
              <a:latin typeface="Ubuntu"/>
              <a:ea typeface="+mn-ea"/>
              <a:cs typeface="+mn-cs"/>
            </a:endParaRPr>
          </a:p>
        </p:txBody>
      </p:sp>
      <p:sp>
        <p:nvSpPr>
          <p:cNvPr id="38" name="Freeform 13">
            <a:extLst>
              <a:ext uri="{FF2B5EF4-FFF2-40B4-BE49-F238E27FC236}">
                <a16:creationId xmlns:a16="http://schemas.microsoft.com/office/drawing/2014/main" id="{4F33A2B4-AAA0-6313-D070-98550E3C0AF2}"/>
              </a:ext>
            </a:extLst>
          </p:cNvPr>
          <p:cNvSpPr>
            <a:spLocks/>
          </p:cNvSpPr>
          <p:nvPr/>
        </p:nvSpPr>
        <p:spPr bwMode="auto">
          <a:xfrm rot="1072969">
            <a:off x="5305830" y="4793816"/>
            <a:ext cx="212609" cy="255883"/>
          </a:xfrm>
          <a:custGeom>
            <a:avLst/>
            <a:gdLst>
              <a:gd name="T0" fmla="*/ 39 w 80"/>
              <a:gd name="T1" fmla="*/ 0 h 96"/>
              <a:gd name="T2" fmla="*/ 0 w 80"/>
              <a:gd name="T3" fmla="*/ 7 h 96"/>
              <a:gd name="T4" fmla="*/ 54 w 80"/>
              <a:gd name="T5" fmla="*/ 96 h 96"/>
              <a:gd name="T6" fmla="*/ 80 w 80"/>
              <a:gd name="T7" fmla="*/ 65 h 96"/>
              <a:gd name="T8" fmla="*/ 39 w 80"/>
              <a:gd name="T9" fmla="*/ 0 h 96"/>
            </a:gdLst>
            <a:ahLst/>
            <a:cxnLst>
              <a:cxn ang="0">
                <a:pos x="T0" y="T1"/>
              </a:cxn>
              <a:cxn ang="0">
                <a:pos x="T2" y="T3"/>
              </a:cxn>
              <a:cxn ang="0">
                <a:pos x="T4" y="T5"/>
              </a:cxn>
              <a:cxn ang="0">
                <a:pos x="T6" y="T7"/>
              </a:cxn>
              <a:cxn ang="0">
                <a:pos x="T8" y="T9"/>
              </a:cxn>
            </a:cxnLst>
            <a:rect l="0" t="0" r="r" b="b"/>
            <a:pathLst>
              <a:path w="80" h="96">
                <a:moveTo>
                  <a:pt x="39" y="0"/>
                </a:moveTo>
                <a:cubicBezTo>
                  <a:pt x="0" y="7"/>
                  <a:pt x="0" y="7"/>
                  <a:pt x="0" y="7"/>
                </a:cubicBezTo>
                <a:cubicBezTo>
                  <a:pt x="9" y="42"/>
                  <a:pt x="28" y="72"/>
                  <a:pt x="54" y="96"/>
                </a:cubicBezTo>
                <a:cubicBezTo>
                  <a:pt x="80" y="65"/>
                  <a:pt x="80" y="65"/>
                  <a:pt x="80" y="65"/>
                </a:cubicBezTo>
                <a:cubicBezTo>
                  <a:pt x="61" y="48"/>
                  <a:pt x="47" y="25"/>
                  <a:pt x="39" y="0"/>
                </a:cubicBezTo>
                <a:close/>
              </a:path>
            </a:pathLst>
          </a:custGeom>
          <a:solidFill>
            <a:srgbClr val="008AB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AU" sz="1800" b="0" i="0" u="none" strike="noStrike" kern="0" cap="none" spc="0" normalizeH="0" baseline="0" noProof="0">
              <a:ln>
                <a:noFill/>
              </a:ln>
              <a:solidFill>
                <a:srgbClr val="000000"/>
              </a:solidFill>
              <a:effectLst/>
              <a:uLnTx/>
              <a:uFillTx/>
              <a:latin typeface="Ubuntu"/>
              <a:ea typeface="+mn-ea"/>
              <a:cs typeface="+mn-cs"/>
            </a:endParaRPr>
          </a:p>
        </p:txBody>
      </p:sp>
      <p:sp>
        <p:nvSpPr>
          <p:cNvPr id="39" name="Freeform 14">
            <a:extLst>
              <a:ext uri="{FF2B5EF4-FFF2-40B4-BE49-F238E27FC236}">
                <a16:creationId xmlns:a16="http://schemas.microsoft.com/office/drawing/2014/main" id="{9A547AA4-A38B-CA65-2743-CFB633E3489D}"/>
              </a:ext>
            </a:extLst>
          </p:cNvPr>
          <p:cNvSpPr>
            <a:spLocks/>
          </p:cNvSpPr>
          <p:nvPr/>
        </p:nvSpPr>
        <p:spPr bwMode="auto">
          <a:xfrm rot="1072969">
            <a:off x="4810705" y="4728953"/>
            <a:ext cx="541871" cy="577619"/>
          </a:xfrm>
          <a:custGeom>
            <a:avLst/>
            <a:gdLst>
              <a:gd name="T0" fmla="*/ 139 w 204"/>
              <a:gd name="T1" fmla="*/ 0 h 217"/>
              <a:gd name="T2" fmla="*/ 0 w 204"/>
              <a:gd name="T3" fmla="*/ 25 h 217"/>
              <a:gd name="T4" fmla="*/ 111 w 204"/>
              <a:gd name="T5" fmla="*/ 217 h 217"/>
              <a:gd name="T6" fmla="*/ 204 w 204"/>
              <a:gd name="T7" fmla="*/ 107 h 217"/>
              <a:gd name="T8" fmla="*/ 139 w 204"/>
              <a:gd name="T9" fmla="*/ 0 h 217"/>
            </a:gdLst>
            <a:ahLst/>
            <a:cxnLst>
              <a:cxn ang="0">
                <a:pos x="T0" y="T1"/>
              </a:cxn>
              <a:cxn ang="0">
                <a:pos x="T2" y="T3"/>
              </a:cxn>
              <a:cxn ang="0">
                <a:pos x="T4" y="T5"/>
              </a:cxn>
              <a:cxn ang="0">
                <a:pos x="T6" y="T7"/>
              </a:cxn>
              <a:cxn ang="0">
                <a:pos x="T8" y="T9"/>
              </a:cxn>
            </a:cxnLst>
            <a:rect l="0" t="0" r="r" b="b"/>
            <a:pathLst>
              <a:path w="204" h="217">
                <a:moveTo>
                  <a:pt x="139" y="0"/>
                </a:moveTo>
                <a:cubicBezTo>
                  <a:pt x="0" y="25"/>
                  <a:pt x="0" y="25"/>
                  <a:pt x="0" y="25"/>
                </a:cubicBezTo>
                <a:cubicBezTo>
                  <a:pt x="15" y="101"/>
                  <a:pt x="55" y="168"/>
                  <a:pt x="111" y="217"/>
                </a:cubicBezTo>
                <a:cubicBezTo>
                  <a:pt x="204" y="107"/>
                  <a:pt x="204" y="107"/>
                  <a:pt x="204" y="107"/>
                </a:cubicBezTo>
                <a:cubicBezTo>
                  <a:pt x="172" y="79"/>
                  <a:pt x="149" y="42"/>
                  <a:pt x="139" y="0"/>
                </a:cubicBezTo>
                <a:close/>
              </a:path>
            </a:pathLst>
          </a:custGeom>
          <a:solidFill>
            <a:srgbClr val="12ABDB"/>
          </a:solidFill>
          <a:ln>
            <a:noFill/>
          </a:ln>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AU" sz="1800" b="0" i="0" u="none" strike="noStrike" kern="0" cap="none" spc="0" normalizeH="0" baseline="0" noProof="0">
              <a:ln>
                <a:noFill/>
              </a:ln>
              <a:solidFill>
                <a:srgbClr val="000000"/>
              </a:solidFill>
              <a:effectLst/>
              <a:uLnTx/>
              <a:uFillTx/>
              <a:latin typeface="Ubuntu"/>
              <a:ea typeface="+mn-ea"/>
              <a:cs typeface="+mn-cs"/>
            </a:endParaRPr>
          </a:p>
        </p:txBody>
      </p:sp>
      <p:sp>
        <p:nvSpPr>
          <p:cNvPr id="42" name="Freeform 15">
            <a:extLst>
              <a:ext uri="{FF2B5EF4-FFF2-40B4-BE49-F238E27FC236}">
                <a16:creationId xmlns:a16="http://schemas.microsoft.com/office/drawing/2014/main" id="{86FD90A7-0BCD-02AE-33D9-EB51D2267877}"/>
              </a:ext>
            </a:extLst>
          </p:cNvPr>
          <p:cNvSpPr>
            <a:spLocks/>
          </p:cNvSpPr>
          <p:nvPr/>
        </p:nvSpPr>
        <p:spPr bwMode="auto">
          <a:xfrm rot="1072969">
            <a:off x="6202927" y="4137411"/>
            <a:ext cx="575739" cy="562568"/>
          </a:xfrm>
          <a:custGeom>
            <a:avLst/>
            <a:gdLst>
              <a:gd name="T0" fmla="*/ 98 w 217"/>
              <a:gd name="T1" fmla="*/ 212 h 212"/>
              <a:gd name="T2" fmla="*/ 217 w 217"/>
              <a:gd name="T3" fmla="*/ 143 h 212"/>
              <a:gd name="T4" fmla="*/ 47 w 217"/>
              <a:gd name="T5" fmla="*/ 0 h 212"/>
              <a:gd name="T6" fmla="*/ 0 w 217"/>
              <a:gd name="T7" fmla="*/ 128 h 212"/>
              <a:gd name="T8" fmla="*/ 98 w 217"/>
              <a:gd name="T9" fmla="*/ 212 h 212"/>
            </a:gdLst>
            <a:ahLst/>
            <a:cxnLst>
              <a:cxn ang="0">
                <a:pos x="T0" y="T1"/>
              </a:cxn>
              <a:cxn ang="0">
                <a:pos x="T2" y="T3"/>
              </a:cxn>
              <a:cxn ang="0">
                <a:pos x="T4" y="T5"/>
              </a:cxn>
              <a:cxn ang="0">
                <a:pos x="T6" y="T7"/>
              </a:cxn>
              <a:cxn ang="0">
                <a:pos x="T8" y="T9"/>
              </a:cxn>
            </a:cxnLst>
            <a:rect l="0" t="0" r="r" b="b"/>
            <a:pathLst>
              <a:path w="217" h="212">
                <a:moveTo>
                  <a:pt x="98" y="212"/>
                </a:moveTo>
                <a:cubicBezTo>
                  <a:pt x="217" y="143"/>
                  <a:pt x="217" y="143"/>
                  <a:pt x="217" y="143"/>
                </a:cubicBezTo>
                <a:cubicBezTo>
                  <a:pt x="178" y="79"/>
                  <a:pt x="118" y="28"/>
                  <a:pt x="47" y="0"/>
                </a:cubicBezTo>
                <a:cubicBezTo>
                  <a:pt x="0" y="128"/>
                  <a:pt x="0" y="128"/>
                  <a:pt x="0" y="128"/>
                </a:cubicBezTo>
                <a:cubicBezTo>
                  <a:pt x="41" y="145"/>
                  <a:pt x="75" y="175"/>
                  <a:pt x="98" y="212"/>
                </a:cubicBezTo>
                <a:close/>
              </a:path>
            </a:pathLst>
          </a:custGeom>
          <a:solidFill>
            <a:srgbClr val="003857"/>
          </a:solidFill>
          <a:ln>
            <a:noFill/>
          </a:ln>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AU" sz="1800" b="0" i="0" u="none" strike="noStrike" kern="0" cap="none" spc="0" normalizeH="0" baseline="0" noProof="0">
              <a:ln>
                <a:noFill/>
              </a:ln>
              <a:solidFill>
                <a:srgbClr val="000000"/>
              </a:solidFill>
              <a:effectLst/>
              <a:uLnTx/>
              <a:uFillTx/>
              <a:latin typeface="Ubuntu"/>
              <a:ea typeface="+mn-ea"/>
              <a:cs typeface="+mn-cs"/>
            </a:endParaRPr>
          </a:p>
        </p:txBody>
      </p:sp>
      <p:sp>
        <p:nvSpPr>
          <p:cNvPr id="43" name="Freeform 16">
            <a:extLst>
              <a:ext uri="{FF2B5EF4-FFF2-40B4-BE49-F238E27FC236}">
                <a16:creationId xmlns:a16="http://schemas.microsoft.com/office/drawing/2014/main" id="{2F162C38-AA21-0EBF-C115-A72D09067746}"/>
              </a:ext>
            </a:extLst>
          </p:cNvPr>
          <p:cNvSpPr>
            <a:spLocks/>
          </p:cNvSpPr>
          <p:nvPr/>
        </p:nvSpPr>
        <p:spPr bwMode="auto">
          <a:xfrm rot="1072969">
            <a:off x="6071579" y="4471575"/>
            <a:ext cx="252120" cy="240831"/>
          </a:xfrm>
          <a:custGeom>
            <a:avLst/>
            <a:gdLst>
              <a:gd name="T0" fmla="*/ 14 w 95"/>
              <a:gd name="T1" fmla="*/ 0 h 90"/>
              <a:gd name="T2" fmla="*/ 0 w 95"/>
              <a:gd name="T3" fmla="*/ 37 h 90"/>
              <a:gd name="T4" fmla="*/ 61 w 95"/>
              <a:gd name="T5" fmla="*/ 90 h 90"/>
              <a:gd name="T6" fmla="*/ 95 w 95"/>
              <a:gd name="T7" fmla="*/ 70 h 90"/>
              <a:gd name="T8" fmla="*/ 14 w 95"/>
              <a:gd name="T9" fmla="*/ 0 h 90"/>
            </a:gdLst>
            <a:ahLst/>
            <a:cxnLst>
              <a:cxn ang="0">
                <a:pos x="T0" y="T1"/>
              </a:cxn>
              <a:cxn ang="0">
                <a:pos x="T2" y="T3"/>
              </a:cxn>
              <a:cxn ang="0">
                <a:pos x="T4" y="T5"/>
              </a:cxn>
              <a:cxn ang="0">
                <a:pos x="T6" y="T7"/>
              </a:cxn>
              <a:cxn ang="0">
                <a:pos x="T8" y="T9"/>
              </a:cxn>
            </a:cxnLst>
            <a:rect l="0" t="0" r="r" b="b"/>
            <a:pathLst>
              <a:path w="95" h="90">
                <a:moveTo>
                  <a:pt x="14" y="0"/>
                </a:moveTo>
                <a:cubicBezTo>
                  <a:pt x="0" y="37"/>
                  <a:pt x="0" y="37"/>
                  <a:pt x="0" y="37"/>
                </a:cubicBezTo>
                <a:cubicBezTo>
                  <a:pt x="25" y="49"/>
                  <a:pt x="46" y="67"/>
                  <a:pt x="61" y="90"/>
                </a:cubicBezTo>
                <a:cubicBezTo>
                  <a:pt x="95" y="70"/>
                  <a:pt x="95" y="70"/>
                  <a:pt x="95" y="70"/>
                </a:cubicBezTo>
                <a:cubicBezTo>
                  <a:pt x="76" y="39"/>
                  <a:pt x="48" y="15"/>
                  <a:pt x="14" y="0"/>
                </a:cubicBezTo>
                <a:close/>
              </a:path>
            </a:pathLst>
          </a:custGeom>
          <a:solidFill>
            <a:srgbClr val="FF784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AU" sz="1800" b="0" i="0" u="none" strike="noStrike" kern="0" cap="none" spc="0" normalizeH="0" baseline="0" noProof="0">
              <a:ln>
                <a:noFill/>
              </a:ln>
              <a:solidFill>
                <a:srgbClr val="000000"/>
              </a:solidFill>
              <a:effectLst/>
              <a:uLnTx/>
              <a:uFillTx/>
              <a:latin typeface="Ubuntu"/>
              <a:ea typeface="+mn-ea"/>
              <a:cs typeface="+mn-cs"/>
            </a:endParaRPr>
          </a:p>
        </p:txBody>
      </p:sp>
      <p:sp>
        <p:nvSpPr>
          <p:cNvPr id="47" name="Freeform 17">
            <a:extLst>
              <a:ext uri="{FF2B5EF4-FFF2-40B4-BE49-F238E27FC236}">
                <a16:creationId xmlns:a16="http://schemas.microsoft.com/office/drawing/2014/main" id="{41F232B9-20CE-CEC9-E9B4-F9A38A9436C9}"/>
              </a:ext>
            </a:extLst>
          </p:cNvPr>
          <p:cNvSpPr>
            <a:spLocks/>
          </p:cNvSpPr>
          <p:nvPr/>
        </p:nvSpPr>
        <p:spPr bwMode="auto">
          <a:xfrm rot="1072969">
            <a:off x="5755402" y="3922107"/>
            <a:ext cx="592671" cy="387588"/>
          </a:xfrm>
          <a:custGeom>
            <a:avLst/>
            <a:gdLst>
              <a:gd name="T0" fmla="*/ 112 w 223"/>
              <a:gd name="T1" fmla="*/ 136 h 146"/>
              <a:gd name="T2" fmla="*/ 177 w 223"/>
              <a:gd name="T3" fmla="*/ 146 h 146"/>
              <a:gd name="T4" fmla="*/ 223 w 223"/>
              <a:gd name="T5" fmla="*/ 18 h 146"/>
              <a:gd name="T6" fmla="*/ 112 w 223"/>
              <a:gd name="T7" fmla="*/ 0 h 146"/>
              <a:gd name="T8" fmla="*/ 0 w 223"/>
              <a:gd name="T9" fmla="*/ 18 h 146"/>
              <a:gd name="T10" fmla="*/ 47 w 223"/>
              <a:gd name="T11" fmla="*/ 146 h 146"/>
              <a:gd name="T12" fmla="*/ 112 w 223"/>
              <a:gd name="T13" fmla="*/ 136 h 146"/>
            </a:gdLst>
            <a:ahLst/>
            <a:cxnLst>
              <a:cxn ang="0">
                <a:pos x="T0" y="T1"/>
              </a:cxn>
              <a:cxn ang="0">
                <a:pos x="T2" y="T3"/>
              </a:cxn>
              <a:cxn ang="0">
                <a:pos x="T4" y="T5"/>
              </a:cxn>
              <a:cxn ang="0">
                <a:pos x="T6" y="T7"/>
              </a:cxn>
              <a:cxn ang="0">
                <a:pos x="T8" y="T9"/>
              </a:cxn>
              <a:cxn ang="0">
                <a:pos x="T10" y="T11"/>
              </a:cxn>
              <a:cxn ang="0">
                <a:pos x="T12" y="T13"/>
              </a:cxn>
            </a:cxnLst>
            <a:rect l="0" t="0" r="r" b="b"/>
            <a:pathLst>
              <a:path w="223" h="146">
                <a:moveTo>
                  <a:pt x="112" y="136"/>
                </a:moveTo>
                <a:cubicBezTo>
                  <a:pt x="134" y="136"/>
                  <a:pt x="156" y="139"/>
                  <a:pt x="177" y="146"/>
                </a:cubicBezTo>
                <a:cubicBezTo>
                  <a:pt x="223" y="18"/>
                  <a:pt x="223" y="18"/>
                  <a:pt x="223" y="18"/>
                </a:cubicBezTo>
                <a:cubicBezTo>
                  <a:pt x="188" y="7"/>
                  <a:pt x="151" y="0"/>
                  <a:pt x="112" y="0"/>
                </a:cubicBezTo>
                <a:cubicBezTo>
                  <a:pt x="73" y="0"/>
                  <a:pt x="35" y="7"/>
                  <a:pt x="0" y="18"/>
                </a:cubicBezTo>
                <a:cubicBezTo>
                  <a:pt x="47" y="146"/>
                  <a:pt x="47" y="146"/>
                  <a:pt x="47" y="146"/>
                </a:cubicBezTo>
                <a:cubicBezTo>
                  <a:pt x="67" y="139"/>
                  <a:pt x="89" y="136"/>
                  <a:pt x="112" y="136"/>
                </a:cubicBezTo>
                <a:close/>
              </a:path>
            </a:pathLst>
          </a:custGeom>
          <a:solidFill>
            <a:srgbClr val="421F5D"/>
          </a:solidFill>
          <a:ln>
            <a:noFill/>
          </a:ln>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AU" sz="1800" b="0" i="0" u="none" strike="noStrike" kern="0" cap="none" spc="0" normalizeH="0" baseline="0" noProof="0">
              <a:ln>
                <a:noFill/>
              </a:ln>
              <a:solidFill>
                <a:srgbClr val="000000"/>
              </a:solidFill>
              <a:effectLst/>
              <a:uLnTx/>
              <a:uFillTx/>
              <a:latin typeface="Ubuntu"/>
              <a:ea typeface="+mn-ea"/>
              <a:cs typeface="+mn-cs"/>
            </a:endParaRPr>
          </a:p>
        </p:txBody>
      </p:sp>
      <p:sp>
        <p:nvSpPr>
          <p:cNvPr id="53" name="Freeform 18">
            <a:extLst>
              <a:ext uri="{FF2B5EF4-FFF2-40B4-BE49-F238E27FC236}">
                <a16:creationId xmlns:a16="http://schemas.microsoft.com/office/drawing/2014/main" id="{10944079-4AF2-C6CB-6EEC-53B23C1331F0}"/>
              </a:ext>
            </a:extLst>
          </p:cNvPr>
          <p:cNvSpPr>
            <a:spLocks/>
          </p:cNvSpPr>
          <p:nvPr/>
        </p:nvSpPr>
        <p:spPr bwMode="auto">
          <a:xfrm rot="1072969">
            <a:off x="5813295" y="4347803"/>
            <a:ext cx="289751" cy="122299"/>
          </a:xfrm>
          <a:custGeom>
            <a:avLst/>
            <a:gdLst>
              <a:gd name="T0" fmla="*/ 55 w 109"/>
              <a:gd name="T1" fmla="*/ 0 h 46"/>
              <a:gd name="T2" fmla="*/ 0 w 109"/>
              <a:gd name="T3" fmla="*/ 9 h 46"/>
              <a:gd name="T4" fmla="*/ 14 w 109"/>
              <a:gd name="T5" fmla="*/ 46 h 46"/>
              <a:gd name="T6" fmla="*/ 55 w 109"/>
              <a:gd name="T7" fmla="*/ 40 h 46"/>
              <a:gd name="T8" fmla="*/ 96 w 109"/>
              <a:gd name="T9" fmla="*/ 46 h 46"/>
              <a:gd name="T10" fmla="*/ 109 w 109"/>
              <a:gd name="T11" fmla="*/ 9 h 46"/>
              <a:gd name="T12" fmla="*/ 55 w 109"/>
              <a:gd name="T13" fmla="*/ 0 h 46"/>
            </a:gdLst>
            <a:ahLst/>
            <a:cxnLst>
              <a:cxn ang="0">
                <a:pos x="T0" y="T1"/>
              </a:cxn>
              <a:cxn ang="0">
                <a:pos x="T2" y="T3"/>
              </a:cxn>
              <a:cxn ang="0">
                <a:pos x="T4" y="T5"/>
              </a:cxn>
              <a:cxn ang="0">
                <a:pos x="T6" y="T7"/>
              </a:cxn>
              <a:cxn ang="0">
                <a:pos x="T8" y="T9"/>
              </a:cxn>
              <a:cxn ang="0">
                <a:pos x="T10" y="T11"/>
              </a:cxn>
              <a:cxn ang="0">
                <a:pos x="T12" y="T13"/>
              </a:cxn>
            </a:cxnLst>
            <a:rect l="0" t="0" r="r" b="b"/>
            <a:pathLst>
              <a:path w="109" h="46">
                <a:moveTo>
                  <a:pt x="55" y="0"/>
                </a:moveTo>
                <a:cubicBezTo>
                  <a:pt x="36" y="0"/>
                  <a:pt x="18" y="3"/>
                  <a:pt x="0" y="9"/>
                </a:cubicBezTo>
                <a:cubicBezTo>
                  <a:pt x="14" y="46"/>
                  <a:pt x="14" y="46"/>
                  <a:pt x="14" y="46"/>
                </a:cubicBezTo>
                <a:cubicBezTo>
                  <a:pt x="27" y="42"/>
                  <a:pt x="41" y="40"/>
                  <a:pt x="55" y="40"/>
                </a:cubicBezTo>
                <a:cubicBezTo>
                  <a:pt x="69" y="40"/>
                  <a:pt x="83" y="42"/>
                  <a:pt x="96" y="46"/>
                </a:cubicBezTo>
                <a:cubicBezTo>
                  <a:pt x="109" y="9"/>
                  <a:pt x="109" y="9"/>
                  <a:pt x="109" y="9"/>
                </a:cubicBezTo>
                <a:cubicBezTo>
                  <a:pt x="92" y="3"/>
                  <a:pt x="74" y="0"/>
                  <a:pt x="55" y="0"/>
                </a:cubicBezTo>
                <a:close/>
              </a:path>
            </a:pathLst>
          </a:custGeom>
          <a:solidFill>
            <a:srgbClr val="00B7B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AU" sz="1800" b="0" i="0" u="none" strike="noStrike" kern="0" cap="none" spc="0" normalizeH="0" baseline="0" noProof="0">
              <a:ln>
                <a:noFill/>
              </a:ln>
              <a:solidFill>
                <a:srgbClr val="000000"/>
              </a:solidFill>
              <a:effectLst/>
              <a:uLnTx/>
              <a:uFillTx/>
              <a:latin typeface="Ubuntu"/>
              <a:ea typeface="+mn-ea"/>
              <a:cs typeface="+mn-cs"/>
            </a:endParaRPr>
          </a:p>
        </p:txBody>
      </p:sp>
      <p:sp>
        <p:nvSpPr>
          <p:cNvPr id="54" name="Freeform 19">
            <a:extLst>
              <a:ext uri="{FF2B5EF4-FFF2-40B4-BE49-F238E27FC236}">
                <a16:creationId xmlns:a16="http://schemas.microsoft.com/office/drawing/2014/main" id="{644BC3B8-1314-6C6A-ED37-C55F685F33D9}"/>
              </a:ext>
            </a:extLst>
          </p:cNvPr>
          <p:cNvSpPr>
            <a:spLocks/>
          </p:cNvSpPr>
          <p:nvPr/>
        </p:nvSpPr>
        <p:spPr bwMode="auto">
          <a:xfrm rot="1072969">
            <a:off x="5530821" y="4297093"/>
            <a:ext cx="252120" cy="240831"/>
          </a:xfrm>
          <a:custGeom>
            <a:avLst/>
            <a:gdLst>
              <a:gd name="T0" fmla="*/ 0 w 95"/>
              <a:gd name="T1" fmla="*/ 71 h 90"/>
              <a:gd name="T2" fmla="*/ 34 w 95"/>
              <a:gd name="T3" fmla="*/ 90 h 90"/>
              <a:gd name="T4" fmla="*/ 95 w 95"/>
              <a:gd name="T5" fmla="*/ 37 h 90"/>
              <a:gd name="T6" fmla="*/ 82 w 95"/>
              <a:gd name="T7" fmla="*/ 0 h 90"/>
              <a:gd name="T8" fmla="*/ 0 w 95"/>
              <a:gd name="T9" fmla="*/ 71 h 90"/>
            </a:gdLst>
            <a:ahLst/>
            <a:cxnLst>
              <a:cxn ang="0">
                <a:pos x="T0" y="T1"/>
              </a:cxn>
              <a:cxn ang="0">
                <a:pos x="T2" y="T3"/>
              </a:cxn>
              <a:cxn ang="0">
                <a:pos x="T4" y="T5"/>
              </a:cxn>
              <a:cxn ang="0">
                <a:pos x="T6" y="T7"/>
              </a:cxn>
              <a:cxn ang="0">
                <a:pos x="T8" y="T9"/>
              </a:cxn>
            </a:cxnLst>
            <a:rect l="0" t="0" r="r" b="b"/>
            <a:pathLst>
              <a:path w="95" h="90">
                <a:moveTo>
                  <a:pt x="0" y="71"/>
                </a:moveTo>
                <a:cubicBezTo>
                  <a:pt x="34" y="90"/>
                  <a:pt x="34" y="90"/>
                  <a:pt x="34" y="90"/>
                </a:cubicBezTo>
                <a:cubicBezTo>
                  <a:pt x="49" y="67"/>
                  <a:pt x="70" y="49"/>
                  <a:pt x="95" y="37"/>
                </a:cubicBezTo>
                <a:cubicBezTo>
                  <a:pt x="82" y="0"/>
                  <a:pt x="82" y="0"/>
                  <a:pt x="82" y="0"/>
                </a:cubicBezTo>
                <a:cubicBezTo>
                  <a:pt x="48" y="15"/>
                  <a:pt x="19" y="39"/>
                  <a:pt x="0" y="71"/>
                </a:cubicBezTo>
                <a:close/>
              </a:path>
            </a:pathLst>
          </a:custGeom>
          <a:solidFill>
            <a:srgbClr val="004C7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AU" sz="1800" b="0" i="0" u="none" strike="noStrike" kern="0" cap="none" spc="0" normalizeH="0" baseline="0" noProof="0">
              <a:ln>
                <a:noFill/>
              </a:ln>
              <a:solidFill>
                <a:srgbClr val="000000"/>
              </a:solidFill>
              <a:effectLst/>
              <a:uLnTx/>
              <a:uFillTx/>
              <a:latin typeface="Ubuntu"/>
              <a:ea typeface="+mn-ea"/>
              <a:cs typeface="+mn-cs"/>
            </a:endParaRPr>
          </a:p>
        </p:txBody>
      </p:sp>
      <p:sp>
        <p:nvSpPr>
          <p:cNvPr id="55" name="Freeform 20">
            <a:extLst>
              <a:ext uri="{FF2B5EF4-FFF2-40B4-BE49-F238E27FC236}">
                <a16:creationId xmlns:a16="http://schemas.microsoft.com/office/drawing/2014/main" id="{B0B859C3-B6D5-F4E0-7E3F-53D2D8390EAD}"/>
              </a:ext>
            </a:extLst>
          </p:cNvPr>
          <p:cNvSpPr>
            <a:spLocks/>
          </p:cNvSpPr>
          <p:nvPr/>
        </p:nvSpPr>
        <p:spPr bwMode="auto">
          <a:xfrm rot="1072969">
            <a:off x="5233143" y="3827540"/>
            <a:ext cx="575739" cy="562568"/>
          </a:xfrm>
          <a:custGeom>
            <a:avLst/>
            <a:gdLst>
              <a:gd name="T0" fmla="*/ 217 w 217"/>
              <a:gd name="T1" fmla="*/ 128 h 212"/>
              <a:gd name="T2" fmla="*/ 171 w 217"/>
              <a:gd name="T3" fmla="*/ 0 h 212"/>
              <a:gd name="T4" fmla="*/ 0 w 217"/>
              <a:gd name="T5" fmla="*/ 143 h 212"/>
              <a:gd name="T6" fmla="*/ 119 w 217"/>
              <a:gd name="T7" fmla="*/ 212 h 212"/>
              <a:gd name="T8" fmla="*/ 217 w 217"/>
              <a:gd name="T9" fmla="*/ 128 h 212"/>
            </a:gdLst>
            <a:ahLst/>
            <a:cxnLst>
              <a:cxn ang="0">
                <a:pos x="T0" y="T1"/>
              </a:cxn>
              <a:cxn ang="0">
                <a:pos x="T2" y="T3"/>
              </a:cxn>
              <a:cxn ang="0">
                <a:pos x="T4" y="T5"/>
              </a:cxn>
              <a:cxn ang="0">
                <a:pos x="T6" y="T7"/>
              </a:cxn>
              <a:cxn ang="0">
                <a:pos x="T8" y="T9"/>
              </a:cxn>
            </a:cxnLst>
            <a:rect l="0" t="0" r="r" b="b"/>
            <a:pathLst>
              <a:path w="217" h="212">
                <a:moveTo>
                  <a:pt x="217" y="128"/>
                </a:moveTo>
                <a:cubicBezTo>
                  <a:pt x="171" y="0"/>
                  <a:pt x="171" y="0"/>
                  <a:pt x="171" y="0"/>
                </a:cubicBezTo>
                <a:cubicBezTo>
                  <a:pt x="99" y="28"/>
                  <a:pt x="40" y="79"/>
                  <a:pt x="0" y="143"/>
                </a:cubicBezTo>
                <a:cubicBezTo>
                  <a:pt x="119" y="212"/>
                  <a:pt x="119" y="212"/>
                  <a:pt x="119" y="212"/>
                </a:cubicBezTo>
                <a:cubicBezTo>
                  <a:pt x="142" y="175"/>
                  <a:pt x="177" y="145"/>
                  <a:pt x="217" y="128"/>
                </a:cubicBezTo>
                <a:close/>
              </a:path>
            </a:pathLst>
          </a:custGeom>
          <a:solidFill>
            <a:srgbClr val="003857"/>
          </a:solidFill>
          <a:ln>
            <a:noFill/>
          </a:ln>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AU" sz="1800" b="0" i="0" u="none" strike="noStrike" kern="0" cap="none" spc="0" normalizeH="0" baseline="0" noProof="0">
              <a:ln>
                <a:noFill/>
              </a:ln>
              <a:solidFill>
                <a:srgbClr val="000000"/>
              </a:solidFill>
              <a:effectLst/>
              <a:uLnTx/>
              <a:uFillTx/>
              <a:latin typeface="Ubuntu"/>
              <a:ea typeface="+mn-ea"/>
              <a:cs typeface="+mn-cs"/>
            </a:endParaRPr>
          </a:p>
        </p:txBody>
      </p:sp>
      <p:sp>
        <p:nvSpPr>
          <p:cNvPr id="57" name="Freeform 24">
            <a:extLst>
              <a:ext uri="{FF2B5EF4-FFF2-40B4-BE49-F238E27FC236}">
                <a16:creationId xmlns:a16="http://schemas.microsoft.com/office/drawing/2014/main" id="{08E251F8-65C5-09C9-CAB6-22C9F7749BF6}"/>
              </a:ext>
            </a:extLst>
          </p:cNvPr>
          <p:cNvSpPr>
            <a:spLocks/>
          </p:cNvSpPr>
          <p:nvPr/>
        </p:nvSpPr>
        <p:spPr bwMode="auto">
          <a:xfrm rot="1072969">
            <a:off x="5959400" y="2900442"/>
            <a:ext cx="686745" cy="874895"/>
          </a:xfrm>
          <a:custGeom>
            <a:avLst/>
            <a:gdLst>
              <a:gd name="T0" fmla="*/ 48 w 259"/>
              <a:gd name="T1" fmla="*/ 0 h 329"/>
              <a:gd name="T2" fmla="*/ 120 w 259"/>
              <a:gd name="T3" fmla="*/ 140 h 329"/>
              <a:gd name="T4" fmla="*/ 120 w 259"/>
              <a:gd name="T5" fmla="*/ 152 h 329"/>
              <a:gd name="T6" fmla="*/ 0 w 259"/>
              <a:gd name="T7" fmla="*/ 329 h 329"/>
              <a:gd name="T8" fmla="*/ 0 w 259"/>
              <a:gd name="T9" fmla="*/ 329 h 329"/>
              <a:gd name="T10" fmla="*/ 259 w 259"/>
              <a:gd name="T11" fmla="*/ 329 h 329"/>
              <a:gd name="T12" fmla="*/ 140 w 259"/>
              <a:gd name="T13" fmla="*/ 152 h 329"/>
              <a:gd name="T14" fmla="*/ 140 w 259"/>
              <a:gd name="T15" fmla="*/ 140 h 329"/>
              <a:gd name="T16" fmla="*/ 211 w 259"/>
              <a:gd name="T17" fmla="*/ 0 h 329"/>
              <a:gd name="T18" fmla="*/ 48 w 259"/>
              <a:gd name="T19" fmla="*/ 0 h 3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9" h="329">
                <a:moveTo>
                  <a:pt x="48" y="0"/>
                </a:moveTo>
                <a:cubicBezTo>
                  <a:pt x="106" y="17"/>
                  <a:pt x="120" y="117"/>
                  <a:pt x="120" y="140"/>
                </a:cubicBezTo>
                <a:cubicBezTo>
                  <a:pt x="120" y="152"/>
                  <a:pt x="120" y="152"/>
                  <a:pt x="120" y="152"/>
                </a:cubicBezTo>
                <a:cubicBezTo>
                  <a:pt x="120" y="247"/>
                  <a:pt x="51" y="319"/>
                  <a:pt x="0" y="329"/>
                </a:cubicBezTo>
                <a:cubicBezTo>
                  <a:pt x="0" y="329"/>
                  <a:pt x="0" y="329"/>
                  <a:pt x="0" y="329"/>
                </a:cubicBezTo>
                <a:cubicBezTo>
                  <a:pt x="259" y="329"/>
                  <a:pt x="259" y="329"/>
                  <a:pt x="259" y="329"/>
                </a:cubicBezTo>
                <a:cubicBezTo>
                  <a:pt x="208" y="319"/>
                  <a:pt x="140" y="247"/>
                  <a:pt x="140" y="152"/>
                </a:cubicBezTo>
                <a:cubicBezTo>
                  <a:pt x="140" y="140"/>
                  <a:pt x="140" y="140"/>
                  <a:pt x="140" y="140"/>
                </a:cubicBezTo>
                <a:cubicBezTo>
                  <a:pt x="140" y="117"/>
                  <a:pt x="153" y="17"/>
                  <a:pt x="211" y="0"/>
                </a:cubicBezTo>
                <a:lnTo>
                  <a:pt x="48" y="0"/>
                </a:lnTo>
                <a:close/>
              </a:path>
            </a:pathLst>
          </a:custGeom>
          <a:solidFill>
            <a:srgbClr val="421F5D"/>
          </a:solidFill>
          <a:ln>
            <a:noFill/>
          </a:ln>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AU" sz="1800" b="0" i="0" u="none" strike="noStrike" kern="0" cap="none" spc="0" normalizeH="0" baseline="0" noProof="0">
              <a:ln>
                <a:noFill/>
              </a:ln>
              <a:solidFill>
                <a:srgbClr val="000000"/>
              </a:solidFill>
              <a:effectLst/>
              <a:uLnTx/>
              <a:uFillTx/>
              <a:latin typeface="Ubuntu"/>
              <a:ea typeface="+mn-ea"/>
              <a:cs typeface="+mn-cs"/>
            </a:endParaRPr>
          </a:p>
        </p:txBody>
      </p:sp>
      <p:sp>
        <p:nvSpPr>
          <p:cNvPr id="58" name="Freeform 25">
            <a:extLst>
              <a:ext uri="{FF2B5EF4-FFF2-40B4-BE49-F238E27FC236}">
                <a16:creationId xmlns:a16="http://schemas.microsoft.com/office/drawing/2014/main" id="{5557B75D-5760-96E0-B656-E41CB4EDF061}"/>
              </a:ext>
            </a:extLst>
          </p:cNvPr>
          <p:cNvSpPr>
            <a:spLocks/>
          </p:cNvSpPr>
          <p:nvPr/>
        </p:nvSpPr>
        <p:spPr bwMode="auto">
          <a:xfrm rot="1072969">
            <a:off x="4784284" y="2917713"/>
            <a:ext cx="987785" cy="1027296"/>
          </a:xfrm>
          <a:custGeom>
            <a:avLst/>
            <a:gdLst>
              <a:gd name="T0" fmla="*/ 0 w 372"/>
              <a:gd name="T1" fmla="*/ 105 h 387"/>
              <a:gd name="T2" fmla="*/ 144 w 372"/>
              <a:gd name="T3" fmla="*/ 166 h 387"/>
              <a:gd name="T4" fmla="*/ 152 w 372"/>
              <a:gd name="T5" fmla="*/ 175 h 387"/>
              <a:gd name="T6" fmla="*/ 174 w 372"/>
              <a:gd name="T7" fmla="*/ 387 h 387"/>
              <a:gd name="T8" fmla="*/ 174 w 372"/>
              <a:gd name="T9" fmla="*/ 387 h 387"/>
              <a:gd name="T10" fmla="*/ 372 w 372"/>
              <a:gd name="T11" fmla="*/ 221 h 387"/>
              <a:gd name="T12" fmla="*/ 167 w 372"/>
              <a:gd name="T13" fmla="*/ 162 h 387"/>
              <a:gd name="T14" fmla="*/ 160 w 372"/>
              <a:gd name="T15" fmla="*/ 153 h 387"/>
              <a:gd name="T16" fmla="*/ 125 w 372"/>
              <a:gd name="T17" fmla="*/ 0 h 387"/>
              <a:gd name="T18" fmla="*/ 0 w 372"/>
              <a:gd name="T19" fmla="*/ 105 h 3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72" h="387">
                <a:moveTo>
                  <a:pt x="0" y="105"/>
                </a:moveTo>
                <a:cubicBezTo>
                  <a:pt x="55" y="80"/>
                  <a:pt x="130" y="148"/>
                  <a:pt x="144" y="166"/>
                </a:cubicBezTo>
                <a:cubicBezTo>
                  <a:pt x="152" y="175"/>
                  <a:pt x="152" y="175"/>
                  <a:pt x="152" y="175"/>
                </a:cubicBezTo>
                <a:cubicBezTo>
                  <a:pt x="213" y="247"/>
                  <a:pt x="207" y="347"/>
                  <a:pt x="174" y="387"/>
                </a:cubicBezTo>
                <a:cubicBezTo>
                  <a:pt x="174" y="387"/>
                  <a:pt x="174" y="387"/>
                  <a:pt x="174" y="387"/>
                </a:cubicBezTo>
                <a:cubicBezTo>
                  <a:pt x="372" y="221"/>
                  <a:pt x="372" y="221"/>
                  <a:pt x="372" y="221"/>
                </a:cubicBezTo>
                <a:cubicBezTo>
                  <a:pt x="328" y="246"/>
                  <a:pt x="228" y="234"/>
                  <a:pt x="167" y="162"/>
                </a:cubicBezTo>
                <a:cubicBezTo>
                  <a:pt x="160" y="153"/>
                  <a:pt x="160" y="153"/>
                  <a:pt x="160" y="153"/>
                </a:cubicBezTo>
                <a:cubicBezTo>
                  <a:pt x="145" y="135"/>
                  <a:pt x="90" y="50"/>
                  <a:pt x="125" y="0"/>
                </a:cubicBezTo>
                <a:lnTo>
                  <a:pt x="0" y="105"/>
                </a:lnTo>
                <a:close/>
              </a:path>
            </a:pathLst>
          </a:custGeom>
          <a:solidFill>
            <a:srgbClr val="003857"/>
          </a:solidFill>
          <a:ln>
            <a:noFill/>
          </a:ln>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AU" sz="1800" b="0" i="0" u="none" strike="noStrike" kern="0" cap="none" spc="0" normalizeH="0" baseline="0" noProof="0">
              <a:ln>
                <a:noFill/>
              </a:ln>
              <a:solidFill>
                <a:srgbClr val="000000"/>
              </a:solidFill>
              <a:effectLst/>
              <a:uLnTx/>
              <a:uFillTx/>
              <a:latin typeface="Ubuntu"/>
              <a:ea typeface="+mn-ea"/>
              <a:cs typeface="+mn-cs"/>
            </a:endParaRPr>
          </a:p>
        </p:txBody>
      </p:sp>
      <p:sp>
        <p:nvSpPr>
          <p:cNvPr id="59" name="Freeform 26">
            <a:extLst>
              <a:ext uri="{FF2B5EF4-FFF2-40B4-BE49-F238E27FC236}">
                <a16:creationId xmlns:a16="http://schemas.microsoft.com/office/drawing/2014/main" id="{4ADD889E-C7EF-D452-EEF9-A301515C2852}"/>
              </a:ext>
            </a:extLst>
          </p:cNvPr>
          <p:cNvSpPr>
            <a:spLocks/>
          </p:cNvSpPr>
          <p:nvPr/>
        </p:nvSpPr>
        <p:spPr bwMode="auto">
          <a:xfrm rot="1072969">
            <a:off x="3970856" y="3796757"/>
            <a:ext cx="957681" cy="703679"/>
          </a:xfrm>
          <a:custGeom>
            <a:avLst/>
            <a:gdLst>
              <a:gd name="T0" fmla="*/ 0 w 360"/>
              <a:gd name="T1" fmla="*/ 162 h 265"/>
              <a:gd name="T2" fmla="*/ 151 w 360"/>
              <a:gd name="T3" fmla="*/ 115 h 265"/>
              <a:gd name="T4" fmla="*/ 162 w 360"/>
              <a:gd name="T5" fmla="*/ 117 h 265"/>
              <a:gd name="T6" fmla="*/ 315 w 360"/>
              <a:gd name="T7" fmla="*/ 265 h 265"/>
              <a:gd name="T8" fmla="*/ 315 w 360"/>
              <a:gd name="T9" fmla="*/ 265 h 265"/>
              <a:gd name="T10" fmla="*/ 360 w 360"/>
              <a:gd name="T11" fmla="*/ 11 h 265"/>
              <a:gd name="T12" fmla="*/ 166 w 360"/>
              <a:gd name="T13" fmla="*/ 97 h 265"/>
              <a:gd name="T14" fmla="*/ 154 w 360"/>
              <a:gd name="T15" fmla="*/ 95 h 265"/>
              <a:gd name="T16" fmla="*/ 29 w 360"/>
              <a:gd name="T17" fmla="*/ 0 h 265"/>
              <a:gd name="T18" fmla="*/ 0 w 360"/>
              <a:gd name="T19" fmla="*/ 162 h 2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60" h="265">
                <a:moveTo>
                  <a:pt x="0" y="162"/>
                </a:moveTo>
                <a:cubicBezTo>
                  <a:pt x="26" y="107"/>
                  <a:pt x="128" y="111"/>
                  <a:pt x="151" y="115"/>
                </a:cubicBezTo>
                <a:cubicBezTo>
                  <a:pt x="162" y="117"/>
                  <a:pt x="162" y="117"/>
                  <a:pt x="162" y="117"/>
                </a:cubicBezTo>
                <a:cubicBezTo>
                  <a:pt x="255" y="134"/>
                  <a:pt x="315" y="214"/>
                  <a:pt x="315" y="265"/>
                </a:cubicBezTo>
                <a:cubicBezTo>
                  <a:pt x="315" y="265"/>
                  <a:pt x="315" y="265"/>
                  <a:pt x="315" y="265"/>
                </a:cubicBezTo>
                <a:cubicBezTo>
                  <a:pt x="360" y="11"/>
                  <a:pt x="360" y="11"/>
                  <a:pt x="360" y="11"/>
                </a:cubicBezTo>
                <a:cubicBezTo>
                  <a:pt x="343" y="59"/>
                  <a:pt x="259" y="114"/>
                  <a:pt x="166" y="97"/>
                </a:cubicBezTo>
                <a:cubicBezTo>
                  <a:pt x="154" y="95"/>
                  <a:pt x="154" y="95"/>
                  <a:pt x="154" y="95"/>
                </a:cubicBezTo>
                <a:cubicBezTo>
                  <a:pt x="132" y="91"/>
                  <a:pt x="35" y="61"/>
                  <a:pt x="29" y="0"/>
                </a:cubicBezTo>
                <a:lnTo>
                  <a:pt x="0" y="162"/>
                </a:lnTo>
                <a:close/>
              </a:path>
            </a:pathLst>
          </a:custGeom>
          <a:solidFill>
            <a:srgbClr val="0070AD"/>
          </a:solidFill>
          <a:ln>
            <a:noFill/>
          </a:ln>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AU" sz="1800" b="0" i="0" u="none" strike="noStrike" kern="0" cap="none" spc="0" normalizeH="0" baseline="0" noProof="0">
              <a:ln>
                <a:noFill/>
              </a:ln>
              <a:solidFill>
                <a:srgbClr val="000000"/>
              </a:solidFill>
              <a:effectLst/>
              <a:uLnTx/>
              <a:uFillTx/>
              <a:latin typeface="Ubuntu"/>
              <a:ea typeface="+mn-ea"/>
              <a:cs typeface="+mn-cs"/>
            </a:endParaRPr>
          </a:p>
        </p:txBody>
      </p:sp>
      <p:sp>
        <p:nvSpPr>
          <p:cNvPr id="60" name="Freeform 27">
            <a:extLst>
              <a:ext uri="{FF2B5EF4-FFF2-40B4-BE49-F238E27FC236}">
                <a16:creationId xmlns:a16="http://schemas.microsoft.com/office/drawing/2014/main" id="{CBDA5330-11CE-7BD7-36FA-3F27169B679D}"/>
              </a:ext>
            </a:extLst>
          </p:cNvPr>
          <p:cNvSpPr>
            <a:spLocks/>
          </p:cNvSpPr>
          <p:nvPr/>
        </p:nvSpPr>
        <p:spPr bwMode="auto">
          <a:xfrm rot="1072969">
            <a:off x="3841154" y="4636750"/>
            <a:ext cx="1034823" cy="918169"/>
          </a:xfrm>
          <a:custGeom>
            <a:avLst/>
            <a:gdLst>
              <a:gd name="T0" fmla="*/ 82 w 390"/>
              <a:gd name="T1" fmla="*/ 346 h 346"/>
              <a:gd name="T2" fmla="*/ 168 w 390"/>
              <a:gd name="T3" fmla="*/ 214 h 346"/>
              <a:gd name="T4" fmla="*/ 178 w 390"/>
              <a:gd name="T5" fmla="*/ 209 h 346"/>
              <a:gd name="T6" fmla="*/ 390 w 390"/>
              <a:gd name="T7" fmla="*/ 223 h 346"/>
              <a:gd name="T8" fmla="*/ 390 w 390"/>
              <a:gd name="T9" fmla="*/ 223 h 346"/>
              <a:gd name="T10" fmla="*/ 261 w 390"/>
              <a:gd name="T11" fmla="*/ 0 h 346"/>
              <a:gd name="T12" fmla="*/ 168 w 390"/>
              <a:gd name="T13" fmla="*/ 191 h 346"/>
              <a:gd name="T14" fmla="*/ 157 w 390"/>
              <a:gd name="T15" fmla="*/ 197 h 346"/>
              <a:gd name="T16" fmla="*/ 0 w 390"/>
              <a:gd name="T17" fmla="*/ 205 h 346"/>
              <a:gd name="T18" fmla="*/ 82 w 390"/>
              <a:gd name="T19" fmla="*/ 346 h 3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90" h="346">
                <a:moveTo>
                  <a:pt x="82" y="346"/>
                </a:moveTo>
                <a:cubicBezTo>
                  <a:pt x="67" y="288"/>
                  <a:pt x="148" y="226"/>
                  <a:pt x="168" y="214"/>
                </a:cubicBezTo>
                <a:cubicBezTo>
                  <a:pt x="178" y="209"/>
                  <a:pt x="178" y="209"/>
                  <a:pt x="178" y="209"/>
                </a:cubicBezTo>
                <a:cubicBezTo>
                  <a:pt x="260" y="161"/>
                  <a:pt x="357" y="184"/>
                  <a:pt x="390" y="223"/>
                </a:cubicBezTo>
                <a:cubicBezTo>
                  <a:pt x="390" y="223"/>
                  <a:pt x="390" y="223"/>
                  <a:pt x="390" y="223"/>
                </a:cubicBezTo>
                <a:cubicBezTo>
                  <a:pt x="261" y="0"/>
                  <a:pt x="261" y="0"/>
                  <a:pt x="261" y="0"/>
                </a:cubicBezTo>
                <a:cubicBezTo>
                  <a:pt x="278" y="48"/>
                  <a:pt x="250" y="144"/>
                  <a:pt x="168" y="191"/>
                </a:cubicBezTo>
                <a:cubicBezTo>
                  <a:pt x="157" y="197"/>
                  <a:pt x="157" y="197"/>
                  <a:pt x="157" y="197"/>
                </a:cubicBezTo>
                <a:cubicBezTo>
                  <a:pt x="138" y="208"/>
                  <a:pt x="44" y="247"/>
                  <a:pt x="0" y="205"/>
                </a:cubicBezTo>
                <a:lnTo>
                  <a:pt x="82" y="346"/>
                </a:lnTo>
                <a:close/>
              </a:path>
            </a:pathLst>
          </a:custGeom>
          <a:solidFill>
            <a:srgbClr val="12ABDB"/>
          </a:solidFill>
          <a:ln>
            <a:noFill/>
          </a:ln>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AU" sz="1800" b="0" i="0" u="none" strike="noStrike" kern="0" cap="none" spc="0" normalizeH="0" baseline="0" noProof="0">
              <a:ln>
                <a:noFill/>
              </a:ln>
              <a:solidFill>
                <a:srgbClr val="000000"/>
              </a:solidFill>
              <a:effectLst/>
              <a:uLnTx/>
              <a:uFillTx/>
              <a:latin typeface="Ubuntu"/>
              <a:ea typeface="+mn-ea"/>
              <a:cs typeface="+mn-cs"/>
            </a:endParaRPr>
          </a:p>
        </p:txBody>
      </p:sp>
      <p:sp>
        <p:nvSpPr>
          <p:cNvPr id="61" name="Freeform 29">
            <a:extLst>
              <a:ext uri="{FF2B5EF4-FFF2-40B4-BE49-F238E27FC236}">
                <a16:creationId xmlns:a16="http://schemas.microsoft.com/office/drawing/2014/main" id="{A71FE1D4-BDE5-A8B6-136A-A73F8F4466FD}"/>
              </a:ext>
            </a:extLst>
          </p:cNvPr>
          <p:cNvSpPr>
            <a:spLocks/>
          </p:cNvSpPr>
          <p:nvPr/>
        </p:nvSpPr>
        <p:spPr bwMode="auto">
          <a:xfrm rot="1072969">
            <a:off x="6855546" y="4727226"/>
            <a:ext cx="955799" cy="703679"/>
          </a:xfrm>
          <a:custGeom>
            <a:avLst/>
            <a:gdLst>
              <a:gd name="T0" fmla="*/ 332 w 360"/>
              <a:gd name="T1" fmla="*/ 0 h 265"/>
              <a:gd name="T2" fmla="*/ 206 w 360"/>
              <a:gd name="T3" fmla="*/ 95 h 265"/>
              <a:gd name="T4" fmla="*/ 195 w 360"/>
              <a:gd name="T5" fmla="*/ 97 h 265"/>
              <a:gd name="T6" fmla="*/ 0 w 360"/>
              <a:gd name="T7" fmla="*/ 11 h 265"/>
              <a:gd name="T8" fmla="*/ 0 w 360"/>
              <a:gd name="T9" fmla="*/ 11 h 265"/>
              <a:gd name="T10" fmla="*/ 45 w 360"/>
              <a:gd name="T11" fmla="*/ 265 h 265"/>
              <a:gd name="T12" fmla="*/ 198 w 360"/>
              <a:gd name="T13" fmla="*/ 117 h 265"/>
              <a:gd name="T14" fmla="*/ 210 w 360"/>
              <a:gd name="T15" fmla="*/ 115 h 265"/>
              <a:gd name="T16" fmla="*/ 360 w 360"/>
              <a:gd name="T17" fmla="*/ 162 h 265"/>
              <a:gd name="T18" fmla="*/ 332 w 360"/>
              <a:gd name="T19" fmla="*/ 0 h 2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60" h="265">
                <a:moveTo>
                  <a:pt x="332" y="0"/>
                </a:moveTo>
                <a:cubicBezTo>
                  <a:pt x="326" y="61"/>
                  <a:pt x="229" y="91"/>
                  <a:pt x="206" y="95"/>
                </a:cubicBezTo>
                <a:cubicBezTo>
                  <a:pt x="195" y="97"/>
                  <a:pt x="195" y="97"/>
                  <a:pt x="195" y="97"/>
                </a:cubicBezTo>
                <a:cubicBezTo>
                  <a:pt x="101" y="114"/>
                  <a:pt x="18" y="59"/>
                  <a:pt x="0" y="11"/>
                </a:cubicBezTo>
                <a:cubicBezTo>
                  <a:pt x="0" y="11"/>
                  <a:pt x="0" y="11"/>
                  <a:pt x="0" y="11"/>
                </a:cubicBezTo>
                <a:cubicBezTo>
                  <a:pt x="45" y="265"/>
                  <a:pt x="45" y="265"/>
                  <a:pt x="45" y="265"/>
                </a:cubicBezTo>
                <a:cubicBezTo>
                  <a:pt x="45" y="214"/>
                  <a:pt x="105" y="134"/>
                  <a:pt x="198" y="117"/>
                </a:cubicBezTo>
                <a:cubicBezTo>
                  <a:pt x="210" y="115"/>
                  <a:pt x="210" y="115"/>
                  <a:pt x="210" y="115"/>
                </a:cubicBezTo>
                <a:cubicBezTo>
                  <a:pt x="232" y="111"/>
                  <a:pt x="334" y="107"/>
                  <a:pt x="360" y="162"/>
                </a:cubicBezTo>
                <a:lnTo>
                  <a:pt x="332" y="0"/>
                </a:lnTo>
                <a:close/>
              </a:path>
            </a:pathLst>
          </a:custGeom>
          <a:solidFill>
            <a:srgbClr val="0070AD"/>
          </a:solidFill>
          <a:ln>
            <a:noFill/>
          </a:ln>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AU" sz="1800" b="0" i="0" u="none" strike="noStrike" kern="0" cap="none" spc="0" normalizeH="0" baseline="0" noProof="0">
              <a:ln>
                <a:noFill/>
              </a:ln>
              <a:solidFill>
                <a:srgbClr val="000000"/>
              </a:solidFill>
              <a:effectLst/>
              <a:uLnTx/>
              <a:uFillTx/>
              <a:latin typeface="Ubuntu"/>
              <a:ea typeface="+mn-ea"/>
              <a:cs typeface="+mn-cs"/>
            </a:endParaRPr>
          </a:p>
        </p:txBody>
      </p:sp>
      <p:sp>
        <p:nvSpPr>
          <p:cNvPr id="62" name="Freeform 30">
            <a:extLst>
              <a:ext uri="{FF2B5EF4-FFF2-40B4-BE49-F238E27FC236}">
                <a16:creationId xmlns:a16="http://schemas.microsoft.com/office/drawing/2014/main" id="{5F44ECB3-6173-E352-18A7-7EF9D56E7A57}"/>
              </a:ext>
            </a:extLst>
          </p:cNvPr>
          <p:cNvSpPr>
            <a:spLocks/>
          </p:cNvSpPr>
          <p:nvPr/>
        </p:nvSpPr>
        <p:spPr bwMode="auto">
          <a:xfrm rot="1072969">
            <a:off x="6585527" y="3499509"/>
            <a:ext cx="991548" cy="1027296"/>
          </a:xfrm>
          <a:custGeom>
            <a:avLst/>
            <a:gdLst>
              <a:gd name="T0" fmla="*/ 248 w 373"/>
              <a:gd name="T1" fmla="*/ 0 h 387"/>
              <a:gd name="T2" fmla="*/ 213 w 373"/>
              <a:gd name="T3" fmla="*/ 153 h 387"/>
              <a:gd name="T4" fmla="*/ 205 w 373"/>
              <a:gd name="T5" fmla="*/ 162 h 387"/>
              <a:gd name="T6" fmla="*/ 0 w 373"/>
              <a:gd name="T7" fmla="*/ 221 h 387"/>
              <a:gd name="T8" fmla="*/ 0 w 373"/>
              <a:gd name="T9" fmla="*/ 221 h 387"/>
              <a:gd name="T10" fmla="*/ 198 w 373"/>
              <a:gd name="T11" fmla="*/ 387 h 387"/>
              <a:gd name="T12" fmla="*/ 221 w 373"/>
              <a:gd name="T13" fmla="*/ 175 h 387"/>
              <a:gd name="T14" fmla="*/ 228 w 373"/>
              <a:gd name="T15" fmla="*/ 166 h 387"/>
              <a:gd name="T16" fmla="*/ 373 w 373"/>
              <a:gd name="T17" fmla="*/ 105 h 387"/>
              <a:gd name="T18" fmla="*/ 248 w 373"/>
              <a:gd name="T19" fmla="*/ 0 h 3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73" h="387">
                <a:moveTo>
                  <a:pt x="248" y="0"/>
                </a:moveTo>
                <a:cubicBezTo>
                  <a:pt x="282" y="50"/>
                  <a:pt x="227" y="135"/>
                  <a:pt x="213" y="153"/>
                </a:cubicBezTo>
                <a:cubicBezTo>
                  <a:pt x="205" y="162"/>
                  <a:pt x="205" y="162"/>
                  <a:pt x="205" y="162"/>
                </a:cubicBezTo>
                <a:cubicBezTo>
                  <a:pt x="144" y="234"/>
                  <a:pt x="45" y="246"/>
                  <a:pt x="0" y="221"/>
                </a:cubicBezTo>
                <a:cubicBezTo>
                  <a:pt x="0" y="221"/>
                  <a:pt x="0" y="221"/>
                  <a:pt x="0" y="221"/>
                </a:cubicBezTo>
                <a:cubicBezTo>
                  <a:pt x="198" y="387"/>
                  <a:pt x="198" y="387"/>
                  <a:pt x="198" y="387"/>
                </a:cubicBezTo>
                <a:cubicBezTo>
                  <a:pt x="165" y="347"/>
                  <a:pt x="160" y="247"/>
                  <a:pt x="221" y="175"/>
                </a:cubicBezTo>
                <a:cubicBezTo>
                  <a:pt x="228" y="166"/>
                  <a:pt x="228" y="166"/>
                  <a:pt x="228" y="166"/>
                </a:cubicBezTo>
                <a:cubicBezTo>
                  <a:pt x="243" y="148"/>
                  <a:pt x="318" y="80"/>
                  <a:pt x="373" y="105"/>
                </a:cubicBezTo>
                <a:lnTo>
                  <a:pt x="248" y="0"/>
                </a:lnTo>
                <a:close/>
              </a:path>
            </a:pathLst>
          </a:custGeom>
          <a:solidFill>
            <a:srgbClr val="003857"/>
          </a:solidFill>
          <a:ln>
            <a:noFill/>
          </a:ln>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AU" sz="1800" b="0" i="0" u="none" strike="noStrike" kern="0" cap="none" spc="0" normalizeH="0" baseline="0" noProof="0">
              <a:ln>
                <a:noFill/>
              </a:ln>
              <a:solidFill>
                <a:srgbClr val="000000"/>
              </a:solidFill>
              <a:effectLst/>
              <a:uLnTx/>
              <a:uFillTx/>
              <a:latin typeface="Ubuntu"/>
              <a:ea typeface="+mn-ea"/>
              <a:cs typeface="+mn-cs"/>
            </a:endParaRPr>
          </a:p>
        </p:txBody>
      </p:sp>
      <p:sp>
        <p:nvSpPr>
          <p:cNvPr id="63" name="Freeform 31">
            <a:extLst>
              <a:ext uri="{FF2B5EF4-FFF2-40B4-BE49-F238E27FC236}">
                <a16:creationId xmlns:a16="http://schemas.microsoft.com/office/drawing/2014/main" id="{D90D06E9-1A46-C038-1309-2BC9575DCA68}"/>
              </a:ext>
            </a:extLst>
          </p:cNvPr>
          <p:cNvSpPr>
            <a:spLocks/>
          </p:cNvSpPr>
          <p:nvPr/>
        </p:nvSpPr>
        <p:spPr bwMode="auto">
          <a:xfrm rot="1072969">
            <a:off x="4550873" y="4704298"/>
            <a:ext cx="451559" cy="679220"/>
          </a:xfrm>
          <a:custGeom>
            <a:avLst/>
            <a:gdLst>
              <a:gd name="T0" fmla="*/ 35 w 170"/>
              <a:gd name="T1" fmla="*/ 0 h 256"/>
              <a:gd name="T2" fmla="*/ 1 w 170"/>
              <a:gd name="T3" fmla="*/ 4 h 256"/>
              <a:gd name="T4" fmla="*/ 0 w 170"/>
              <a:gd name="T5" fmla="*/ 4 h 256"/>
              <a:gd name="T6" fmla="*/ 144 w 170"/>
              <a:gd name="T7" fmla="*/ 256 h 256"/>
              <a:gd name="T8" fmla="*/ 170 w 170"/>
              <a:gd name="T9" fmla="*/ 232 h 256"/>
              <a:gd name="T10" fmla="*/ 35 w 170"/>
              <a:gd name="T11" fmla="*/ 0 h 256"/>
            </a:gdLst>
            <a:ahLst/>
            <a:cxnLst>
              <a:cxn ang="0">
                <a:pos x="T0" y="T1"/>
              </a:cxn>
              <a:cxn ang="0">
                <a:pos x="T2" y="T3"/>
              </a:cxn>
              <a:cxn ang="0">
                <a:pos x="T4" y="T5"/>
              </a:cxn>
              <a:cxn ang="0">
                <a:pos x="T6" y="T7"/>
              </a:cxn>
              <a:cxn ang="0">
                <a:pos x="T8" y="T9"/>
              </a:cxn>
              <a:cxn ang="0">
                <a:pos x="T10" y="T11"/>
              </a:cxn>
            </a:cxnLst>
            <a:rect l="0" t="0" r="r" b="b"/>
            <a:pathLst>
              <a:path w="170" h="256">
                <a:moveTo>
                  <a:pt x="35" y="0"/>
                </a:moveTo>
                <a:cubicBezTo>
                  <a:pt x="24" y="1"/>
                  <a:pt x="13" y="3"/>
                  <a:pt x="1" y="4"/>
                </a:cubicBezTo>
                <a:cubicBezTo>
                  <a:pt x="1" y="4"/>
                  <a:pt x="1" y="4"/>
                  <a:pt x="0" y="4"/>
                </a:cubicBezTo>
                <a:cubicBezTo>
                  <a:pt x="19" y="103"/>
                  <a:pt x="71" y="192"/>
                  <a:pt x="144" y="256"/>
                </a:cubicBezTo>
                <a:cubicBezTo>
                  <a:pt x="153" y="249"/>
                  <a:pt x="163" y="241"/>
                  <a:pt x="170" y="232"/>
                </a:cubicBezTo>
                <a:cubicBezTo>
                  <a:pt x="102" y="173"/>
                  <a:pt x="53" y="92"/>
                  <a:pt x="35" y="0"/>
                </a:cubicBezTo>
                <a:close/>
              </a:path>
            </a:pathLst>
          </a:custGeom>
          <a:solidFill>
            <a:srgbClr val="12ABDB"/>
          </a:solidFill>
          <a:ln>
            <a:noFill/>
          </a:ln>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AU" sz="1800" b="0" i="0" u="none" strike="noStrike" kern="0" cap="none" spc="0" normalizeH="0" baseline="0" noProof="0">
              <a:ln>
                <a:noFill/>
              </a:ln>
              <a:solidFill>
                <a:srgbClr val="000000"/>
              </a:solidFill>
              <a:effectLst/>
              <a:uLnTx/>
              <a:uFillTx/>
              <a:latin typeface="Ubuntu"/>
              <a:ea typeface="+mn-ea"/>
              <a:cs typeface="+mn-cs"/>
            </a:endParaRPr>
          </a:p>
        </p:txBody>
      </p:sp>
      <p:sp>
        <p:nvSpPr>
          <p:cNvPr id="64" name="Freeform 32">
            <a:extLst>
              <a:ext uri="{FF2B5EF4-FFF2-40B4-BE49-F238E27FC236}">
                <a16:creationId xmlns:a16="http://schemas.microsoft.com/office/drawing/2014/main" id="{D6C01589-BB9A-E3AA-E3E8-9F7873FBE2DA}"/>
              </a:ext>
            </a:extLst>
          </p:cNvPr>
          <p:cNvSpPr>
            <a:spLocks/>
          </p:cNvSpPr>
          <p:nvPr/>
        </p:nvSpPr>
        <p:spPr bwMode="auto">
          <a:xfrm rot="1072969">
            <a:off x="4767331" y="3924590"/>
            <a:ext cx="235187" cy="752597"/>
          </a:xfrm>
          <a:custGeom>
            <a:avLst/>
            <a:gdLst>
              <a:gd name="T0" fmla="*/ 89 w 89"/>
              <a:gd name="T1" fmla="*/ 13 h 283"/>
              <a:gd name="T2" fmla="*/ 57 w 89"/>
              <a:gd name="T3" fmla="*/ 0 h 283"/>
              <a:gd name="T4" fmla="*/ 56 w 89"/>
              <a:gd name="T5" fmla="*/ 0 h 283"/>
              <a:gd name="T6" fmla="*/ 0 w 89"/>
              <a:gd name="T7" fmla="*/ 216 h 283"/>
              <a:gd name="T8" fmla="*/ 5 w 89"/>
              <a:gd name="T9" fmla="*/ 283 h 283"/>
              <a:gd name="T10" fmla="*/ 8 w 89"/>
              <a:gd name="T11" fmla="*/ 282 h 283"/>
              <a:gd name="T12" fmla="*/ 40 w 89"/>
              <a:gd name="T13" fmla="*/ 279 h 283"/>
              <a:gd name="T14" fmla="*/ 35 w 89"/>
              <a:gd name="T15" fmla="*/ 216 h 283"/>
              <a:gd name="T16" fmla="*/ 89 w 89"/>
              <a:gd name="T17" fmla="*/ 13 h 2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9" h="283">
                <a:moveTo>
                  <a:pt x="89" y="13"/>
                </a:moveTo>
                <a:cubicBezTo>
                  <a:pt x="80" y="7"/>
                  <a:pt x="67" y="4"/>
                  <a:pt x="57" y="0"/>
                </a:cubicBezTo>
                <a:cubicBezTo>
                  <a:pt x="57" y="0"/>
                  <a:pt x="57" y="0"/>
                  <a:pt x="56" y="0"/>
                </a:cubicBezTo>
                <a:cubicBezTo>
                  <a:pt x="21" y="64"/>
                  <a:pt x="0" y="138"/>
                  <a:pt x="0" y="216"/>
                </a:cubicBezTo>
                <a:cubicBezTo>
                  <a:pt x="0" y="239"/>
                  <a:pt x="2" y="261"/>
                  <a:pt x="5" y="283"/>
                </a:cubicBezTo>
                <a:cubicBezTo>
                  <a:pt x="6" y="283"/>
                  <a:pt x="7" y="282"/>
                  <a:pt x="8" y="282"/>
                </a:cubicBezTo>
                <a:cubicBezTo>
                  <a:pt x="19" y="282"/>
                  <a:pt x="29" y="280"/>
                  <a:pt x="40" y="279"/>
                </a:cubicBezTo>
                <a:cubicBezTo>
                  <a:pt x="37" y="258"/>
                  <a:pt x="35" y="237"/>
                  <a:pt x="35" y="216"/>
                </a:cubicBezTo>
                <a:cubicBezTo>
                  <a:pt x="35" y="142"/>
                  <a:pt x="55" y="73"/>
                  <a:pt x="89" y="13"/>
                </a:cubicBezTo>
                <a:close/>
              </a:path>
            </a:pathLst>
          </a:custGeom>
          <a:solidFill>
            <a:srgbClr val="0070AD"/>
          </a:solidFill>
          <a:ln>
            <a:noFill/>
          </a:ln>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AU" sz="1800" b="0" i="0" u="none" strike="noStrike" kern="0" cap="none" spc="0" normalizeH="0" baseline="0" noProof="0">
              <a:ln>
                <a:noFill/>
              </a:ln>
              <a:solidFill>
                <a:srgbClr val="000000"/>
              </a:solidFill>
              <a:effectLst/>
              <a:uLnTx/>
              <a:uFillTx/>
              <a:latin typeface="Ubuntu"/>
              <a:ea typeface="+mn-ea"/>
              <a:cs typeface="+mn-cs"/>
            </a:endParaRPr>
          </a:p>
        </p:txBody>
      </p:sp>
      <p:sp>
        <p:nvSpPr>
          <p:cNvPr id="65" name="Freeform 33">
            <a:extLst>
              <a:ext uri="{FF2B5EF4-FFF2-40B4-BE49-F238E27FC236}">
                <a16:creationId xmlns:a16="http://schemas.microsoft.com/office/drawing/2014/main" id="{4BB2CDA5-C2E9-1CC8-0F2D-F47793F286B4}"/>
              </a:ext>
            </a:extLst>
          </p:cNvPr>
          <p:cNvSpPr>
            <a:spLocks/>
          </p:cNvSpPr>
          <p:nvPr/>
        </p:nvSpPr>
        <p:spPr bwMode="auto">
          <a:xfrm rot="1072969">
            <a:off x="6425427" y="3975441"/>
            <a:ext cx="626539" cy="532463"/>
          </a:xfrm>
          <a:custGeom>
            <a:avLst/>
            <a:gdLst>
              <a:gd name="T0" fmla="*/ 205 w 236"/>
              <a:gd name="T1" fmla="*/ 200 h 200"/>
              <a:gd name="T2" fmla="*/ 224 w 236"/>
              <a:gd name="T3" fmla="*/ 190 h 200"/>
              <a:gd name="T4" fmla="*/ 236 w 236"/>
              <a:gd name="T5" fmla="*/ 182 h 200"/>
              <a:gd name="T6" fmla="*/ 21 w 236"/>
              <a:gd name="T7" fmla="*/ 0 h 200"/>
              <a:gd name="T8" fmla="*/ 0 w 236"/>
              <a:gd name="T9" fmla="*/ 29 h 200"/>
              <a:gd name="T10" fmla="*/ 205 w 236"/>
              <a:gd name="T11" fmla="*/ 200 h 200"/>
            </a:gdLst>
            <a:ahLst/>
            <a:cxnLst>
              <a:cxn ang="0">
                <a:pos x="T0" y="T1"/>
              </a:cxn>
              <a:cxn ang="0">
                <a:pos x="T2" y="T3"/>
              </a:cxn>
              <a:cxn ang="0">
                <a:pos x="T4" y="T5"/>
              </a:cxn>
              <a:cxn ang="0">
                <a:pos x="T6" y="T7"/>
              </a:cxn>
              <a:cxn ang="0">
                <a:pos x="T8" y="T9"/>
              </a:cxn>
              <a:cxn ang="0">
                <a:pos x="T10" y="T11"/>
              </a:cxn>
            </a:cxnLst>
            <a:rect l="0" t="0" r="r" b="b"/>
            <a:pathLst>
              <a:path w="236" h="200">
                <a:moveTo>
                  <a:pt x="205" y="200"/>
                </a:moveTo>
                <a:cubicBezTo>
                  <a:pt x="212" y="197"/>
                  <a:pt x="218" y="193"/>
                  <a:pt x="224" y="190"/>
                </a:cubicBezTo>
                <a:cubicBezTo>
                  <a:pt x="228" y="187"/>
                  <a:pt x="232" y="185"/>
                  <a:pt x="236" y="182"/>
                </a:cubicBezTo>
                <a:cubicBezTo>
                  <a:pt x="186" y="100"/>
                  <a:pt x="111" y="36"/>
                  <a:pt x="21" y="0"/>
                </a:cubicBezTo>
                <a:cubicBezTo>
                  <a:pt x="14" y="10"/>
                  <a:pt x="6" y="18"/>
                  <a:pt x="0" y="29"/>
                </a:cubicBezTo>
                <a:cubicBezTo>
                  <a:pt x="86" y="61"/>
                  <a:pt x="158" y="122"/>
                  <a:pt x="205" y="200"/>
                </a:cubicBezTo>
                <a:close/>
              </a:path>
            </a:pathLst>
          </a:custGeom>
          <a:solidFill>
            <a:srgbClr val="003857"/>
          </a:solidFill>
          <a:ln>
            <a:noFill/>
          </a:ln>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AU" sz="1800" b="0" i="0" u="none" strike="noStrike" kern="0" cap="none" spc="0" normalizeH="0" baseline="0" noProof="0">
              <a:ln>
                <a:noFill/>
              </a:ln>
              <a:solidFill>
                <a:srgbClr val="000000"/>
              </a:solidFill>
              <a:effectLst/>
              <a:uLnTx/>
              <a:uFillTx/>
              <a:latin typeface="Ubuntu"/>
              <a:ea typeface="+mn-ea"/>
              <a:cs typeface="+mn-cs"/>
            </a:endParaRPr>
          </a:p>
        </p:txBody>
      </p:sp>
      <p:sp>
        <p:nvSpPr>
          <p:cNvPr id="66" name="Freeform 34">
            <a:extLst>
              <a:ext uri="{FF2B5EF4-FFF2-40B4-BE49-F238E27FC236}">
                <a16:creationId xmlns:a16="http://schemas.microsoft.com/office/drawing/2014/main" id="{4F43A39E-5351-DE74-D6F0-FC32A82E4F59}"/>
              </a:ext>
            </a:extLst>
          </p:cNvPr>
          <p:cNvSpPr>
            <a:spLocks/>
          </p:cNvSpPr>
          <p:nvPr/>
        </p:nvSpPr>
        <p:spPr bwMode="auto">
          <a:xfrm rot="1072969">
            <a:off x="6780567" y="4571311"/>
            <a:ext cx="231424" cy="741309"/>
          </a:xfrm>
          <a:custGeom>
            <a:avLst/>
            <a:gdLst>
              <a:gd name="T0" fmla="*/ 48 w 87"/>
              <a:gd name="T1" fmla="*/ 277 h 279"/>
              <a:gd name="T2" fmla="*/ 72 w 87"/>
              <a:gd name="T3" fmla="*/ 277 h 279"/>
              <a:gd name="T4" fmla="*/ 83 w 87"/>
              <a:gd name="T5" fmla="*/ 279 h 279"/>
              <a:gd name="T6" fmla="*/ 87 w 87"/>
              <a:gd name="T7" fmla="*/ 217 h 279"/>
              <a:gd name="T8" fmla="*/ 30 w 87"/>
              <a:gd name="T9" fmla="*/ 0 h 279"/>
              <a:gd name="T10" fmla="*/ 11 w 87"/>
              <a:gd name="T11" fmla="*/ 12 h 279"/>
              <a:gd name="T12" fmla="*/ 0 w 87"/>
              <a:gd name="T13" fmla="*/ 17 h 279"/>
              <a:gd name="T14" fmla="*/ 52 w 87"/>
              <a:gd name="T15" fmla="*/ 217 h 279"/>
              <a:gd name="T16" fmla="*/ 48 w 87"/>
              <a:gd name="T17" fmla="*/ 277 h 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7" h="279">
                <a:moveTo>
                  <a:pt x="48" y="277"/>
                </a:moveTo>
                <a:cubicBezTo>
                  <a:pt x="56" y="277"/>
                  <a:pt x="64" y="276"/>
                  <a:pt x="72" y="277"/>
                </a:cubicBezTo>
                <a:cubicBezTo>
                  <a:pt x="76" y="278"/>
                  <a:pt x="79" y="278"/>
                  <a:pt x="83" y="279"/>
                </a:cubicBezTo>
                <a:cubicBezTo>
                  <a:pt x="86" y="259"/>
                  <a:pt x="87" y="238"/>
                  <a:pt x="87" y="217"/>
                </a:cubicBezTo>
                <a:cubicBezTo>
                  <a:pt x="87" y="138"/>
                  <a:pt x="67" y="64"/>
                  <a:pt x="30" y="0"/>
                </a:cubicBezTo>
                <a:cubicBezTo>
                  <a:pt x="24" y="4"/>
                  <a:pt x="18" y="9"/>
                  <a:pt x="11" y="12"/>
                </a:cubicBezTo>
                <a:cubicBezTo>
                  <a:pt x="8" y="14"/>
                  <a:pt x="4" y="16"/>
                  <a:pt x="0" y="17"/>
                </a:cubicBezTo>
                <a:cubicBezTo>
                  <a:pt x="33" y="76"/>
                  <a:pt x="52" y="144"/>
                  <a:pt x="52" y="217"/>
                </a:cubicBezTo>
                <a:cubicBezTo>
                  <a:pt x="52" y="237"/>
                  <a:pt x="51" y="258"/>
                  <a:pt x="48" y="277"/>
                </a:cubicBezTo>
                <a:close/>
              </a:path>
            </a:pathLst>
          </a:custGeom>
          <a:solidFill>
            <a:srgbClr val="0070AD"/>
          </a:solidFill>
          <a:ln>
            <a:noFill/>
          </a:ln>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AU" sz="1800" b="0" i="0" u="none" strike="noStrike" kern="0" cap="none" spc="0" normalizeH="0" baseline="0" noProof="0">
              <a:ln>
                <a:noFill/>
              </a:ln>
              <a:solidFill>
                <a:srgbClr val="000000"/>
              </a:solidFill>
              <a:effectLst/>
              <a:uLnTx/>
              <a:uFillTx/>
              <a:latin typeface="Ubuntu"/>
              <a:ea typeface="+mn-ea"/>
              <a:cs typeface="+mn-cs"/>
            </a:endParaRPr>
          </a:p>
        </p:txBody>
      </p:sp>
      <p:sp>
        <p:nvSpPr>
          <p:cNvPr id="67" name="Freeform 36">
            <a:extLst>
              <a:ext uri="{FF2B5EF4-FFF2-40B4-BE49-F238E27FC236}">
                <a16:creationId xmlns:a16="http://schemas.microsoft.com/office/drawing/2014/main" id="{2F566FC3-B8D3-64B7-E108-117EF7EA3D6D}"/>
              </a:ext>
            </a:extLst>
          </p:cNvPr>
          <p:cNvSpPr>
            <a:spLocks/>
          </p:cNvSpPr>
          <p:nvPr/>
        </p:nvSpPr>
        <p:spPr bwMode="auto">
          <a:xfrm rot="1072969">
            <a:off x="5769421" y="3692828"/>
            <a:ext cx="797753" cy="154283"/>
          </a:xfrm>
          <a:custGeom>
            <a:avLst/>
            <a:gdLst>
              <a:gd name="T0" fmla="*/ 6 w 300"/>
              <a:gd name="T1" fmla="*/ 38 h 58"/>
              <a:gd name="T2" fmla="*/ 16 w 300"/>
              <a:gd name="T3" fmla="*/ 58 h 58"/>
              <a:gd name="T4" fmla="*/ 149 w 300"/>
              <a:gd name="T5" fmla="*/ 35 h 58"/>
              <a:gd name="T6" fmla="*/ 279 w 300"/>
              <a:gd name="T7" fmla="*/ 57 h 58"/>
              <a:gd name="T8" fmla="*/ 300 w 300"/>
              <a:gd name="T9" fmla="*/ 27 h 58"/>
              <a:gd name="T10" fmla="*/ 149 w 300"/>
              <a:gd name="T11" fmla="*/ 0 h 58"/>
              <a:gd name="T12" fmla="*/ 0 w 300"/>
              <a:gd name="T13" fmla="*/ 26 h 58"/>
              <a:gd name="T14" fmla="*/ 6 w 300"/>
              <a:gd name="T15" fmla="*/ 38 h 5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00" h="58">
                <a:moveTo>
                  <a:pt x="6" y="38"/>
                </a:moveTo>
                <a:cubicBezTo>
                  <a:pt x="9" y="44"/>
                  <a:pt x="12" y="51"/>
                  <a:pt x="16" y="58"/>
                </a:cubicBezTo>
                <a:cubicBezTo>
                  <a:pt x="58" y="43"/>
                  <a:pt x="102" y="35"/>
                  <a:pt x="149" y="35"/>
                </a:cubicBezTo>
                <a:cubicBezTo>
                  <a:pt x="194" y="35"/>
                  <a:pt x="238" y="43"/>
                  <a:pt x="279" y="57"/>
                </a:cubicBezTo>
                <a:cubicBezTo>
                  <a:pt x="285" y="46"/>
                  <a:pt x="293" y="37"/>
                  <a:pt x="300" y="27"/>
                </a:cubicBezTo>
                <a:cubicBezTo>
                  <a:pt x="253" y="10"/>
                  <a:pt x="202" y="0"/>
                  <a:pt x="149" y="0"/>
                </a:cubicBezTo>
                <a:cubicBezTo>
                  <a:pt x="97" y="0"/>
                  <a:pt x="47" y="9"/>
                  <a:pt x="0" y="26"/>
                </a:cubicBezTo>
                <a:cubicBezTo>
                  <a:pt x="2" y="30"/>
                  <a:pt x="5" y="34"/>
                  <a:pt x="6" y="38"/>
                </a:cubicBezTo>
                <a:close/>
              </a:path>
            </a:pathLst>
          </a:custGeom>
          <a:solidFill>
            <a:srgbClr val="421F5D"/>
          </a:solidFill>
          <a:ln>
            <a:noFill/>
          </a:ln>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AU" sz="1800" b="0" i="0" u="none" strike="noStrike" kern="0" cap="none" spc="0" normalizeH="0" baseline="0" noProof="0">
              <a:ln>
                <a:noFill/>
              </a:ln>
              <a:solidFill>
                <a:srgbClr val="000000"/>
              </a:solidFill>
              <a:effectLst/>
              <a:uLnTx/>
              <a:uFillTx/>
              <a:latin typeface="Ubuntu"/>
              <a:ea typeface="+mn-ea"/>
              <a:cs typeface="+mn-cs"/>
            </a:endParaRPr>
          </a:p>
        </p:txBody>
      </p:sp>
      <p:sp>
        <p:nvSpPr>
          <p:cNvPr id="68" name="Freeform 37">
            <a:extLst>
              <a:ext uri="{FF2B5EF4-FFF2-40B4-BE49-F238E27FC236}">
                <a16:creationId xmlns:a16="http://schemas.microsoft.com/office/drawing/2014/main" id="{025F650F-BBAB-DD74-EE1B-167E3E4A2402}"/>
              </a:ext>
            </a:extLst>
          </p:cNvPr>
          <p:cNvSpPr>
            <a:spLocks/>
          </p:cNvSpPr>
          <p:nvPr/>
        </p:nvSpPr>
        <p:spPr bwMode="auto">
          <a:xfrm rot="1072969">
            <a:off x="5109757" y="3547495"/>
            <a:ext cx="619012" cy="523055"/>
          </a:xfrm>
          <a:custGeom>
            <a:avLst/>
            <a:gdLst>
              <a:gd name="T0" fmla="*/ 33 w 233"/>
              <a:gd name="T1" fmla="*/ 197 h 197"/>
              <a:gd name="T2" fmla="*/ 233 w 233"/>
              <a:gd name="T3" fmla="*/ 31 h 197"/>
              <a:gd name="T4" fmla="*/ 225 w 233"/>
              <a:gd name="T5" fmla="*/ 13 h 197"/>
              <a:gd name="T6" fmla="*/ 218 w 233"/>
              <a:gd name="T7" fmla="*/ 0 h 197"/>
              <a:gd name="T8" fmla="*/ 0 w 233"/>
              <a:gd name="T9" fmla="*/ 183 h 197"/>
              <a:gd name="T10" fmla="*/ 33 w 233"/>
              <a:gd name="T11" fmla="*/ 197 h 197"/>
            </a:gdLst>
            <a:ahLst/>
            <a:cxnLst>
              <a:cxn ang="0">
                <a:pos x="T0" y="T1"/>
              </a:cxn>
              <a:cxn ang="0">
                <a:pos x="T2" y="T3"/>
              </a:cxn>
              <a:cxn ang="0">
                <a:pos x="T4" y="T5"/>
              </a:cxn>
              <a:cxn ang="0">
                <a:pos x="T6" y="T7"/>
              </a:cxn>
              <a:cxn ang="0">
                <a:pos x="T8" y="T9"/>
              </a:cxn>
              <a:cxn ang="0">
                <a:pos x="T10" y="T11"/>
              </a:cxn>
            </a:cxnLst>
            <a:rect l="0" t="0" r="r" b="b"/>
            <a:pathLst>
              <a:path w="233" h="197">
                <a:moveTo>
                  <a:pt x="33" y="197"/>
                </a:moveTo>
                <a:cubicBezTo>
                  <a:pt x="80" y="122"/>
                  <a:pt x="150" y="63"/>
                  <a:pt x="233" y="31"/>
                </a:cubicBezTo>
                <a:cubicBezTo>
                  <a:pt x="230" y="26"/>
                  <a:pt x="228" y="19"/>
                  <a:pt x="225" y="13"/>
                </a:cubicBezTo>
                <a:cubicBezTo>
                  <a:pt x="223" y="9"/>
                  <a:pt x="220" y="4"/>
                  <a:pt x="218" y="0"/>
                </a:cubicBezTo>
                <a:cubicBezTo>
                  <a:pt x="127" y="35"/>
                  <a:pt x="50" y="101"/>
                  <a:pt x="0" y="183"/>
                </a:cubicBezTo>
                <a:cubicBezTo>
                  <a:pt x="11" y="187"/>
                  <a:pt x="24" y="190"/>
                  <a:pt x="33" y="197"/>
                </a:cubicBezTo>
                <a:close/>
              </a:path>
            </a:pathLst>
          </a:custGeom>
          <a:solidFill>
            <a:srgbClr val="003857"/>
          </a:solidFill>
          <a:ln>
            <a:noFill/>
          </a:ln>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AU" sz="1800" b="0" i="0" u="none" strike="noStrike" kern="0" cap="none" spc="0" normalizeH="0" baseline="0" noProof="0">
              <a:ln>
                <a:noFill/>
              </a:ln>
              <a:solidFill>
                <a:srgbClr val="000000"/>
              </a:solidFill>
              <a:effectLst/>
              <a:uLnTx/>
              <a:uFillTx/>
              <a:latin typeface="Ubuntu"/>
              <a:ea typeface="+mn-ea"/>
              <a:cs typeface="+mn-cs"/>
            </a:endParaRPr>
          </a:p>
        </p:txBody>
      </p:sp>
      <p:sp>
        <p:nvSpPr>
          <p:cNvPr id="69" name="Freeform 38">
            <a:extLst>
              <a:ext uri="{FF2B5EF4-FFF2-40B4-BE49-F238E27FC236}">
                <a16:creationId xmlns:a16="http://schemas.microsoft.com/office/drawing/2014/main" id="{1689C2AC-D1FB-3ADF-CE9E-6EFE43E76434}"/>
              </a:ext>
            </a:extLst>
          </p:cNvPr>
          <p:cNvSpPr>
            <a:spLocks noEditPoints="1"/>
          </p:cNvSpPr>
          <p:nvPr/>
        </p:nvSpPr>
        <p:spPr bwMode="auto">
          <a:xfrm rot="1072969">
            <a:off x="5694038" y="3584907"/>
            <a:ext cx="188149" cy="190031"/>
          </a:xfrm>
          <a:custGeom>
            <a:avLst/>
            <a:gdLst>
              <a:gd name="T0" fmla="*/ 65 w 71"/>
              <a:gd name="T1" fmla="*/ 25 h 71"/>
              <a:gd name="T2" fmla="*/ 47 w 71"/>
              <a:gd name="T3" fmla="*/ 65 h 71"/>
              <a:gd name="T4" fmla="*/ 47 w 71"/>
              <a:gd name="T5" fmla="*/ 65 h 71"/>
              <a:gd name="T6" fmla="*/ 6 w 71"/>
              <a:gd name="T7" fmla="*/ 46 h 71"/>
              <a:gd name="T8" fmla="*/ 6 w 71"/>
              <a:gd name="T9" fmla="*/ 46 h 71"/>
              <a:gd name="T10" fmla="*/ 25 w 71"/>
              <a:gd name="T11" fmla="*/ 6 h 71"/>
              <a:gd name="T12" fmla="*/ 25 w 71"/>
              <a:gd name="T13" fmla="*/ 6 h 71"/>
              <a:gd name="T14" fmla="*/ 65 w 71"/>
              <a:gd name="T15" fmla="*/ 25 h 71"/>
              <a:gd name="T16" fmla="*/ 57 w 71"/>
              <a:gd name="T17" fmla="*/ 28 h 71"/>
              <a:gd name="T18" fmla="*/ 28 w 71"/>
              <a:gd name="T19" fmla="*/ 15 h 71"/>
              <a:gd name="T20" fmla="*/ 28 w 71"/>
              <a:gd name="T21" fmla="*/ 15 h 71"/>
              <a:gd name="T22" fmla="*/ 15 w 71"/>
              <a:gd name="T23" fmla="*/ 43 h 71"/>
              <a:gd name="T24" fmla="*/ 15 w 71"/>
              <a:gd name="T25" fmla="*/ 43 h 71"/>
              <a:gd name="T26" fmla="*/ 43 w 71"/>
              <a:gd name="T27" fmla="*/ 56 h 71"/>
              <a:gd name="T28" fmla="*/ 43 w 71"/>
              <a:gd name="T29" fmla="*/ 56 h 71"/>
              <a:gd name="T30" fmla="*/ 57 w 71"/>
              <a:gd name="T31" fmla="*/ 28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71" h="71">
                <a:moveTo>
                  <a:pt x="65" y="25"/>
                </a:moveTo>
                <a:cubicBezTo>
                  <a:pt x="71" y="41"/>
                  <a:pt x="63" y="59"/>
                  <a:pt x="47" y="65"/>
                </a:cubicBezTo>
                <a:cubicBezTo>
                  <a:pt x="47" y="65"/>
                  <a:pt x="47" y="65"/>
                  <a:pt x="47" y="65"/>
                </a:cubicBezTo>
                <a:cubicBezTo>
                  <a:pt x="30" y="71"/>
                  <a:pt x="12" y="63"/>
                  <a:pt x="6" y="46"/>
                </a:cubicBezTo>
                <a:cubicBezTo>
                  <a:pt x="6" y="46"/>
                  <a:pt x="6" y="46"/>
                  <a:pt x="6" y="46"/>
                </a:cubicBezTo>
                <a:cubicBezTo>
                  <a:pt x="0" y="30"/>
                  <a:pt x="8" y="12"/>
                  <a:pt x="25" y="6"/>
                </a:cubicBezTo>
                <a:cubicBezTo>
                  <a:pt x="25" y="6"/>
                  <a:pt x="25" y="6"/>
                  <a:pt x="25" y="6"/>
                </a:cubicBezTo>
                <a:cubicBezTo>
                  <a:pt x="41" y="0"/>
                  <a:pt x="59" y="8"/>
                  <a:pt x="65" y="25"/>
                </a:cubicBezTo>
                <a:close/>
                <a:moveTo>
                  <a:pt x="57" y="28"/>
                </a:moveTo>
                <a:cubicBezTo>
                  <a:pt x="52" y="16"/>
                  <a:pt x="40" y="11"/>
                  <a:pt x="28" y="15"/>
                </a:cubicBezTo>
                <a:cubicBezTo>
                  <a:pt x="28" y="15"/>
                  <a:pt x="28" y="15"/>
                  <a:pt x="28" y="15"/>
                </a:cubicBezTo>
                <a:cubicBezTo>
                  <a:pt x="17" y="19"/>
                  <a:pt x="11" y="32"/>
                  <a:pt x="15" y="43"/>
                </a:cubicBezTo>
                <a:cubicBezTo>
                  <a:pt x="15" y="43"/>
                  <a:pt x="15" y="43"/>
                  <a:pt x="15" y="43"/>
                </a:cubicBezTo>
                <a:cubicBezTo>
                  <a:pt x="19" y="55"/>
                  <a:pt x="32" y="61"/>
                  <a:pt x="43" y="56"/>
                </a:cubicBezTo>
                <a:cubicBezTo>
                  <a:pt x="43" y="56"/>
                  <a:pt x="43" y="56"/>
                  <a:pt x="43" y="56"/>
                </a:cubicBezTo>
                <a:cubicBezTo>
                  <a:pt x="55" y="52"/>
                  <a:pt x="61" y="39"/>
                  <a:pt x="57" y="28"/>
                </a:cubicBezTo>
                <a:close/>
              </a:path>
            </a:pathLst>
          </a:custGeom>
          <a:solidFill>
            <a:srgbClr val="860864"/>
          </a:solidFill>
          <a:ln>
            <a:noFill/>
          </a:ln>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AU" sz="1800" b="0" i="0" u="none" strike="noStrike" kern="0" cap="none" spc="0" normalizeH="0" baseline="0" noProof="0">
              <a:ln>
                <a:noFill/>
              </a:ln>
              <a:solidFill>
                <a:srgbClr val="000000"/>
              </a:solidFill>
              <a:effectLst/>
              <a:uLnTx/>
              <a:uFillTx/>
              <a:latin typeface="Ubuntu"/>
              <a:ea typeface="+mn-ea"/>
              <a:cs typeface="+mn-cs"/>
            </a:endParaRPr>
          </a:p>
        </p:txBody>
      </p:sp>
      <p:sp>
        <p:nvSpPr>
          <p:cNvPr id="70" name="Freeform 39">
            <a:extLst>
              <a:ext uri="{FF2B5EF4-FFF2-40B4-BE49-F238E27FC236}">
                <a16:creationId xmlns:a16="http://schemas.microsoft.com/office/drawing/2014/main" id="{C97EEFB8-6190-DCFD-E7FE-495963359380}"/>
              </a:ext>
            </a:extLst>
          </p:cNvPr>
          <p:cNvSpPr>
            <a:spLocks/>
          </p:cNvSpPr>
          <p:nvPr/>
        </p:nvSpPr>
        <p:spPr bwMode="auto">
          <a:xfrm rot="1072969">
            <a:off x="5721925" y="3615254"/>
            <a:ext cx="133587" cy="131705"/>
          </a:xfrm>
          <a:custGeom>
            <a:avLst/>
            <a:gdLst>
              <a:gd name="T0" fmla="*/ 46 w 50"/>
              <a:gd name="T1" fmla="*/ 17 h 50"/>
              <a:gd name="T2" fmla="*/ 17 w 50"/>
              <a:gd name="T3" fmla="*/ 4 h 50"/>
              <a:gd name="T4" fmla="*/ 17 w 50"/>
              <a:gd name="T5" fmla="*/ 4 h 50"/>
              <a:gd name="T6" fmla="*/ 4 w 50"/>
              <a:gd name="T7" fmla="*/ 32 h 50"/>
              <a:gd name="T8" fmla="*/ 4 w 50"/>
              <a:gd name="T9" fmla="*/ 32 h 50"/>
              <a:gd name="T10" fmla="*/ 32 w 50"/>
              <a:gd name="T11" fmla="*/ 45 h 50"/>
              <a:gd name="T12" fmla="*/ 32 w 50"/>
              <a:gd name="T13" fmla="*/ 45 h 50"/>
              <a:gd name="T14" fmla="*/ 46 w 50"/>
              <a:gd name="T15" fmla="*/ 17 h 5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0" h="50">
                <a:moveTo>
                  <a:pt x="46" y="17"/>
                </a:moveTo>
                <a:cubicBezTo>
                  <a:pt x="41" y="5"/>
                  <a:pt x="29" y="0"/>
                  <a:pt x="17" y="4"/>
                </a:cubicBezTo>
                <a:cubicBezTo>
                  <a:pt x="17" y="4"/>
                  <a:pt x="17" y="4"/>
                  <a:pt x="17" y="4"/>
                </a:cubicBezTo>
                <a:cubicBezTo>
                  <a:pt x="6" y="8"/>
                  <a:pt x="0" y="21"/>
                  <a:pt x="4" y="32"/>
                </a:cubicBezTo>
                <a:cubicBezTo>
                  <a:pt x="4" y="32"/>
                  <a:pt x="4" y="32"/>
                  <a:pt x="4" y="32"/>
                </a:cubicBezTo>
                <a:cubicBezTo>
                  <a:pt x="8" y="44"/>
                  <a:pt x="21" y="50"/>
                  <a:pt x="32" y="45"/>
                </a:cubicBezTo>
                <a:cubicBezTo>
                  <a:pt x="32" y="45"/>
                  <a:pt x="32" y="45"/>
                  <a:pt x="32" y="45"/>
                </a:cubicBezTo>
                <a:cubicBezTo>
                  <a:pt x="44" y="41"/>
                  <a:pt x="50" y="28"/>
                  <a:pt x="46" y="17"/>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AU" sz="1800" b="0" i="0" u="none" strike="noStrike" kern="0" cap="none" spc="0" normalizeH="0" baseline="0" noProof="0">
              <a:ln>
                <a:noFill/>
              </a:ln>
              <a:solidFill>
                <a:srgbClr val="000000"/>
              </a:solidFill>
              <a:effectLst/>
              <a:uLnTx/>
              <a:uFillTx/>
              <a:latin typeface="Ubuntu"/>
              <a:ea typeface="+mn-ea"/>
              <a:cs typeface="+mn-cs"/>
            </a:endParaRPr>
          </a:p>
        </p:txBody>
      </p:sp>
      <p:sp>
        <p:nvSpPr>
          <p:cNvPr id="71" name="Freeform 42">
            <a:extLst>
              <a:ext uri="{FF2B5EF4-FFF2-40B4-BE49-F238E27FC236}">
                <a16:creationId xmlns:a16="http://schemas.microsoft.com/office/drawing/2014/main" id="{1D406BE9-0106-AFC2-E7DD-8200E4B5AA65}"/>
              </a:ext>
            </a:extLst>
          </p:cNvPr>
          <p:cNvSpPr>
            <a:spLocks noEditPoints="1"/>
          </p:cNvSpPr>
          <p:nvPr/>
        </p:nvSpPr>
        <p:spPr bwMode="auto">
          <a:xfrm rot="1072969">
            <a:off x="4977625" y="3874659"/>
            <a:ext cx="193795" cy="191912"/>
          </a:xfrm>
          <a:custGeom>
            <a:avLst/>
            <a:gdLst>
              <a:gd name="T0" fmla="*/ 52 w 73"/>
              <a:gd name="T1" fmla="*/ 9 h 72"/>
              <a:gd name="T2" fmla="*/ 64 w 73"/>
              <a:gd name="T3" fmla="*/ 52 h 72"/>
              <a:gd name="T4" fmla="*/ 64 w 73"/>
              <a:gd name="T5" fmla="*/ 52 h 72"/>
              <a:gd name="T6" fmla="*/ 21 w 73"/>
              <a:gd name="T7" fmla="*/ 63 h 72"/>
              <a:gd name="T8" fmla="*/ 21 w 73"/>
              <a:gd name="T9" fmla="*/ 63 h 72"/>
              <a:gd name="T10" fmla="*/ 9 w 73"/>
              <a:gd name="T11" fmla="*/ 20 h 72"/>
              <a:gd name="T12" fmla="*/ 9 w 73"/>
              <a:gd name="T13" fmla="*/ 20 h 72"/>
              <a:gd name="T14" fmla="*/ 52 w 73"/>
              <a:gd name="T15" fmla="*/ 9 h 72"/>
              <a:gd name="T16" fmla="*/ 48 w 73"/>
              <a:gd name="T17" fmla="*/ 17 h 72"/>
              <a:gd name="T18" fmla="*/ 17 w 73"/>
              <a:gd name="T19" fmla="*/ 25 h 72"/>
              <a:gd name="T20" fmla="*/ 17 w 73"/>
              <a:gd name="T21" fmla="*/ 25 h 72"/>
              <a:gd name="T22" fmla="*/ 25 w 73"/>
              <a:gd name="T23" fmla="*/ 55 h 72"/>
              <a:gd name="T24" fmla="*/ 25 w 73"/>
              <a:gd name="T25" fmla="*/ 55 h 72"/>
              <a:gd name="T26" fmla="*/ 56 w 73"/>
              <a:gd name="T27" fmla="*/ 47 h 72"/>
              <a:gd name="T28" fmla="*/ 56 w 73"/>
              <a:gd name="T29" fmla="*/ 47 h 72"/>
              <a:gd name="T30" fmla="*/ 48 w 73"/>
              <a:gd name="T31" fmla="*/ 17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73" h="72">
                <a:moveTo>
                  <a:pt x="52" y="9"/>
                </a:moveTo>
                <a:cubicBezTo>
                  <a:pt x="67" y="17"/>
                  <a:pt x="73" y="37"/>
                  <a:pt x="64" y="52"/>
                </a:cubicBezTo>
                <a:cubicBezTo>
                  <a:pt x="64" y="52"/>
                  <a:pt x="64" y="52"/>
                  <a:pt x="64" y="52"/>
                </a:cubicBezTo>
                <a:cubicBezTo>
                  <a:pt x="55" y="67"/>
                  <a:pt x="36" y="72"/>
                  <a:pt x="21" y="63"/>
                </a:cubicBezTo>
                <a:cubicBezTo>
                  <a:pt x="21" y="63"/>
                  <a:pt x="21" y="63"/>
                  <a:pt x="21" y="63"/>
                </a:cubicBezTo>
                <a:cubicBezTo>
                  <a:pt x="5" y="55"/>
                  <a:pt x="0" y="35"/>
                  <a:pt x="9" y="20"/>
                </a:cubicBezTo>
                <a:cubicBezTo>
                  <a:pt x="9" y="20"/>
                  <a:pt x="9" y="20"/>
                  <a:pt x="9" y="20"/>
                </a:cubicBezTo>
                <a:cubicBezTo>
                  <a:pt x="18" y="5"/>
                  <a:pt x="37" y="0"/>
                  <a:pt x="52" y="9"/>
                </a:cubicBezTo>
                <a:close/>
                <a:moveTo>
                  <a:pt x="48" y="17"/>
                </a:moveTo>
                <a:cubicBezTo>
                  <a:pt x="37" y="11"/>
                  <a:pt x="23" y="14"/>
                  <a:pt x="17" y="25"/>
                </a:cubicBezTo>
                <a:cubicBezTo>
                  <a:pt x="17" y="25"/>
                  <a:pt x="17" y="25"/>
                  <a:pt x="17" y="25"/>
                </a:cubicBezTo>
                <a:cubicBezTo>
                  <a:pt x="11" y="35"/>
                  <a:pt x="15" y="49"/>
                  <a:pt x="25" y="55"/>
                </a:cubicBezTo>
                <a:cubicBezTo>
                  <a:pt x="25" y="55"/>
                  <a:pt x="25" y="55"/>
                  <a:pt x="25" y="55"/>
                </a:cubicBezTo>
                <a:cubicBezTo>
                  <a:pt x="36" y="61"/>
                  <a:pt x="50" y="58"/>
                  <a:pt x="56" y="47"/>
                </a:cubicBezTo>
                <a:cubicBezTo>
                  <a:pt x="56" y="47"/>
                  <a:pt x="56" y="47"/>
                  <a:pt x="56" y="47"/>
                </a:cubicBezTo>
                <a:cubicBezTo>
                  <a:pt x="62" y="36"/>
                  <a:pt x="58" y="23"/>
                  <a:pt x="48" y="17"/>
                </a:cubicBezTo>
                <a:close/>
              </a:path>
            </a:pathLst>
          </a:custGeom>
          <a:solidFill>
            <a:srgbClr val="0070AD"/>
          </a:solidFill>
          <a:ln>
            <a:noFill/>
          </a:ln>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AU" sz="1800" b="0" i="0" u="none" strike="noStrike" kern="0" cap="none" spc="0" normalizeH="0" baseline="0" noProof="0">
              <a:ln>
                <a:noFill/>
              </a:ln>
              <a:solidFill>
                <a:srgbClr val="000000"/>
              </a:solidFill>
              <a:effectLst/>
              <a:uLnTx/>
              <a:uFillTx/>
              <a:latin typeface="Ubuntu"/>
              <a:ea typeface="+mn-ea"/>
              <a:cs typeface="+mn-cs"/>
            </a:endParaRPr>
          </a:p>
        </p:txBody>
      </p:sp>
      <p:sp>
        <p:nvSpPr>
          <p:cNvPr id="72" name="Freeform 43">
            <a:extLst>
              <a:ext uri="{FF2B5EF4-FFF2-40B4-BE49-F238E27FC236}">
                <a16:creationId xmlns:a16="http://schemas.microsoft.com/office/drawing/2014/main" id="{671707FF-C539-59E0-8A83-61EF603A8170}"/>
              </a:ext>
            </a:extLst>
          </p:cNvPr>
          <p:cNvSpPr>
            <a:spLocks/>
          </p:cNvSpPr>
          <p:nvPr/>
        </p:nvSpPr>
        <p:spPr bwMode="auto">
          <a:xfrm rot="1072969">
            <a:off x="5007973" y="3903217"/>
            <a:ext cx="135467" cy="133587"/>
          </a:xfrm>
          <a:custGeom>
            <a:avLst/>
            <a:gdLst>
              <a:gd name="T0" fmla="*/ 37 w 51"/>
              <a:gd name="T1" fmla="*/ 6 h 50"/>
              <a:gd name="T2" fmla="*/ 6 w 51"/>
              <a:gd name="T3" fmla="*/ 14 h 50"/>
              <a:gd name="T4" fmla="*/ 6 w 51"/>
              <a:gd name="T5" fmla="*/ 14 h 50"/>
              <a:gd name="T6" fmla="*/ 14 w 51"/>
              <a:gd name="T7" fmla="*/ 44 h 50"/>
              <a:gd name="T8" fmla="*/ 14 w 51"/>
              <a:gd name="T9" fmla="*/ 44 h 50"/>
              <a:gd name="T10" fmla="*/ 45 w 51"/>
              <a:gd name="T11" fmla="*/ 36 h 50"/>
              <a:gd name="T12" fmla="*/ 45 w 51"/>
              <a:gd name="T13" fmla="*/ 36 h 50"/>
              <a:gd name="T14" fmla="*/ 37 w 51"/>
              <a:gd name="T15" fmla="*/ 6 h 5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1" h="50">
                <a:moveTo>
                  <a:pt x="37" y="6"/>
                </a:moveTo>
                <a:cubicBezTo>
                  <a:pt x="26" y="0"/>
                  <a:pt x="12" y="3"/>
                  <a:pt x="6" y="14"/>
                </a:cubicBezTo>
                <a:cubicBezTo>
                  <a:pt x="6" y="14"/>
                  <a:pt x="6" y="14"/>
                  <a:pt x="6" y="14"/>
                </a:cubicBezTo>
                <a:cubicBezTo>
                  <a:pt x="0" y="24"/>
                  <a:pt x="4" y="38"/>
                  <a:pt x="14" y="44"/>
                </a:cubicBezTo>
                <a:cubicBezTo>
                  <a:pt x="14" y="44"/>
                  <a:pt x="14" y="44"/>
                  <a:pt x="14" y="44"/>
                </a:cubicBezTo>
                <a:cubicBezTo>
                  <a:pt x="25" y="50"/>
                  <a:pt x="39" y="47"/>
                  <a:pt x="45" y="36"/>
                </a:cubicBezTo>
                <a:cubicBezTo>
                  <a:pt x="45" y="36"/>
                  <a:pt x="45" y="36"/>
                  <a:pt x="45" y="36"/>
                </a:cubicBezTo>
                <a:cubicBezTo>
                  <a:pt x="51" y="25"/>
                  <a:pt x="47" y="12"/>
                  <a:pt x="37" y="6"/>
                </a:cubicBezTo>
                <a:close/>
              </a:path>
            </a:pathLst>
          </a:custGeom>
          <a:solidFill>
            <a:sysClr val="window" lastClr="FFFFFF"/>
          </a:solidFill>
          <a:ln>
            <a:noFill/>
          </a:ln>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AU" sz="1800" b="0" i="0" u="none" strike="noStrike" kern="0" cap="none" spc="0" normalizeH="0" baseline="0" noProof="0">
              <a:ln>
                <a:noFill/>
              </a:ln>
              <a:solidFill>
                <a:srgbClr val="000000"/>
              </a:solidFill>
              <a:effectLst/>
              <a:uLnTx/>
              <a:uFillTx/>
              <a:latin typeface="Ubuntu"/>
              <a:ea typeface="+mn-ea"/>
              <a:cs typeface="+mn-cs"/>
            </a:endParaRPr>
          </a:p>
        </p:txBody>
      </p:sp>
      <p:sp>
        <p:nvSpPr>
          <p:cNvPr id="73" name="Freeform 44">
            <a:extLst>
              <a:ext uri="{FF2B5EF4-FFF2-40B4-BE49-F238E27FC236}">
                <a16:creationId xmlns:a16="http://schemas.microsoft.com/office/drawing/2014/main" id="{72AF9F67-BAF0-F515-F79D-B709A33BDAF2}"/>
              </a:ext>
            </a:extLst>
          </p:cNvPr>
          <p:cNvSpPr>
            <a:spLocks noEditPoints="1"/>
          </p:cNvSpPr>
          <p:nvPr/>
        </p:nvSpPr>
        <p:spPr bwMode="auto">
          <a:xfrm rot="1072969">
            <a:off x="6734701" y="5240229"/>
            <a:ext cx="182507" cy="182505"/>
          </a:xfrm>
          <a:custGeom>
            <a:avLst/>
            <a:gdLst>
              <a:gd name="T0" fmla="*/ 40 w 69"/>
              <a:gd name="T1" fmla="*/ 3 h 69"/>
              <a:gd name="T2" fmla="*/ 66 w 69"/>
              <a:gd name="T3" fmla="*/ 40 h 69"/>
              <a:gd name="T4" fmla="*/ 66 w 69"/>
              <a:gd name="T5" fmla="*/ 40 h 69"/>
              <a:gd name="T6" fmla="*/ 29 w 69"/>
              <a:gd name="T7" fmla="*/ 66 h 69"/>
              <a:gd name="T8" fmla="*/ 29 w 69"/>
              <a:gd name="T9" fmla="*/ 66 h 69"/>
              <a:gd name="T10" fmla="*/ 3 w 69"/>
              <a:gd name="T11" fmla="*/ 29 h 69"/>
              <a:gd name="T12" fmla="*/ 3 w 69"/>
              <a:gd name="T13" fmla="*/ 29 h 69"/>
              <a:gd name="T14" fmla="*/ 40 w 69"/>
              <a:gd name="T15" fmla="*/ 3 h 69"/>
              <a:gd name="T16" fmla="*/ 38 w 69"/>
              <a:gd name="T17" fmla="*/ 13 h 69"/>
              <a:gd name="T18" fmla="*/ 12 w 69"/>
              <a:gd name="T19" fmla="*/ 31 h 69"/>
              <a:gd name="T20" fmla="*/ 12 w 69"/>
              <a:gd name="T21" fmla="*/ 31 h 69"/>
              <a:gd name="T22" fmla="*/ 30 w 69"/>
              <a:gd name="T23" fmla="*/ 56 h 69"/>
              <a:gd name="T24" fmla="*/ 30 w 69"/>
              <a:gd name="T25" fmla="*/ 56 h 69"/>
              <a:gd name="T26" fmla="*/ 56 w 69"/>
              <a:gd name="T27" fmla="*/ 38 h 69"/>
              <a:gd name="T28" fmla="*/ 56 w 69"/>
              <a:gd name="T29" fmla="*/ 38 h 69"/>
              <a:gd name="T30" fmla="*/ 38 w 69"/>
              <a:gd name="T31" fmla="*/ 13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9" h="69">
                <a:moveTo>
                  <a:pt x="40" y="3"/>
                </a:moveTo>
                <a:cubicBezTo>
                  <a:pt x="57" y="6"/>
                  <a:pt x="69" y="23"/>
                  <a:pt x="66" y="40"/>
                </a:cubicBezTo>
                <a:cubicBezTo>
                  <a:pt x="66" y="40"/>
                  <a:pt x="66" y="40"/>
                  <a:pt x="66" y="40"/>
                </a:cubicBezTo>
                <a:cubicBezTo>
                  <a:pt x="62" y="57"/>
                  <a:pt x="46" y="69"/>
                  <a:pt x="29" y="66"/>
                </a:cubicBezTo>
                <a:cubicBezTo>
                  <a:pt x="29" y="66"/>
                  <a:pt x="29" y="66"/>
                  <a:pt x="29" y="66"/>
                </a:cubicBezTo>
                <a:cubicBezTo>
                  <a:pt x="12" y="63"/>
                  <a:pt x="0" y="46"/>
                  <a:pt x="3" y="29"/>
                </a:cubicBezTo>
                <a:cubicBezTo>
                  <a:pt x="3" y="29"/>
                  <a:pt x="3" y="29"/>
                  <a:pt x="3" y="29"/>
                </a:cubicBezTo>
                <a:cubicBezTo>
                  <a:pt x="6" y="12"/>
                  <a:pt x="23" y="0"/>
                  <a:pt x="40" y="3"/>
                </a:cubicBezTo>
                <a:close/>
                <a:moveTo>
                  <a:pt x="38" y="13"/>
                </a:moveTo>
                <a:cubicBezTo>
                  <a:pt x="26" y="11"/>
                  <a:pt x="15" y="19"/>
                  <a:pt x="12" y="31"/>
                </a:cubicBezTo>
                <a:cubicBezTo>
                  <a:pt x="12" y="31"/>
                  <a:pt x="12" y="31"/>
                  <a:pt x="12" y="31"/>
                </a:cubicBezTo>
                <a:cubicBezTo>
                  <a:pt x="10" y="43"/>
                  <a:pt x="18" y="54"/>
                  <a:pt x="30" y="56"/>
                </a:cubicBezTo>
                <a:cubicBezTo>
                  <a:pt x="30" y="56"/>
                  <a:pt x="30" y="56"/>
                  <a:pt x="30" y="56"/>
                </a:cubicBezTo>
                <a:cubicBezTo>
                  <a:pt x="43" y="59"/>
                  <a:pt x="54" y="51"/>
                  <a:pt x="56" y="38"/>
                </a:cubicBezTo>
                <a:cubicBezTo>
                  <a:pt x="56" y="38"/>
                  <a:pt x="56" y="38"/>
                  <a:pt x="56" y="38"/>
                </a:cubicBezTo>
                <a:cubicBezTo>
                  <a:pt x="58" y="26"/>
                  <a:pt x="50" y="15"/>
                  <a:pt x="38" y="13"/>
                </a:cubicBezTo>
                <a:close/>
              </a:path>
            </a:pathLst>
          </a:custGeom>
          <a:solidFill>
            <a:srgbClr val="860864"/>
          </a:solidFill>
          <a:ln>
            <a:noFill/>
          </a:ln>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AU" sz="1800" b="0" i="0" u="none" strike="noStrike" kern="0" cap="none" spc="0" normalizeH="0" baseline="0" noProof="0">
              <a:ln>
                <a:noFill/>
              </a:ln>
              <a:solidFill>
                <a:srgbClr val="000000"/>
              </a:solidFill>
              <a:effectLst/>
              <a:uLnTx/>
              <a:uFillTx/>
              <a:latin typeface="Ubuntu"/>
              <a:ea typeface="+mn-ea"/>
              <a:cs typeface="+mn-cs"/>
            </a:endParaRPr>
          </a:p>
        </p:txBody>
      </p:sp>
      <p:sp>
        <p:nvSpPr>
          <p:cNvPr id="74" name="Freeform 45">
            <a:extLst>
              <a:ext uri="{FF2B5EF4-FFF2-40B4-BE49-F238E27FC236}">
                <a16:creationId xmlns:a16="http://schemas.microsoft.com/office/drawing/2014/main" id="{E3D61B2D-4AFC-896A-D4E6-FB8506096E9E}"/>
              </a:ext>
            </a:extLst>
          </p:cNvPr>
          <p:cNvSpPr>
            <a:spLocks/>
          </p:cNvSpPr>
          <p:nvPr/>
        </p:nvSpPr>
        <p:spPr bwMode="auto">
          <a:xfrm rot="1072969">
            <a:off x="6760511" y="5269952"/>
            <a:ext cx="127943" cy="126061"/>
          </a:xfrm>
          <a:custGeom>
            <a:avLst/>
            <a:gdLst>
              <a:gd name="T0" fmla="*/ 28 w 48"/>
              <a:gd name="T1" fmla="*/ 2 h 48"/>
              <a:gd name="T2" fmla="*/ 2 w 48"/>
              <a:gd name="T3" fmla="*/ 20 h 48"/>
              <a:gd name="T4" fmla="*/ 2 w 48"/>
              <a:gd name="T5" fmla="*/ 20 h 48"/>
              <a:gd name="T6" fmla="*/ 20 w 48"/>
              <a:gd name="T7" fmla="*/ 45 h 48"/>
              <a:gd name="T8" fmla="*/ 20 w 48"/>
              <a:gd name="T9" fmla="*/ 45 h 48"/>
              <a:gd name="T10" fmla="*/ 46 w 48"/>
              <a:gd name="T11" fmla="*/ 27 h 48"/>
              <a:gd name="T12" fmla="*/ 46 w 48"/>
              <a:gd name="T13" fmla="*/ 27 h 48"/>
              <a:gd name="T14" fmla="*/ 28 w 48"/>
              <a:gd name="T15" fmla="*/ 2 h 4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8" h="48">
                <a:moveTo>
                  <a:pt x="28" y="2"/>
                </a:moveTo>
                <a:cubicBezTo>
                  <a:pt x="16" y="0"/>
                  <a:pt x="5" y="8"/>
                  <a:pt x="2" y="20"/>
                </a:cubicBezTo>
                <a:cubicBezTo>
                  <a:pt x="2" y="20"/>
                  <a:pt x="2" y="20"/>
                  <a:pt x="2" y="20"/>
                </a:cubicBezTo>
                <a:cubicBezTo>
                  <a:pt x="0" y="32"/>
                  <a:pt x="8" y="43"/>
                  <a:pt x="20" y="45"/>
                </a:cubicBezTo>
                <a:cubicBezTo>
                  <a:pt x="20" y="45"/>
                  <a:pt x="20" y="45"/>
                  <a:pt x="20" y="45"/>
                </a:cubicBezTo>
                <a:cubicBezTo>
                  <a:pt x="33" y="48"/>
                  <a:pt x="44" y="40"/>
                  <a:pt x="46" y="27"/>
                </a:cubicBezTo>
                <a:cubicBezTo>
                  <a:pt x="46" y="27"/>
                  <a:pt x="46" y="27"/>
                  <a:pt x="46" y="27"/>
                </a:cubicBezTo>
                <a:cubicBezTo>
                  <a:pt x="48" y="15"/>
                  <a:pt x="40" y="4"/>
                  <a:pt x="28" y="2"/>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AU" sz="1800" b="0" i="0" u="none" strike="noStrike" kern="0" cap="none" spc="0" normalizeH="0" baseline="0" noProof="0">
              <a:ln>
                <a:noFill/>
              </a:ln>
              <a:solidFill>
                <a:srgbClr val="000000"/>
              </a:solidFill>
              <a:effectLst/>
              <a:uLnTx/>
              <a:uFillTx/>
              <a:latin typeface="Ubuntu"/>
              <a:ea typeface="+mn-ea"/>
              <a:cs typeface="+mn-cs"/>
            </a:endParaRPr>
          </a:p>
        </p:txBody>
      </p:sp>
      <p:sp>
        <p:nvSpPr>
          <p:cNvPr id="75" name="Freeform 46">
            <a:extLst>
              <a:ext uri="{FF2B5EF4-FFF2-40B4-BE49-F238E27FC236}">
                <a16:creationId xmlns:a16="http://schemas.microsoft.com/office/drawing/2014/main" id="{6A428B16-3A95-F8C5-0FC1-05B0ED80A1BC}"/>
              </a:ext>
            </a:extLst>
          </p:cNvPr>
          <p:cNvSpPr>
            <a:spLocks noEditPoints="1"/>
          </p:cNvSpPr>
          <p:nvPr/>
        </p:nvSpPr>
        <p:spPr bwMode="auto">
          <a:xfrm rot="1072969">
            <a:off x="4623639" y="4558769"/>
            <a:ext cx="180623" cy="182505"/>
          </a:xfrm>
          <a:custGeom>
            <a:avLst/>
            <a:gdLst>
              <a:gd name="T0" fmla="*/ 29 w 68"/>
              <a:gd name="T1" fmla="*/ 3 h 69"/>
              <a:gd name="T2" fmla="*/ 65 w 68"/>
              <a:gd name="T3" fmla="*/ 29 h 69"/>
              <a:gd name="T4" fmla="*/ 65 w 68"/>
              <a:gd name="T5" fmla="*/ 29 h 69"/>
              <a:gd name="T6" fmla="*/ 40 w 68"/>
              <a:gd name="T7" fmla="*/ 66 h 69"/>
              <a:gd name="T8" fmla="*/ 40 w 68"/>
              <a:gd name="T9" fmla="*/ 66 h 69"/>
              <a:gd name="T10" fmla="*/ 3 w 68"/>
              <a:gd name="T11" fmla="*/ 40 h 69"/>
              <a:gd name="T12" fmla="*/ 3 w 68"/>
              <a:gd name="T13" fmla="*/ 40 h 69"/>
              <a:gd name="T14" fmla="*/ 29 w 68"/>
              <a:gd name="T15" fmla="*/ 3 h 69"/>
              <a:gd name="T16" fmla="*/ 30 w 68"/>
              <a:gd name="T17" fmla="*/ 13 h 69"/>
              <a:gd name="T18" fmla="*/ 12 w 68"/>
              <a:gd name="T19" fmla="*/ 38 h 69"/>
              <a:gd name="T20" fmla="*/ 12 w 68"/>
              <a:gd name="T21" fmla="*/ 38 h 69"/>
              <a:gd name="T22" fmla="*/ 38 w 68"/>
              <a:gd name="T23" fmla="*/ 56 h 69"/>
              <a:gd name="T24" fmla="*/ 38 w 68"/>
              <a:gd name="T25" fmla="*/ 56 h 69"/>
              <a:gd name="T26" fmla="*/ 56 w 68"/>
              <a:gd name="T27" fmla="*/ 31 h 69"/>
              <a:gd name="T28" fmla="*/ 56 w 68"/>
              <a:gd name="T29" fmla="*/ 31 h 69"/>
              <a:gd name="T30" fmla="*/ 30 w 68"/>
              <a:gd name="T31" fmla="*/ 13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8" h="69">
                <a:moveTo>
                  <a:pt x="29" y="3"/>
                </a:moveTo>
                <a:cubicBezTo>
                  <a:pt x="46" y="0"/>
                  <a:pt x="62" y="12"/>
                  <a:pt x="65" y="29"/>
                </a:cubicBezTo>
                <a:cubicBezTo>
                  <a:pt x="65" y="29"/>
                  <a:pt x="65" y="29"/>
                  <a:pt x="65" y="29"/>
                </a:cubicBezTo>
                <a:cubicBezTo>
                  <a:pt x="68" y="46"/>
                  <a:pt x="57" y="63"/>
                  <a:pt x="40" y="66"/>
                </a:cubicBezTo>
                <a:cubicBezTo>
                  <a:pt x="40" y="66"/>
                  <a:pt x="40" y="66"/>
                  <a:pt x="40" y="66"/>
                </a:cubicBezTo>
                <a:cubicBezTo>
                  <a:pt x="22" y="69"/>
                  <a:pt x="6" y="57"/>
                  <a:pt x="3" y="40"/>
                </a:cubicBezTo>
                <a:cubicBezTo>
                  <a:pt x="3" y="40"/>
                  <a:pt x="3" y="40"/>
                  <a:pt x="3" y="40"/>
                </a:cubicBezTo>
                <a:cubicBezTo>
                  <a:pt x="0" y="23"/>
                  <a:pt x="11" y="6"/>
                  <a:pt x="29" y="3"/>
                </a:cubicBezTo>
                <a:close/>
                <a:moveTo>
                  <a:pt x="30" y="13"/>
                </a:moveTo>
                <a:cubicBezTo>
                  <a:pt x="18" y="15"/>
                  <a:pt x="10" y="26"/>
                  <a:pt x="12" y="38"/>
                </a:cubicBezTo>
                <a:cubicBezTo>
                  <a:pt x="12" y="38"/>
                  <a:pt x="12" y="38"/>
                  <a:pt x="12" y="38"/>
                </a:cubicBezTo>
                <a:cubicBezTo>
                  <a:pt x="14" y="51"/>
                  <a:pt x="26" y="59"/>
                  <a:pt x="38" y="56"/>
                </a:cubicBezTo>
                <a:cubicBezTo>
                  <a:pt x="38" y="56"/>
                  <a:pt x="38" y="56"/>
                  <a:pt x="38" y="56"/>
                </a:cubicBezTo>
                <a:cubicBezTo>
                  <a:pt x="50" y="54"/>
                  <a:pt x="58" y="43"/>
                  <a:pt x="56" y="31"/>
                </a:cubicBezTo>
                <a:cubicBezTo>
                  <a:pt x="56" y="31"/>
                  <a:pt x="56" y="31"/>
                  <a:pt x="56" y="31"/>
                </a:cubicBezTo>
                <a:cubicBezTo>
                  <a:pt x="54" y="19"/>
                  <a:pt x="42" y="11"/>
                  <a:pt x="30" y="13"/>
                </a:cubicBezTo>
                <a:close/>
              </a:path>
            </a:pathLst>
          </a:custGeom>
          <a:solidFill>
            <a:srgbClr val="0070AD"/>
          </a:solidFill>
          <a:ln>
            <a:noFill/>
          </a:ln>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AU" sz="1800" b="0" i="0" u="none" strike="noStrike" kern="0" cap="none" spc="0" normalizeH="0" baseline="0" noProof="0">
              <a:ln>
                <a:noFill/>
              </a:ln>
              <a:solidFill>
                <a:srgbClr val="000000"/>
              </a:solidFill>
              <a:effectLst/>
              <a:uLnTx/>
              <a:uFillTx/>
              <a:latin typeface="Ubuntu"/>
              <a:ea typeface="+mn-ea"/>
              <a:cs typeface="+mn-cs"/>
            </a:endParaRPr>
          </a:p>
        </p:txBody>
      </p:sp>
      <p:sp>
        <p:nvSpPr>
          <p:cNvPr id="76" name="Freeform 47">
            <a:extLst>
              <a:ext uri="{FF2B5EF4-FFF2-40B4-BE49-F238E27FC236}">
                <a16:creationId xmlns:a16="http://schemas.microsoft.com/office/drawing/2014/main" id="{CB374F34-C245-5606-4F76-02DE04BC223B}"/>
              </a:ext>
            </a:extLst>
          </p:cNvPr>
          <p:cNvSpPr>
            <a:spLocks/>
          </p:cNvSpPr>
          <p:nvPr/>
        </p:nvSpPr>
        <p:spPr bwMode="auto">
          <a:xfrm rot="1072969">
            <a:off x="4651238" y="4589071"/>
            <a:ext cx="126061" cy="126061"/>
          </a:xfrm>
          <a:custGeom>
            <a:avLst/>
            <a:gdLst>
              <a:gd name="T0" fmla="*/ 20 w 48"/>
              <a:gd name="T1" fmla="*/ 2 h 48"/>
              <a:gd name="T2" fmla="*/ 2 w 48"/>
              <a:gd name="T3" fmla="*/ 27 h 48"/>
              <a:gd name="T4" fmla="*/ 2 w 48"/>
              <a:gd name="T5" fmla="*/ 27 h 48"/>
              <a:gd name="T6" fmla="*/ 28 w 48"/>
              <a:gd name="T7" fmla="*/ 45 h 48"/>
              <a:gd name="T8" fmla="*/ 28 w 48"/>
              <a:gd name="T9" fmla="*/ 45 h 48"/>
              <a:gd name="T10" fmla="*/ 46 w 48"/>
              <a:gd name="T11" fmla="*/ 20 h 48"/>
              <a:gd name="T12" fmla="*/ 46 w 48"/>
              <a:gd name="T13" fmla="*/ 20 h 48"/>
              <a:gd name="T14" fmla="*/ 20 w 48"/>
              <a:gd name="T15" fmla="*/ 2 h 4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8" h="48">
                <a:moveTo>
                  <a:pt x="20" y="2"/>
                </a:moveTo>
                <a:cubicBezTo>
                  <a:pt x="8" y="4"/>
                  <a:pt x="0" y="15"/>
                  <a:pt x="2" y="27"/>
                </a:cubicBezTo>
                <a:cubicBezTo>
                  <a:pt x="2" y="27"/>
                  <a:pt x="2" y="27"/>
                  <a:pt x="2" y="27"/>
                </a:cubicBezTo>
                <a:cubicBezTo>
                  <a:pt x="4" y="40"/>
                  <a:pt x="16" y="48"/>
                  <a:pt x="28" y="45"/>
                </a:cubicBezTo>
                <a:cubicBezTo>
                  <a:pt x="28" y="45"/>
                  <a:pt x="28" y="45"/>
                  <a:pt x="28" y="45"/>
                </a:cubicBezTo>
                <a:cubicBezTo>
                  <a:pt x="40" y="43"/>
                  <a:pt x="48" y="32"/>
                  <a:pt x="46" y="20"/>
                </a:cubicBezTo>
                <a:cubicBezTo>
                  <a:pt x="46" y="20"/>
                  <a:pt x="46" y="20"/>
                  <a:pt x="46" y="20"/>
                </a:cubicBezTo>
                <a:cubicBezTo>
                  <a:pt x="44" y="8"/>
                  <a:pt x="32" y="0"/>
                  <a:pt x="20" y="2"/>
                </a:cubicBezTo>
                <a:close/>
              </a:path>
            </a:pathLst>
          </a:custGeom>
          <a:solidFill>
            <a:sysClr val="window" lastClr="FFFFFF"/>
          </a:solidFill>
          <a:ln>
            <a:noFill/>
          </a:ln>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AU" sz="1800" b="0" i="0" u="none" strike="noStrike" kern="0" cap="none" spc="0" normalizeH="0" baseline="0" noProof="0">
              <a:ln>
                <a:noFill/>
              </a:ln>
              <a:solidFill>
                <a:srgbClr val="000000"/>
              </a:solidFill>
              <a:effectLst/>
              <a:uLnTx/>
              <a:uFillTx/>
              <a:latin typeface="Ubuntu"/>
              <a:ea typeface="+mn-ea"/>
              <a:cs typeface="+mn-cs"/>
            </a:endParaRPr>
          </a:p>
        </p:txBody>
      </p:sp>
      <p:sp>
        <p:nvSpPr>
          <p:cNvPr id="77" name="Freeform 48">
            <a:extLst>
              <a:ext uri="{FF2B5EF4-FFF2-40B4-BE49-F238E27FC236}">
                <a16:creationId xmlns:a16="http://schemas.microsoft.com/office/drawing/2014/main" id="{7A416633-ADC8-BF5C-C997-AC44F06DA501}"/>
              </a:ext>
            </a:extLst>
          </p:cNvPr>
          <p:cNvSpPr>
            <a:spLocks noEditPoints="1"/>
          </p:cNvSpPr>
          <p:nvPr/>
        </p:nvSpPr>
        <p:spPr bwMode="auto">
          <a:xfrm rot="1072969">
            <a:off x="6836354" y="4473789"/>
            <a:ext cx="190031" cy="191912"/>
          </a:xfrm>
          <a:custGeom>
            <a:avLst/>
            <a:gdLst>
              <a:gd name="T0" fmla="*/ 20 w 72"/>
              <a:gd name="T1" fmla="*/ 9 h 72"/>
              <a:gd name="T2" fmla="*/ 63 w 72"/>
              <a:gd name="T3" fmla="*/ 20 h 72"/>
              <a:gd name="T4" fmla="*/ 63 w 72"/>
              <a:gd name="T5" fmla="*/ 20 h 72"/>
              <a:gd name="T6" fmla="*/ 52 w 72"/>
              <a:gd name="T7" fmla="*/ 63 h 72"/>
              <a:gd name="T8" fmla="*/ 52 w 72"/>
              <a:gd name="T9" fmla="*/ 63 h 72"/>
              <a:gd name="T10" fmla="*/ 8 w 72"/>
              <a:gd name="T11" fmla="*/ 52 h 72"/>
              <a:gd name="T12" fmla="*/ 8 w 72"/>
              <a:gd name="T13" fmla="*/ 52 h 72"/>
              <a:gd name="T14" fmla="*/ 20 w 72"/>
              <a:gd name="T15" fmla="*/ 9 h 72"/>
              <a:gd name="T16" fmla="*/ 25 w 72"/>
              <a:gd name="T17" fmla="*/ 17 h 72"/>
              <a:gd name="T18" fmla="*/ 17 w 72"/>
              <a:gd name="T19" fmla="*/ 47 h 72"/>
              <a:gd name="T20" fmla="*/ 17 w 72"/>
              <a:gd name="T21" fmla="*/ 47 h 72"/>
              <a:gd name="T22" fmla="*/ 47 w 72"/>
              <a:gd name="T23" fmla="*/ 55 h 72"/>
              <a:gd name="T24" fmla="*/ 47 w 72"/>
              <a:gd name="T25" fmla="*/ 55 h 72"/>
              <a:gd name="T26" fmla="*/ 55 w 72"/>
              <a:gd name="T27" fmla="*/ 25 h 72"/>
              <a:gd name="T28" fmla="*/ 55 w 72"/>
              <a:gd name="T29" fmla="*/ 25 h 72"/>
              <a:gd name="T30" fmla="*/ 25 w 72"/>
              <a:gd name="T31" fmla="*/ 17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72" h="72">
                <a:moveTo>
                  <a:pt x="20" y="9"/>
                </a:moveTo>
                <a:cubicBezTo>
                  <a:pt x="35" y="0"/>
                  <a:pt x="55" y="5"/>
                  <a:pt x="63" y="20"/>
                </a:cubicBezTo>
                <a:cubicBezTo>
                  <a:pt x="63" y="20"/>
                  <a:pt x="63" y="20"/>
                  <a:pt x="63" y="20"/>
                </a:cubicBezTo>
                <a:cubicBezTo>
                  <a:pt x="72" y="35"/>
                  <a:pt x="67" y="55"/>
                  <a:pt x="52" y="63"/>
                </a:cubicBezTo>
                <a:cubicBezTo>
                  <a:pt x="52" y="63"/>
                  <a:pt x="52" y="63"/>
                  <a:pt x="52" y="63"/>
                </a:cubicBezTo>
                <a:cubicBezTo>
                  <a:pt x="37" y="72"/>
                  <a:pt x="17" y="67"/>
                  <a:pt x="8" y="52"/>
                </a:cubicBezTo>
                <a:cubicBezTo>
                  <a:pt x="8" y="52"/>
                  <a:pt x="8" y="52"/>
                  <a:pt x="8" y="52"/>
                </a:cubicBezTo>
                <a:cubicBezTo>
                  <a:pt x="0" y="37"/>
                  <a:pt x="5" y="17"/>
                  <a:pt x="20" y="9"/>
                </a:cubicBezTo>
                <a:close/>
                <a:moveTo>
                  <a:pt x="25" y="17"/>
                </a:moveTo>
                <a:cubicBezTo>
                  <a:pt x="14" y="23"/>
                  <a:pt x="11" y="36"/>
                  <a:pt x="17" y="47"/>
                </a:cubicBezTo>
                <a:cubicBezTo>
                  <a:pt x="17" y="47"/>
                  <a:pt x="17" y="47"/>
                  <a:pt x="17" y="47"/>
                </a:cubicBezTo>
                <a:cubicBezTo>
                  <a:pt x="23" y="58"/>
                  <a:pt x="36" y="61"/>
                  <a:pt x="47" y="55"/>
                </a:cubicBezTo>
                <a:cubicBezTo>
                  <a:pt x="47" y="55"/>
                  <a:pt x="47" y="55"/>
                  <a:pt x="47" y="55"/>
                </a:cubicBezTo>
                <a:cubicBezTo>
                  <a:pt x="58" y="49"/>
                  <a:pt x="61" y="35"/>
                  <a:pt x="55" y="25"/>
                </a:cubicBezTo>
                <a:cubicBezTo>
                  <a:pt x="55" y="25"/>
                  <a:pt x="55" y="25"/>
                  <a:pt x="55" y="25"/>
                </a:cubicBezTo>
                <a:cubicBezTo>
                  <a:pt x="49" y="14"/>
                  <a:pt x="35" y="11"/>
                  <a:pt x="25" y="17"/>
                </a:cubicBezTo>
                <a:close/>
              </a:path>
            </a:pathLst>
          </a:custGeom>
          <a:solidFill>
            <a:srgbClr val="0070AD"/>
          </a:solidFill>
          <a:ln>
            <a:noFill/>
          </a:ln>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AU" sz="1800" b="0" i="0" u="none" strike="noStrike" kern="0" cap="none" spc="0" normalizeH="0" baseline="0" noProof="0">
              <a:ln>
                <a:noFill/>
              </a:ln>
              <a:solidFill>
                <a:srgbClr val="000000"/>
              </a:solidFill>
              <a:effectLst/>
              <a:uLnTx/>
              <a:uFillTx/>
              <a:latin typeface="Ubuntu"/>
              <a:ea typeface="+mn-ea"/>
              <a:cs typeface="+mn-cs"/>
            </a:endParaRPr>
          </a:p>
        </p:txBody>
      </p:sp>
      <p:sp>
        <p:nvSpPr>
          <p:cNvPr id="78" name="Freeform 49">
            <a:extLst>
              <a:ext uri="{FF2B5EF4-FFF2-40B4-BE49-F238E27FC236}">
                <a16:creationId xmlns:a16="http://schemas.microsoft.com/office/drawing/2014/main" id="{DCCD6056-971C-3491-4E96-89191FD09129}"/>
              </a:ext>
            </a:extLst>
          </p:cNvPr>
          <p:cNvSpPr>
            <a:spLocks/>
          </p:cNvSpPr>
          <p:nvPr/>
        </p:nvSpPr>
        <p:spPr bwMode="auto">
          <a:xfrm rot="1072969">
            <a:off x="6864865" y="4502059"/>
            <a:ext cx="133587" cy="133587"/>
          </a:xfrm>
          <a:custGeom>
            <a:avLst/>
            <a:gdLst>
              <a:gd name="T0" fmla="*/ 14 w 50"/>
              <a:gd name="T1" fmla="*/ 6 h 50"/>
              <a:gd name="T2" fmla="*/ 6 w 50"/>
              <a:gd name="T3" fmla="*/ 36 h 50"/>
              <a:gd name="T4" fmla="*/ 6 w 50"/>
              <a:gd name="T5" fmla="*/ 36 h 50"/>
              <a:gd name="T6" fmla="*/ 36 w 50"/>
              <a:gd name="T7" fmla="*/ 44 h 50"/>
              <a:gd name="T8" fmla="*/ 36 w 50"/>
              <a:gd name="T9" fmla="*/ 44 h 50"/>
              <a:gd name="T10" fmla="*/ 44 w 50"/>
              <a:gd name="T11" fmla="*/ 14 h 50"/>
              <a:gd name="T12" fmla="*/ 44 w 50"/>
              <a:gd name="T13" fmla="*/ 14 h 50"/>
              <a:gd name="T14" fmla="*/ 14 w 50"/>
              <a:gd name="T15" fmla="*/ 6 h 5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0" h="50">
                <a:moveTo>
                  <a:pt x="14" y="6"/>
                </a:moveTo>
                <a:cubicBezTo>
                  <a:pt x="3" y="12"/>
                  <a:pt x="0" y="25"/>
                  <a:pt x="6" y="36"/>
                </a:cubicBezTo>
                <a:cubicBezTo>
                  <a:pt x="6" y="36"/>
                  <a:pt x="6" y="36"/>
                  <a:pt x="6" y="36"/>
                </a:cubicBezTo>
                <a:cubicBezTo>
                  <a:pt x="12" y="47"/>
                  <a:pt x="25" y="50"/>
                  <a:pt x="36" y="44"/>
                </a:cubicBezTo>
                <a:cubicBezTo>
                  <a:pt x="36" y="44"/>
                  <a:pt x="36" y="44"/>
                  <a:pt x="36" y="44"/>
                </a:cubicBezTo>
                <a:cubicBezTo>
                  <a:pt x="47" y="38"/>
                  <a:pt x="50" y="24"/>
                  <a:pt x="44" y="14"/>
                </a:cubicBezTo>
                <a:cubicBezTo>
                  <a:pt x="44" y="14"/>
                  <a:pt x="44" y="14"/>
                  <a:pt x="44" y="14"/>
                </a:cubicBezTo>
                <a:cubicBezTo>
                  <a:pt x="38" y="3"/>
                  <a:pt x="24" y="0"/>
                  <a:pt x="14" y="6"/>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AU" sz="1800" b="0" i="0" u="none" strike="noStrike" kern="0" cap="none" spc="0" normalizeH="0" baseline="0" noProof="0">
              <a:ln>
                <a:noFill/>
              </a:ln>
              <a:solidFill>
                <a:srgbClr val="000000"/>
              </a:solidFill>
              <a:effectLst/>
              <a:uLnTx/>
              <a:uFillTx/>
              <a:latin typeface="Ubuntu"/>
              <a:ea typeface="+mn-ea"/>
              <a:cs typeface="+mn-cs"/>
            </a:endParaRPr>
          </a:p>
        </p:txBody>
      </p:sp>
      <p:sp>
        <p:nvSpPr>
          <p:cNvPr id="79" name="Freeform 50">
            <a:extLst>
              <a:ext uri="{FF2B5EF4-FFF2-40B4-BE49-F238E27FC236}">
                <a16:creationId xmlns:a16="http://schemas.microsoft.com/office/drawing/2014/main" id="{6D3E5171-849D-3899-1D89-E6D477B3E838}"/>
              </a:ext>
            </a:extLst>
          </p:cNvPr>
          <p:cNvSpPr>
            <a:spLocks noEditPoints="1"/>
          </p:cNvSpPr>
          <p:nvPr/>
        </p:nvSpPr>
        <p:spPr bwMode="auto">
          <a:xfrm rot="1072969">
            <a:off x="4783926" y="5309727"/>
            <a:ext cx="188149" cy="188149"/>
          </a:xfrm>
          <a:custGeom>
            <a:avLst/>
            <a:gdLst>
              <a:gd name="T0" fmla="*/ 11 w 71"/>
              <a:gd name="T1" fmla="*/ 15 h 71"/>
              <a:gd name="T2" fmla="*/ 56 w 71"/>
              <a:gd name="T3" fmla="*/ 12 h 71"/>
              <a:gd name="T4" fmla="*/ 56 w 71"/>
              <a:gd name="T5" fmla="*/ 12 h 71"/>
              <a:gd name="T6" fmla="*/ 59 w 71"/>
              <a:gd name="T7" fmla="*/ 56 h 71"/>
              <a:gd name="T8" fmla="*/ 59 w 71"/>
              <a:gd name="T9" fmla="*/ 56 h 71"/>
              <a:gd name="T10" fmla="*/ 15 w 71"/>
              <a:gd name="T11" fmla="*/ 60 h 71"/>
              <a:gd name="T12" fmla="*/ 15 w 71"/>
              <a:gd name="T13" fmla="*/ 60 h 71"/>
              <a:gd name="T14" fmla="*/ 11 w 71"/>
              <a:gd name="T15" fmla="*/ 15 h 71"/>
              <a:gd name="T16" fmla="*/ 18 w 71"/>
              <a:gd name="T17" fmla="*/ 22 h 71"/>
              <a:gd name="T18" fmla="*/ 21 w 71"/>
              <a:gd name="T19" fmla="*/ 53 h 71"/>
              <a:gd name="T20" fmla="*/ 21 w 71"/>
              <a:gd name="T21" fmla="*/ 53 h 71"/>
              <a:gd name="T22" fmla="*/ 52 w 71"/>
              <a:gd name="T23" fmla="*/ 50 h 71"/>
              <a:gd name="T24" fmla="*/ 52 w 71"/>
              <a:gd name="T25" fmla="*/ 50 h 71"/>
              <a:gd name="T26" fmla="*/ 49 w 71"/>
              <a:gd name="T27" fmla="*/ 19 h 71"/>
              <a:gd name="T28" fmla="*/ 49 w 71"/>
              <a:gd name="T29" fmla="*/ 19 h 71"/>
              <a:gd name="T30" fmla="*/ 18 w 71"/>
              <a:gd name="T31" fmla="*/ 2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71" h="71">
                <a:moveTo>
                  <a:pt x="11" y="15"/>
                </a:moveTo>
                <a:cubicBezTo>
                  <a:pt x="22" y="2"/>
                  <a:pt x="42" y="0"/>
                  <a:pt x="56" y="12"/>
                </a:cubicBezTo>
                <a:cubicBezTo>
                  <a:pt x="56" y="12"/>
                  <a:pt x="56" y="12"/>
                  <a:pt x="56" y="12"/>
                </a:cubicBezTo>
                <a:cubicBezTo>
                  <a:pt x="69" y="23"/>
                  <a:pt x="71" y="43"/>
                  <a:pt x="59" y="56"/>
                </a:cubicBezTo>
                <a:cubicBezTo>
                  <a:pt x="59" y="56"/>
                  <a:pt x="59" y="56"/>
                  <a:pt x="59" y="56"/>
                </a:cubicBezTo>
                <a:cubicBezTo>
                  <a:pt x="48" y="70"/>
                  <a:pt x="28" y="71"/>
                  <a:pt x="15" y="60"/>
                </a:cubicBezTo>
                <a:cubicBezTo>
                  <a:pt x="15" y="60"/>
                  <a:pt x="15" y="60"/>
                  <a:pt x="15" y="60"/>
                </a:cubicBezTo>
                <a:cubicBezTo>
                  <a:pt x="1" y="49"/>
                  <a:pt x="0" y="29"/>
                  <a:pt x="11" y="15"/>
                </a:cubicBezTo>
                <a:close/>
                <a:moveTo>
                  <a:pt x="18" y="22"/>
                </a:moveTo>
                <a:cubicBezTo>
                  <a:pt x="10" y="31"/>
                  <a:pt x="12" y="45"/>
                  <a:pt x="21" y="53"/>
                </a:cubicBezTo>
                <a:cubicBezTo>
                  <a:pt x="21" y="53"/>
                  <a:pt x="21" y="53"/>
                  <a:pt x="21" y="53"/>
                </a:cubicBezTo>
                <a:cubicBezTo>
                  <a:pt x="30" y="61"/>
                  <a:pt x="44" y="59"/>
                  <a:pt x="52" y="50"/>
                </a:cubicBezTo>
                <a:cubicBezTo>
                  <a:pt x="52" y="50"/>
                  <a:pt x="52" y="50"/>
                  <a:pt x="52" y="50"/>
                </a:cubicBezTo>
                <a:cubicBezTo>
                  <a:pt x="60" y="41"/>
                  <a:pt x="59" y="27"/>
                  <a:pt x="49" y="19"/>
                </a:cubicBezTo>
                <a:cubicBezTo>
                  <a:pt x="49" y="19"/>
                  <a:pt x="49" y="19"/>
                  <a:pt x="49" y="19"/>
                </a:cubicBezTo>
                <a:cubicBezTo>
                  <a:pt x="40" y="11"/>
                  <a:pt x="26" y="12"/>
                  <a:pt x="18" y="22"/>
                </a:cubicBezTo>
                <a:close/>
              </a:path>
            </a:pathLst>
          </a:custGeom>
          <a:solidFill>
            <a:srgbClr val="860864"/>
          </a:solidFill>
          <a:ln>
            <a:noFill/>
          </a:ln>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AU" sz="1800" b="0" i="0" u="none" strike="noStrike" kern="0" cap="none" spc="0" normalizeH="0" baseline="0" noProof="0">
              <a:ln>
                <a:noFill/>
              </a:ln>
              <a:solidFill>
                <a:srgbClr val="000000"/>
              </a:solidFill>
              <a:effectLst/>
              <a:uLnTx/>
              <a:uFillTx/>
              <a:latin typeface="Ubuntu"/>
              <a:ea typeface="+mn-ea"/>
              <a:cs typeface="+mn-cs"/>
            </a:endParaRPr>
          </a:p>
        </p:txBody>
      </p:sp>
      <p:sp>
        <p:nvSpPr>
          <p:cNvPr id="80" name="Freeform 51">
            <a:extLst>
              <a:ext uri="{FF2B5EF4-FFF2-40B4-BE49-F238E27FC236}">
                <a16:creationId xmlns:a16="http://schemas.microsoft.com/office/drawing/2014/main" id="{EEA8AD99-4D09-F350-3622-22DBE6EAA630}"/>
              </a:ext>
            </a:extLst>
          </p:cNvPr>
          <p:cNvSpPr>
            <a:spLocks/>
          </p:cNvSpPr>
          <p:nvPr/>
        </p:nvSpPr>
        <p:spPr bwMode="auto">
          <a:xfrm rot="1072969">
            <a:off x="4809780" y="5339164"/>
            <a:ext cx="131705" cy="131705"/>
          </a:xfrm>
          <a:custGeom>
            <a:avLst/>
            <a:gdLst>
              <a:gd name="T0" fmla="*/ 8 w 50"/>
              <a:gd name="T1" fmla="*/ 11 h 50"/>
              <a:gd name="T2" fmla="*/ 11 w 50"/>
              <a:gd name="T3" fmla="*/ 42 h 50"/>
              <a:gd name="T4" fmla="*/ 11 w 50"/>
              <a:gd name="T5" fmla="*/ 42 h 50"/>
              <a:gd name="T6" fmla="*/ 42 w 50"/>
              <a:gd name="T7" fmla="*/ 39 h 50"/>
              <a:gd name="T8" fmla="*/ 42 w 50"/>
              <a:gd name="T9" fmla="*/ 39 h 50"/>
              <a:gd name="T10" fmla="*/ 39 w 50"/>
              <a:gd name="T11" fmla="*/ 8 h 50"/>
              <a:gd name="T12" fmla="*/ 39 w 50"/>
              <a:gd name="T13" fmla="*/ 8 h 50"/>
              <a:gd name="T14" fmla="*/ 8 w 50"/>
              <a:gd name="T15" fmla="*/ 11 h 5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0" h="50">
                <a:moveTo>
                  <a:pt x="8" y="11"/>
                </a:moveTo>
                <a:cubicBezTo>
                  <a:pt x="0" y="20"/>
                  <a:pt x="2" y="34"/>
                  <a:pt x="11" y="42"/>
                </a:cubicBezTo>
                <a:cubicBezTo>
                  <a:pt x="11" y="42"/>
                  <a:pt x="11" y="42"/>
                  <a:pt x="11" y="42"/>
                </a:cubicBezTo>
                <a:cubicBezTo>
                  <a:pt x="20" y="50"/>
                  <a:pt x="34" y="48"/>
                  <a:pt x="42" y="39"/>
                </a:cubicBezTo>
                <a:cubicBezTo>
                  <a:pt x="42" y="39"/>
                  <a:pt x="42" y="39"/>
                  <a:pt x="42" y="39"/>
                </a:cubicBezTo>
                <a:cubicBezTo>
                  <a:pt x="50" y="30"/>
                  <a:pt x="49" y="16"/>
                  <a:pt x="39" y="8"/>
                </a:cubicBezTo>
                <a:cubicBezTo>
                  <a:pt x="39" y="8"/>
                  <a:pt x="39" y="8"/>
                  <a:pt x="39" y="8"/>
                </a:cubicBezTo>
                <a:cubicBezTo>
                  <a:pt x="30" y="0"/>
                  <a:pt x="16" y="1"/>
                  <a:pt x="8" y="11"/>
                </a:cubicBezTo>
                <a:close/>
              </a:path>
            </a:pathLst>
          </a:custGeom>
          <a:solidFill>
            <a:sysClr val="window" lastClr="FFFFFF"/>
          </a:solidFill>
          <a:ln>
            <a:noFill/>
          </a:ln>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AU" sz="1800" b="0" i="0" u="none" strike="noStrike" kern="0" cap="none" spc="0" normalizeH="0" baseline="0" noProof="0">
              <a:ln>
                <a:noFill/>
              </a:ln>
              <a:solidFill>
                <a:srgbClr val="000000"/>
              </a:solidFill>
              <a:effectLst/>
              <a:uLnTx/>
              <a:uFillTx/>
              <a:latin typeface="Ubuntu"/>
              <a:ea typeface="+mn-ea"/>
              <a:cs typeface="+mn-cs"/>
            </a:endParaRPr>
          </a:p>
        </p:txBody>
      </p:sp>
      <p:sp>
        <p:nvSpPr>
          <p:cNvPr id="81" name="Freeform 52">
            <a:extLst>
              <a:ext uri="{FF2B5EF4-FFF2-40B4-BE49-F238E27FC236}">
                <a16:creationId xmlns:a16="http://schemas.microsoft.com/office/drawing/2014/main" id="{791FDFAC-A6F0-31C8-9DC3-E31BF0584A90}"/>
              </a:ext>
            </a:extLst>
          </p:cNvPr>
          <p:cNvSpPr>
            <a:spLocks noEditPoints="1"/>
          </p:cNvSpPr>
          <p:nvPr/>
        </p:nvSpPr>
        <p:spPr bwMode="auto">
          <a:xfrm rot="1072969">
            <a:off x="6423790" y="3830204"/>
            <a:ext cx="188149" cy="188149"/>
          </a:xfrm>
          <a:custGeom>
            <a:avLst/>
            <a:gdLst>
              <a:gd name="T0" fmla="*/ 6 w 71"/>
              <a:gd name="T1" fmla="*/ 25 h 71"/>
              <a:gd name="T2" fmla="*/ 47 w 71"/>
              <a:gd name="T3" fmla="*/ 6 h 71"/>
              <a:gd name="T4" fmla="*/ 47 w 71"/>
              <a:gd name="T5" fmla="*/ 6 h 71"/>
              <a:gd name="T6" fmla="*/ 66 w 71"/>
              <a:gd name="T7" fmla="*/ 46 h 71"/>
              <a:gd name="T8" fmla="*/ 66 w 71"/>
              <a:gd name="T9" fmla="*/ 46 h 71"/>
              <a:gd name="T10" fmla="*/ 25 w 71"/>
              <a:gd name="T11" fmla="*/ 65 h 71"/>
              <a:gd name="T12" fmla="*/ 25 w 71"/>
              <a:gd name="T13" fmla="*/ 65 h 71"/>
              <a:gd name="T14" fmla="*/ 6 w 71"/>
              <a:gd name="T15" fmla="*/ 25 h 71"/>
              <a:gd name="T16" fmla="*/ 15 w 71"/>
              <a:gd name="T17" fmla="*/ 28 h 71"/>
              <a:gd name="T18" fmla="*/ 28 w 71"/>
              <a:gd name="T19" fmla="*/ 56 h 71"/>
              <a:gd name="T20" fmla="*/ 28 w 71"/>
              <a:gd name="T21" fmla="*/ 56 h 71"/>
              <a:gd name="T22" fmla="*/ 57 w 71"/>
              <a:gd name="T23" fmla="*/ 43 h 71"/>
              <a:gd name="T24" fmla="*/ 57 w 71"/>
              <a:gd name="T25" fmla="*/ 43 h 71"/>
              <a:gd name="T26" fmla="*/ 43 w 71"/>
              <a:gd name="T27" fmla="*/ 15 h 71"/>
              <a:gd name="T28" fmla="*/ 43 w 71"/>
              <a:gd name="T29" fmla="*/ 15 h 71"/>
              <a:gd name="T30" fmla="*/ 15 w 71"/>
              <a:gd name="T31" fmla="*/ 28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71" h="71">
                <a:moveTo>
                  <a:pt x="6" y="25"/>
                </a:moveTo>
                <a:cubicBezTo>
                  <a:pt x="12" y="8"/>
                  <a:pt x="30" y="0"/>
                  <a:pt x="47" y="6"/>
                </a:cubicBezTo>
                <a:cubicBezTo>
                  <a:pt x="47" y="6"/>
                  <a:pt x="47" y="6"/>
                  <a:pt x="47" y="6"/>
                </a:cubicBezTo>
                <a:cubicBezTo>
                  <a:pt x="63" y="12"/>
                  <a:pt x="71" y="30"/>
                  <a:pt x="66" y="46"/>
                </a:cubicBezTo>
                <a:cubicBezTo>
                  <a:pt x="66" y="46"/>
                  <a:pt x="66" y="46"/>
                  <a:pt x="66" y="46"/>
                </a:cubicBezTo>
                <a:cubicBezTo>
                  <a:pt x="60" y="63"/>
                  <a:pt x="41" y="71"/>
                  <a:pt x="25" y="65"/>
                </a:cubicBezTo>
                <a:cubicBezTo>
                  <a:pt x="25" y="65"/>
                  <a:pt x="25" y="65"/>
                  <a:pt x="25" y="65"/>
                </a:cubicBezTo>
                <a:cubicBezTo>
                  <a:pt x="8" y="59"/>
                  <a:pt x="0" y="41"/>
                  <a:pt x="6" y="25"/>
                </a:cubicBezTo>
                <a:close/>
                <a:moveTo>
                  <a:pt x="15" y="28"/>
                </a:moveTo>
                <a:cubicBezTo>
                  <a:pt x="11" y="39"/>
                  <a:pt x="17" y="52"/>
                  <a:pt x="28" y="56"/>
                </a:cubicBezTo>
                <a:cubicBezTo>
                  <a:pt x="28" y="56"/>
                  <a:pt x="28" y="56"/>
                  <a:pt x="28" y="56"/>
                </a:cubicBezTo>
                <a:cubicBezTo>
                  <a:pt x="40" y="60"/>
                  <a:pt x="52" y="54"/>
                  <a:pt x="57" y="43"/>
                </a:cubicBezTo>
                <a:cubicBezTo>
                  <a:pt x="57" y="43"/>
                  <a:pt x="57" y="43"/>
                  <a:pt x="57" y="43"/>
                </a:cubicBezTo>
                <a:cubicBezTo>
                  <a:pt x="61" y="31"/>
                  <a:pt x="55" y="19"/>
                  <a:pt x="43" y="15"/>
                </a:cubicBezTo>
                <a:cubicBezTo>
                  <a:pt x="43" y="15"/>
                  <a:pt x="43" y="15"/>
                  <a:pt x="43" y="15"/>
                </a:cubicBezTo>
                <a:cubicBezTo>
                  <a:pt x="32" y="10"/>
                  <a:pt x="19" y="16"/>
                  <a:pt x="15" y="28"/>
                </a:cubicBezTo>
                <a:close/>
              </a:path>
            </a:pathLst>
          </a:custGeom>
          <a:solidFill>
            <a:srgbClr val="0070AD"/>
          </a:solidFill>
          <a:ln>
            <a:noFill/>
          </a:ln>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AU" sz="1800" b="0" i="0" u="none" strike="noStrike" kern="0" cap="none" spc="0" normalizeH="0" baseline="0" noProof="0">
              <a:ln>
                <a:noFill/>
              </a:ln>
              <a:solidFill>
                <a:srgbClr val="000000"/>
              </a:solidFill>
              <a:effectLst/>
              <a:uLnTx/>
              <a:uFillTx/>
              <a:latin typeface="Ubuntu"/>
              <a:ea typeface="+mn-ea"/>
              <a:cs typeface="+mn-cs"/>
            </a:endParaRPr>
          </a:p>
        </p:txBody>
      </p:sp>
      <p:sp>
        <p:nvSpPr>
          <p:cNvPr id="82" name="Freeform 53">
            <a:extLst>
              <a:ext uri="{FF2B5EF4-FFF2-40B4-BE49-F238E27FC236}">
                <a16:creationId xmlns:a16="http://schemas.microsoft.com/office/drawing/2014/main" id="{944D4B21-7E14-A545-5D2B-4F8FEB409CAD}"/>
              </a:ext>
            </a:extLst>
          </p:cNvPr>
          <p:cNvSpPr>
            <a:spLocks/>
          </p:cNvSpPr>
          <p:nvPr/>
        </p:nvSpPr>
        <p:spPr bwMode="auto">
          <a:xfrm rot="1072969">
            <a:off x="6454381" y="3857214"/>
            <a:ext cx="131705" cy="131705"/>
          </a:xfrm>
          <a:custGeom>
            <a:avLst/>
            <a:gdLst>
              <a:gd name="T0" fmla="*/ 4 w 50"/>
              <a:gd name="T1" fmla="*/ 18 h 50"/>
              <a:gd name="T2" fmla="*/ 17 w 50"/>
              <a:gd name="T3" fmla="*/ 46 h 50"/>
              <a:gd name="T4" fmla="*/ 17 w 50"/>
              <a:gd name="T5" fmla="*/ 46 h 50"/>
              <a:gd name="T6" fmla="*/ 46 w 50"/>
              <a:gd name="T7" fmla="*/ 33 h 50"/>
              <a:gd name="T8" fmla="*/ 46 w 50"/>
              <a:gd name="T9" fmla="*/ 33 h 50"/>
              <a:gd name="T10" fmla="*/ 32 w 50"/>
              <a:gd name="T11" fmla="*/ 5 h 50"/>
              <a:gd name="T12" fmla="*/ 32 w 50"/>
              <a:gd name="T13" fmla="*/ 5 h 50"/>
              <a:gd name="T14" fmla="*/ 4 w 50"/>
              <a:gd name="T15" fmla="*/ 18 h 5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0" h="50">
                <a:moveTo>
                  <a:pt x="4" y="18"/>
                </a:moveTo>
                <a:cubicBezTo>
                  <a:pt x="0" y="29"/>
                  <a:pt x="6" y="42"/>
                  <a:pt x="17" y="46"/>
                </a:cubicBezTo>
                <a:cubicBezTo>
                  <a:pt x="17" y="46"/>
                  <a:pt x="17" y="46"/>
                  <a:pt x="17" y="46"/>
                </a:cubicBezTo>
                <a:cubicBezTo>
                  <a:pt x="29" y="50"/>
                  <a:pt x="41" y="44"/>
                  <a:pt x="46" y="33"/>
                </a:cubicBezTo>
                <a:cubicBezTo>
                  <a:pt x="46" y="33"/>
                  <a:pt x="46" y="33"/>
                  <a:pt x="46" y="33"/>
                </a:cubicBezTo>
                <a:cubicBezTo>
                  <a:pt x="50" y="21"/>
                  <a:pt x="44" y="9"/>
                  <a:pt x="32" y="5"/>
                </a:cubicBezTo>
                <a:cubicBezTo>
                  <a:pt x="32" y="5"/>
                  <a:pt x="32" y="5"/>
                  <a:pt x="32" y="5"/>
                </a:cubicBezTo>
                <a:cubicBezTo>
                  <a:pt x="21" y="0"/>
                  <a:pt x="8" y="6"/>
                  <a:pt x="4" y="18"/>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AU" sz="1800" b="0" i="0" u="none" strike="noStrike" kern="0" cap="none" spc="0" normalizeH="0" baseline="0" noProof="0">
              <a:ln>
                <a:noFill/>
              </a:ln>
              <a:solidFill>
                <a:srgbClr val="000000"/>
              </a:solidFill>
              <a:effectLst/>
              <a:uLnTx/>
              <a:uFillTx/>
              <a:latin typeface="Ubuntu"/>
              <a:ea typeface="+mn-ea"/>
              <a:cs typeface="+mn-cs"/>
            </a:endParaRPr>
          </a:p>
        </p:txBody>
      </p:sp>
      <p:sp>
        <p:nvSpPr>
          <p:cNvPr id="83" name="Oval 54">
            <a:extLst>
              <a:ext uri="{FF2B5EF4-FFF2-40B4-BE49-F238E27FC236}">
                <a16:creationId xmlns:a16="http://schemas.microsoft.com/office/drawing/2014/main" id="{038196BE-2017-F2F1-2AA6-5350B6603907}"/>
              </a:ext>
            </a:extLst>
          </p:cNvPr>
          <p:cNvSpPr>
            <a:spLocks noChangeArrowheads="1"/>
          </p:cNvSpPr>
          <p:nvPr/>
        </p:nvSpPr>
        <p:spPr bwMode="auto">
          <a:xfrm rot="1072969">
            <a:off x="7748760" y="4520909"/>
            <a:ext cx="1270009" cy="1266247"/>
          </a:xfrm>
          <a:prstGeom prst="ellipse">
            <a:avLst/>
          </a:prstGeom>
          <a:solidFill>
            <a:srgbClr val="0070AD"/>
          </a:solidFill>
          <a:ln>
            <a:noFill/>
          </a:ln>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AU" sz="1800" b="0" i="0" u="none" strike="noStrike" kern="0" cap="none" spc="0" normalizeH="0" baseline="0" noProof="0">
              <a:ln>
                <a:noFill/>
              </a:ln>
              <a:solidFill>
                <a:srgbClr val="000000"/>
              </a:solidFill>
              <a:effectLst/>
              <a:uLnTx/>
              <a:uFillTx/>
              <a:latin typeface="Ubuntu"/>
              <a:ea typeface="+mn-ea"/>
              <a:cs typeface="+mn-cs"/>
            </a:endParaRPr>
          </a:p>
        </p:txBody>
      </p:sp>
      <p:sp>
        <p:nvSpPr>
          <p:cNvPr id="84" name="Oval 55">
            <a:extLst>
              <a:ext uri="{FF2B5EF4-FFF2-40B4-BE49-F238E27FC236}">
                <a16:creationId xmlns:a16="http://schemas.microsoft.com/office/drawing/2014/main" id="{F9F45CFA-60EB-2D02-5680-77125D14BCD7}"/>
              </a:ext>
            </a:extLst>
          </p:cNvPr>
          <p:cNvSpPr>
            <a:spLocks noChangeArrowheads="1"/>
          </p:cNvSpPr>
          <p:nvPr/>
        </p:nvSpPr>
        <p:spPr bwMode="auto">
          <a:xfrm rot="1072969">
            <a:off x="7819822" y="4590245"/>
            <a:ext cx="1127305" cy="1129364"/>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AU" sz="1800" b="0" i="0" u="none" strike="noStrike" kern="0" cap="none" spc="0" normalizeH="0" baseline="0" noProof="0">
              <a:ln>
                <a:noFill/>
              </a:ln>
              <a:solidFill>
                <a:srgbClr val="000000"/>
              </a:solidFill>
              <a:effectLst/>
              <a:uLnTx/>
              <a:uFillTx/>
              <a:latin typeface="Ubuntu"/>
              <a:ea typeface="+mn-ea"/>
              <a:cs typeface="+mn-cs"/>
            </a:endParaRPr>
          </a:p>
        </p:txBody>
      </p:sp>
      <p:sp>
        <p:nvSpPr>
          <p:cNvPr id="85" name="Oval 58">
            <a:extLst>
              <a:ext uri="{FF2B5EF4-FFF2-40B4-BE49-F238E27FC236}">
                <a16:creationId xmlns:a16="http://schemas.microsoft.com/office/drawing/2014/main" id="{41E7907F-7758-40F6-C9EE-EFDBF0027443}"/>
              </a:ext>
            </a:extLst>
          </p:cNvPr>
          <p:cNvSpPr>
            <a:spLocks noChangeArrowheads="1"/>
          </p:cNvSpPr>
          <p:nvPr/>
        </p:nvSpPr>
        <p:spPr bwMode="auto">
          <a:xfrm rot="1072969">
            <a:off x="5987411" y="1730472"/>
            <a:ext cx="1266247" cy="1270009"/>
          </a:xfrm>
          <a:prstGeom prst="ellipse">
            <a:avLst/>
          </a:prstGeom>
          <a:solidFill>
            <a:srgbClr val="421F5D"/>
          </a:solidFill>
          <a:ln>
            <a:noFill/>
          </a:ln>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AU" sz="1800" b="0" i="0" u="none" strike="noStrike" kern="0" cap="none" spc="0" normalizeH="0" baseline="0" noProof="0">
              <a:ln>
                <a:noFill/>
              </a:ln>
              <a:solidFill>
                <a:srgbClr val="000000"/>
              </a:solidFill>
              <a:effectLst/>
              <a:uLnTx/>
              <a:uFillTx/>
              <a:latin typeface="Ubuntu"/>
              <a:ea typeface="+mn-ea"/>
              <a:cs typeface="+mn-cs"/>
            </a:endParaRPr>
          </a:p>
        </p:txBody>
      </p:sp>
      <p:sp>
        <p:nvSpPr>
          <p:cNvPr id="86" name="Oval 59">
            <a:extLst>
              <a:ext uri="{FF2B5EF4-FFF2-40B4-BE49-F238E27FC236}">
                <a16:creationId xmlns:a16="http://schemas.microsoft.com/office/drawing/2014/main" id="{57B859A3-ED41-016A-6C3C-955610DE26CA}"/>
              </a:ext>
            </a:extLst>
          </p:cNvPr>
          <p:cNvSpPr>
            <a:spLocks noChangeArrowheads="1"/>
          </p:cNvSpPr>
          <p:nvPr/>
        </p:nvSpPr>
        <p:spPr bwMode="auto">
          <a:xfrm rot="1072969">
            <a:off x="6058809" y="1802113"/>
            <a:ext cx="1125243" cy="1127303"/>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AU" sz="1800" b="0" i="0" u="none" strike="noStrike" kern="0" cap="none" spc="0" normalizeH="0" baseline="0" noProof="0">
              <a:ln>
                <a:noFill/>
              </a:ln>
              <a:solidFill>
                <a:srgbClr val="000000"/>
              </a:solidFill>
              <a:effectLst/>
              <a:uLnTx/>
              <a:uFillTx/>
              <a:latin typeface="Ubuntu"/>
              <a:ea typeface="+mn-ea"/>
              <a:cs typeface="+mn-cs"/>
            </a:endParaRPr>
          </a:p>
        </p:txBody>
      </p:sp>
      <p:sp>
        <p:nvSpPr>
          <p:cNvPr id="87" name="Oval 66">
            <a:extLst>
              <a:ext uri="{FF2B5EF4-FFF2-40B4-BE49-F238E27FC236}">
                <a16:creationId xmlns:a16="http://schemas.microsoft.com/office/drawing/2014/main" id="{AF3D2340-E112-5D2A-F5D6-FA777E7E961E}"/>
              </a:ext>
            </a:extLst>
          </p:cNvPr>
          <p:cNvSpPr>
            <a:spLocks noChangeArrowheads="1"/>
          </p:cNvSpPr>
          <p:nvPr/>
        </p:nvSpPr>
        <p:spPr bwMode="auto">
          <a:xfrm rot="1072969">
            <a:off x="7380589" y="2804788"/>
            <a:ext cx="1270009" cy="1270009"/>
          </a:xfrm>
          <a:prstGeom prst="ellipse">
            <a:avLst/>
          </a:prstGeom>
          <a:solidFill>
            <a:srgbClr val="003857"/>
          </a:solidFill>
          <a:ln>
            <a:noFill/>
          </a:ln>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AU" sz="1800" b="0" i="0" u="none" strike="noStrike" kern="0" cap="none" spc="0" normalizeH="0" baseline="0" noProof="0">
              <a:ln>
                <a:noFill/>
              </a:ln>
              <a:solidFill>
                <a:srgbClr val="000000"/>
              </a:solidFill>
              <a:effectLst/>
              <a:uLnTx/>
              <a:uFillTx/>
              <a:latin typeface="Ubuntu"/>
              <a:ea typeface="+mn-ea"/>
              <a:cs typeface="+mn-cs"/>
            </a:endParaRPr>
          </a:p>
        </p:txBody>
      </p:sp>
      <p:sp>
        <p:nvSpPr>
          <p:cNvPr id="88" name="Oval 67">
            <a:extLst>
              <a:ext uri="{FF2B5EF4-FFF2-40B4-BE49-F238E27FC236}">
                <a16:creationId xmlns:a16="http://schemas.microsoft.com/office/drawing/2014/main" id="{6748E49E-ED59-6BFF-8A3C-B1366D49C78A}"/>
              </a:ext>
            </a:extLst>
          </p:cNvPr>
          <p:cNvSpPr>
            <a:spLocks noChangeArrowheads="1"/>
          </p:cNvSpPr>
          <p:nvPr/>
        </p:nvSpPr>
        <p:spPr bwMode="auto">
          <a:xfrm rot="1072969">
            <a:off x="7451942" y="2876140"/>
            <a:ext cx="1127303" cy="1127301"/>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AU" sz="1800" b="0" i="0" u="none" strike="noStrike" kern="0" cap="none" spc="0" normalizeH="0" baseline="0" noProof="0">
              <a:ln>
                <a:noFill/>
              </a:ln>
              <a:solidFill>
                <a:srgbClr val="000000"/>
              </a:solidFill>
              <a:effectLst/>
              <a:uLnTx/>
              <a:uFillTx/>
              <a:latin typeface="Ubuntu"/>
              <a:ea typeface="+mn-ea"/>
              <a:cs typeface="+mn-cs"/>
            </a:endParaRPr>
          </a:p>
        </p:txBody>
      </p:sp>
      <p:sp>
        <p:nvSpPr>
          <p:cNvPr id="89" name="Oval 68">
            <a:extLst>
              <a:ext uri="{FF2B5EF4-FFF2-40B4-BE49-F238E27FC236}">
                <a16:creationId xmlns:a16="http://schemas.microsoft.com/office/drawing/2014/main" id="{E8CD5078-7D40-3DA7-6AB8-C5A62936F819}"/>
              </a:ext>
            </a:extLst>
          </p:cNvPr>
          <p:cNvSpPr>
            <a:spLocks noChangeArrowheads="1"/>
          </p:cNvSpPr>
          <p:nvPr/>
        </p:nvSpPr>
        <p:spPr bwMode="auto">
          <a:xfrm rot="1072969">
            <a:off x="4221982" y="1798041"/>
            <a:ext cx="1270009" cy="1270009"/>
          </a:xfrm>
          <a:prstGeom prst="ellipse">
            <a:avLst/>
          </a:prstGeom>
          <a:solidFill>
            <a:srgbClr val="003857"/>
          </a:solidFill>
          <a:ln>
            <a:noFill/>
          </a:ln>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AU" sz="1800" b="0" i="0" u="none" strike="noStrike" kern="0" cap="none" spc="0" normalizeH="0" baseline="0" noProof="0">
              <a:ln>
                <a:noFill/>
              </a:ln>
              <a:solidFill>
                <a:srgbClr val="000000"/>
              </a:solidFill>
              <a:effectLst/>
              <a:uLnTx/>
              <a:uFillTx/>
              <a:latin typeface="Ubuntu"/>
              <a:ea typeface="+mn-ea"/>
              <a:cs typeface="+mn-cs"/>
            </a:endParaRPr>
          </a:p>
        </p:txBody>
      </p:sp>
      <p:sp>
        <p:nvSpPr>
          <p:cNvPr id="90" name="Oval 69">
            <a:extLst>
              <a:ext uri="{FF2B5EF4-FFF2-40B4-BE49-F238E27FC236}">
                <a16:creationId xmlns:a16="http://schemas.microsoft.com/office/drawing/2014/main" id="{30C798E6-7832-D69C-2A60-80F07B8BB567}"/>
              </a:ext>
            </a:extLst>
          </p:cNvPr>
          <p:cNvSpPr>
            <a:spLocks noChangeArrowheads="1"/>
          </p:cNvSpPr>
          <p:nvPr/>
        </p:nvSpPr>
        <p:spPr bwMode="auto">
          <a:xfrm rot="1072969">
            <a:off x="4291409" y="1869106"/>
            <a:ext cx="1129363" cy="1127301"/>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AU" sz="1800" b="0" i="0" u="none" strike="noStrike" kern="0" cap="none" spc="0" normalizeH="0" baseline="0" noProof="0">
              <a:ln>
                <a:noFill/>
              </a:ln>
              <a:solidFill>
                <a:srgbClr val="000000"/>
              </a:solidFill>
              <a:effectLst/>
              <a:uLnTx/>
              <a:uFillTx/>
              <a:latin typeface="Ubuntu"/>
              <a:ea typeface="+mn-ea"/>
              <a:cs typeface="+mn-cs"/>
            </a:endParaRPr>
          </a:p>
        </p:txBody>
      </p:sp>
      <p:sp>
        <p:nvSpPr>
          <p:cNvPr id="91" name="Oval 72">
            <a:extLst>
              <a:ext uri="{FF2B5EF4-FFF2-40B4-BE49-F238E27FC236}">
                <a16:creationId xmlns:a16="http://schemas.microsoft.com/office/drawing/2014/main" id="{EE8A7CB0-E9C8-58EC-76D4-0913D4B5721F}"/>
              </a:ext>
            </a:extLst>
          </p:cNvPr>
          <p:cNvSpPr>
            <a:spLocks noChangeArrowheads="1"/>
          </p:cNvSpPr>
          <p:nvPr/>
        </p:nvSpPr>
        <p:spPr bwMode="auto">
          <a:xfrm rot="1072969">
            <a:off x="2912817" y="2970173"/>
            <a:ext cx="1268127" cy="1268127"/>
          </a:xfrm>
          <a:prstGeom prst="ellipse">
            <a:avLst/>
          </a:prstGeom>
          <a:solidFill>
            <a:srgbClr val="0070AD"/>
          </a:solidFill>
          <a:ln>
            <a:noFill/>
          </a:ln>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AU" sz="1800" b="0" i="0" u="none" strike="noStrike" kern="0" cap="none" spc="0" normalizeH="0" baseline="0" noProof="0">
              <a:ln>
                <a:noFill/>
              </a:ln>
              <a:solidFill>
                <a:srgbClr val="000000"/>
              </a:solidFill>
              <a:effectLst/>
              <a:uLnTx/>
              <a:uFillTx/>
              <a:latin typeface="Ubuntu"/>
              <a:ea typeface="+mn-ea"/>
              <a:cs typeface="+mn-cs"/>
            </a:endParaRPr>
          </a:p>
        </p:txBody>
      </p:sp>
      <p:sp>
        <p:nvSpPr>
          <p:cNvPr id="92" name="Oval 73">
            <a:extLst>
              <a:ext uri="{FF2B5EF4-FFF2-40B4-BE49-F238E27FC236}">
                <a16:creationId xmlns:a16="http://schemas.microsoft.com/office/drawing/2014/main" id="{D9FA0F59-5D1F-7BA8-6470-0EDFE18CC621}"/>
              </a:ext>
            </a:extLst>
          </p:cNvPr>
          <p:cNvSpPr>
            <a:spLocks noChangeArrowheads="1"/>
          </p:cNvSpPr>
          <p:nvPr/>
        </p:nvSpPr>
        <p:spPr bwMode="auto">
          <a:xfrm rot="1072969">
            <a:off x="2984257" y="3041612"/>
            <a:ext cx="1125243" cy="1125243"/>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AU" sz="1800" b="0" i="0" u="none" strike="noStrike" kern="0" cap="none" spc="0" normalizeH="0" baseline="0" noProof="0">
              <a:ln>
                <a:noFill/>
              </a:ln>
              <a:solidFill>
                <a:srgbClr val="000000"/>
              </a:solidFill>
              <a:effectLst/>
              <a:uLnTx/>
              <a:uFillTx/>
              <a:latin typeface="Ubuntu"/>
              <a:ea typeface="+mn-ea"/>
              <a:cs typeface="+mn-cs"/>
            </a:endParaRPr>
          </a:p>
        </p:txBody>
      </p:sp>
      <p:sp>
        <p:nvSpPr>
          <p:cNvPr id="93" name="Oval 6">
            <a:extLst>
              <a:ext uri="{FF2B5EF4-FFF2-40B4-BE49-F238E27FC236}">
                <a16:creationId xmlns:a16="http://schemas.microsoft.com/office/drawing/2014/main" id="{DED415A2-F7B4-63B2-5C92-7427D7E8FD25}"/>
              </a:ext>
            </a:extLst>
          </p:cNvPr>
          <p:cNvSpPr>
            <a:spLocks noChangeArrowheads="1"/>
          </p:cNvSpPr>
          <p:nvPr/>
        </p:nvSpPr>
        <p:spPr bwMode="auto">
          <a:xfrm rot="1072969">
            <a:off x="5080935" y="4062061"/>
            <a:ext cx="1493908" cy="1501339"/>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AU" sz="1800" b="0" i="0" u="none" strike="noStrike" kern="0" cap="none" spc="0" normalizeH="0" baseline="0" noProof="0">
              <a:ln>
                <a:noFill/>
              </a:ln>
              <a:solidFill>
                <a:srgbClr val="000000"/>
              </a:solidFill>
              <a:effectLst/>
              <a:uLnTx/>
              <a:uFillTx/>
              <a:latin typeface="Ubuntu"/>
              <a:ea typeface="+mn-ea"/>
              <a:cs typeface="+mn-cs"/>
            </a:endParaRPr>
          </a:p>
        </p:txBody>
      </p:sp>
      <p:sp>
        <p:nvSpPr>
          <p:cNvPr id="94" name="Round Same Side Corner Rectangle 128">
            <a:extLst>
              <a:ext uri="{FF2B5EF4-FFF2-40B4-BE49-F238E27FC236}">
                <a16:creationId xmlns:a16="http://schemas.microsoft.com/office/drawing/2014/main" id="{00240907-B774-F669-6C34-63E3CE6290CF}"/>
              </a:ext>
            </a:extLst>
          </p:cNvPr>
          <p:cNvSpPr/>
          <p:nvPr/>
        </p:nvSpPr>
        <p:spPr>
          <a:xfrm rot="21023381">
            <a:off x="5780406" y="5072688"/>
            <a:ext cx="67636" cy="92289"/>
          </a:xfrm>
          <a:prstGeom prst="round2SameRect">
            <a:avLst>
              <a:gd name="adj1" fmla="val 33216"/>
              <a:gd name="adj2" fmla="val 0"/>
            </a:avLst>
          </a:prstGeom>
          <a:solidFill>
            <a:srgbClr val="EDEDED"/>
          </a:solidFill>
          <a:ln w="12700" cap="flat" cmpd="sng" algn="ctr">
            <a:noFill/>
            <a:prstDash val="solid"/>
            <a:miter lim="800000"/>
          </a:ln>
          <a:effectLst/>
        </p:spPr>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AU" sz="1400" b="0" i="0" u="none" strike="noStrike" kern="0" cap="none" spc="0" normalizeH="0" baseline="0" noProof="0">
              <a:ln>
                <a:noFill/>
              </a:ln>
              <a:solidFill>
                <a:srgbClr val="000000"/>
              </a:solidFill>
              <a:effectLst/>
              <a:uLnTx/>
              <a:uFillTx/>
              <a:latin typeface="Ubuntu"/>
              <a:ea typeface="+mn-ea"/>
              <a:cs typeface="+mn-cs"/>
            </a:endParaRPr>
          </a:p>
        </p:txBody>
      </p:sp>
      <p:pic>
        <p:nvPicPr>
          <p:cNvPr id="95" name="Picture 94" descr="Icon&#10;&#10;Description automatically generated">
            <a:extLst>
              <a:ext uri="{FF2B5EF4-FFF2-40B4-BE49-F238E27FC236}">
                <a16:creationId xmlns:a16="http://schemas.microsoft.com/office/drawing/2014/main" id="{0D562EA6-D0FC-1036-19B5-7B408F39D4CD}"/>
              </a:ext>
            </a:extLst>
          </p:cNvPr>
          <p:cNvPicPr>
            <a:picLocks noChangeAspect="1"/>
          </p:cNvPicPr>
          <p:nvPr/>
        </p:nvPicPr>
        <p:blipFill>
          <a:blip r:embed="rId2">
            <a:duotone>
              <a:schemeClr val="accent2">
                <a:shade val="45000"/>
                <a:satMod val="135000"/>
              </a:schemeClr>
              <a:prstClr val="white"/>
            </a:duotone>
            <a:extLst>
              <a:ext uri="{BEBA8EAE-BF5A-486C-A8C5-ECC9F3942E4B}">
                <a14:imgProps xmlns:a14="http://schemas.microsoft.com/office/drawing/2010/main">
                  <a14:imgLayer r:embed="rId3">
                    <a14:imgEffect>
                      <a14:colorTemperature colorTemp="4700"/>
                    </a14:imgEffect>
                    <a14:imgEffect>
                      <a14:saturation sat="400000"/>
                    </a14:imgEffect>
                  </a14:imgLayer>
                </a14:imgProps>
              </a:ext>
              <a:ext uri="{28A0092B-C50C-407E-A947-70E740481C1C}">
                <a14:useLocalDpi xmlns:a14="http://schemas.microsoft.com/office/drawing/2010/main" val="0"/>
              </a:ext>
            </a:extLst>
          </a:blip>
          <a:stretch>
            <a:fillRect/>
          </a:stretch>
        </p:blipFill>
        <p:spPr>
          <a:xfrm>
            <a:off x="2959316" y="5049851"/>
            <a:ext cx="652795" cy="652795"/>
          </a:xfrm>
          <a:prstGeom prst="rect">
            <a:avLst/>
          </a:prstGeom>
        </p:spPr>
      </p:pic>
      <p:pic>
        <p:nvPicPr>
          <p:cNvPr id="96" name="Picture 95" descr="Icon&#10;&#10;Description automatically generated">
            <a:extLst>
              <a:ext uri="{FF2B5EF4-FFF2-40B4-BE49-F238E27FC236}">
                <a16:creationId xmlns:a16="http://schemas.microsoft.com/office/drawing/2014/main" id="{9C979940-E755-236B-9EA7-EC2C67873D2E}"/>
              </a:ext>
            </a:extLst>
          </p:cNvPr>
          <p:cNvPicPr>
            <a:picLocks noChangeAspect="1"/>
          </p:cNvPicPr>
          <p:nvPr/>
        </p:nvPicPr>
        <p:blipFill>
          <a:blip r:embed="rId4">
            <a:extLst>
              <a:ext uri="{BEBA8EAE-BF5A-486C-A8C5-ECC9F3942E4B}">
                <a14:imgProps xmlns:a14="http://schemas.microsoft.com/office/drawing/2010/main">
                  <a14:imgLayer r:embed="rId5">
                    <a14:imgEffect>
                      <a14:colorTemperature colorTemp="11200"/>
                    </a14:imgEffect>
                    <a14:imgEffect>
                      <a14:saturation sat="66000"/>
                    </a14:imgEffect>
                  </a14:imgLayer>
                </a14:imgProps>
              </a:ext>
              <a:ext uri="{28A0092B-C50C-407E-A947-70E740481C1C}">
                <a14:useLocalDpi xmlns:a14="http://schemas.microsoft.com/office/drawing/2010/main" val="0"/>
              </a:ext>
            </a:extLst>
          </a:blip>
          <a:stretch>
            <a:fillRect/>
          </a:stretch>
        </p:blipFill>
        <p:spPr>
          <a:xfrm>
            <a:off x="4565770" y="2039224"/>
            <a:ext cx="615067" cy="615067"/>
          </a:xfrm>
          <a:prstGeom prst="rect">
            <a:avLst/>
          </a:prstGeom>
        </p:spPr>
      </p:pic>
      <p:pic>
        <p:nvPicPr>
          <p:cNvPr id="97" name="Picture 96" descr="Icon&#10;&#10;Description automatically generated">
            <a:extLst>
              <a:ext uri="{FF2B5EF4-FFF2-40B4-BE49-F238E27FC236}">
                <a16:creationId xmlns:a16="http://schemas.microsoft.com/office/drawing/2014/main" id="{54A083EC-9C52-EAB1-9FE9-B08AE04BEF6B}"/>
              </a:ext>
            </a:extLst>
          </p:cNvPr>
          <p:cNvPicPr>
            <a:picLocks noChangeAspect="1"/>
          </p:cNvPicPr>
          <p:nvPr/>
        </p:nvPicPr>
        <p:blipFill>
          <a:blip r:embed="rId6">
            <a:duotone>
              <a:prstClr val="black"/>
              <a:schemeClr val="accent1">
                <a:tint val="45000"/>
                <a:satMod val="400000"/>
              </a:schemeClr>
            </a:duotone>
            <a:extLst>
              <a:ext uri="{BEBA8EAE-BF5A-486C-A8C5-ECC9F3942E4B}">
                <a14:imgProps xmlns:a14="http://schemas.microsoft.com/office/drawing/2010/main">
                  <a14:imgLayer r:embed="rId7">
                    <a14:imgEffect>
                      <a14:saturation sat="200000"/>
                    </a14:imgEffect>
                  </a14:imgLayer>
                </a14:imgProps>
              </a:ext>
              <a:ext uri="{28A0092B-C50C-407E-A947-70E740481C1C}">
                <a14:useLocalDpi xmlns:a14="http://schemas.microsoft.com/office/drawing/2010/main" val="0"/>
              </a:ext>
            </a:extLst>
          </a:blip>
          <a:stretch>
            <a:fillRect/>
          </a:stretch>
        </p:blipFill>
        <p:spPr>
          <a:xfrm>
            <a:off x="3126420" y="3166701"/>
            <a:ext cx="834486" cy="834486"/>
          </a:xfrm>
          <a:prstGeom prst="rect">
            <a:avLst/>
          </a:prstGeom>
        </p:spPr>
      </p:pic>
      <p:pic>
        <p:nvPicPr>
          <p:cNvPr id="98" name="Picture 5" descr="Capgemini Logo Logo and symbol, meaning, history, PNG">
            <a:extLst>
              <a:ext uri="{FF2B5EF4-FFF2-40B4-BE49-F238E27FC236}">
                <a16:creationId xmlns:a16="http://schemas.microsoft.com/office/drawing/2014/main" id="{9BB40752-83D0-DD11-23D9-9B371CF90D58}"/>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220244" y="4458441"/>
            <a:ext cx="1121216" cy="705217"/>
          </a:xfrm>
          <a:prstGeom prst="rect">
            <a:avLst/>
          </a:prstGeom>
          <a:noFill/>
          <a:extLst>
            <a:ext uri="{909E8E84-426E-40DD-AFC4-6F175D3DCCD1}">
              <a14:hiddenFill xmlns:a14="http://schemas.microsoft.com/office/drawing/2010/main">
                <a:solidFill>
                  <a:srgbClr val="FFFFFF"/>
                </a:solidFill>
              </a14:hiddenFill>
            </a:ext>
          </a:extLst>
        </p:spPr>
      </p:pic>
      <p:pic>
        <p:nvPicPr>
          <p:cNvPr id="99" name="Picture 98" descr="Icon&#10;&#10;Description automatically generated">
            <a:extLst>
              <a:ext uri="{FF2B5EF4-FFF2-40B4-BE49-F238E27FC236}">
                <a16:creationId xmlns:a16="http://schemas.microsoft.com/office/drawing/2014/main" id="{3DA9E5C2-5C33-5FE7-9FA4-3CED22D6F49C}"/>
              </a:ext>
            </a:extLst>
          </p:cNvPr>
          <p:cNvPicPr>
            <a:picLocks noChangeAspect="1"/>
          </p:cNvPicPr>
          <p:nvPr/>
        </p:nvPicPr>
        <p:blipFill>
          <a:blip r:embed="rId9">
            <a:duotone>
              <a:schemeClr val="accent1">
                <a:shade val="45000"/>
                <a:satMod val="135000"/>
              </a:schemeClr>
              <a:prstClr val="white"/>
            </a:duotone>
            <a:extLst>
              <a:ext uri="{BEBA8EAE-BF5A-486C-A8C5-ECC9F3942E4B}">
                <a14:imgProps xmlns:a14="http://schemas.microsoft.com/office/drawing/2010/main">
                  <a14:imgLayer r:embed="rId10">
                    <a14:imgEffect>
                      <a14:colorTemperature colorTemp="8800"/>
                    </a14:imgEffect>
                    <a14:imgEffect>
                      <a14:saturation sat="300000"/>
                    </a14:imgEffect>
                  </a14:imgLayer>
                </a14:imgProps>
              </a:ext>
              <a:ext uri="{28A0092B-C50C-407E-A947-70E740481C1C}">
                <a14:useLocalDpi xmlns:a14="http://schemas.microsoft.com/office/drawing/2010/main" val="0"/>
              </a:ext>
            </a:extLst>
          </a:blip>
          <a:stretch>
            <a:fillRect/>
          </a:stretch>
        </p:blipFill>
        <p:spPr>
          <a:xfrm>
            <a:off x="8077697" y="4858680"/>
            <a:ext cx="663539" cy="663539"/>
          </a:xfrm>
          <a:prstGeom prst="rect">
            <a:avLst/>
          </a:prstGeom>
        </p:spPr>
      </p:pic>
      <p:pic>
        <p:nvPicPr>
          <p:cNvPr id="100" name="Picture 99" descr="Icon&#10;&#10;Description automatically generated">
            <a:extLst>
              <a:ext uri="{FF2B5EF4-FFF2-40B4-BE49-F238E27FC236}">
                <a16:creationId xmlns:a16="http://schemas.microsoft.com/office/drawing/2014/main" id="{3CAFD5EB-B805-5F61-69B9-07F498289249}"/>
              </a:ext>
            </a:extLst>
          </p:cNvPr>
          <p:cNvPicPr>
            <a:picLocks noChangeAspect="1"/>
          </p:cNvPicPr>
          <p:nvPr/>
        </p:nvPicPr>
        <p:blipFill>
          <a:blip r:embed="rId11">
            <a:duotone>
              <a:schemeClr val="accent3">
                <a:shade val="45000"/>
                <a:satMod val="135000"/>
              </a:schemeClr>
              <a:prstClr val="white"/>
            </a:duotone>
            <a:extLst>
              <a:ext uri="{BEBA8EAE-BF5A-486C-A8C5-ECC9F3942E4B}">
                <a14:imgProps xmlns:a14="http://schemas.microsoft.com/office/drawing/2010/main">
                  <a14:imgLayer r:embed="rId12">
                    <a14:imgEffect>
                      <a14:colorTemperature colorTemp="11200"/>
                    </a14:imgEffect>
                    <a14:imgEffect>
                      <a14:saturation sat="400000"/>
                    </a14:imgEffect>
                  </a14:imgLayer>
                </a14:imgProps>
              </a:ext>
              <a:ext uri="{28A0092B-C50C-407E-A947-70E740481C1C}">
                <a14:useLocalDpi xmlns:a14="http://schemas.microsoft.com/office/drawing/2010/main" val="0"/>
              </a:ext>
            </a:extLst>
          </a:blip>
          <a:stretch>
            <a:fillRect/>
          </a:stretch>
        </p:blipFill>
        <p:spPr>
          <a:xfrm>
            <a:off x="6309885" y="2016492"/>
            <a:ext cx="652794" cy="652794"/>
          </a:xfrm>
          <a:prstGeom prst="rect">
            <a:avLst/>
          </a:prstGeom>
        </p:spPr>
      </p:pic>
      <p:pic>
        <p:nvPicPr>
          <p:cNvPr id="101" name="Picture 100" descr="Icon&#10;&#10;Description automatically generated">
            <a:extLst>
              <a:ext uri="{FF2B5EF4-FFF2-40B4-BE49-F238E27FC236}">
                <a16:creationId xmlns:a16="http://schemas.microsoft.com/office/drawing/2014/main" id="{0860E900-E078-9F3E-F7CA-8539CEF24445}"/>
              </a:ext>
            </a:extLst>
          </p:cNvPr>
          <p:cNvPicPr>
            <a:picLocks noChangeAspect="1"/>
          </p:cNvPicPr>
          <p:nvPr/>
        </p:nvPicPr>
        <p:blipFill>
          <a:blip r:embed="rId13">
            <a:duotone>
              <a:schemeClr val="accent6">
                <a:shade val="45000"/>
                <a:satMod val="135000"/>
              </a:schemeClr>
              <a:prstClr val="white"/>
            </a:duotone>
            <a:extLst>
              <a:ext uri="{BEBA8EAE-BF5A-486C-A8C5-ECC9F3942E4B}">
                <a14:imgProps xmlns:a14="http://schemas.microsoft.com/office/drawing/2010/main">
                  <a14:imgLayer r:embed="rId14">
                    <a14:imgEffect>
                      <a14:colorTemperature colorTemp="8800"/>
                    </a14:imgEffect>
                  </a14:imgLayer>
                </a14:imgProps>
              </a:ext>
              <a:ext uri="{28A0092B-C50C-407E-A947-70E740481C1C}">
                <a14:useLocalDpi xmlns:a14="http://schemas.microsoft.com/office/drawing/2010/main" val="0"/>
              </a:ext>
            </a:extLst>
          </a:blip>
          <a:stretch>
            <a:fillRect/>
          </a:stretch>
        </p:blipFill>
        <p:spPr>
          <a:xfrm>
            <a:off x="7673049" y="3091359"/>
            <a:ext cx="685087" cy="685087"/>
          </a:xfrm>
          <a:prstGeom prst="rect">
            <a:avLst/>
          </a:prstGeom>
        </p:spPr>
      </p:pic>
      <p:sp>
        <p:nvSpPr>
          <p:cNvPr id="102" name="Rectangle 101">
            <a:extLst>
              <a:ext uri="{FF2B5EF4-FFF2-40B4-BE49-F238E27FC236}">
                <a16:creationId xmlns:a16="http://schemas.microsoft.com/office/drawing/2014/main" id="{C6C1ACFC-71DE-01F9-AEAA-F96116977423}"/>
              </a:ext>
            </a:extLst>
          </p:cNvPr>
          <p:cNvSpPr/>
          <p:nvPr/>
        </p:nvSpPr>
        <p:spPr>
          <a:xfrm>
            <a:off x="3255332" y="1531830"/>
            <a:ext cx="1353285" cy="369332"/>
          </a:xfrm>
          <a:prstGeom prst="rect">
            <a:avLst/>
          </a:prstGeom>
        </p:spPr>
        <p:txBody>
          <a:bodyPr wrap="square">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AU" b="0" i="0" u="none" strike="noStrike" kern="1200" cap="none" spc="0" normalizeH="0" baseline="0" noProof="0">
                <a:ln>
                  <a:noFill/>
                </a:ln>
                <a:solidFill>
                  <a:srgbClr val="FFFFFF"/>
                </a:solidFill>
                <a:effectLst/>
                <a:uLnTx/>
                <a:uFillTx/>
                <a:latin typeface="Ubuntu"/>
                <a:ea typeface="+mn-ea"/>
                <a:cs typeface="+mn-cs"/>
              </a:rPr>
              <a:t>Network</a:t>
            </a:r>
          </a:p>
        </p:txBody>
      </p:sp>
      <p:sp>
        <p:nvSpPr>
          <p:cNvPr id="103" name="Oval 64">
            <a:extLst>
              <a:ext uri="{FF2B5EF4-FFF2-40B4-BE49-F238E27FC236}">
                <a16:creationId xmlns:a16="http://schemas.microsoft.com/office/drawing/2014/main" id="{45F758A6-FFDB-88B9-171A-BE5257B87998}"/>
              </a:ext>
            </a:extLst>
          </p:cNvPr>
          <p:cNvSpPr>
            <a:spLocks noChangeArrowheads="1"/>
          </p:cNvSpPr>
          <p:nvPr/>
        </p:nvSpPr>
        <p:spPr bwMode="auto">
          <a:xfrm rot="1072969">
            <a:off x="2670550" y="4733101"/>
            <a:ext cx="1268127" cy="1266247"/>
          </a:xfrm>
          <a:prstGeom prst="ellipse">
            <a:avLst/>
          </a:prstGeom>
          <a:noFill/>
          <a:ln w="57150">
            <a:solidFill>
              <a:srgbClr val="12ABDB"/>
            </a:solidFill>
          </a:ln>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AU" sz="1800" b="0" i="0" u="none" strike="noStrike" kern="0" cap="none" spc="0" normalizeH="0" baseline="0" noProof="0">
              <a:ln>
                <a:noFill/>
              </a:ln>
              <a:solidFill>
                <a:srgbClr val="000000"/>
              </a:solidFill>
              <a:effectLst/>
              <a:uLnTx/>
              <a:uFillTx/>
              <a:latin typeface="Ubuntu"/>
              <a:ea typeface="+mn-ea"/>
              <a:cs typeface="+mn-cs"/>
            </a:endParaRPr>
          </a:p>
        </p:txBody>
      </p:sp>
      <p:sp>
        <p:nvSpPr>
          <p:cNvPr id="104" name="Rectangle 103">
            <a:extLst>
              <a:ext uri="{FF2B5EF4-FFF2-40B4-BE49-F238E27FC236}">
                <a16:creationId xmlns:a16="http://schemas.microsoft.com/office/drawing/2014/main" id="{F16E7DE9-453B-27ED-7EC6-BD6428C96475}"/>
              </a:ext>
            </a:extLst>
          </p:cNvPr>
          <p:cNvSpPr/>
          <p:nvPr/>
        </p:nvSpPr>
        <p:spPr>
          <a:xfrm>
            <a:off x="6868913" y="1510928"/>
            <a:ext cx="1353285" cy="369332"/>
          </a:xfrm>
          <a:prstGeom prst="rect">
            <a:avLst/>
          </a:prstGeom>
        </p:spPr>
        <p:txBody>
          <a:bodyPr wrap="square">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AU" b="0" i="0" u="none" strike="noStrike" kern="1200" cap="none" spc="0" normalizeH="0" baseline="0" noProof="0">
                <a:ln>
                  <a:noFill/>
                </a:ln>
                <a:solidFill>
                  <a:srgbClr val="FFFFFF"/>
                </a:solidFill>
                <a:effectLst/>
                <a:uLnTx/>
                <a:uFillTx/>
                <a:latin typeface="Ubuntu"/>
                <a:ea typeface="+mn-ea"/>
                <a:cs typeface="+mn-cs"/>
              </a:rPr>
              <a:t>Business</a:t>
            </a:r>
          </a:p>
        </p:txBody>
      </p:sp>
      <p:sp>
        <p:nvSpPr>
          <p:cNvPr id="105" name="Rectangle 104">
            <a:extLst>
              <a:ext uri="{FF2B5EF4-FFF2-40B4-BE49-F238E27FC236}">
                <a16:creationId xmlns:a16="http://schemas.microsoft.com/office/drawing/2014/main" id="{103D6BC2-2C68-D970-980C-FA3BDBCCAD85}"/>
              </a:ext>
            </a:extLst>
          </p:cNvPr>
          <p:cNvSpPr/>
          <p:nvPr/>
        </p:nvSpPr>
        <p:spPr>
          <a:xfrm>
            <a:off x="8222198" y="3041122"/>
            <a:ext cx="1353285" cy="369332"/>
          </a:xfrm>
          <a:prstGeom prst="rect">
            <a:avLst/>
          </a:prstGeom>
        </p:spPr>
        <p:txBody>
          <a:bodyPr wrap="square">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AU" b="0" i="0" u="none" strike="noStrike" kern="1200" cap="none" spc="0" normalizeH="0" baseline="0" noProof="0">
                <a:ln>
                  <a:noFill/>
                </a:ln>
                <a:solidFill>
                  <a:srgbClr val="FFFFFF"/>
                </a:solidFill>
                <a:effectLst/>
                <a:uLnTx/>
                <a:uFillTx/>
                <a:latin typeface="Ubuntu"/>
                <a:ea typeface="+mn-ea"/>
                <a:cs typeface="+mn-cs"/>
              </a:rPr>
              <a:t>IT </a:t>
            </a:r>
          </a:p>
        </p:txBody>
      </p:sp>
      <p:sp>
        <p:nvSpPr>
          <p:cNvPr id="106" name="Rectangle 105">
            <a:extLst>
              <a:ext uri="{FF2B5EF4-FFF2-40B4-BE49-F238E27FC236}">
                <a16:creationId xmlns:a16="http://schemas.microsoft.com/office/drawing/2014/main" id="{7A84BE39-2CBC-81AC-7CA6-B3507AA8234B}"/>
              </a:ext>
            </a:extLst>
          </p:cNvPr>
          <p:cNvSpPr/>
          <p:nvPr/>
        </p:nvSpPr>
        <p:spPr>
          <a:xfrm>
            <a:off x="8862388" y="4757299"/>
            <a:ext cx="1639482" cy="369332"/>
          </a:xfrm>
          <a:prstGeom prst="rect">
            <a:avLst/>
          </a:prstGeom>
        </p:spPr>
        <p:txBody>
          <a:bodyPr wrap="square">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AU" b="0" i="0" u="none" strike="noStrike" kern="1200" cap="none" spc="0" normalizeH="0" baseline="0" noProof="0">
                <a:ln>
                  <a:noFill/>
                </a:ln>
                <a:solidFill>
                  <a:srgbClr val="FFFFFF"/>
                </a:solidFill>
                <a:effectLst/>
                <a:uLnTx/>
                <a:uFillTx/>
                <a:latin typeface="Ubuntu"/>
                <a:ea typeface="+mn-ea"/>
                <a:cs typeface="+mn-cs"/>
              </a:rPr>
              <a:t>People/FTE</a:t>
            </a:r>
          </a:p>
        </p:txBody>
      </p:sp>
      <p:sp>
        <p:nvSpPr>
          <p:cNvPr id="107" name="Rectangle 106">
            <a:extLst>
              <a:ext uri="{FF2B5EF4-FFF2-40B4-BE49-F238E27FC236}">
                <a16:creationId xmlns:a16="http://schemas.microsoft.com/office/drawing/2014/main" id="{1C4A7894-D599-CCCE-8BB5-1071D676603F}"/>
              </a:ext>
            </a:extLst>
          </p:cNvPr>
          <p:cNvSpPr/>
          <p:nvPr/>
        </p:nvSpPr>
        <p:spPr>
          <a:xfrm>
            <a:off x="1422946" y="5030682"/>
            <a:ext cx="1353285" cy="646331"/>
          </a:xfrm>
          <a:prstGeom prst="rect">
            <a:avLst/>
          </a:prstGeom>
        </p:spPr>
        <p:txBody>
          <a:bodyPr wrap="square">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AU" b="0" i="0" u="none" strike="noStrike" kern="1200" cap="none" spc="0" normalizeH="0" baseline="0" noProof="0">
                <a:ln>
                  <a:noFill/>
                </a:ln>
                <a:solidFill>
                  <a:srgbClr val="FFFFFF"/>
                </a:solidFill>
                <a:effectLst/>
                <a:uLnTx/>
                <a:uFillTx/>
                <a:latin typeface="Ubuntu"/>
                <a:ea typeface="+mn-ea"/>
                <a:cs typeface="+mn-cs"/>
              </a:rPr>
              <a:t>Partner/</a:t>
            </a:r>
          </a:p>
          <a:p>
            <a:pPr marL="0" marR="0" lvl="0" indent="0" algn="ctr" defTabSz="1219170" rtl="0" eaLnBrk="1" fontAlgn="auto" latinLnBrk="0" hangingPunct="1">
              <a:lnSpc>
                <a:spcPct val="100000"/>
              </a:lnSpc>
              <a:spcBef>
                <a:spcPts val="0"/>
              </a:spcBef>
              <a:spcAft>
                <a:spcPts val="0"/>
              </a:spcAft>
              <a:buClrTx/>
              <a:buSzTx/>
              <a:buFontTx/>
              <a:buNone/>
              <a:tabLst/>
              <a:defRPr/>
            </a:pPr>
            <a:r>
              <a:rPr lang="en-AU">
                <a:solidFill>
                  <a:srgbClr val="FFFFFF"/>
                </a:solidFill>
                <a:latin typeface="Ubuntu"/>
              </a:rPr>
              <a:t>Vendor</a:t>
            </a:r>
            <a:endParaRPr kumimoji="0" lang="en-AU" b="0" i="0" u="none" strike="noStrike" kern="1200" cap="none" spc="0" normalizeH="0" baseline="0" noProof="0">
              <a:ln>
                <a:noFill/>
              </a:ln>
              <a:solidFill>
                <a:srgbClr val="FFFFFF"/>
              </a:solidFill>
              <a:effectLst/>
              <a:uLnTx/>
              <a:uFillTx/>
              <a:latin typeface="Ubuntu"/>
              <a:ea typeface="+mn-ea"/>
              <a:cs typeface="+mn-cs"/>
            </a:endParaRPr>
          </a:p>
        </p:txBody>
      </p:sp>
      <p:sp>
        <p:nvSpPr>
          <p:cNvPr id="108" name="Rectangle 107">
            <a:extLst>
              <a:ext uri="{FF2B5EF4-FFF2-40B4-BE49-F238E27FC236}">
                <a16:creationId xmlns:a16="http://schemas.microsoft.com/office/drawing/2014/main" id="{48B9F634-E71A-C03A-AA93-E1E48515ABEA}"/>
              </a:ext>
            </a:extLst>
          </p:cNvPr>
          <p:cNvSpPr/>
          <p:nvPr/>
        </p:nvSpPr>
        <p:spPr>
          <a:xfrm>
            <a:off x="1213900" y="3255124"/>
            <a:ext cx="1766331" cy="369332"/>
          </a:xfrm>
          <a:prstGeom prst="rect">
            <a:avLst/>
          </a:prstGeom>
        </p:spPr>
        <p:txBody>
          <a:bodyPr wrap="square">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AU" b="0" i="0" u="none" strike="noStrike" kern="1200" cap="none" spc="0" normalizeH="0" baseline="0" noProof="0">
                <a:ln>
                  <a:noFill/>
                </a:ln>
                <a:solidFill>
                  <a:srgbClr val="FFFFFF"/>
                </a:solidFill>
                <a:effectLst/>
                <a:uLnTx/>
                <a:uFillTx/>
                <a:latin typeface="Ubuntu"/>
                <a:ea typeface="+mn-ea"/>
                <a:cs typeface="+mn-cs"/>
              </a:rPr>
              <a:t>Infrastructure</a:t>
            </a:r>
          </a:p>
        </p:txBody>
      </p:sp>
      <p:sp>
        <p:nvSpPr>
          <p:cNvPr id="109" name="TextBox 108">
            <a:extLst>
              <a:ext uri="{FF2B5EF4-FFF2-40B4-BE49-F238E27FC236}">
                <a16:creationId xmlns:a16="http://schemas.microsoft.com/office/drawing/2014/main" id="{64C871A0-768B-FFD0-3A96-2F2055BC6BA3}"/>
              </a:ext>
            </a:extLst>
          </p:cNvPr>
          <p:cNvSpPr txBox="1"/>
          <p:nvPr/>
        </p:nvSpPr>
        <p:spPr>
          <a:xfrm>
            <a:off x="2451196" y="1837099"/>
            <a:ext cx="1842113" cy="507831"/>
          </a:xfrm>
          <a:prstGeom prst="rect">
            <a:avLst/>
          </a:prstGeom>
          <a:noFill/>
        </p:spPr>
        <p:txBody>
          <a:bodyPr wrap="square" rtlCol="0">
            <a:spAutoFit/>
          </a:bodyPr>
          <a:lstStyle/>
          <a:p>
            <a:pPr algn="r"/>
            <a:r>
              <a:rPr lang="en-US" sz="900"/>
              <a:t>Optimize Network spend &amp; realize cost savings quick wins against baseline targets</a:t>
            </a:r>
            <a:endParaRPr lang="en-IN" sz="900"/>
          </a:p>
        </p:txBody>
      </p:sp>
      <p:sp>
        <p:nvSpPr>
          <p:cNvPr id="110" name="TextBox 109">
            <a:extLst>
              <a:ext uri="{FF2B5EF4-FFF2-40B4-BE49-F238E27FC236}">
                <a16:creationId xmlns:a16="http://schemas.microsoft.com/office/drawing/2014/main" id="{DD2EDB48-402B-5B80-C44B-F37D34DFCCBF}"/>
              </a:ext>
            </a:extLst>
          </p:cNvPr>
          <p:cNvSpPr txBox="1"/>
          <p:nvPr/>
        </p:nvSpPr>
        <p:spPr>
          <a:xfrm>
            <a:off x="355950" y="3585480"/>
            <a:ext cx="2496489" cy="507831"/>
          </a:xfrm>
          <a:prstGeom prst="rect">
            <a:avLst/>
          </a:prstGeom>
          <a:noFill/>
        </p:spPr>
        <p:txBody>
          <a:bodyPr wrap="square" rtlCol="0">
            <a:spAutoFit/>
          </a:bodyPr>
          <a:lstStyle/>
          <a:p>
            <a:pPr algn="r"/>
            <a:r>
              <a:rPr lang="en-US" sz="900"/>
              <a:t>Rationalize overall infrastructure spend across software licenses, facilities &amp; Real Estates to deliver quick in year savings</a:t>
            </a:r>
            <a:endParaRPr lang="en-IN" sz="900"/>
          </a:p>
        </p:txBody>
      </p:sp>
      <p:sp>
        <p:nvSpPr>
          <p:cNvPr id="111" name="TextBox 110">
            <a:extLst>
              <a:ext uri="{FF2B5EF4-FFF2-40B4-BE49-F238E27FC236}">
                <a16:creationId xmlns:a16="http://schemas.microsoft.com/office/drawing/2014/main" id="{B6DEDA2E-9935-6D1B-2387-4AF163EF9FD9}"/>
              </a:ext>
            </a:extLst>
          </p:cNvPr>
          <p:cNvSpPr txBox="1"/>
          <p:nvPr/>
        </p:nvSpPr>
        <p:spPr>
          <a:xfrm>
            <a:off x="7187033" y="1819478"/>
            <a:ext cx="2674143" cy="507831"/>
          </a:xfrm>
          <a:prstGeom prst="rect">
            <a:avLst/>
          </a:prstGeom>
          <a:noFill/>
        </p:spPr>
        <p:txBody>
          <a:bodyPr wrap="square" rtlCol="0">
            <a:spAutoFit/>
          </a:bodyPr>
          <a:lstStyle/>
          <a:p>
            <a:r>
              <a:rPr lang="en-US" sz="900"/>
              <a:t>Simplified single View  of rationalized cost structures &amp; operational processes to achieve spend control &amp; match  ‘Best in class ‘  targets</a:t>
            </a:r>
            <a:endParaRPr lang="en-IN" sz="900"/>
          </a:p>
        </p:txBody>
      </p:sp>
      <p:sp>
        <p:nvSpPr>
          <p:cNvPr id="112" name="TextBox 111">
            <a:extLst>
              <a:ext uri="{FF2B5EF4-FFF2-40B4-BE49-F238E27FC236}">
                <a16:creationId xmlns:a16="http://schemas.microsoft.com/office/drawing/2014/main" id="{1DE73727-44F8-D53C-A685-27F6F8A885BB}"/>
              </a:ext>
            </a:extLst>
          </p:cNvPr>
          <p:cNvSpPr txBox="1"/>
          <p:nvPr/>
        </p:nvSpPr>
        <p:spPr>
          <a:xfrm>
            <a:off x="8711220" y="3410454"/>
            <a:ext cx="2266880" cy="507831"/>
          </a:xfrm>
          <a:prstGeom prst="rect">
            <a:avLst/>
          </a:prstGeom>
          <a:noFill/>
        </p:spPr>
        <p:txBody>
          <a:bodyPr wrap="square" rtlCol="0">
            <a:spAutoFit/>
          </a:bodyPr>
          <a:lstStyle/>
          <a:p>
            <a:r>
              <a:rPr lang="en-US" sz="900"/>
              <a:t>Optimization of IT cost base by reducing inefficiencies in platforms &amp; system &amp; AI opportunity identification</a:t>
            </a:r>
            <a:endParaRPr lang="en-IN" sz="900"/>
          </a:p>
        </p:txBody>
      </p:sp>
      <p:sp>
        <p:nvSpPr>
          <p:cNvPr id="113" name="TextBox 112">
            <a:extLst>
              <a:ext uri="{FF2B5EF4-FFF2-40B4-BE49-F238E27FC236}">
                <a16:creationId xmlns:a16="http://schemas.microsoft.com/office/drawing/2014/main" id="{1BEB6DF0-9474-8060-0278-87D5E97F08BE}"/>
              </a:ext>
            </a:extLst>
          </p:cNvPr>
          <p:cNvSpPr txBox="1"/>
          <p:nvPr/>
        </p:nvSpPr>
        <p:spPr>
          <a:xfrm>
            <a:off x="9025863" y="5128768"/>
            <a:ext cx="2714379" cy="784830"/>
          </a:xfrm>
          <a:prstGeom prst="rect">
            <a:avLst/>
          </a:prstGeom>
          <a:noFill/>
        </p:spPr>
        <p:txBody>
          <a:bodyPr wrap="square" rtlCol="0">
            <a:spAutoFit/>
          </a:bodyPr>
          <a:lstStyle/>
          <a:p>
            <a:r>
              <a:rPr lang="en-US" sz="900">
                <a:solidFill>
                  <a:schemeClr val="bg1"/>
                </a:solidFill>
              </a:rPr>
              <a:t>Support formalizing new procurement organization through collaboration, knowledge transfer, train the trainer programs on rationalized processes, new landscape &amp; potential AI deployment areas</a:t>
            </a:r>
            <a:endParaRPr lang="en-IN" sz="900">
              <a:solidFill>
                <a:schemeClr val="bg1"/>
              </a:solidFill>
            </a:endParaRPr>
          </a:p>
        </p:txBody>
      </p:sp>
      <p:sp>
        <p:nvSpPr>
          <p:cNvPr id="114" name="TextBox 113">
            <a:extLst>
              <a:ext uri="{FF2B5EF4-FFF2-40B4-BE49-F238E27FC236}">
                <a16:creationId xmlns:a16="http://schemas.microsoft.com/office/drawing/2014/main" id="{759EC129-10EA-996A-6A63-9BCA1196143A}"/>
              </a:ext>
            </a:extLst>
          </p:cNvPr>
          <p:cNvSpPr txBox="1"/>
          <p:nvPr/>
        </p:nvSpPr>
        <p:spPr>
          <a:xfrm>
            <a:off x="0" y="5615003"/>
            <a:ext cx="2682347" cy="507831"/>
          </a:xfrm>
          <a:prstGeom prst="rect">
            <a:avLst/>
          </a:prstGeom>
          <a:noFill/>
        </p:spPr>
        <p:txBody>
          <a:bodyPr wrap="square" rtlCol="0">
            <a:spAutoFit/>
          </a:bodyPr>
          <a:lstStyle/>
          <a:p>
            <a:pPr algn="r"/>
            <a:r>
              <a:rPr lang="en-US" sz="900">
                <a:solidFill>
                  <a:schemeClr val="bg1"/>
                </a:solidFill>
              </a:rPr>
              <a:t>Optimization of vendor spend , reduction of vendor mgmt. costs, &amp; process simplification to drive  Network cost Transformation initiative</a:t>
            </a:r>
            <a:endParaRPr lang="en-IN" sz="900">
              <a:solidFill>
                <a:schemeClr val="bg1"/>
              </a:solidFill>
            </a:endParaRPr>
          </a:p>
        </p:txBody>
      </p:sp>
      <p:sp>
        <p:nvSpPr>
          <p:cNvPr id="115" name="TextBox 114">
            <a:extLst>
              <a:ext uri="{FF2B5EF4-FFF2-40B4-BE49-F238E27FC236}">
                <a16:creationId xmlns:a16="http://schemas.microsoft.com/office/drawing/2014/main" id="{3DFDD7B1-5415-47A4-C883-AA2CD2A53272}"/>
              </a:ext>
            </a:extLst>
          </p:cNvPr>
          <p:cNvSpPr txBox="1"/>
          <p:nvPr/>
        </p:nvSpPr>
        <p:spPr>
          <a:xfrm>
            <a:off x="9178263" y="5281168"/>
            <a:ext cx="2714379" cy="784830"/>
          </a:xfrm>
          <a:prstGeom prst="rect">
            <a:avLst/>
          </a:prstGeom>
          <a:noFill/>
        </p:spPr>
        <p:txBody>
          <a:bodyPr wrap="square" rtlCol="0">
            <a:spAutoFit/>
          </a:bodyPr>
          <a:lstStyle/>
          <a:p>
            <a:r>
              <a:rPr lang="en-US" sz="900"/>
              <a:t>Support formalizing new procurement organization through collaboration, knowledge transfer, train the trainer programs on rationalized processes, new landscape &amp; potential AI deployment areas</a:t>
            </a:r>
            <a:endParaRPr lang="en-IN" sz="900"/>
          </a:p>
        </p:txBody>
      </p:sp>
      <p:sp>
        <p:nvSpPr>
          <p:cNvPr id="116" name="TextBox 115">
            <a:extLst>
              <a:ext uri="{FF2B5EF4-FFF2-40B4-BE49-F238E27FC236}">
                <a16:creationId xmlns:a16="http://schemas.microsoft.com/office/drawing/2014/main" id="{9DED3DAB-4030-E335-DF45-BD4D6AFA6076}"/>
              </a:ext>
            </a:extLst>
          </p:cNvPr>
          <p:cNvSpPr txBox="1"/>
          <p:nvPr/>
        </p:nvSpPr>
        <p:spPr>
          <a:xfrm>
            <a:off x="152400" y="5767403"/>
            <a:ext cx="2682347" cy="507831"/>
          </a:xfrm>
          <a:prstGeom prst="rect">
            <a:avLst/>
          </a:prstGeom>
          <a:noFill/>
        </p:spPr>
        <p:txBody>
          <a:bodyPr wrap="square" rtlCol="0">
            <a:spAutoFit/>
          </a:bodyPr>
          <a:lstStyle/>
          <a:p>
            <a:pPr algn="r"/>
            <a:r>
              <a:rPr lang="en-US" sz="900"/>
              <a:t>Optimization of vendor spend , reduction of vendor mgmt. costs, &amp; process simplification to drive  Network cost Transformation initiative</a:t>
            </a:r>
            <a:endParaRPr lang="en-IN" sz="900"/>
          </a:p>
        </p:txBody>
      </p:sp>
    </p:spTree>
    <p:extLst>
      <p:ext uri="{BB962C8B-B14F-4D97-AF65-F5344CB8AC3E}">
        <p14:creationId xmlns:p14="http://schemas.microsoft.com/office/powerpoint/2010/main" val="64605331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060C61-7328-126B-D010-80F9C1E68FA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7104E83-B204-2FB2-012D-2964EC6219BF}"/>
              </a:ext>
            </a:extLst>
          </p:cNvPr>
          <p:cNvSpPr>
            <a:spLocks noGrp="1"/>
          </p:cNvSpPr>
          <p:nvPr>
            <p:ph type="title"/>
          </p:nvPr>
        </p:nvSpPr>
        <p:spPr>
          <a:xfrm>
            <a:off x="591793" y="1628775"/>
            <a:ext cx="8040143" cy="2961513"/>
          </a:xfrm>
        </p:spPr>
        <p:txBody>
          <a:bodyPr/>
          <a:lstStyle/>
          <a:p>
            <a:r>
              <a:rPr lang="en-US"/>
              <a:t>We are proposing a curated team construct for this engagement, comprising of global experts’ advice, subject matter experts and right-shoring location criteria</a:t>
            </a:r>
            <a:endParaRPr lang="en-GB" noProof="0"/>
          </a:p>
        </p:txBody>
      </p:sp>
    </p:spTree>
    <p:extLst>
      <p:ext uri="{BB962C8B-B14F-4D97-AF65-F5344CB8AC3E}">
        <p14:creationId xmlns:p14="http://schemas.microsoft.com/office/powerpoint/2010/main" val="331605525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E4D4A2-1B22-BB23-A10B-A71A6C5149B1}"/>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7ECC78AF-DF40-2B94-24FE-1B887F81E366}"/>
              </a:ext>
            </a:extLst>
          </p:cNvPr>
          <p:cNvSpPr>
            <a:spLocks noGrp="1"/>
          </p:cNvSpPr>
          <p:nvPr>
            <p:ph type="title"/>
          </p:nvPr>
        </p:nvSpPr>
        <p:spPr>
          <a:xfrm>
            <a:off x="591793" y="1628775"/>
            <a:ext cx="8040143" cy="2961513"/>
          </a:xfrm>
        </p:spPr>
        <p:txBody>
          <a:bodyPr/>
          <a:lstStyle/>
          <a:p>
            <a:r>
              <a:rPr lang="en-US"/>
              <a:t>As part of the collaboration model, we propose a contextualized framework of how we will embed with the LN internal team and approach knowledge transfer</a:t>
            </a:r>
            <a:endParaRPr lang="en-GB" noProof="0"/>
          </a:p>
        </p:txBody>
      </p:sp>
    </p:spTree>
    <p:extLst>
      <p:ext uri="{BB962C8B-B14F-4D97-AF65-F5344CB8AC3E}">
        <p14:creationId xmlns:p14="http://schemas.microsoft.com/office/powerpoint/2010/main" val="220939762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968CCC-1068-7F12-E934-801833BF4063}"/>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A606673D-6D92-8361-9DB8-3865CD33ECE2}"/>
              </a:ext>
            </a:extLst>
          </p:cNvPr>
          <p:cNvSpPr>
            <a:spLocks noGrp="1"/>
          </p:cNvSpPr>
          <p:nvPr>
            <p:ph type="title"/>
          </p:nvPr>
        </p:nvSpPr>
        <p:spPr>
          <a:xfrm>
            <a:off x="443892" y="180753"/>
            <a:ext cx="11008413" cy="970217"/>
          </a:xfrm>
        </p:spPr>
        <p:txBody>
          <a:bodyPr vert="horz" lIns="0" tIns="0" rIns="0" bIns="126000" rtlCol="0" anchor="t" anchorCtr="0">
            <a:noAutofit/>
          </a:bodyPr>
          <a:lstStyle/>
          <a:p>
            <a:r>
              <a:rPr lang="en-GB"/>
              <a:t>Capgemini collaboration &amp; Knowledge Transfer approach</a:t>
            </a:r>
          </a:p>
        </p:txBody>
      </p:sp>
      <p:sp>
        <p:nvSpPr>
          <p:cNvPr id="7" name="Chevron 43">
            <a:extLst>
              <a:ext uri="{FF2B5EF4-FFF2-40B4-BE49-F238E27FC236}">
                <a16:creationId xmlns:a16="http://schemas.microsoft.com/office/drawing/2014/main" id="{1EBAEC69-6C85-0254-9066-14D6B474C052}"/>
              </a:ext>
            </a:extLst>
          </p:cNvPr>
          <p:cNvSpPr>
            <a:spLocks/>
          </p:cNvSpPr>
          <p:nvPr/>
        </p:nvSpPr>
        <p:spPr bwMode="auto">
          <a:xfrm>
            <a:off x="1236241" y="1778260"/>
            <a:ext cx="1150753" cy="344974"/>
          </a:xfrm>
          <a:prstGeom prst="chevron">
            <a:avLst>
              <a:gd name="adj" fmla="val 29436"/>
            </a:avLst>
          </a:prstGeom>
          <a:solidFill>
            <a:srgbClr val="0070AD">
              <a:lumMod val="50000"/>
            </a:srgbClr>
          </a:solidFill>
          <a:ln w="19050">
            <a:noFill/>
            <a:miter lim="800000"/>
            <a:headEnd/>
            <a:tailEnd/>
          </a:ln>
          <a:effectLst/>
        </p:spPr>
        <p:txBody>
          <a:bodyPr lIns="0" tIns="91440" rIns="0" bIns="91440" anchor="ctr"/>
          <a:lstStyle/>
          <a:p>
            <a:pPr marL="0" marR="0" lvl="1" indent="0" algn="ctr" defTabSz="995690" eaLnBrk="1" fontAlgn="auto" latinLnBrk="0" hangingPunct="1">
              <a:lnSpc>
                <a:spcPct val="100000"/>
              </a:lnSpc>
              <a:spcBef>
                <a:spcPts val="0"/>
              </a:spcBef>
              <a:spcAft>
                <a:spcPts val="0"/>
              </a:spcAft>
              <a:buClrTx/>
              <a:buSzTx/>
              <a:buFontTx/>
              <a:buNone/>
              <a:tabLst/>
              <a:defRPr/>
            </a:pPr>
            <a:r>
              <a:rPr kumimoji="0" lang="en-GB" sz="900" b="1" i="0" u="none" strike="noStrike" kern="0" cap="none" spc="0" normalizeH="0" baseline="0" noProof="0">
                <a:ln>
                  <a:noFill/>
                </a:ln>
                <a:solidFill>
                  <a:srgbClr val="FFFFFF"/>
                </a:solidFill>
                <a:effectLst/>
                <a:uLnTx/>
                <a:uFillTx/>
                <a:ea typeface="微软雅黑"/>
                <a:sym typeface="+mn-lt"/>
              </a:rPr>
              <a:t>1. Program Preparation</a:t>
            </a:r>
            <a:endParaRPr kumimoji="0" lang="en-GB" sz="900" b="0" i="0" u="none" strike="noStrike" kern="0" cap="none" spc="0" normalizeH="0" baseline="0" noProof="0">
              <a:ln>
                <a:noFill/>
              </a:ln>
              <a:solidFill>
                <a:srgbClr val="FFFFFF"/>
              </a:solidFill>
              <a:effectLst/>
              <a:uLnTx/>
              <a:uFillTx/>
              <a:ea typeface="微软雅黑"/>
              <a:sym typeface="+mn-lt"/>
            </a:endParaRPr>
          </a:p>
        </p:txBody>
      </p:sp>
      <p:sp>
        <p:nvSpPr>
          <p:cNvPr id="8" name="Chevron 43">
            <a:extLst>
              <a:ext uri="{FF2B5EF4-FFF2-40B4-BE49-F238E27FC236}">
                <a16:creationId xmlns:a16="http://schemas.microsoft.com/office/drawing/2014/main" id="{D6C175CC-AA65-D6C3-9E73-12C886CBA68E}"/>
              </a:ext>
            </a:extLst>
          </p:cNvPr>
          <p:cNvSpPr>
            <a:spLocks/>
          </p:cNvSpPr>
          <p:nvPr/>
        </p:nvSpPr>
        <p:spPr bwMode="auto">
          <a:xfrm>
            <a:off x="2379111" y="1778260"/>
            <a:ext cx="1140778" cy="344974"/>
          </a:xfrm>
          <a:prstGeom prst="chevron">
            <a:avLst>
              <a:gd name="adj" fmla="val 29436"/>
            </a:avLst>
          </a:prstGeom>
          <a:solidFill>
            <a:srgbClr val="0070AD">
              <a:lumMod val="50000"/>
            </a:srgbClr>
          </a:solidFill>
          <a:ln w="19050">
            <a:noFill/>
            <a:miter lim="800000"/>
            <a:headEnd/>
            <a:tailEnd/>
          </a:ln>
          <a:effectLst/>
        </p:spPr>
        <p:txBody>
          <a:bodyPr lIns="0" tIns="91440" rIns="0" bIns="91440" anchor="ctr"/>
          <a:lstStyle/>
          <a:p>
            <a:pPr marL="0" marR="0" lvl="1" indent="0" algn="ctr" defTabSz="995690" eaLnBrk="1" fontAlgn="auto" latinLnBrk="0" hangingPunct="1">
              <a:lnSpc>
                <a:spcPct val="100000"/>
              </a:lnSpc>
              <a:spcBef>
                <a:spcPts val="0"/>
              </a:spcBef>
              <a:spcAft>
                <a:spcPts val="0"/>
              </a:spcAft>
              <a:buClrTx/>
              <a:buSzTx/>
              <a:buFontTx/>
              <a:buNone/>
              <a:tabLst/>
              <a:defRPr/>
            </a:pPr>
            <a:r>
              <a:rPr kumimoji="0" lang="en-GB" sz="900" b="1" i="0" u="none" strike="noStrike" kern="0" cap="none" spc="0" normalizeH="0" baseline="0" noProof="0">
                <a:ln>
                  <a:noFill/>
                </a:ln>
                <a:solidFill>
                  <a:srgbClr val="FFFFFF"/>
                </a:solidFill>
                <a:effectLst/>
                <a:uLnTx/>
                <a:uFillTx/>
                <a:ea typeface="微软雅黑"/>
                <a:sym typeface="+mn-lt"/>
              </a:rPr>
              <a:t>2. Validate TOM, Design</a:t>
            </a:r>
            <a:endParaRPr kumimoji="0" lang="en-GB" sz="900" b="0" i="0" u="none" strike="noStrike" kern="0" cap="none" spc="0" normalizeH="0" baseline="0" noProof="0">
              <a:ln>
                <a:noFill/>
              </a:ln>
              <a:solidFill>
                <a:srgbClr val="FFFFFF"/>
              </a:solidFill>
              <a:effectLst/>
              <a:uLnTx/>
              <a:uFillTx/>
              <a:ea typeface="微软雅黑"/>
              <a:sym typeface="+mn-lt"/>
            </a:endParaRPr>
          </a:p>
        </p:txBody>
      </p:sp>
      <p:sp>
        <p:nvSpPr>
          <p:cNvPr id="9" name="TextBox 68">
            <a:extLst>
              <a:ext uri="{FF2B5EF4-FFF2-40B4-BE49-F238E27FC236}">
                <a16:creationId xmlns:a16="http://schemas.microsoft.com/office/drawing/2014/main" id="{3E7B54B0-454A-2431-EF07-B8292F042045}"/>
              </a:ext>
            </a:extLst>
          </p:cNvPr>
          <p:cNvSpPr txBox="1">
            <a:spLocks/>
          </p:cNvSpPr>
          <p:nvPr/>
        </p:nvSpPr>
        <p:spPr>
          <a:xfrm>
            <a:off x="1246216" y="2164994"/>
            <a:ext cx="2273671" cy="2631629"/>
          </a:xfrm>
          <a:prstGeom prst="roundRect">
            <a:avLst>
              <a:gd name="adj" fmla="val 1467"/>
            </a:avLst>
          </a:prstGeom>
          <a:solidFill>
            <a:schemeClr val="accent2">
              <a:lumMod val="20000"/>
              <a:lumOff val="80000"/>
            </a:schemeClr>
          </a:solidFill>
          <a:effectLst/>
        </p:spPr>
        <p:txBody>
          <a:bodyPr wrap="square" lIns="72000" tIns="36000" rIns="72000" bIns="36000" rtlCol="0">
            <a:noAutofit/>
          </a:bodyPr>
          <a:lstStyle/>
          <a:p>
            <a:pPr marL="141288" indent="-141288">
              <a:spcAft>
                <a:spcPts val="100"/>
              </a:spcAft>
              <a:buClr>
                <a:srgbClr val="0070AD"/>
              </a:buClr>
              <a:buFont typeface="Wingdings" panose="05000000000000000000" pitchFamily="2" charset="2"/>
              <a:buChar char="§"/>
              <a:tabLst>
                <a:tab pos="457200" algn="l"/>
              </a:tabLst>
              <a:defRPr/>
            </a:pPr>
            <a:r>
              <a:rPr lang="en-US" sz="900" kern="0">
                <a:solidFill>
                  <a:prstClr val="black"/>
                </a:solidFill>
                <a:cs typeface="Times New Roman" panose="02020603050405020304" pitchFamily="18" charset="0"/>
              </a:rPr>
              <a:t>Create Stakeholder map</a:t>
            </a:r>
          </a:p>
          <a:p>
            <a:pPr marL="141288" indent="-141288">
              <a:spcAft>
                <a:spcPts val="100"/>
              </a:spcAft>
              <a:buClr>
                <a:srgbClr val="0070AD"/>
              </a:buClr>
              <a:buFont typeface="Wingdings" panose="05000000000000000000" pitchFamily="2" charset="2"/>
              <a:buChar char="§"/>
              <a:tabLst>
                <a:tab pos="457200" algn="l"/>
              </a:tabLst>
              <a:defRPr/>
            </a:pPr>
            <a:r>
              <a:rPr lang="en-US" sz="900" kern="0">
                <a:solidFill>
                  <a:prstClr val="black"/>
                </a:solidFill>
                <a:cs typeface="Times New Roman" panose="02020603050405020304" pitchFamily="18" charset="0"/>
              </a:rPr>
              <a:t>Kick Off session with stakeholders</a:t>
            </a:r>
          </a:p>
          <a:p>
            <a:pPr marL="141288" indent="-141288">
              <a:spcAft>
                <a:spcPts val="100"/>
              </a:spcAft>
              <a:buClr>
                <a:srgbClr val="0070AD"/>
              </a:buClr>
              <a:buFont typeface="Wingdings" panose="05000000000000000000" pitchFamily="2" charset="2"/>
              <a:buChar char="§"/>
              <a:tabLst>
                <a:tab pos="457200" algn="l"/>
              </a:tabLst>
              <a:defRPr/>
            </a:pPr>
            <a:r>
              <a:rPr lang="en-US" sz="900" kern="0">
                <a:solidFill>
                  <a:prstClr val="black"/>
                </a:solidFill>
                <a:cs typeface="Times New Roman" panose="02020603050405020304" pitchFamily="18" charset="0"/>
              </a:rPr>
              <a:t>Align on stage wise agenda</a:t>
            </a:r>
          </a:p>
          <a:p>
            <a:pPr marL="141288" indent="-141288">
              <a:spcAft>
                <a:spcPts val="100"/>
              </a:spcAft>
              <a:buClr>
                <a:srgbClr val="0070AD"/>
              </a:buClr>
              <a:buFont typeface="Wingdings" panose="05000000000000000000" pitchFamily="2" charset="2"/>
              <a:buChar char="§"/>
              <a:tabLst>
                <a:tab pos="457200" algn="l"/>
              </a:tabLst>
              <a:defRPr/>
            </a:pPr>
            <a:r>
              <a:rPr lang="en-US" sz="900" kern="0">
                <a:solidFill>
                  <a:prstClr val="black"/>
                </a:solidFill>
              </a:rPr>
              <a:t>Agree on templates and deliverables</a:t>
            </a:r>
          </a:p>
          <a:p>
            <a:pPr marL="141288" marR="0" lvl="0" indent="-141288" defTabSz="914400" eaLnBrk="1" fontAlgn="auto" latinLnBrk="0" hangingPunct="1">
              <a:lnSpc>
                <a:spcPct val="100000"/>
              </a:lnSpc>
              <a:spcBef>
                <a:spcPts val="0"/>
              </a:spcBef>
              <a:spcAft>
                <a:spcPts val="100"/>
              </a:spcAft>
              <a:buClr>
                <a:srgbClr val="0070AD"/>
              </a:buClr>
              <a:buSzTx/>
              <a:buFont typeface="Wingdings" panose="05000000000000000000" pitchFamily="2" charset="2"/>
              <a:buChar char="§"/>
              <a:tabLst>
                <a:tab pos="457200" algn="l"/>
              </a:tabLst>
              <a:defRPr/>
            </a:pPr>
            <a:r>
              <a:rPr kumimoji="0" lang="en-GB" sz="900" b="0" i="0" u="none" strike="noStrike" kern="0" cap="none" spc="0" normalizeH="0" baseline="0" noProof="0">
                <a:ln>
                  <a:noFill/>
                </a:ln>
                <a:solidFill>
                  <a:prstClr val="black"/>
                </a:solidFill>
                <a:effectLst/>
                <a:uLnTx/>
                <a:uFillTx/>
                <a:ea typeface="Aptos" panose="020B0004020202020204" pitchFamily="34" charset="0"/>
                <a:cs typeface="Times New Roman" panose="02020603050405020304" pitchFamily="18" charset="0"/>
              </a:rPr>
              <a:t>Establish governance and onboard the project team</a:t>
            </a:r>
          </a:p>
          <a:p>
            <a:pPr marL="141288" marR="0" lvl="0" indent="-141288" defTabSz="914400" eaLnBrk="1" fontAlgn="auto" latinLnBrk="0" hangingPunct="1">
              <a:lnSpc>
                <a:spcPct val="100000"/>
              </a:lnSpc>
              <a:spcBef>
                <a:spcPts val="0"/>
              </a:spcBef>
              <a:spcAft>
                <a:spcPts val="100"/>
              </a:spcAft>
              <a:buClr>
                <a:srgbClr val="0070AD"/>
              </a:buClr>
              <a:buSzTx/>
              <a:buFont typeface="Wingdings" panose="05000000000000000000" pitchFamily="2" charset="2"/>
              <a:buChar char="§"/>
              <a:tabLst>
                <a:tab pos="457200" algn="l"/>
              </a:tabLst>
              <a:defRPr/>
            </a:pPr>
            <a:r>
              <a:rPr kumimoji="0" lang="en-GB" sz="900" b="1" i="0" u="none" strike="noStrike" kern="0" cap="none" spc="0" normalizeH="0" baseline="0" noProof="0">
                <a:ln>
                  <a:noFill/>
                </a:ln>
                <a:solidFill>
                  <a:prstClr val="black"/>
                </a:solidFill>
                <a:effectLst/>
                <a:uLnTx/>
                <a:uFillTx/>
                <a:ea typeface="Aptos" panose="020B0004020202020204" pitchFamily="34" charset="0"/>
                <a:cs typeface="Times New Roman" panose="02020603050405020304" pitchFamily="18" charset="0"/>
              </a:rPr>
              <a:t>Re-validate, Capture </a:t>
            </a:r>
            <a:r>
              <a:rPr lang="en-GB" sz="900" b="1" kern="0">
                <a:solidFill>
                  <a:prstClr val="black"/>
                </a:solidFill>
                <a:ea typeface="Aptos" panose="020B0004020202020204" pitchFamily="34" charset="0"/>
                <a:cs typeface="Times New Roman" panose="02020603050405020304" pitchFamily="18" charset="0"/>
              </a:rPr>
              <a:t>Operating Plan</a:t>
            </a:r>
            <a:r>
              <a:rPr kumimoji="0" lang="en-GB" sz="900" b="1" i="0" u="none" strike="noStrike" kern="0" cap="none" spc="0" normalizeH="0" baseline="0" noProof="0">
                <a:ln>
                  <a:noFill/>
                </a:ln>
                <a:solidFill>
                  <a:prstClr val="black"/>
                </a:solidFill>
                <a:effectLst/>
                <a:uLnTx/>
                <a:uFillTx/>
                <a:ea typeface="Aptos" panose="020B0004020202020204" pitchFamily="34" charset="0"/>
                <a:cs typeface="Times New Roman" panose="02020603050405020304" pitchFamily="18" charset="0"/>
              </a:rPr>
              <a:t>, establish design, </a:t>
            </a:r>
            <a:r>
              <a:rPr kumimoji="0" lang="en-GB" sz="900" i="0" u="none" strike="noStrike" kern="0" cap="none" spc="0" normalizeH="0" baseline="0" noProof="0">
                <a:ln>
                  <a:noFill/>
                </a:ln>
                <a:solidFill>
                  <a:prstClr val="black"/>
                </a:solidFill>
                <a:effectLst/>
                <a:uLnTx/>
                <a:uFillTx/>
                <a:ea typeface="Aptos" panose="020B0004020202020204" pitchFamily="34" charset="0"/>
                <a:cs typeface="Times New Roman" panose="02020603050405020304" pitchFamily="18" charset="0"/>
              </a:rPr>
              <a:t>request to </a:t>
            </a:r>
            <a:r>
              <a:rPr kumimoji="0" lang="en-GB" sz="900" b="1" i="0" u="none" strike="noStrike" kern="0" cap="none" spc="0" normalizeH="0" baseline="0" noProof="0">
                <a:ln>
                  <a:noFill/>
                </a:ln>
                <a:solidFill>
                  <a:prstClr val="black"/>
                </a:solidFill>
                <a:effectLst/>
                <a:uLnTx/>
                <a:uFillTx/>
                <a:ea typeface="Aptos" panose="020B0004020202020204" pitchFamily="34" charset="0"/>
                <a:cs typeface="Times New Roman" panose="02020603050405020304" pitchFamily="18" charset="0"/>
              </a:rPr>
              <a:t>process &amp; technical documentation </a:t>
            </a:r>
            <a:r>
              <a:rPr kumimoji="0" lang="en-GB" sz="900" i="0" u="none" strike="noStrike" kern="0" cap="none" spc="0" normalizeH="0" baseline="0" noProof="0">
                <a:ln>
                  <a:noFill/>
                </a:ln>
                <a:solidFill>
                  <a:prstClr val="black"/>
                </a:solidFill>
                <a:effectLst/>
                <a:uLnTx/>
                <a:uFillTx/>
                <a:ea typeface="Aptos" panose="020B0004020202020204" pitchFamily="34" charset="0"/>
                <a:cs typeface="Times New Roman" panose="02020603050405020304" pitchFamily="18" charset="0"/>
              </a:rPr>
              <a:t>available </a:t>
            </a:r>
            <a:r>
              <a:rPr lang="en-GB" sz="900" kern="0">
                <a:solidFill>
                  <a:prstClr val="black"/>
                </a:solidFill>
                <a:ea typeface="Aptos" panose="020B0004020202020204" pitchFamily="34" charset="0"/>
                <a:cs typeface="Times New Roman" panose="02020603050405020304" pitchFamily="18" charset="0"/>
              </a:rPr>
              <a:t>&amp; request for access</a:t>
            </a:r>
            <a:endParaRPr kumimoji="0" lang="en-GB" sz="900" i="0" u="none" strike="noStrike" kern="0" cap="none" spc="0" normalizeH="0" baseline="0" noProof="0">
              <a:ln>
                <a:noFill/>
              </a:ln>
              <a:solidFill>
                <a:prstClr val="black"/>
              </a:solidFill>
              <a:effectLst/>
              <a:uLnTx/>
              <a:uFillTx/>
              <a:ea typeface="Aptos" panose="020B0004020202020204" pitchFamily="34" charset="0"/>
              <a:cs typeface="Times New Roman" panose="02020603050405020304" pitchFamily="18" charset="0"/>
            </a:endParaRPr>
          </a:p>
          <a:p>
            <a:pPr marL="141288" marR="0" lvl="0" indent="-141288" defTabSz="914400" eaLnBrk="1" fontAlgn="auto" latinLnBrk="0" hangingPunct="1">
              <a:lnSpc>
                <a:spcPct val="100000"/>
              </a:lnSpc>
              <a:spcBef>
                <a:spcPts val="0"/>
              </a:spcBef>
              <a:spcAft>
                <a:spcPts val="100"/>
              </a:spcAft>
              <a:buClr>
                <a:srgbClr val="0070AD"/>
              </a:buClr>
              <a:buSzTx/>
              <a:buFont typeface="Wingdings" panose="05000000000000000000" pitchFamily="2" charset="2"/>
              <a:buChar char="§"/>
              <a:tabLst>
                <a:tab pos="457200" algn="l"/>
              </a:tabLst>
              <a:defRPr/>
            </a:pPr>
            <a:r>
              <a:rPr kumimoji="0" lang="en-GB" sz="900" b="1" i="0" u="none" strike="noStrike" kern="0" cap="none" spc="0" normalizeH="0" baseline="0" noProof="0">
                <a:ln>
                  <a:noFill/>
                </a:ln>
                <a:solidFill>
                  <a:prstClr val="black"/>
                </a:solidFill>
                <a:effectLst/>
                <a:uLnTx/>
                <a:uFillTx/>
                <a:ea typeface="Aptos" panose="020B0004020202020204" pitchFamily="34" charset="0"/>
                <a:cs typeface="Times New Roman" panose="02020603050405020304" pitchFamily="18" charset="0"/>
              </a:rPr>
              <a:t>Establish &amp; socialize an integrated project plan </a:t>
            </a:r>
            <a:endParaRPr kumimoji="0" lang="en-GB" sz="900" b="0" i="0" u="none" strike="noStrike" kern="0" cap="none" spc="0" normalizeH="0" baseline="0" noProof="0">
              <a:ln>
                <a:noFill/>
              </a:ln>
              <a:solidFill>
                <a:prstClr val="black"/>
              </a:solidFill>
              <a:effectLst/>
              <a:uLnTx/>
              <a:uFillTx/>
              <a:ea typeface="Aptos" panose="020B0004020202020204" pitchFamily="34" charset="0"/>
              <a:cs typeface="Times New Roman" panose="02020603050405020304" pitchFamily="18" charset="0"/>
            </a:endParaRPr>
          </a:p>
          <a:p>
            <a:pPr marL="141288" marR="0" lvl="0" indent="-141288" defTabSz="914400" eaLnBrk="1" fontAlgn="auto" latinLnBrk="0" hangingPunct="1">
              <a:lnSpc>
                <a:spcPct val="100000"/>
              </a:lnSpc>
              <a:spcBef>
                <a:spcPts val="0"/>
              </a:spcBef>
              <a:spcAft>
                <a:spcPts val="100"/>
              </a:spcAft>
              <a:buClr>
                <a:srgbClr val="0070AD"/>
              </a:buClr>
              <a:buSzTx/>
              <a:buFont typeface="Wingdings" panose="05000000000000000000" pitchFamily="2" charset="2"/>
              <a:buChar char="§"/>
              <a:tabLst>
                <a:tab pos="457200" algn="l"/>
              </a:tabLst>
              <a:defRPr/>
            </a:pPr>
            <a:r>
              <a:rPr kumimoji="0" lang="en-GB" sz="900" b="0" i="0" u="none" strike="noStrike" kern="0" cap="none" spc="0" normalizeH="0" baseline="0" noProof="0">
                <a:ln>
                  <a:noFill/>
                </a:ln>
                <a:solidFill>
                  <a:prstClr val="black"/>
                </a:solidFill>
                <a:effectLst/>
                <a:uLnTx/>
                <a:uFillTx/>
                <a:ea typeface="Aptos" panose="020B0004020202020204" pitchFamily="34" charset="0"/>
                <a:cs typeface="Times New Roman" panose="02020603050405020304" pitchFamily="18" charset="0"/>
              </a:rPr>
              <a:t>Define and initiate </a:t>
            </a:r>
            <a:r>
              <a:rPr lang="en-GB" sz="900" kern="0">
                <a:solidFill>
                  <a:prstClr val="black"/>
                </a:solidFill>
                <a:ea typeface="Aptos" panose="020B0004020202020204" pitchFamily="34" charset="0"/>
                <a:cs typeface="Times New Roman" panose="02020603050405020304" pitchFamily="18" charset="0"/>
              </a:rPr>
              <a:t>overall</a:t>
            </a:r>
            <a:r>
              <a:rPr kumimoji="0" lang="en-GB" sz="900" b="0" i="0" u="none" strike="noStrike" kern="0" cap="none" spc="0" normalizeH="0" baseline="0" noProof="0">
                <a:ln>
                  <a:noFill/>
                </a:ln>
                <a:solidFill>
                  <a:prstClr val="black"/>
                </a:solidFill>
                <a:effectLst/>
                <a:uLnTx/>
                <a:uFillTx/>
                <a:ea typeface="Aptos" panose="020B0004020202020204" pitchFamily="34" charset="0"/>
                <a:cs typeface="Times New Roman" panose="02020603050405020304" pitchFamily="18" charset="0"/>
              </a:rPr>
              <a:t> collaboration strategy, communications with stakeholders</a:t>
            </a:r>
          </a:p>
          <a:p>
            <a:pPr marL="141288" marR="0" lvl="0" indent="-141288" defTabSz="914400" eaLnBrk="1" fontAlgn="auto" latinLnBrk="0" hangingPunct="1">
              <a:lnSpc>
                <a:spcPct val="100000"/>
              </a:lnSpc>
              <a:spcBef>
                <a:spcPts val="0"/>
              </a:spcBef>
              <a:spcAft>
                <a:spcPts val="100"/>
              </a:spcAft>
              <a:buClr>
                <a:srgbClr val="0070AD"/>
              </a:buClr>
              <a:buSzTx/>
              <a:buFont typeface="Wingdings" panose="05000000000000000000" pitchFamily="2" charset="2"/>
              <a:buChar char="§"/>
              <a:tabLst>
                <a:tab pos="457200" algn="l"/>
              </a:tabLst>
              <a:defRPr/>
            </a:pPr>
            <a:r>
              <a:rPr kumimoji="0" lang="en-GB" sz="900" b="0" i="0" u="none" strike="noStrike" kern="0" cap="none" spc="0" normalizeH="0" baseline="0" noProof="0">
                <a:ln>
                  <a:noFill/>
                </a:ln>
                <a:solidFill>
                  <a:prstClr val="black"/>
                </a:solidFill>
                <a:effectLst/>
                <a:uLnTx/>
                <a:uFillTx/>
                <a:ea typeface="Aptos" panose="020B0004020202020204" pitchFamily="34" charset="0"/>
                <a:cs typeface="Times New Roman" panose="02020603050405020304" pitchFamily="18" charset="0"/>
              </a:rPr>
              <a:t>Initiate </a:t>
            </a:r>
            <a:r>
              <a:rPr kumimoji="0" lang="en-GB" sz="900" b="1" i="0" u="none" strike="noStrike" kern="0" cap="none" spc="0" normalizeH="0" baseline="0" noProof="0">
                <a:ln>
                  <a:noFill/>
                </a:ln>
                <a:solidFill>
                  <a:prstClr val="black"/>
                </a:solidFill>
                <a:effectLst/>
                <a:uLnTx/>
                <a:uFillTx/>
                <a:ea typeface="Aptos" panose="020B0004020202020204" pitchFamily="34" charset="0"/>
                <a:cs typeface="Times New Roman" panose="02020603050405020304" pitchFamily="18" charset="0"/>
              </a:rPr>
              <a:t>Applications </a:t>
            </a:r>
            <a:r>
              <a:rPr lang="en-GB" sz="900" kern="0">
                <a:solidFill>
                  <a:prstClr val="black"/>
                </a:solidFill>
                <a:ea typeface="Aptos" panose="020B0004020202020204" pitchFamily="34" charset="0"/>
                <a:cs typeface="Times New Roman" panose="02020603050405020304" pitchFamily="18" charset="0"/>
              </a:rPr>
              <a:t>access</a:t>
            </a:r>
            <a:r>
              <a:rPr kumimoji="0" lang="en-GB" sz="900" b="0" i="0" u="none" strike="noStrike" kern="0" cap="none" spc="0" normalizeH="0" baseline="0" noProof="0">
                <a:ln>
                  <a:noFill/>
                </a:ln>
                <a:solidFill>
                  <a:prstClr val="black"/>
                </a:solidFill>
                <a:effectLst/>
                <a:uLnTx/>
                <a:uFillTx/>
                <a:ea typeface="Aptos" panose="020B0004020202020204" pitchFamily="34" charset="0"/>
                <a:cs typeface="Times New Roman" panose="02020603050405020304" pitchFamily="18" charset="0"/>
              </a:rPr>
              <a:t>, SPOC  alignment</a:t>
            </a:r>
          </a:p>
        </p:txBody>
      </p:sp>
      <p:sp>
        <p:nvSpPr>
          <p:cNvPr id="10" name="ZoneTexte 35">
            <a:extLst>
              <a:ext uri="{FF2B5EF4-FFF2-40B4-BE49-F238E27FC236}">
                <a16:creationId xmlns:a16="http://schemas.microsoft.com/office/drawing/2014/main" id="{152B8529-C2FA-41FC-675B-E7AE0E56DA70}"/>
              </a:ext>
            </a:extLst>
          </p:cNvPr>
          <p:cNvSpPr txBox="1"/>
          <p:nvPr/>
        </p:nvSpPr>
        <p:spPr>
          <a:xfrm>
            <a:off x="1246216" y="5495914"/>
            <a:ext cx="2273673" cy="960224"/>
          </a:xfrm>
          <a:prstGeom prst="rect">
            <a:avLst/>
          </a:prstGeom>
          <a:solidFill>
            <a:srgbClr val="0070AD">
              <a:lumMod val="50000"/>
            </a:srgbClr>
          </a:solidFill>
        </p:spPr>
        <p:txBody>
          <a:bodyPr vert="horz" wrap="square" lIns="91440" tIns="46800" rIns="0" bIns="46800" rtlCol="0" anchor="t">
            <a:noAutofit/>
          </a:bodyPr>
          <a:lstStyle/>
          <a:p>
            <a:pPr marL="118872" marR="0" lvl="0" indent="-118872" defTabSz="914400" eaLnBrk="1" fontAlgn="auto" latinLnBrk="0" hangingPunct="1">
              <a:lnSpc>
                <a:spcPct val="100000"/>
              </a:lnSpc>
              <a:spcBef>
                <a:spcPts val="0"/>
              </a:spcBef>
              <a:spcAft>
                <a:spcPts val="100"/>
              </a:spcAft>
              <a:buClrTx/>
              <a:buSzTx/>
              <a:buFont typeface="Wingdings" panose="05000000000000000000" pitchFamily="2" charset="2"/>
              <a:buChar char="§"/>
              <a:tabLst/>
              <a:defRPr/>
            </a:pPr>
            <a:r>
              <a:rPr kumimoji="0" lang="en-GB" sz="800" b="0" i="0" u="none" strike="noStrike" kern="0" cap="none" spc="0" normalizeH="0" baseline="0" noProof="0">
                <a:ln>
                  <a:noFill/>
                </a:ln>
                <a:solidFill>
                  <a:srgbClr val="FFFFFF"/>
                </a:solidFill>
                <a:effectLst/>
                <a:uLnTx/>
                <a:uFillTx/>
                <a:ea typeface="微软雅黑"/>
                <a:sym typeface="+mn-lt"/>
              </a:rPr>
              <a:t>Integrated Project Plan </a:t>
            </a:r>
          </a:p>
          <a:p>
            <a:pPr marL="118872" marR="0" lvl="0" indent="-118872" defTabSz="914400" eaLnBrk="1" fontAlgn="auto" latinLnBrk="0" hangingPunct="1">
              <a:lnSpc>
                <a:spcPct val="100000"/>
              </a:lnSpc>
              <a:spcBef>
                <a:spcPts val="0"/>
              </a:spcBef>
              <a:spcAft>
                <a:spcPts val="100"/>
              </a:spcAft>
              <a:buClrTx/>
              <a:buSzTx/>
              <a:buFont typeface="Wingdings" panose="05000000000000000000" pitchFamily="2" charset="2"/>
              <a:buChar char="§"/>
              <a:tabLst/>
              <a:defRPr/>
            </a:pPr>
            <a:r>
              <a:rPr kumimoji="0" lang="en-GB" sz="800" b="0" i="0" u="none" strike="noStrike" kern="0" cap="none" spc="0" normalizeH="0" baseline="0" noProof="0">
                <a:ln>
                  <a:noFill/>
                </a:ln>
                <a:solidFill>
                  <a:srgbClr val="FFFFFF"/>
                </a:solidFill>
                <a:effectLst/>
                <a:uLnTx/>
                <a:uFillTx/>
                <a:ea typeface="微软雅黑"/>
                <a:sym typeface="+mn-lt"/>
              </a:rPr>
              <a:t>Project Resources identified &amp; mobilized</a:t>
            </a:r>
          </a:p>
          <a:p>
            <a:pPr marL="118872" marR="0" lvl="0" indent="-118872" defTabSz="914400" eaLnBrk="1" fontAlgn="auto" latinLnBrk="0" hangingPunct="1">
              <a:lnSpc>
                <a:spcPct val="100000"/>
              </a:lnSpc>
              <a:spcBef>
                <a:spcPts val="0"/>
              </a:spcBef>
              <a:spcAft>
                <a:spcPts val="100"/>
              </a:spcAft>
              <a:buClrTx/>
              <a:buSzTx/>
              <a:buFont typeface="Wingdings" panose="05000000000000000000" pitchFamily="2" charset="2"/>
              <a:buChar char="§"/>
              <a:tabLst/>
              <a:defRPr/>
            </a:pPr>
            <a:r>
              <a:rPr kumimoji="0" lang="en-GB" sz="800" b="0" i="0" u="none" strike="noStrike" kern="0" cap="none" spc="0" normalizeH="0" baseline="0" noProof="0">
                <a:ln>
                  <a:noFill/>
                </a:ln>
                <a:solidFill>
                  <a:srgbClr val="FFFFFF"/>
                </a:solidFill>
                <a:effectLst/>
                <a:uLnTx/>
                <a:uFillTx/>
                <a:ea typeface="微软雅黑"/>
                <a:sym typeface="+mn-lt"/>
              </a:rPr>
              <a:t>Core </a:t>
            </a:r>
            <a:r>
              <a:rPr lang="en-GB" sz="800" kern="0">
                <a:solidFill>
                  <a:srgbClr val="FFFFFF"/>
                </a:solidFill>
                <a:ea typeface="微软雅黑"/>
                <a:sym typeface="+mn-lt"/>
              </a:rPr>
              <a:t>Collaboration &amp; Knowledge Transfer</a:t>
            </a:r>
            <a:r>
              <a:rPr kumimoji="0" lang="en-GB" sz="800" b="0" i="0" u="none" strike="noStrike" kern="0" cap="none" spc="0" normalizeH="0" baseline="0" noProof="0">
                <a:ln>
                  <a:noFill/>
                </a:ln>
                <a:solidFill>
                  <a:srgbClr val="FFFFFF"/>
                </a:solidFill>
                <a:effectLst/>
                <a:uLnTx/>
                <a:uFillTx/>
                <a:ea typeface="微软雅黑"/>
                <a:sym typeface="+mn-lt"/>
              </a:rPr>
              <a:t> activities initiated </a:t>
            </a:r>
          </a:p>
          <a:p>
            <a:pPr marL="118872" marR="0" lvl="0" indent="-118872" defTabSz="914400" eaLnBrk="1" fontAlgn="auto" latinLnBrk="0" hangingPunct="1">
              <a:lnSpc>
                <a:spcPct val="100000"/>
              </a:lnSpc>
              <a:spcBef>
                <a:spcPts val="0"/>
              </a:spcBef>
              <a:spcAft>
                <a:spcPts val="100"/>
              </a:spcAft>
              <a:buClrTx/>
              <a:buSzTx/>
              <a:buFont typeface="Wingdings" panose="05000000000000000000" pitchFamily="2" charset="2"/>
              <a:buChar char="§"/>
              <a:tabLst/>
              <a:defRPr/>
            </a:pPr>
            <a:r>
              <a:rPr kumimoji="0" lang="en-GB" sz="800" b="0" i="0" u="none" strike="noStrike" kern="0" cap="none" spc="0" normalizeH="0" baseline="0" noProof="0">
                <a:ln>
                  <a:noFill/>
                </a:ln>
                <a:solidFill>
                  <a:srgbClr val="FFFFFF"/>
                </a:solidFill>
                <a:effectLst/>
                <a:uLnTx/>
                <a:uFillTx/>
                <a:ea typeface="微软雅黑"/>
                <a:sym typeface="+mn-lt"/>
              </a:rPr>
              <a:t>Governance and reporting implemented</a:t>
            </a:r>
          </a:p>
          <a:p>
            <a:pPr marL="118872" marR="0" lvl="0" indent="-118872" defTabSz="914400" eaLnBrk="1" fontAlgn="auto" latinLnBrk="0" hangingPunct="1">
              <a:lnSpc>
                <a:spcPct val="100000"/>
              </a:lnSpc>
              <a:spcBef>
                <a:spcPts val="0"/>
              </a:spcBef>
              <a:spcAft>
                <a:spcPts val="100"/>
              </a:spcAft>
              <a:buClrTx/>
              <a:buSzTx/>
              <a:buFont typeface="Wingdings" panose="05000000000000000000" pitchFamily="2" charset="2"/>
              <a:buChar char="§"/>
              <a:tabLst/>
              <a:defRPr/>
            </a:pPr>
            <a:r>
              <a:rPr kumimoji="0" lang="en-GB" sz="800" b="0" i="0" u="none" strike="noStrike" kern="0" cap="none" spc="0" normalizeH="0" baseline="0" noProof="0">
                <a:ln>
                  <a:noFill/>
                </a:ln>
                <a:solidFill>
                  <a:srgbClr val="FFFFFF"/>
                </a:solidFill>
                <a:effectLst/>
                <a:uLnTx/>
                <a:uFillTx/>
                <a:ea typeface="微软雅黑"/>
                <a:sym typeface="+mn-lt"/>
              </a:rPr>
              <a:t>Change &amp; communication Plan designed</a:t>
            </a:r>
          </a:p>
        </p:txBody>
      </p:sp>
      <p:sp>
        <p:nvSpPr>
          <p:cNvPr id="11" name="TextBox 21">
            <a:extLst>
              <a:ext uri="{FF2B5EF4-FFF2-40B4-BE49-F238E27FC236}">
                <a16:creationId xmlns:a16="http://schemas.microsoft.com/office/drawing/2014/main" id="{7D40B5F6-1982-860C-E8FB-FFE645B6A79A}"/>
              </a:ext>
            </a:extLst>
          </p:cNvPr>
          <p:cNvSpPr txBox="1">
            <a:spLocks/>
          </p:cNvSpPr>
          <p:nvPr/>
        </p:nvSpPr>
        <p:spPr>
          <a:xfrm>
            <a:off x="1246216" y="4895508"/>
            <a:ext cx="2273673" cy="518093"/>
          </a:xfrm>
          <a:prstGeom prst="rect">
            <a:avLst/>
          </a:prstGeom>
          <a:solidFill>
            <a:srgbClr val="0070AD">
              <a:lumMod val="50000"/>
            </a:srgbClr>
          </a:solidFill>
          <a:ln>
            <a:noFill/>
          </a:ln>
          <a:effectLst/>
        </p:spPr>
        <p:txBody>
          <a:bodyPr wrap="square" lIns="91440" tIns="49785" rIns="91440" bIns="49785" rtlCol="0" anchor="ctr">
            <a:noAutofit/>
          </a:bodyPr>
          <a:lstStyle/>
          <a:p>
            <a:pPr>
              <a:defRPr/>
            </a:pPr>
            <a:r>
              <a:rPr kumimoji="0" lang="en-GB" sz="900" b="1" i="0" u="none" strike="noStrike" kern="0" cap="none" spc="0" normalizeH="0" baseline="0" noProof="0">
                <a:ln>
                  <a:noFill/>
                </a:ln>
                <a:solidFill>
                  <a:srgbClr val="FFFFFF"/>
                </a:solidFill>
                <a:effectLst/>
                <a:uLnTx/>
                <a:uFillTx/>
                <a:ea typeface="微软雅黑"/>
                <a:sym typeface="+mn-lt"/>
              </a:rPr>
              <a:t>Governance, TOM, global documentation</a:t>
            </a:r>
            <a:r>
              <a:rPr kumimoji="0" lang="en-GB" sz="900" b="1" i="0" u="none" strike="noStrike" kern="0" cap="none" spc="0" normalizeH="0" baseline="0" noProof="0">
                <a:ln>
                  <a:noFill/>
                </a:ln>
                <a:effectLst/>
                <a:uLnTx/>
                <a:uFillTx/>
                <a:ea typeface="微软雅黑"/>
                <a:sym typeface="+mn-lt"/>
              </a:rPr>
              <a:t>, </a:t>
            </a:r>
            <a:r>
              <a:rPr lang="en-US" sz="900" kern="0"/>
              <a:t>Finalized Templates for all further phases</a:t>
            </a:r>
          </a:p>
        </p:txBody>
      </p:sp>
      <p:sp>
        <p:nvSpPr>
          <p:cNvPr id="12" name="TextBox 68">
            <a:extLst>
              <a:ext uri="{FF2B5EF4-FFF2-40B4-BE49-F238E27FC236}">
                <a16:creationId xmlns:a16="http://schemas.microsoft.com/office/drawing/2014/main" id="{D96CAC4E-7D0E-F1D9-107C-492EE1373F18}"/>
              </a:ext>
            </a:extLst>
          </p:cNvPr>
          <p:cNvSpPr txBox="1">
            <a:spLocks/>
          </p:cNvSpPr>
          <p:nvPr/>
        </p:nvSpPr>
        <p:spPr>
          <a:xfrm>
            <a:off x="4796009" y="2164994"/>
            <a:ext cx="2134295" cy="2631629"/>
          </a:xfrm>
          <a:prstGeom prst="roundRect">
            <a:avLst>
              <a:gd name="adj" fmla="val 1563"/>
            </a:avLst>
          </a:prstGeom>
          <a:solidFill>
            <a:schemeClr val="accent2">
              <a:lumMod val="20000"/>
              <a:lumOff val="80000"/>
            </a:schemeClr>
          </a:solidFill>
          <a:effectLst/>
        </p:spPr>
        <p:txBody>
          <a:bodyPr wrap="square" lIns="72000" tIns="36000" rIns="72000" bIns="36000" rtlCol="0">
            <a:noAutofit/>
          </a:bodyPr>
          <a:lstStyle/>
          <a:p>
            <a:pPr marL="141288" marR="0" lvl="0" indent="-141288" defTabSz="914400" eaLnBrk="1" fontAlgn="auto" latinLnBrk="0" hangingPunct="1">
              <a:lnSpc>
                <a:spcPct val="100000"/>
              </a:lnSpc>
              <a:spcBef>
                <a:spcPts val="0"/>
              </a:spcBef>
              <a:spcAft>
                <a:spcPts val="100"/>
              </a:spcAft>
              <a:buClr>
                <a:srgbClr val="0070AD"/>
              </a:buClr>
              <a:buSzTx/>
              <a:buFont typeface="Wingdings" panose="05000000000000000000" pitchFamily="2" charset="2"/>
              <a:buChar char="§"/>
              <a:tabLst>
                <a:tab pos="457200" algn="l"/>
              </a:tabLst>
              <a:defRPr/>
            </a:pPr>
            <a:r>
              <a:rPr kumimoji="0" lang="en-GB" sz="900" b="0" i="0" u="none" strike="noStrike" kern="0" cap="none" spc="0" normalizeH="0" baseline="0" noProof="0">
                <a:ln>
                  <a:noFill/>
                </a:ln>
                <a:solidFill>
                  <a:prstClr val="black"/>
                </a:solidFill>
                <a:effectLst/>
                <a:uLnTx/>
                <a:uFillTx/>
                <a:ea typeface="Aptos" panose="020B0004020202020204" pitchFamily="34" charset="0"/>
                <a:cs typeface="Times New Roman" panose="02020603050405020304" pitchFamily="18" charset="0"/>
              </a:rPr>
              <a:t>Understand</a:t>
            </a:r>
            <a:r>
              <a:rPr kumimoji="0" lang="en-GB" sz="900" b="1" i="0" u="none" strike="noStrike" kern="0" cap="none" spc="0" normalizeH="0" baseline="0" noProof="0">
                <a:ln>
                  <a:noFill/>
                </a:ln>
                <a:solidFill>
                  <a:prstClr val="black"/>
                </a:solidFill>
                <a:effectLst/>
                <a:uLnTx/>
                <a:uFillTx/>
                <a:ea typeface="Aptos" panose="020B0004020202020204" pitchFamily="34" charset="0"/>
                <a:cs typeface="Times New Roman" panose="02020603050405020304" pitchFamily="18" charset="0"/>
              </a:rPr>
              <a:t> the ‘As-Is’ by scope</a:t>
            </a:r>
            <a:endParaRPr kumimoji="0" lang="en-GB" sz="900" b="0" i="0" u="none" strike="noStrike" kern="0" cap="none" spc="0" normalizeH="0" baseline="0" noProof="0">
              <a:ln>
                <a:noFill/>
              </a:ln>
              <a:solidFill>
                <a:prstClr val="black"/>
              </a:solidFill>
              <a:effectLst/>
              <a:uLnTx/>
              <a:uFillTx/>
              <a:ea typeface="Aptos" panose="020B0004020202020204" pitchFamily="34" charset="0"/>
              <a:cs typeface="Times New Roman" panose="02020603050405020304" pitchFamily="18" charset="0"/>
            </a:endParaRPr>
          </a:p>
          <a:p>
            <a:pPr marR="0" lvl="0" defTabSz="914400" eaLnBrk="1" fontAlgn="auto" latinLnBrk="0" hangingPunct="1">
              <a:lnSpc>
                <a:spcPct val="100000"/>
              </a:lnSpc>
              <a:spcBef>
                <a:spcPts val="0"/>
              </a:spcBef>
              <a:spcAft>
                <a:spcPts val="100"/>
              </a:spcAft>
              <a:buClr>
                <a:srgbClr val="0070AD"/>
              </a:buClr>
              <a:buSzTx/>
              <a:tabLst>
                <a:tab pos="457200" algn="l"/>
              </a:tabLst>
              <a:defRPr/>
            </a:pPr>
            <a:r>
              <a:rPr lang="en-GB" sz="900" b="1" kern="0">
                <a:solidFill>
                  <a:prstClr val="black"/>
                </a:solidFill>
                <a:ea typeface="Aptos" panose="020B0004020202020204" pitchFamily="34" charset="0"/>
                <a:cs typeface="Times New Roman" panose="02020603050405020304" pitchFamily="18" charset="0"/>
              </a:rPr>
              <a:t>(e.g. Network Landscape) </a:t>
            </a:r>
          </a:p>
          <a:p>
            <a:pPr marL="171450" marR="0" lvl="0" indent="-171450" defTabSz="914400" eaLnBrk="1" fontAlgn="auto" latinLnBrk="0" hangingPunct="1">
              <a:lnSpc>
                <a:spcPct val="100000"/>
              </a:lnSpc>
              <a:spcBef>
                <a:spcPts val="0"/>
              </a:spcBef>
              <a:spcAft>
                <a:spcPts val="100"/>
              </a:spcAft>
              <a:buClr>
                <a:srgbClr val="0070AD"/>
              </a:buClr>
              <a:buSzTx/>
              <a:buFont typeface="Arial" panose="020B0604020202020204" pitchFamily="34" charset="0"/>
              <a:buChar char="•"/>
              <a:tabLst>
                <a:tab pos="457200" algn="l"/>
              </a:tabLst>
              <a:defRPr/>
            </a:pPr>
            <a:r>
              <a:rPr kumimoji="0" lang="en-GB" sz="900" b="1" i="0" u="none" strike="noStrike" kern="0" cap="none" spc="0" normalizeH="0" baseline="0" noProof="0">
                <a:ln>
                  <a:noFill/>
                </a:ln>
                <a:solidFill>
                  <a:prstClr val="black"/>
                </a:solidFill>
                <a:effectLst/>
                <a:uLnTx/>
                <a:uFillTx/>
                <a:ea typeface="Aptos" panose="020B0004020202020204" pitchFamily="34" charset="0"/>
                <a:cs typeface="Times New Roman" panose="02020603050405020304" pitchFamily="18" charset="0"/>
              </a:rPr>
              <a:t>Schedule &amp; workshop plans shared </a:t>
            </a:r>
            <a:r>
              <a:rPr kumimoji="0" lang="en-GB" sz="900" b="0" i="0" u="none" strike="noStrike" kern="0" cap="none" spc="0" normalizeH="0" baseline="0" noProof="0">
                <a:ln>
                  <a:noFill/>
                </a:ln>
                <a:solidFill>
                  <a:prstClr val="black"/>
                </a:solidFill>
                <a:effectLst/>
                <a:uLnTx/>
                <a:uFillTx/>
                <a:ea typeface="Aptos" panose="020B0004020202020204" pitchFamily="34" charset="0"/>
                <a:cs typeface="Times New Roman" panose="02020603050405020304" pitchFamily="18" charset="0"/>
              </a:rPr>
              <a:t>with LN SMEs </a:t>
            </a:r>
          </a:p>
          <a:p>
            <a:pPr marL="141288" marR="0" lvl="0" indent="-141288" defTabSz="914400" eaLnBrk="1" fontAlgn="auto" latinLnBrk="0" hangingPunct="1">
              <a:lnSpc>
                <a:spcPct val="100000"/>
              </a:lnSpc>
              <a:spcBef>
                <a:spcPts val="0"/>
              </a:spcBef>
              <a:spcAft>
                <a:spcPts val="100"/>
              </a:spcAft>
              <a:buClr>
                <a:srgbClr val="0070AD"/>
              </a:buClr>
              <a:buSzTx/>
              <a:buFont typeface="Wingdings" panose="05000000000000000000" pitchFamily="2" charset="2"/>
              <a:buChar char="§"/>
              <a:tabLst>
                <a:tab pos="457200" algn="l"/>
              </a:tabLst>
              <a:defRPr/>
            </a:pPr>
            <a:r>
              <a:rPr kumimoji="0" lang="en-GB" sz="900" b="1" i="0" u="none" strike="noStrike" kern="0" cap="none" spc="0" normalizeH="0" baseline="0" noProof="0">
                <a:ln>
                  <a:noFill/>
                </a:ln>
                <a:solidFill>
                  <a:prstClr val="black"/>
                </a:solidFill>
                <a:effectLst/>
                <a:uLnTx/>
                <a:uFillTx/>
                <a:ea typeface="Aptos" panose="020B0004020202020204" pitchFamily="34" charset="0"/>
                <a:cs typeface="Times New Roman" panose="02020603050405020304" pitchFamily="18" charset="0"/>
              </a:rPr>
              <a:t>Update detailed </a:t>
            </a:r>
            <a:r>
              <a:rPr lang="en-GB" sz="900" b="1" kern="0">
                <a:solidFill>
                  <a:prstClr val="black"/>
                </a:solidFill>
                <a:ea typeface="Aptos" panose="020B0004020202020204" pitchFamily="34" charset="0"/>
                <a:cs typeface="Times New Roman" panose="02020603050405020304" pitchFamily="18" charset="0"/>
              </a:rPr>
              <a:t>collaboration</a:t>
            </a:r>
            <a:r>
              <a:rPr kumimoji="0" lang="en-GB" sz="900" b="1" i="0" u="none" strike="noStrike" kern="0" cap="none" spc="0" normalizeH="0" baseline="0" noProof="0">
                <a:ln>
                  <a:noFill/>
                </a:ln>
                <a:solidFill>
                  <a:prstClr val="black"/>
                </a:solidFill>
                <a:effectLst/>
                <a:uLnTx/>
                <a:uFillTx/>
                <a:ea typeface="Aptos" panose="020B0004020202020204" pitchFamily="34" charset="0"/>
                <a:cs typeface="Times New Roman" panose="02020603050405020304" pitchFamily="18" charset="0"/>
              </a:rPr>
              <a:t> plans with LN in the governance tracker</a:t>
            </a:r>
          </a:p>
          <a:p>
            <a:pPr marL="141288" marR="0" lvl="0" indent="-141288" defTabSz="914400" eaLnBrk="1" fontAlgn="auto" latinLnBrk="0" hangingPunct="1">
              <a:lnSpc>
                <a:spcPct val="100000"/>
              </a:lnSpc>
              <a:spcBef>
                <a:spcPts val="0"/>
              </a:spcBef>
              <a:spcAft>
                <a:spcPts val="100"/>
              </a:spcAft>
              <a:buClr>
                <a:srgbClr val="0070AD"/>
              </a:buClr>
              <a:buSzTx/>
              <a:buFont typeface="Wingdings" panose="05000000000000000000" pitchFamily="2" charset="2"/>
              <a:buChar char="§"/>
              <a:tabLst>
                <a:tab pos="457200" algn="l"/>
              </a:tabLst>
              <a:defRPr/>
            </a:pPr>
            <a:r>
              <a:rPr kumimoji="0" lang="en-GB" sz="900" b="0" i="0" u="none" strike="noStrike" kern="0" cap="none" spc="0" normalizeH="0" baseline="0" noProof="0">
                <a:ln>
                  <a:noFill/>
                </a:ln>
                <a:solidFill>
                  <a:prstClr val="black"/>
                </a:solidFill>
                <a:effectLst/>
                <a:uLnTx/>
                <a:uFillTx/>
                <a:ea typeface="Aptos" panose="020B0004020202020204" pitchFamily="34" charset="0"/>
                <a:cs typeface="Times New Roman" panose="02020603050405020304" pitchFamily="18" charset="0"/>
              </a:rPr>
              <a:t>Key risks and action plan changes,</a:t>
            </a:r>
            <a:r>
              <a:rPr kumimoji="0" lang="en-GB" sz="900" b="1" i="0" u="none" strike="noStrike" kern="0" cap="none" spc="0" normalizeH="0" baseline="0" noProof="0">
                <a:ln>
                  <a:noFill/>
                </a:ln>
                <a:solidFill>
                  <a:prstClr val="black"/>
                </a:solidFill>
                <a:effectLst/>
                <a:uLnTx/>
                <a:uFillTx/>
                <a:ea typeface="Aptos" panose="020B0004020202020204" pitchFamily="34" charset="0"/>
                <a:cs typeface="Times New Roman" panose="02020603050405020304" pitchFamily="18" charset="0"/>
              </a:rPr>
              <a:t> </a:t>
            </a:r>
            <a:r>
              <a:rPr kumimoji="0" lang="en-GB" sz="900" b="0" i="0" u="none" strike="noStrike" kern="0" cap="none" spc="0" normalizeH="0" baseline="0" noProof="0">
                <a:ln>
                  <a:noFill/>
                </a:ln>
                <a:solidFill>
                  <a:prstClr val="black"/>
                </a:solidFill>
                <a:effectLst/>
                <a:uLnTx/>
                <a:uFillTx/>
                <a:ea typeface="Aptos" panose="020B0004020202020204" pitchFamily="34" charset="0"/>
                <a:cs typeface="Times New Roman" panose="02020603050405020304" pitchFamily="18" charset="0"/>
              </a:rPr>
              <a:t>the</a:t>
            </a:r>
            <a:r>
              <a:rPr kumimoji="0" lang="en-GB" sz="900" b="1" i="0" u="none" strike="noStrike" kern="0" cap="none" spc="0" normalizeH="0" baseline="0" noProof="0">
                <a:ln>
                  <a:noFill/>
                </a:ln>
                <a:solidFill>
                  <a:prstClr val="black"/>
                </a:solidFill>
                <a:effectLst/>
                <a:uLnTx/>
                <a:uFillTx/>
                <a:ea typeface="Aptos" panose="020B0004020202020204" pitchFamily="34" charset="0"/>
                <a:cs typeface="Times New Roman" panose="02020603050405020304" pitchFamily="18" charset="0"/>
              </a:rPr>
              <a:t> </a:t>
            </a:r>
            <a:r>
              <a:rPr kumimoji="0" lang="en-GB" sz="900" b="0" i="0" u="none" strike="noStrike" kern="0" cap="none" spc="0" normalizeH="0" baseline="0" noProof="0">
                <a:ln>
                  <a:noFill/>
                </a:ln>
                <a:solidFill>
                  <a:prstClr val="black"/>
                </a:solidFill>
                <a:effectLst/>
                <a:uLnTx/>
                <a:uFillTx/>
                <a:ea typeface="Aptos" panose="020B0004020202020204" pitchFamily="34" charset="0"/>
                <a:cs typeface="Times New Roman" panose="02020603050405020304" pitchFamily="18" charset="0"/>
              </a:rPr>
              <a:t>critical path for project completion agreed and reported</a:t>
            </a:r>
          </a:p>
          <a:p>
            <a:pPr marL="141288" lvl="0" indent="-141288">
              <a:spcAft>
                <a:spcPts val="100"/>
              </a:spcAft>
              <a:buClr>
                <a:srgbClr val="0070AD"/>
              </a:buClr>
              <a:buFont typeface="Wingdings" panose="05000000000000000000" pitchFamily="2" charset="2"/>
              <a:buChar char="§"/>
              <a:tabLst>
                <a:tab pos="457200" algn="l"/>
              </a:tabLst>
              <a:defRPr/>
            </a:pPr>
            <a:r>
              <a:rPr lang="en-GB" sz="900" b="1" kern="0">
                <a:solidFill>
                  <a:prstClr val="black"/>
                </a:solidFill>
                <a:ea typeface="Aptos" panose="020B0004020202020204" pitchFamily="34" charset="0"/>
                <a:cs typeface="Times New Roman" panose="02020603050405020304" pitchFamily="18" charset="0"/>
              </a:rPr>
              <a:t>Delivery resources onboarding</a:t>
            </a:r>
            <a:r>
              <a:rPr lang="en-GB" sz="900" kern="0">
                <a:solidFill>
                  <a:prstClr val="black"/>
                </a:solidFill>
                <a:ea typeface="Aptos" panose="020B0004020202020204" pitchFamily="34" charset="0"/>
                <a:cs typeface="Times New Roman" panose="02020603050405020304" pitchFamily="18" charset="0"/>
              </a:rPr>
              <a:t>, orientation and pre-training </a:t>
            </a:r>
          </a:p>
          <a:p>
            <a:pPr marL="141288" lvl="0" indent="-141288">
              <a:spcAft>
                <a:spcPts val="100"/>
              </a:spcAft>
              <a:buClr>
                <a:srgbClr val="0070AD"/>
              </a:buClr>
              <a:buFont typeface="Wingdings" panose="05000000000000000000" pitchFamily="2" charset="2"/>
              <a:buChar char="§"/>
              <a:tabLst>
                <a:tab pos="457200" algn="l"/>
              </a:tabLst>
              <a:defRPr/>
            </a:pPr>
            <a:r>
              <a:rPr lang="en-GB" sz="900" b="1" kern="0">
                <a:solidFill>
                  <a:prstClr val="black"/>
                </a:solidFill>
                <a:ea typeface="Aptos" panose="020B0004020202020204" pitchFamily="34" charset="0"/>
                <a:cs typeface="Times New Roman" panose="02020603050405020304" pitchFamily="18" charset="0"/>
              </a:rPr>
              <a:t>Training and Knowledge Transfer plan</a:t>
            </a:r>
            <a:r>
              <a:rPr lang="en-GB" sz="900" kern="0">
                <a:solidFill>
                  <a:prstClr val="black"/>
                </a:solidFill>
                <a:ea typeface="Aptos" panose="020B0004020202020204" pitchFamily="34" charset="0"/>
                <a:cs typeface="Times New Roman" panose="02020603050405020304" pitchFamily="18" charset="0"/>
              </a:rPr>
              <a:t> and mobilization as per plan</a:t>
            </a:r>
          </a:p>
          <a:p>
            <a:pPr marL="141288" marR="0" lvl="0" indent="-141288" defTabSz="914400" eaLnBrk="1" fontAlgn="auto" latinLnBrk="0" hangingPunct="1">
              <a:lnSpc>
                <a:spcPct val="100000"/>
              </a:lnSpc>
              <a:spcBef>
                <a:spcPts val="0"/>
              </a:spcBef>
              <a:spcAft>
                <a:spcPts val="100"/>
              </a:spcAft>
              <a:buClr>
                <a:srgbClr val="0070AD"/>
              </a:buClr>
              <a:buSzTx/>
              <a:buFont typeface="Wingdings" panose="05000000000000000000" pitchFamily="2" charset="2"/>
              <a:buChar char="§"/>
              <a:tabLst>
                <a:tab pos="457200" algn="l"/>
              </a:tabLst>
              <a:defRPr/>
            </a:pPr>
            <a:endParaRPr kumimoji="0" lang="en-GB" sz="900" b="0" i="0" u="none" strike="noStrike" kern="0" cap="none" spc="0" normalizeH="0" baseline="0" noProof="0">
              <a:ln>
                <a:noFill/>
              </a:ln>
              <a:solidFill>
                <a:prstClr val="black"/>
              </a:solidFill>
              <a:effectLst/>
              <a:uLnTx/>
              <a:uFillTx/>
              <a:ea typeface="Aptos" panose="020B0004020202020204" pitchFamily="34" charset="0"/>
              <a:cs typeface="Times New Roman" panose="02020603050405020304" pitchFamily="18" charset="0"/>
            </a:endParaRPr>
          </a:p>
          <a:p>
            <a:pPr marR="0" lvl="0" defTabSz="914400" eaLnBrk="1" fontAlgn="auto" latinLnBrk="0" hangingPunct="1">
              <a:lnSpc>
                <a:spcPct val="100000"/>
              </a:lnSpc>
              <a:spcBef>
                <a:spcPts val="0"/>
              </a:spcBef>
              <a:spcAft>
                <a:spcPts val="100"/>
              </a:spcAft>
              <a:buClr>
                <a:srgbClr val="0070AD"/>
              </a:buClr>
              <a:buSzTx/>
              <a:tabLst/>
              <a:defRPr/>
            </a:pPr>
            <a:endParaRPr kumimoji="0" lang="en-GB" sz="900" b="1" i="0" u="none" strike="noStrike" kern="0" cap="none" spc="0" normalizeH="0" baseline="0" noProof="0">
              <a:ln>
                <a:noFill/>
              </a:ln>
              <a:solidFill>
                <a:prstClr val="black"/>
              </a:solidFill>
              <a:effectLst/>
              <a:uLnTx/>
              <a:uFillTx/>
              <a:ea typeface="微软雅黑"/>
              <a:sym typeface="+mn-lt"/>
            </a:endParaRPr>
          </a:p>
        </p:txBody>
      </p:sp>
      <p:sp>
        <p:nvSpPr>
          <p:cNvPr id="13" name="Chevron 43">
            <a:extLst>
              <a:ext uri="{FF2B5EF4-FFF2-40B4-BE49-F238E27FC236}">
                <a16:creationId xmlns:a16="http://schemas.microsoft.com/office/drawing/2014/main" id="{BE081670-DD44-B6EE-9077-F61E8E6374AE}"/>
              </a:ext>
            </a:extLst>
          </p:cNvPr>
          <p:cNvSpPr>
            <a:spLocks/>
          </p:cNvSpPr>
          <p:nvPr/>
        </p:nvSpPr>
        <p:spPr bwMode="auto">
          <a:xfrm>
            <a:off x="4793884" y="1778260"/>
            <a:ext cx="2166693" cy="344974"/>
          </a:xfrm>
          <a:prstGeom prst="chevron">
            <a:avLst>
              <a:gd name="adj" fmla="val 29436"/>
            </a:avLst>
          </a:prstGeom>
          <a:solidFill>
            <a:srgbClr val="0070AD">
              <a:lumMod val="75000"/>
            </a:srgbClr>
          </a:solidFill>
          <a:ln w="19050">
            <a:noFill/>
            <a:miter lim="800000"/>
            <a:headEnd/>
            <a:tailEnd/>
          </a:ln>
          <a:effectLst/>
        </p:spPr>
        <p:txBody>
          <a:bodyPr lIns="91440" tIns="91440" rIns="91440" bIns="91440" anchor="ctr"/>
          <a:lstStyle/>
          <a:p>
            <a:pPr marL="0" marR="0" lvl="1" indent="0" algn="ctr" defTabSz="995690" eaLnBrk="1" fontAlgn="auto" latinLnBrk="0" hangingPunct="1">
              <a:lnSpc>
                <a:spcPct val="100000"/>
              </a:lnSpc>
              <a:spcBef>
                <a:spcPts val="0"/>
              </a:spcBef>
              <a:spcAft>
                <a:spcPts val="0"/>
              </a:spcAft>
              <a:buClrTx/>
              <a:buSzTx/>
              <a:buFontTx/>
              <a:buNone/>
              <a:tabLst/>
              <a:defRPr/>
            </a:pPr>
            <a:r>
              <a:rPr kumimoji="0" lang="en-GB" sz="900" b="1" i="0" u="none" strike="noStrike" kern="0" cap="none" spc="0" normalizeH="0" baseline="0" noProof="0">
                <a:ln>
                  <a:noFill/>
                </a:ln>
                <a:solidFill>
                  <a:srgbClr val="FFFFFF"/>
                </a:solidFill>
                <a:effectLst/>
                <a:uLnTx/>
                <a:uFillTx/>
                <a:ea typeface="微软雅黑"/>
                <a:sym typeface="+mn-lt"/>
              </a:rPr>
              <a:t>3. Execution preparation and Impact Assessment </a:t>
            </a:r>
            <a:endParaRPr kumimoji="0" lang="en-GB" sz="900" b="0" i="0" u="none" strike="noStrike" kern="0" cap="none" spc="0" normalizeH="0" baseline="0" noProof="0">
              <a:ln>
                <a:noFill/>
              </a:ln>
              <a:solidFill>
                <a:srgbClr val="FFFFFF"/>
              </a:solidFill>
              <a:effectLst/>
              <a:uLnTx/>
              <a:uFillTx/>
              <a:ea typeface="微软雅黑"/>
              <a:sym typeface="+mn-lt"/>
            </a:endParaRPr>
          </a:p>
        </p:txBody>
      </p:sp>
      <p:sp>
        <p:nvSpPr>
          <p:cNvPr id="14" name="ZoneTexte 37">
            <a:extLst>
              <a:ext uri="{FF2B5EF4-FFF2-40B4-BE49-F238E27FC236}">
                <a16:creationId xmlns:a16="http://schemas.microsoft.com/office/drawing/2014/main" id="{49948648-6B3B-6DDA-02D0-25F5892BC5F0}"/>
              </a:ext>
            </a:extLst>
          </p:cNvPr>
          <p:cNvSpPr txBox="1"/>
          <p:nvPr/>
        </p:nvSpPr>
        <p:spPr>
          <a:xfrm>
            <a:off x="4796009" y="5496405"/>
            <a:ext cx="2134295" cy="965037"/>
          </a:xfrm>
          <a:prstGeom prst="rect">
            <a:avLst/>
          </a:prstGeom>
          <a:solidFill>
            <a:srgbClr val="0070AD">
              <a:lumMod val="75000"/>
            </a:srgbClr>
          </a:solidFill>
        </p:spPr>
        <p:txBody>
          <a:bodyPr vert="horz" wrap="square" lIns="91440" tIns="46800" rIns="0" bIns="46800" rtlCol="0" anchor="t">
            <a:noAutofit/>
          </a:bodyPr>
          <a:lstStyle/>
          <a:p>
            <a:pPr marL="118872" marR="0" lvl="0" indent="-118872" defTabSz="914400" eaLnBrk="1" fontAlgn="auto" latinLnBrk="0" hangingPunct="1">
              <a:lnSpc>
                <a:spcPct val="100000"/>
              </a:lnSpc>
              <a:spcBef>
                <a:spcPts val="0"/>
              </a:spcBef>
              <a:spcAft>
                <a:spcPts val="100"/>
              </a:spcAft>
              <a:buClrTx/>
              <a:buSzTx/>
              <a:buFont typeface="Wingdings" panose="05000000000000000000" pitchFamily="2" charset="2"/>
              <a:buChar char="§"/>
              <a:tabLst/>
              <a:defRPr/>
            </a:pPr>
            <a:r>
              <a:rPr lang="en-GB" sz="800" kern="0">
                <a:solidFill>
                  <a:srgbClr val="FFFFFF"/>
                </a:solidFill>
                <a:ea typeface="微软雅黑"/>
                <a:sym typeface="+mn-lt"/>
              </a:rPr>
              <a:t>LN</a:t>
            </a:r>
            <a:r>
              <a:rPr kumimoji="0" lang="en-GB" sz="800" b="0" i="0" u="none" strike="noStrike" kern="0" cap="none" spc="0" normalizeH="0" baseline="0" noProof="0">
                <a:ln>
                  <a:noFill/>
                </a:ln>
                <a:solidFill>
                  <a:srgbClr val="FFFFFF"/>
                </a:solidFill>
                <a:effectLst/>
                <a:uLnTx/>
                <a:uFillTx/>
                <a:ea typeface="微软雅黑"/>
                <a:sym typeface="+mn-lt"/>
              </a:rPr>
              <a:t> SPOC SME availability confirmed</a:t>
            </a:r>
          </a:p>
          <a:p>
            <a:pPr marL="118872" marR="0" lvl="0" indent="-118872" defTabSz="914400" eaLnBrk="1" fontAlgn="auto" latinLnBrk="0" hangingPunct="1">
              <a:lnSpc>
                <a:spcPct val="100000"/>
              </a:lnSpc>
              <a:spcBef>
                <a:spcPts val="0"/>
              </a:spcBef>
              <a:spcAft>
                <a:spcPts val="100"/>
              </a:spcAft>
              <a:buClrTx/>
              <a:buSzTx/>
              <a:buFont typeface="Wingdings" panose="05000000000000000000" pitchFamily="2" charset="2"/>
              <a:buChar char="§"/>
              <a:tabLst/>
              <a:defRPr/>
            </a:pPr>
            <a:r>
              <a:rPr kumimoji="0" lang="en-GB" sz="800" b="0" i="0" u="none" strike="noStrike" kern="0" cap="none" spc="0" normalizeH="0" baseline="0" noProof="0">
                <a:ln>
                  <a:noFill/>
                </a:ln>
                <a:solidFill>
                  <a:srgbClr val="FFFFFF"/>
                </a:solidFill>
                <a:effectLst/>
                <a:uLnTx/>
                <a:uFillTx/>
                <a:ea typeface="微软雅黑"/>
                <a:sym typeface="+mn-lt"/>
              </a:rPr>
              <a:t>Capgemini delivery team aligned</a:t>
            </a:r>
          </a:p>
          <a:p>
            <a:pPr marL="118872" marR="0" lvl="0" indent="-118872" defTabSz="914400" eaLnBrk="1" fontAlgn="auto" latinLnBrk="0" hangingPunct="1">
              <a:lnSpc>
                <a:spcPct val="100000"/>
              </a:lnSpc>
              <a:spcBef>
                <a:spcPts val="0"/>
              </a:spcBef>
              <a:spcAft>
                <a:spcPts val="100"/>
              </a:spcAft>
              <a:buClrTx/>
              <a:buSzTx/>
              <a:buFont typeface="Wingdings" panose="05000000000000000000" pitchFamily="2" charset="2"/>
              <a:buChar char="§"/>
              <a:tabLst/>
              <a:defRPr/>
            </a:pPr>
            <a:r>
              <a:rPr lang="en-GB" sz="800" kern="0">
                <a:solidFill>
                  <a:srgbClr val="FFFFFF"/>
                </a:solidFill>
                <a:ea typeface="微软雅黑"/>
                <a:sym typeface="+mn-lt"/>
              </a:rPr>
              <a:t>Workshops/Discussion plans shared</a:t>
            </a:r>
            <a:r>
              <a:rPr kumimoji="0" lang="en-GB" sz="800" b="0" i="0" u="none" strike="noStrike" kern="0" cap="none" spc="0" normalizeH="0" baseline="0" noProof="0">
                <a:ln>
                  <a:noFill/>
                </a:ln>
                <a:solidFill>
                  <a:srgbClr val="FFFFFF"/>
                </a:solidFill>
                <a:effectLst/>
                <a:uLnTx/>
                <a:uFillTx/>
                <a:ea typeface="微软雅黑"/>
                <a:sym typeface="+mn-lt"/>
              </a:rPr>
              <a:t>  with LN SPOCs, along with  Agenda and Logistics on duration, timings and scheduling of the meetings</a:t>
            </a:r>
          </a:p>
        </p:txBody>
      </p:sp>
      <p:sp>
        <p:nvSpPr>
          <p:cNvPr id="15" name="TextBox 21">
            <a:extLst>
              <a:ext uri="{FF2B5EF4-FFF2-40B4-BE49-F238E27FC236}">
                <a16:creationId xmlns:a16="http://schemas.microsoft.com/office/drawing/2014/main" id="{E602E0F0-A559-5D62-2995-A6F2EDD9258A}"/>
              </a:ext>
            </a:extLst>
          </p:cNvPr>
          <p:cNvSpPr txBox="1">
            <a:spLocks/>
          </p:cNvSpPr>
          <p:nvPr/>
        </p:nvSpPr>
        <p:spPr>
          <a:xfrm>
            <a:off x="4796009" y="4895509"/>
            <a:ext cx="2134295" cy="518093"/>
          </a:xfrm>
          <a:prstGeom prst="rect">
            <a:avLst/>
          </a:prstGeom>
          <a:solidFill>
            <a:srgbClr val="0070AD">
              <a:lumMod val="75000"/>
            </a:srgbClr>
          </a:solidFill>
          <a:ln>
            <a:noFill/>
          </a:ln>
          <a:effectLst/>
        </p:spPr>
        <p:txBody>
          <a:bodyPr wrap="square" lIns="91440" tIns="49785" rIns="91440" bIns="49785"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900" b="1" i="0" u="none" strike="noStrike" kern="0" cap="none" spc="0" normalizeH="0" baseline="0" noProof="0">
                <a:ln>
                  <a:noFill/>
                </a:ln>
                <a:solidFill>
                  <a:srgbClr val="FFFFFF"/>
                </a:solidFill>
                <a:effectLst/>
                <a:uLnTx/>
                <a:uFillTx/>
                <a:ea typeface="Aptos" panose="020B0004020202020204" pitchFamily="34" charset="0"/>
                <a:cs typeface="Arial" panose="020B0604020202020204" pitchFamily="34" charset="0"/>
              </a:rPr>
              <a:t>Project Initiation, SMEs onboarded and Workshops initiated</a:t>
            </a:r>
            <a:endParaRPr kumimoji="0" lang="en-GB" sz="900" b="0" i="0" u="none" strike="noStrike" kern="0" cap="none" spc="0" normalizeH="0" baseline="0" noProof="0">
              <a:ln>
                <a:noFill/>
              </a:ln>
              <a:solidFill>
                <a:srgbClr val="FFFFFF"/>
              </a:solidFill>
              <a:effectLst/>
              <a:uLnTx/>
              <a:uFillTx/>
              <a:ea typeface="Aptos" panose="020B0004020202020204" pitchFamily="34" charset="0"/>
              <a:cs typeface="Arial" panose="020B0604020202020204" pitchFamily="34" charset="0"/>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GB" sz="900" b="1" i="0" u="none" strike="noStrike" kern="0" cap="none" spc="0" normalizeH="0" baseline="0" noProof="0">
                <a:ln>
                  <a:noFill/>
                </a:ln>
                <a:solidFill>
                  <a:srgbClr val="FFFFFF"/>
                </a:solidFill>
                <a:effectLst/>
                <a:uLnTx/>
                <a:uFillTx/>
                <a:ea typeface="Aptos" panose="020B0004020202020204" pitchFamily="34" charset="0"/>
                <a:cs typeface="Arial" panose="020B0604020202020204" pitchFamily="34" charset="0"/>
              </a:rPr>
              <a:t>mobilized, training readiness </a:t>
            </a:r>
            <a:endParaRPr kumimoji="0" lang="en-GB" sz="900" b="0" i="0" u="none" strike="noStrike" kern="0" cap="none" spc="0" normalizeH="0" baseline="0" noProof="0">
              <a:ln>
                <a:noFill/>
              </a:ln>
              <a:solidFill>
                <a:srgbClr val="FFFFFF"/>
              </a:solidFill>
              <a:effectLst/>
              <a:uLnTx/>
              <a:uFillTx/>
              <a:ea typeface="Aptos" panose="020B0004020202020204" pitchFamily="34" charset="0"/>
              <a:cs typeface="Arial" panose="020B0604020202020204" pitchFamily="34" charset="0"/>
            </a:endParaRPr>
          </a:p>
        </p:txBody>
      </p:sp>
      <p:sp>
        <p:nvSpPr>
          <p:cNvPr id="16" name="TextBox 68">
            <a:extLst>
              <a:ext uri="{FF2B5EF4-FFF2-40B4-BE49-F238E27FC236}">
                <a16:creationId xmlns:a16="http://schemas.microsoft.com/office/drawing/2014/main" id="{FDAC784D-37AB-76D4-951A-01960284452C}"/>
              </a:ext>
            </a:extLst>
          </p:cNvPr>
          <p:cNvSpPr txBox="1">
            <a:spLocks/>
          </p:cNvSpPr>
          <p:nvPr/>
        </p:nvSpPr>
        <p:spPr>
          <a:xfrm>
            <a:off x="8401154" y="2164994"/>
            <a:ext cx="2134295" cy="2631629"/>
          </a:xfrm>
          <a:prstGeom prst="roundRect">
            <a:avLst>
              <a:gd name="adj" fmla="val 1563"/>
            </a:avLst>
          </a:prstGeom>
          <a:solidFill>
            <a:schemeClr val="accent2">
              <a:lumMod val="20000"/>
              <a:lumOff val="80000"/>
            </a:schemeClr>
          </a:solidFill>
          <a:effectLst/>
        </p:spPr>
        <p:txBody>
          <a:bodyPr wrap="square" lIns="72000" tIns="36000" rIns="72000" bIns="36000" rtlCol="0">
            <a:noAutofit/>
          </a:bodyPr>
          <a:lstStyle/>
          <a:p>
            <a:pPr marL="141288" marR="0" lvl="0" indent="-141288" defTabSz="914400" eaLnBrk="1" fontAlgn="auto" latinLnBrk="0" hangingPunct="1">
              <a:lnSpc>
                <a:spcPct val="100000"/>
              </a:lnSpc>
              <a:spcBef>
                <a:spcPts val="0"/>
              </a:spcBef>
              <a:spcAft>
                <a:spcPts val="100"/>
              </a:spcAft>
              <a:buClr>
                <a:srgbClr val="0070AD"/>
              </a:buClr>
              <a:buSzTx/>
              <a:buFont typeface="Wingdings" panose="05000000000000000000" pitchFamily="2" charset="2"/>
              <a:buChar char="§"/>
              <a:tabLst>
                <a:tab pos="457200" algn="l"/>
              </a:tabLst>
              <a:defRPr/>
            </a:pPr>
            <a:r>
              <a:rPr kumimoji="0" lang="en-GB" sz="900" b="1" i="0" u="none" strike="noStrike" kern="0" cap="none" spc="0" normalizeH="0" baseline="0" noProof="0">
                <a:ln>
                  <a:noFill/>
                </a:ln>
                <a:solidFill>
                  <a:prstClr val="black"/>
                </a:solidFill>
                <a:effectLst/>
                <a:uLnTx/>
                <a:uFillTx/>
                <a:ea typeface="Aptos" panose="020B0004020202020204" pitchFamily="34" charset="0"/>
                <a:cs typeface="Times New Roman" panose="02020603050405020304" pitchFamily="18" charset="0"/>
              </a:rPr>
              <a:t>Knowledge Transfer </a:t>
            </a:r>
            <a:r>
              <a:rPr kumimoji="0" lang="en-GB" sz="900" b="0" i="0" u="none" strike="noStrike" kern="0" cap="none" spc="0" normalizeH="0" baseline="0" noProof="0">
                <a:ln>
                  <a:noFill/>
                </a:ln>
                <a:solidFill>
                  <a:prstClr val="black"/>
                </a:solidFill>
                <a:effectLst/>
                <a:uLnTx/>
                <a:uFillTx/>
                <a:ea typeface="Aptos" panose="020B0004020202020204" pitchFamily="34" charset="0"/>
                <a:cs typeface="Times New Roman" panose="02020603050405020304" pitchFamily="18" charset="0"/>
              </a:rPr>
              <a:t>on the</a:t>
            </a:r>
            <a:r>
              <a:rPr kumimoji="0" lang="en-GB" sz="900" b="1" i="0" u="none" strike="noStrike" kern="0" cap="none" spc="0" normalizeH="0" baseline="0" noProof="0">
                <a:ln>
                  <a:noFill/>
                </a:ln>
                <a:solidFill>
                  <a:prstClr val="black"/>
                </a:solidFill>
                <a:effectLst/>
                <a:uLnTx/>
                <a:uFillTx/>
                <a:ea typeface="Aptos" panose="020B0004020202020204" pitchFamily="34" charset="0"/>
                <a:cs typeface="Times New Roman" panose="02020603050405020304" pitchFamily="18" charset="0"/>
              </a:rPr>
              <a:t> local nuances </a:t>
            </a:r>
            <a:r>
              <a:rPr kumimoji="0" lang="en-GB" sz="900" b="0" i="0" u="none" strike="noStrike" kern="0" cap="none" spc="0" normalizeH="0" baseline="0" noProof="0">
                <a:ln>
                  <a:noFill/>
                </a:ln>
                <a:solidFill>
                  <a:prstClr val="black"/>
                </a:solidFill>
                <a:effectLst/>
                <a:uLnTx/>
                <a:uFillTx/>
                <a:ea typeface="Aptos" panose="020B0004020202020204" pitchFamily="34" charset="0"/>
                <a:cs typeface="Times New Roman" panose="02020603050405020304" pitchFamily="18" charset="0"/>
              </a:rPr>
              <a:t>by </a:t>
            </a:r>
            <a:r>
              <a:rPr lang="en-GB" sz="900" kern="0">
                <a:solidFill>
                  <a:prstClr val="black"/>
                </a:solidFill>
                <a:ea typeface="Aptos" panose="020B0004020202020204" pitchFamily="34" charset="0"/>
                <a:cs typeface="Times New Roman" panose="02020603050405020304" pitchFamily="18" charset="0"/>
              </a:rPr>
              <a:t>LN</a:t>
            </a:r>
            <a:r>
              <a:rPr kumimoji="0" lang="en-GB" sz="900" b="0" i="0" u="none" strike="noStrike" kern="0" cap="none" spc="0" normalizeH="0" baseline="0" noProof="0">
                <a:ln>
                  <a:noFill/>
                </a:ln>
                <a:solidFill>
                  <a:prstClr val="black"/>
                </a:solidFill>
                <a:effectLst/>
                <a:uLnTx/>
                <a:uFillTx/>
                <a:ea typeface="Aptos" panose="020B0004020202020204" pitchFamily="34" charset="0"/>
                <a:cs typeface="Times New Roman" panose="02020603050405020304" pitchFamily="18" charset="0"/>
              </a:rPr>
              <a:t> SMEs</a:t>
            </a:r>
          </a:p>
          <a:p>
            <a:pPr marL="141288" marR="0" lvl="0" indent="-141288" defTabSz="914400" eaLnBrk="1" fontAlgn="auto" latinLnBrk="0" hangingPunct="1">
              <a:lnSpc>
                <a:spcPct val="100000"/>
              </a:lnSpc>
              <a:spcBef>
                <a:spcPts val="0"/>
              </a:spcBef>
              <a:spcAft>
                <a:spcPts val="100"/>
              </a:spcAft>
              <a:buClr>
                <a:srgbClr val="0070AD"/>
              </a:buClr>
              <a:buSzTx/>
              <a:buFont typeface="Wingdings" panose="05000000000000000000" pitchFamily="2" charset="2"/>
              <a:buChar char="§"/>
              <a:tabLst>
                <a:tab pos="457200" algn="l"/>
              </a:tabLst>
              <a:defRPr/>
            </a:pPr>
            <a:r>
              <a:rPr kumimoji="0" lang="en-GB" sz="900" b="0" i="0" u="none" strike="noStrike" kern="0" cap="none" spc="0" normalizeH="0" baseline="0" noProof="0">
                <a:ln>
                  <a:noFill/>
                </a:ln>
                <a:solidFill>
                  <a:prstClr val="black"/>
                </a:solidFill>
                <a:effectLst/>
                <a:uLnTx/>
                <a:uFillTx/>
                <a:ea typeface="Aptos" panose="020B0004020202020204" pitchFamily="34" charset="0"/>
                <a:cs typeface="Times New Roman" panose="02020603050405020304" pitchFamily="18" charset="0"/>
              </a:rPr>
              <a:t>Operation governance and management framework socialized as per agreed templates and plan</a:t>
            </a:r>
          </a:p>
          <a:p>
            <a:pPr marL="141288" indent="-141288">
              <a:spcAft>
                <a:spcPts val="100"/>
              </a:spcAft>
              <a:buClr>
                <a:srgbClr val="0070AD"/>
              </a:buClr>
              <a:buFont typeface="Wingdings" panose="05000000000000000000" pitchFamily="2" charset="2"/>
              <a:buChar char="§"/>
              <a:tabLst>
                <a:tab pos="457200" algn="l"/>
              </a:tabLst>
              <a:defRPr/>
            </a:pPr>
            <a:r>
              <a:rPr lang="en-GB" sz="900" kern="0">
                <a:solidFill>
                  <a:prstClr val="black"/>
                </a:solidFill>
                <a:ea typeface="Aptos" panose="020B0004020202020204" pitchFamily="34" charset="0"/>
                <a:cs typeface="Times New Roman" panose="02020603050405020304" pitchFamily="18" charset="0"/>
              </a:rPr>
              <a:t>Workshops on changed procedures and processes execution</a:t>
            </a:r>
          </a:p>
          <a:p>
            <a:pPr marL="141288" indent="-141288">
              <a:spcAft>
                <a:spcPts val="100"/>
              </a:spcAft>
              <a:buClr>
                <a:srgbClr val="0070AD"/>
              </a:buClr>
              <a:buFont typeface="Wingdings" panose="05000000000000000000" pitchFamily="2" charset="2"/>
              <a:buChar char="§"/>
              <a:tabLst>
                <a:tab pos="457200" algn="l"/>
              </a:tabLst>
              <a:defRPr/>
            </a:pPr>
            <a:r>
              <a:rPr lang="en-GB" sz="900" b="1" kern="0">
                <a:solidFill>
                  <a:prstClr val="black"/>
                </a:solidFill>
                <a:ea typeface="Aptos" panose="020B0004020202020204" pitchFamily="34" charset="0"/>
                <a:cs typeface="Times New Roman" panose="02020603050405020304" pitchFamily="18" charset="0"/>
              </a:rPr>
              <a:t>Knowledge Transfer of</a:t>
            </a:r>
            <a:r>
              <a:rPr lang="en-GB" sz="900" kern="0">
                <a:solidFill>
                  <a:prstClr val="black"/>
                </a:solidFill>
                <a:ea typeface="Aptos" panose="020B0004020202020204" pitchFamily="34" charset="0"/>
                <a:cs typeface="Times New Roman" panose="02020603050405020304" pitchFamily="18" charset="0"/>
              </a:rPr>
              <a:t> process &amp;  system </a:t>
            </a:r>
            <a:r>
              <a:rPr lang="en-GB" sz="900" b="1" kern="0">
                <a:solidFill>
                  <a:prstClr val="black"/>
                </a:solidFill>
                <a:ea typeface="Aptos" panose="020B0004020202020204" pitchFamily="34" charset="0"/>
                <a:cs typeface="Times New Roman" panose="02020603050405020304" pitchFamily="18" charset="0"/>
              </a:rPr>
              <a:t>change completed</a:t>
            </a:r>
          </a:p>
          <a:p>
            <a:pPr marL="141288" marR="0" lvl="0" indent="-141288" defTabSz="914400" eaLnBrk="1" fontAlgn="auto" latinLnBrk="0" hangingPunct="1">
              <a:lnSpc>
                <a:spcPct val="100000"/>
              </a:lnSpc>
              <a:spcBef>
                <a:spcPts val="0"/>
              </a:spcBef>
              <a:spcAft>
                <a:spcPts val="100"/>
              </a:spcAft>
              <a:buClr>
                <a:srgbClr val="0070AD"/>
              </a:buClr>
              <a:buSzTx/>
              <a:buFont typeface="Wingdings" panose="05000000000000000000" pitchFamily="2" charset="2"/>
              <a:buChar char="§"/>
              <a:tabLst>
                <a:tab pos="457200" algn="l"/>
              </a:tabLst>
              <a:defRPr/>
            </a:pPr>
            <a:r>
              <a:rPr kumimoji="0" lang="en-GB" sz="900" b="0" i="0" u="none" strike="noStrike" kern="0" cap="none" spc="0" normalizeH="0" baseline="0" noProof="0">
                <a:ln>
                  <a:noFill/>
                </a:ln>
                <a:solidFill>
                  <a:prstClr val="black"/>
                </a:solidFill>
                <a:effectLst/>
                <a:uLnTx/>
                <a:uFillTx/>
                <a:ea typeface="Aptos" panose="020B0004020202020204" pitchFamily="34" charset="0"/>
                <a:cs typeface="Times New Roman" panose="02020603050405020304" pitchFamily="18" charset="0"/>
              </a:rPr>
              <a:t>Change and communication plan effectiveness and completion done </a:t>
            </a:r>
          </a:p>
          <a:p>
            <a:pPr marL="141288" marR="0" lvl="0" indent="-141288" defTabSz="914400" eaLnBrk="1" fontAlgn="auto" latinLnBrk="0" hangingPunct="1">
              <a:lnSpc>
                <a:spcPct val="100000"/>
              </a:lnSpc>
              <a:spcBef>
                <a:spcPts val="0"/>
              </a:spcBef>
              <a:spcAft>
                <a:spcPts val="100"/>
              </a:spcAft>
              <a:buClr>
                <a:srgbClr val="0070AD"/>
              </a:buClr>
              <a:buSzTx/>
              <a:buFont typeface="Wingdings" panose="05000000000000000000" pitchFamily="2" charset="2"/>
              <a:buChar char="§"/>
              <a:tabLst>
                <a:tab pos="457200" algn="l"/>
              </a:tabLst>
              <a:defRPr/>
            </a:pPr>
            <a:endParaRPr kumimoji="0" lang="en-GB" sz="900" b="0" i="0" u="none" strike="noStrike" kern="0" cap="none" spc="0" normalizeH="0" baseline="0" noProof="0">
              <a:ln>
                <a:noFill/>
              </a:ln>
              <a:solidFill>
                <a:prstClr val="black"/>
              </a:solidFill>
              <a:effectLst/>
              <a:uLnTx/>
              <a:uFillTx/>
              <a:ea typeface="Aptos" panose="020B0004020202020204" pitchFamily="34" charset="0"/>
              <a:cs typeface="Times New Roman" panose="02020603050405020304" pitchFamily="18" charset="0"/>
            </a:endParaRPr>
          </a:p>
          <a:p>
            <a:pPr marL="171450" marR="0" lvl="0" indent="-171450" defTabSz="914400" eaLnBrk="1" fontAlgn="auto" latinLnBrk="0" hangingPunct="1">
              <a:lnSpc>
                <a:spcPct val="100000"/>
              </a:lnSpc>
              <a:spcBef>
                <a:spcPts val="0"/>
              </a:spcBef>
              <a:spcAft>
                <a:spcPts val="100"/>
              </a:spcAft>
              <a:buClr>
                <a:srgbClr val="0070AD"/>
              </a:buClr>
              <a:buSzTx/>
              <a:buFont typeface="Wingdings" panose="05000000000000000000" pitchFamily="2" charset="2"/>
              <a:buChar char="§"/>
              <a:tabLst/>
              <a:defRPr/>
            </a:pPr>
            <a:endParaRPr kumimoji="0" lang="en-GB" sz="900" b="1" i="0" u="none" strike="noStrike" kern="0" cap="none" spc="0" normalizeH="0" baseline="0" noProof="0">
              <a:ln>
                <a:noFill/>
              </a:ln>
              <a:solidFill>
                <a:prstClr val="black"/>
              </a:solidFill>
              <a:effectLst/>
              <a:uLnTx/>
              <a:uFillTx/>
              <a:ea typeface="微软雅黑"/>
              <a:sym typeface="+mn-lt"/>
            </a:endParaRPr>
          </a:p>
        </p:txBody>
      </p:sp>
      <p:sp>
        <p:nvSpPr>
          <p:cNvPr id="17" name="Chevron 43">
            <a:extLst>
              <a:ext uri="{FF2B5EF4-FFF2-40B4-BE49-F238E27FC236}">
                <a16:creationId xmlns:a16="http://schemas.microsoft.com/office/drawing/2014/main" id="{C7A3B658-43F7-C90A-9C88-AF84F8466197}"/>
              </a:ext>
            </a:extLst>
          </p:cNvPr>
          <p:cNvSpPr>
            <a:spLocks/>
          </p:cNvSpPr>
          <p:nvPr/>
        </p:nvSpPr>
        <p:spPr bwMode="auto">
          <a:xfrm>
            <a:off x="8401150" y="1778260"/>
            <a:ext cx="2181257" cy="344974"/>
          </a:xfrm>
          <a:prstGeom prst="chevron">
            <a:avLst>
              <a:gd name="adj" fmla="val 29436"/>
            </a:avLst>
          </a:prstGeom>
          <a:solidFill>
            <a:srgbClr val="0070AD"/>
          </a:solidFill>
          <a:ln w="19050">
            <a:noFill/>
            <a:miter lim="800000"/>
            <a:headEnd/>
            <a:tailEnd/>
          </a:ln>
          <a:effectLst/>
        </p:spPr>
        <p:txBody>
          <a:bodyPr lIns="91440" tIns="91440" rIns="91440" bIns="91440" anchor="ctr"/>
          <a:lstStyle/>
          <a:p>
            <a:pPr marL="0" marR="0" lvl="1" indent="0" algn="ctr" defTabSz="995690" eaLnBrk="1" fontAlgn="auto" latinLnBrk="0" hangingPunct="1">
              <a:lnSpc>
                <a:spcPct val="100000"/>
              </a:lnSpc>
              <a:spcBef>
                <a:spcPts val="0"/>
              </a:spcBef>
              <a:spcAft>
                <a:spcPts val="0"/>
              </a:spcAft>
              <a:buClrTx/>
              <a:buSzTx/>
              <a:buFontTx/>
              <a:buNone/>
              <a:tabLst/>
              <a:defRPr/>
            </a:pPr>
            <a:r>
              <a:rPr kumimoji="0" lang="en-GB" sz="900" b="1" i="0" u="none" strike="noStrike" kern="0" cap="none" spc="0" normalizeH="0" baseline="0" noProof="0">
                <a:ln>
                  <a:noFill/>
                </a:ln>
                <a:solidFill>
                  <a:srgbClr val="FFFFFF"/>
                </a:solidFill>
                <a:effectLst/>
                <a:uLnTx/>
                <a:uFillTx/>
                <a:ea typeface="微软雅黑"/>
                <a:sym typeface="+mn-lt"/>
              </a:rPr>
              <a:t>4. Knowledge Transfer and Training</a:t>
            </a:r>
            <a:endParaRPr kumimoji="0" lang="en-GB" sz="900" b="0" i="0" u="none" strike="noStrike" kern="0" cap="none" spc="0" normalizeH="0" baseline="0" noProof="0">
              <a:ln>
                <a:noFill/>
              </a:ln>
              <a:solidFill>
                <a:srgbClr val="FFFFFF"/>
              </a:solidFill>
              <a:effectLst/>
              <a:uLnTx/>
              <a:uFillTx/>
              <a:ea typeface="微软雅黑"/>
              <a:sym typeface="+mn-lt"/>
            </a:endParaRPr>
          </a:p>
        </p:txBody>
      </p:sp>
      <p:sp>
        <p:nvSpPr>
          <p:cNvPr id="18" name="ZoneTexte 38">
            <a:extLst>
              <a:ext uri="{FF2B5EF4-FFF2-40B4-BE49-F238E27FC236}">
                <a16:creationId xmlns:a16="http://schemas.microsoft.com/office/drawing/2014/main" id="{E4CB89AE-2178-D38F-7C0F-CAF40FD617E3}"/>
              </a:ext>
            </a:extLst>
          </p:cNvPr>
          <p:cNvSpPr txBox="1"/>
          <p:nvPr/>
        </p:nvSpPr>
        <p:spPr>
          <a:xfrm>
            <a:off x="8401154" y="5496405"/>
            <a:ext cx="2134295" cy="965037"/>
          </a:xfrm>
          <a:prstGeom prst="rect">
            <a:avLst/>
          </a:prstGeom>
          <a:solidFill>
            <a:srgbClr val="0070AD"/>
          </a:solidFill>
        </p:spPr>
        <p:txBody>
          <a:bodyPr vert="horz" wrap="square" lIns="91440" tIns="46800" rIns="0" bIns="46800" rtlCol="0" anchor="t">
            <a:noAutofit/>
          </a:bodyPr>
          <a:lstStyle/>
          <a:p>
            <a:pPr marL="118872" marR="0" lvl="0" indent="-118872" defTabSz="914400" eaLnBrk="1" fontAlgn="auto" latinLnBrk="0" hangingPunct="1">
              <a:lnSpc>
                <a:spcPct val="100000"/>
              </a:lnSpc>
              <a:spcBef>
                <a:spcPts val="0"/>
              </a:spcBef>
              <a:spcAft>
                <a:spcPts val="100"/>
              </a:spcAft>
              <a:buClrTx/>
              <a:buSzTx/>
              <a:buFont typeface="Wingdings" panose="05000000000000000000" pitchFamily="2" charset="2"/>
              <a:buChar char="§"/>
              <a:tabLst/>
              <a:defRPr/>
            </a:pPr>
            <a:r>
              <a:rPr kumimoji="0" lang="en-GB" sz="800" b="0" i="0" u="none" strike="noStrike" kern="0" cap="none" spc="0" normalizeH="0" baseline="0" noProof="0">
                <a:ln>
                  <a:noFill/>
                </a:ln>
                <a:solidFill>
                  <a:srgbClr val="FFFFFF"/>
                </a:solidFill>
                <a:effectLst/>
                <a:uLnTx/>
                <a:uFillTx/>
                <a:ea typeface="Calibri" panose="020F0502020204030204" pitchFamily="34" charset="0"/>
                <a:cs typeface="Arial" panose="020B0604020202020204" pitchFamily="34" charset="0"/>
              </a:rPr>
              <a:t>Approval for execute Knowledge Transfer program received from </a:t>
            </a:r>
            <a:r>
              <a:rPr lang="en-GB" sz="800" kern="0">
                <a:solidFill>
                  <a:srgbClr val="FFFFFF"/>
                </a:solidFill>
                <a:ea typeface="Calibri" panose="020F0502020204030204" pitchFamily="34" charset="0"/>
                <a:cs typeface="Arial" panose="020B0604020202020204" pitchFamily="34" charset="0"/>
              </a:rPr>
              <a:t>LLA</a:t>
            </a:r>
            <a:endParaRPr kumimoji="0" lang="en-GB" sz="800" b="0" i="0" u="none" strike="noStrike" kern="0" cap="none" spc="0" normalizeH="0" baseline="0" noProof="0">
              <a:ln>
                <a:noFill/>
              </a:ln>
              <a:solidFill>
                <a:srgbClr val="FFFFFF"/>
              </a:solidFill>
              <a:effectLst/>
              <a:uLnTx/>
              <a:uFillTx/>
              <a:ea typeface="Calibri" panose="020F0502020204030204" pitchFamily="34" charset="0"/>
              <a:cs typeface="Arial" panose="020B0604020202020204" pitchFamily="34" charset="0"/>
            </a:endParaRPr>
          </a:p>
          <a:p>
            <a:pPr marL="118872" marR="0" lvl="0" indent="-118872" defTabSz="914400" eaLnBrk="1" fontAlgn="auto" latinLnBrk="0" hangingPunct="1">
              <a:lnSpc>
                <a:spcPct val="100000"/>
              </a:lnSpc>
              <a:spcBef>
                <a:spcPts val="0"/>
              </a:spcBef>
              <a:spcAft>
                <a:spcPts val="100"/>
              </a:spcAft>
              <a:buClrTx/>
              <a:buSzTx/>
              <a:buFont typeface="Wingdings" panose="05000000000000000000" pitchFamily="2" charset="2"/>
              <a:buChar char="§"/>
              <a:tabLst/>
              <a:defRPr/>
            </a:pPr>
            <a:r>
              <a:rPr kumimoji="0" lang="en-GB" sz="800" b="0" i="0" u="none" strike="noStrike" kern="0" cap="none" spc="0" normalizeH="0" baseline="0" noProof="0">
                <a:ln>
                  <a:noFill/>
                </a:ln>
                <a:solidFill>
                  <a:srgbClr val="FFFFFF"/>
                </a:solidFill>
                <a:effectLst/>
                <a:uLnTx/>
                <a:uFillTx/>
                <a:ea typeface="微软雅黑"/>
                <a:sym typeface="+mn-lt"/>
              </a:rPr>
              <a:t>LLA stakeholders Training completed </a:t>
            </a:r>
          </a:p>
        </p:txBody>
      </p:sp>
      <p:sp>
        <p:nvSpPr>
          <p:cNvPr id="19" name="TextBox 18">
            <a:extLst>
              <a:ext uri="{FF2B5EF4-FFF2-40B4-BE49-F238E27FC236}">
                <a16:creationId xmlns:a16="http://schemas.microsoft.com/office/drawing/2014/main" id="{2669C112-3C0C-F662-6D65-4CB292C9CB5A}"/>
              </a:ext>
            </a:extLst>
          </p:cNvPr>
          <p:cNvSpPr txBox="1">
            <a:spLocks/>
          </p:cNvSpPr>
          <p:nvPr/>
        </p:nvSpPr>
        <p:spPr>
          <a:xfrm>
            <a:off x="8401154" y="4895508"/>
            <a:ext cx="2134295" cy="518093"/>
          </a:xfrm>
          <a:prstGeom prst="rect">
            <a:avLst/>
          </a:prstGeom>
          <a:solidFill>
            <a:srgbClr val="0070AD"/>
          </a:solidFill>
          <a:ln>
            <a:noFill/>
          </a:ln>
          <a:effectLst/>
        </p:spPr>
        <p:txBody>
          <a:bodyPr wrap="square" lIns="91440" tIns="49785" rIns="91440" bIns="49785"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900" b="1" i="0" u="none" strike="noStrike" kern="0" cap="none" spc="0" normalizeH="0" baseline="0" noProof="0">
                <a:ln>
                  <a:noFill/>
                </a:ln>
                <a:solidFill>
                  <a:srgbClr val="FFFFFF"/>
                </a:solidFill>
                <a:effectLst/>
                <a:uLnTx/>
                <a:uFillTx/>
                <a:ea typeface="Aptos" panose="020B0004020202020204" pitchFamily="34" charset="0"/>
                <a:cs typeface="Arial" panose="020B0604020202020204" pitchFamily="34" charset="0"/>
              </a:rPr>
              <a:t>Resources trained, Knowledge Transfer Completion with  Documents shared for signoff</a:t>
            </a:r>
            <a:endParaRPr kumimoji="0" lang="en-GB" sz="900" b="0" i="0" u="none" strike="noStrike" kern="0" cap="none" spc="0" normalizeH="0" baseline="0" noProof="0">
              <a:ln>
                <a:noFill/>
              </a:ln>
              <a:solidFill>
                <a:srgbClr val="FFFFFF"/>
              </a:solidFill>
              <a:effectLst/>
              <a:uLnTx/>
              <a:uFillTx/>
              <a:ea typeface="Aptos" panose="020B0004020202020204" pitchFamily="34" charset="0"/>
              <a:cs typeface="Arial" panose="020B0604020202020204" pitchFamily="34" charset="0"/>
            </a:endParaRPr>
          </a:p>
        </p:txBody>
      </p:sp>
      <p:sp>
        <p:nvSpPr>
          <p:cNvPr id="2" name="Rectangle 1">
            <a:extLst>
              <a:ext uri="{FF2B5EF4-FFF2-40B4-BE49-F238E27FC236}">
                <a16:creationId xmlns:a16="http://schemas.microsoft.com/office/drawing/2014/main" id="{FE8A35C2-D2CB-D480-B839-040BD1302EB5}"/>
              </a:ext>
            </a:extLst>
          </p:cNvPr>
          <p:cNvSpPr/>
          <p:nvPr/>
        </p:nvSpPr>
        <p:spPr>
          <a:xfrm>
            <a:off x="2038235" y="929810"/>
            <a:ext cx="4446077" cy="703231"/>
          </a:xfrm>
          <a:prstGeom prst="rect">
            <a:avLst/>
          </a:prstGeom>
          <a:solidFill>
            <a:srgbClr val="0070AD"/>
          </a:solidFill>
          <a:ln w="12700" cap="flat" cmpd="sng" algn="ctr">
            <a:noFill/>
            <a:prstDash val="solid"/>
            <a:miter lim="800000"/>
          </a:ln>
          <a:effectLst/>
        </p:spPr>
        <p:txBody>
          <a:bodyPr rtlCol="0" anchor="ctr"/>
          <a:lst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75" b="0" i="0" u="none" strike="noStrike" kern="0" cap="none" spc="0" normalizeH="0" baseline="0" noProof="0">
              <a:ln>
                <a:noFill/>
              </a:ln>
              <a:solidFill>
                <a:srgbClr val="FFFFFF"/>
              </a:solidFill>
              <a:effectLst/>
              <a:uLnTx/>
              <a:uFillTx/>
              <a:ea typeface="+mn-ea"/>
              <a:cs typeface="+mn-cs"/>
            </a:endParaRPr>
          </a:p>
        </p:txBody>
      </p:sp>
      <p:sp>
        <p:nvSpPr>
          <p:cNvPr id="3" name="Rectangle 2">
            <a:extLst>
              <a:ext uri="{FF2B5EF4-FFF2-40B4-BE49-F238E27FC236}">
                <a16:creationId xmlns:a16="http://schemas.microsoft.com/office/drawing/2014/main" id="{C7E8CBB1-1B35-C107-7372-A7FF90E056F2}"/>
              </a:ext>
            </a:extLst>
          </p:cNvPr>
          <p:cNvSpPr/>
          <p:nvPr/>
        </p:nvSpPr>
        <p:spPr>
          <a:xfrm>
            <a:off x="6358165" y="929810"/>
            <a:ext cx="2452617" cy="703231"/>
          </a:xfrm>
          <a:prstGeom prst="rect">
            <a:avLst/>
          </a:prstGeom>
          <a:solidFill>
            <a:srgbClr val="0070AD">
              <a:lumMod val="75000"/>
            </a:srgbClr>
          </a:solidFill>
          <a:ln w="12700" cap="flat" cmpd="sng" algn="ctr">
            <a:noFill/>
            <a:prstDash val="solid"/>
            <a:miter lim="800000"/>
          </a:ln>
          <a:effectLst/>
        </p:spPr>
        <p:txBody>
          <a:bodyPr rtlCol="0" anchor="ctr"/>
          <a:lst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75" b="0" i="0" u="none" strike="noStrike" kern="0" cap="none" spc="0" normalizeH="0" baseline="0" noProof="0">
              <a:ln>
                <a:noFill/>
              </a:ln>
              <a:solidFill>
                <a:srgbClr val="FFFFFF"/>
              </a:solidFill>
              <a:effectLst/>
              <a:uLnTx/>
              <a:uFillTx/>
              <a:ea typeface="+mn-ea"/>
              <a:cs typeface="+mn-cs"/>
            </a:endParaRPr>
          </a:p>
        </p:txBody>
      </p:sp>
      <p:sp>
        <p:nvSpPr>
          <p:cNvPr id="4" name="Rectangle 3">
            <a:extLst>
              <a:ext uri="{FF2B5EF4-FFF2-40B4-BE49-F238E27FC236}">
                <a16:creationId xmlns:a16="http://schemas.microsoft.com/office/drawing/2014/main" id="{03E4C314-41FB-32EE-C0D2-69131ED9E175}"/>
              </a:ext>
            </a:extLst>
          </p:cNvPr>
          <p:cNvSpPr/>
          <p:nvPr/>
        </p:nvSpPr>
        <p:spPr>
          <a:xfrm>
            <a:off x="817943" y="929810"/>
            <a:ext cx="1218387" cy="703231"/>
          </a:xfrm>
          <a:prstGeom prst="rect">
            <a:avLst/>
          </a:prstGeom>
          <a:solidFill>
            <a:srgbClr val="0070AD"/>
          </a:solidFill>
          <a:ln w="12700" cap="flat" cmpd="sng" algn="ctr">
            <a:noFill/>
            <a:prstDash val="solid"/>
            <a:miter lim="800000"/>
          </a:ln>
          <a:effectLst/>
        </p:spPr>
        <p:txBody>
          <a:bodyPr rtlCol="0" anchor="ctr"/>
          <a:lst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75" b="0" i="0" u="none" strike="noStrike" kern="0" cap="none" spc="0" normalizeH="0" baseline="0" noProof="0">
              <a:ln>
                <a:noFill/>
              </a:ln>
              <a:solidFill>
                <a:srgbClr val="FFFFFF"/>
              </a:solidFill>
              <a:effectLst/>
              <a:uLnTx/>
              <a:uFillTx/>
              <a:ea typeface="+mn-ea"/>
              <a:cs typeface="+mn-cs"/>
            </a:endParaRPr>
          </a:p>
        </p:txBody>
      </p:sp>
      <p:sp>
        <p:nvSpPr>
          <p:cNvPr id="36" name="Rectangle 35">
            <a:extLst>
              <a:ext uri="{FF2B5EF4-FFF2-40B4-BE49-F238E27FC236}">
                <a16:creationId xmlns:a16="http://schemas.microsoft.com/office/drawing/2014/main" id="{0039891A-1507-8FE7-221C-1E19C0A1D0E0}"/>
              </a:ext>
            </a:extLst>
          </p:cNvPr>
          <p:cNvSpPr/>
          <p:nvPr/>
        </p:nvSpPr>
        <p:spPr>
          <a:xfrm>
            <a:off x="8667052" y="929810"/>
            <a:ext cx="2403665" cy="703231"/>
          </a:xfrm>
          <a:prstGeom prst="rect">
            <a:avLst/>
          </a:prstGeom>
          <a:solidFill>
            <a:srgbClr val="0070AD">
              <a:lumMod val="75000"/>
            </a:srgbClr>
          </a:solidFill>
          <a:ln w="12700" cap="flat" cmpd="sng" algn="ctr">
            <a:noFill/>
            <a:prstDash val="solid"/>
            <a:miter lim="800000"/>
          </a:ln>
          <a:effectLst/>
        </p:spPr>
        <p:txBody>
          <a:bodyPr rtlCol="0" anchor="ctr"/>
          <a:lst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75" b="0" i="0" u="none" strike="noStrike" kern="0" cap="none" spc="0" normalizeH="0" baseline="0" noProof="0">
              <a:ln>
                <a:noFill/>
              </a:ln>
              <a:solidFill>
                <a:srgbClr val="FFFFFF"/>
              </a:solidFill>
              <a:effectLst/>
              <a:uLnTx/>
              <a:uFillTx/>
              <a:ea typeface="+mn-ea"/>
              <a:cs typeface="+mn-cs"/>
            </a:endParaRPr>
          </a:p>
        </p:txBody>
      </p:sp>
      <p:sp>
        <p:nvSpPr>
          <p:cNvPr id="39" name="TextBox 54">
            <a:extLst>
              <a:ext uri="{FF2B5EF4-FFF2-40B4-BE49-F238E27FC236}">
                <a16:creationId xmlns:a16="http://schemas.microsoft.com/office/drawing/2014/main" id="{3A08C311-F79E-59E5-08A0-E6FE7040DB97}"/>
              </a:ext>
            </a:extLst>
          </p:cNvPr>
          <p:cNvSpPr txBox="1"/>
          <p:nvPr/>
        </p:nvSpPr>
        <p:spPr>
          <a:xfrm>
            <a:off x="791080" y="971016"/>
            <a:ext cx="783635" cy="252495"/>
          </a:xfrm>
          <a:prstGeom prst="rect">
            <a:avLst/>
          </a:prstGeom>
          <a:noFill/>
        </p:spPr>
        <p:txBody>
          <a:bodyPr wrap="square" lIns="117000" tIns="117000" rIns="117000" bIns="117000" rtlCol="0" anchor="ctr" anchorCtr="0">
            <a:noAutofit/>
          </a:bodyPr>
          <a:lst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20000"/>
              </a:lnSpc>
              <a:defRPr/>
            </a:pPr>
            <a:r>
              <a:rPr lang="en-GB" sz="1050" b="1">
                <a:solidFill>
                  <a:srgbClr val="FFFFFF"/>
                </a:solidFill>
                <a:cs typeface="Arial"/>
              </a:rPr>
              <a:t>Start</a:t>
            </a:r>
          </a:p>
        </p:txBody>
      </p:sp>
      <p:sp>
        <p:nvSpPr>
          <p:cNvPr id="40" name="TextBox 39">
            <a:extLst>
              <a:ext uri="{FF2B5EF4-FFF2-40B4-BE49-F238E27FC236}">
                <a16:creationId xmlns:a16="http://schemas.microsoft.com/office/drawing/2014/main" id="{4BC0BF05-26DB-699A-738F-06369CBFD217}"/>
              </a:ext>
            </a:extLst>
          </p:cNvPr>
          <p:cNvSpPr txBox="1"/>
          <p:nvPr/>
        </p:nvSpPr>
        <p:spPr>
          <a:xfrm>
            <a:off x="6461924" y="1338813"/>
            <a:ext cx="1792146" cy="338554"/>
          </a:xfrm>
          <a:prstGeom prst="rect">
            <a:avLst/>
          </a:prstGeom>
          <a:noFill/>
        </p:spPr>
        <p:txBody>
          <a:bodyPr wrap="square" rtlCol="0">
            <a:spAutoFit/>
          </a:bodyPr>
          <a:lstStyle/>
          <a:p>
            <a:pPr algn="ctr">
              <a:defRPr/>
            </a:pPr>
            <a:r>
              <a:rPr lang="en-GB" sz="800" kern="0">
                <a:solidFill>
                  <a:srgbClr val="FFFFFF"/>
                </a:solidFill>
              </a:rPr>
              <a:t>Documentation of business areas processes &amp; systems artefacts </a:t>
            </a:r>
          </a:p>
        </p:txBody>
      </p:sp>
      <p:sp>
        <p:nvSpPr>
          <p:cNvPr id="41" name="Freeform 96">
            <a:extLst>
              <a:ext uri="{FF2B5EF4-FFF2-40B4-BE49-F238E27FC236}">
                <a16:creationId xmlns:a16="http://schemas.microsoft.com/office/drawing/2014/main" id="{E2BE2E63-22DB-4242-6535-7982C7822DFB}"/>
              </a:ext>
            </a:extLst>
          </p:cNvPr>
          <p:cNvSpPr>
            <a:spLocks/>
          </p:cNvSpPr>
          <p:nvPr/>
        </p:nvSpPr>
        <p:spPr bwMode="auto">
          <a:xfrm>
            <a:off x="7152001" y="906239"/>
            <a:ext cx="496663" cy="431563"/>
          </a:xfrm>
          <a:custGeom>
            <a:avLst/>
            <a:gdLst>
              <a:gd name="T0" fmla="*/ 38 w 429"/>
              <a:gd name="T1" fmla="*/ 269 h 400"/>
              <a:gd name="T2" fmla="*/ 146 w 429"/>
              <a:gd name="T3" fmla="*/ 35 h 400"/>
              <a:gd name="T4" fmla="*/ 392 w 429"/>
              <a:gd name="T5" fmla="*/ 143 h 400"/>
              <a:gd name="T6" fmla="*/ 279 w 429"/>
              <a:gd name="T7" fmla="*/ 365 h 400"/>
              <a:gd name="T8" fmla="*/ 38 w 429"/>
              <a:gd name="T9" fmla="*/ 269 h 400"/>
            </a:gdLst>
            <a:ahLst/>
            <a:cxnLst>
              <a:cxn ang="0">
                <a:pos x="T0" y="T1"/>
              </a:cxn>
              <a:cxn ang="0">
                <a:pos x="T2" y="T3"/>
              </a:cxn>
              <a:cxn ang="0">
                <a:pos x="T4" y="T5"/>
              </a:cxn>
              <a:cxn ang="0">
                <a:pos x="T6" y="T7"/>
              </a:cxn>
              <a:cxn ang="0">
                <a:pos x="T8" y="T9"/>
              </a:cxn>
            </a:cxnLst>
            <a:rect l="0" t="0" r="r" b="b"/>
            <a:pathLst>
              <a:path w="429" h="400">
                <a:moveTo>
                  <a:pt x="38" y="269"/>
                </a:moveTo>
                <a:cubicBezTo>
                  <a:pt x="0" y="174"/>
                  <a:pt x="48" y="70"/>
                  <a:pt x="146" y="35"/>
                </a:cubicBezTo>
                <a:cubicBezTo>
                  <a:pt x="244" y="0"/>
                  <a:pt x="354" y="48"/>
                  <a:pt x="392" y="143"/>
                </a:cubicBezTo>
                <a:cubicBezTo>
                  <a:pt x="429" y="237"/>
                  <a:pt x="377" y="331"/>
                  <a:pt x="279" y="365"/>
                </a:cubicBezTo>
                <a:cubicBezTo>
                  <a:pt x="181" y="400"/>
                  <a:pt x="75" y="363"/>
                  <a:pt x="38" y="269"/>
                </a:cubicBezTo>
              </a:path>
            </a:pathLst>
          </a:custGeom>
          <a:solidFill>
            <a:srgbClr val="FFFFFF"/>
          </a:solidFill>
          <a:ln>
            <a:noFill/>
          </a:ln>
        </p:spPr>
        <p:txBody>
          <a:bodyPr vert="horz" wrap="square" lIns="74295" tIns="37148" rIns="74295" bIns="37148" numCol="1" anchor="t" anchorCtr="0" compatLnSpc="1">
            <a:prstTxWarp prst="textNoShape">
              <a:avLst/>
            </a:prstTxWarp>
          </a:bodyPr>
          <a:lstStyle/>
          <a:p>
            <a:pPr marL="0" marR="0" lvl="0" indent="0" defTabSz="74295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FFFFFF"/>
              </a:solidFill>
              <a:effectLst/>
              <a:uLnTx/>
              <a:uFillTx/>
              <a:latin typeface="Ubuntu"/>
            </a:endParaRPr>
          </a:p>
        </p:txBody>
      </p:sp>
      <p:sp>
        <p:nvSpPr>
          <p:cNvPr id="42" name="TextBox 41">
            <a:extLst>
              <a:ext uri="{FF2B5EF4-FFF2-40B4-BE49-F238E27FC236}">
                <a16:creationId xmlns:a16="http://schemas.microsoft.com/office/drawing/2014/main" id="{248D71E0-40C4-55D8-285C-3D1EA4612413}"/>
              </a:ext>
            </a:extLst>
          </p:cNvPr>
          <p:cNvSpPr txBox="1"/>
          <p:nvPr/>
        </p:nvSpPr>
        <p:spPr>
          <a:xfrm>
            <a:off x="8268690" y="1398082"/>
            <a:ext cx="1344110" cy="215444"/>
          </a:xfrm>
          <a:prstGeom prst="rect">
            <a:avLst/>
          </a:prstGeom>
          <a:noFill/>
        </p:spPr>
        <p:txBody>
          <a:bodyPr wrap="square" rtlCol="0">
            <a:spAutoFit/>
          </a:bodyPr>
          <a:lstStyle/>
          <a:p>
            <a:pPr algn="ctr">
              <a:defRPr/>
            </a:pPr>
            <a:r>
              <a:rPr lang="en-GB" sz="800" kern="0">
                <a:solidFill>
                  <a:srgbClr val="FFFFFF"/>
                </a:solidFill>
              </a:rPr>
              <a:t>Functional KT</a:t>
            </a:r>
          </a:p>
        </p:txBody>
      </p:sp>
      <p:sp>
        <p:nvSpPr>
          <p:cNvPr id="43" name="Freeform 96">
            <a:extLst>
              <a:ext uri="{FF2B5EF4-FFF2-40B4-BE49-F238E27FC236}">
                <a16:creationId xmlns:a16="http://schemas.microsoft.com/office/drawing/2014/main" id="{8ACCF9F3-3FC7-6AA1-ACE5-99C908B2AE70}"/>
              </a:ext>
            </a:extLst>
          </p:cNvPr>
          <p:cNvSpPr>
            <a:spLocks/>
          </p:cNvSpPr>
          <p:nvPr/>
        </p:nvSpPr>
        <p:spPr bwMode="auto">
          <a:xfrm>
            <a:off x="8734749" y="957040"/>
            <a:ext cx="496663" cy="431563"/>
          </a:xfrm>
          <a:custGeom>
            <a:avLst/>
            <a:gdLst>
              <a:gd name="T0" fmla="*/ 38 w 429"/>
              <a:gd name="T1" fmla="*/ 269 h 400"/>
              <a:gd name="T2" fmla="*/ 146 w 429"/>
              <a:gd name="T3" fmla="*/ 35 h 400"/>
              <a:gd name="T4" fmla="*/ 392 w 429"/>
              <a:gd name="T5" fmla="*/ 143 h 400"/>
              <a:gd name="T6" fmla="*/ 279 w 429"/>
              <a:gd name="T7" fmla="*/ 365 h 400"/>
              <a:gd name="T8" fmla="*/ 38 w 429"/>
              <a:gd name="T9" fmla="*/ 269 h 400"/>
            </a:gdLst>
            <a:ahLst/>
            <a:cxnLst>
              <a:cxn ang="0">
                <a:pos x="T0" y="T1"/>
              </a:cxn>
              <a:cxn ang="0">
                <a:pos x="T2" y="T3"/>
              </a:cxn>
              <a:cxn ang="0">
                <a:pos x="T4" y="T5"/>
              </a:cxn>
              <a:cxn ang="0">
                <a:pos x="T6" y="T7"/>
              </a:cxn>
              <a:cxn ang="0">
                <a:pos x="T8" y="T9"/>
              </a:cxn>
            </a:cxnLst>
            <a:rect l="0" t="0" r="r" b="b"/>
            <a:pathLst>
              <a:path w="429" h="400">
                <a:moveTo>
                  <a:pt x="38" y="269"/>
                </a:moveTo>
                <a:cubicBezTo>
                  <a:pt x="0" y="174"/>
                  <a:pt x="48" y="70"/>
                  <a:pt x="146" y="35"/>
                </a:cubicBezTo>
                <a:cubicBezTo>
                  <a:pt x="244" y="0"/>
                  <a:pt x="354" y="48"/>
                  <a:pt x="392" y="143"/>
                </a:cubicBezTo>
                <a:cubicBezTo>
                  <a:pt x="429" y="237"/>
                  <a:pt x="377" y="331"/>
                  <a:pt x="279" y="365"/>
                </a:cubicBezTo>
                <a:cubicBezTo>
                  <a:pt x="181" y="400"/>
                  <a:pt x="75" y="363"/>
                  <a:pt x="38" y="269"/>
                </a:cubicBezTo>
              </a:path>
            </a:pathLst>
          </a:custGeom>
          <a:solidFill>
            <a:srgbClr val="FFFFFF"/>
          </a:solidFill>
          <a:ln>
            <a:noFill/>
          </a:ln>
        </p:spPr>
        <p:txBody>
          <a:bodyPr vert="horz" wrap="square" lIns="74295" tIns="37148" rIns="74295" bIns="37148" numCol="1" anchor="t" anchorCtr="0" compatLnSpc="1">
            <a:prstTxWarp prst="textNoShape">
              <a:avLst/>
            </a:prstTxWarp>
          </a:bodyPr>
          <a:lstStyle/>
          <a:p>
            <a:pPr marL="0" marR="0" lvl="0" indent="0" defTabSz="74295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FFFFFF"/>
              </a:solidFill>
              <a:effectLst/>
              <a:uLnTx/>
              <a:uFillTx/>
            </a:endParaRPr>
          </a:p>
        </p:txBody>
      </p:sp>
      <p:sp>
        <p:nvSpPr>
          <p:cNvPr id="44" name="TextBox 43">
            <a:extLst>
              <a:ext uri="{FF2B5EF4-FFF2-40B4-BE49-F238E27FC236}">
                <a16:creationId xmlns:a16="http://schemas.microsoft.com/office/drawing/2014/main" id="{2C82665B-4F37-242A-A3C3-9116032C3BCE}"/>
              </a:ext>
            </a:extLst>
          </p:cNvPr>
          <p:cNvSpPr txBox="1"/>
          <p:nvPr/>
        </p:nvSpPr>
        <p:spPr>
          <a:xfrm>
            <a:off x="9548863" y="1389615"/>
            <a:ext cx="1080270" cy="215444"/>
          </a:xfrm>
          <a:prstGeom prst="rect">
            <a:avLst/>
          </a:prstGeom>
          <a:noFill/>
        </p:spPr>
        <p:txBody>
          <a:bodyPr wrap="square" rtlCol="0">
            <a:spAutoFit/>
          </a:bodyPr>
          <a:lstStyle/>
          <a:p>
            <a:pPr algn="ctr">
              <a:defRPr/>
            </a:pPr>
            <a:r>
              <a:rPr lang="en-GB" sz="800" kern="0">
                <a:solidFill>
                  <a:srgbClr val="FFFFFF"/>
                </a:solidFill>
              </a:rPr>
              <a:t>Technical KT</a:t>
            </a:r>
          </a:p>
        </p:txBody>
      </p:sp>
      <p:sp>
        <p:nvSpPr>
          <p:cNvPr id="45" name="Freeform 96">
            <a:extLst>
              <a:ext uri="{FF2B5EF4-FFF2-40B4-BE49-F238E27FC236}">
                <a16:creationId xmlns:a16="http://schemas.microsoft.com/office/drawing/2014/main" id="{FB620340-35B0-A98F-FEE8-DBABDA01DBBC}"/>
              </a:ext>
            </a:extLst>
          </p:cNvPr>
          <p:cNvSpPr>
            <a:spLocks/>
          </p:cNvSpPr>
          <p:nvPr/>
        </p:nvSpPr>
        <p:spPr bwMode="auto">
          <a:xfrm>
            <a:off x="9846889" y="957041"/>
            <a:ext cx="496663" cy="431563"/>
          </a:xfrm>
          <a:custGeom>
            <a:avLst/>
            <a:gdLst>
              <a:gd name="T0" fmla="*/ 38 w 429"/>
              <a:gd name="T1" fmla="*/ 269 h 400"/>
              <a:gd name="T2" fmla="*/ 146 w 429"/>
              <a:gd name="T3" fmla="*/ 35 h 400"/>
              <a:gd name="T4" fmla="*/ 392 w 429"/>
              <a:gd name="T5" fmla="*/ 143 h 400"/>
              <a:gd name="T6" fmla="*/ 279 w 429"/>
              <a:gd name="T7" fmla="*/ 365 h 400"/>
              <a:gd name="T8" fmla="*/ 38 w 429"/>
              <a:gd name="T9" fmla="*/ 269 h 400"/>
            </a:gdLst>
            <a:ahLst/>
            <a:cxnLst>
              <a:cxn ang="0">
                <a:pos x="T0" y="T1"/>
              </a:cxn>
              <a:cxn ang="0">
                <a:pos x="T2" y="T3"/>
              </a:cxn>
              <a:cxn ang="0">
                <a:pos x="T4" y="T5"/>
              </a:cxn>
              <a:cxn ang="0">
                <a:pos x="T6" y="T7"/>
              </a:cxn>
              <a:cxn ang="0">
                <a:pos x="T8" y="T9"/>
              </a:cxn>
            </a:cxnLst>
            <a:rect l="0" t="0" r="r" b="b"/>
            <a:pathLst>
              <a:path w="429" h="400">
                <a:moveTo>
                  <a:pt x="38" y="269"/>
                </a:moveTo>
                <a:cubicBezTo>
                  <a:pt x="0" y="174"/>
                  <a:pt x="48" y="70"/>
                  <a:pt x="146" y="35"/>
                </a:cubicBezTo>
                <a:cubicBezTo>
                  <a:pt x="244" y="0"/>
                  <a:pt x="354" y="48"/>
                  <a:pt x="392" y="143"/>
                </a:cubicBezTo>
                <a:cubicBezTo>
                  <a:pt x="429" y="237"/>
                  <a:pt x="377" y="331"/>
                  <a:pt x="279" y="365"/>
                </a:cubicBezTo>
                <a:cubicBezTo>
                  <a:pt x="181" y="400"/>
                  <a:pt x="75" y="363"/>
                  <a:pt x="38" y="269"/>
                </a:cubicBezTo>
              </a:path>
            </a:pathLst>
          </a:custGeom>
          <a:solidFill>
            <a:srgbClr val="FFFFFF"/>
          </a:solidFill>
          <a:ln>
            <a:noFill/>
          </a:ln>
        </p:spPr>
        <p:txBody>
          <a:bodyPr vert="horz" wrap="square" lIns="74295" tIns="37148" rIns="74295" bIns="37148" numCol="1" anchor="t" anchorCtr="0" compatLnSpc="1">
            <a:prstTxWarp prst="textNoShape">
              <a:avLst/>
            </a:prstTxWarp>
          </a:bodyPr>
          <a:lstStyle/>
          <a:p>
            <a:pPr marL="0" marR="0" lvl="0" indent="0" defTabSz="74295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FFFFFF"/>
              </a:solidFill>
              <a:effectLst/>
              <a:uLnTx/>
              <a:uFillTx/>
            </a:endParaRPr>
          </a:p>
        </p:txBody>
      </p:sp>
      <p:sp>
        <p:nvSpPr>
          <p:cNvPr id="46" name="TextBox 45">
            <a:extLst>
              <a:ext uri="{FF2B5EF4-FFF2-40B4-BE49-F238E27FC236}">
                <a16:creationId xmlns:a16="http://schemas.microsoft.com/office/drawing/2014/main" id="{9F9D7615-FD17-B96D-0633-D2C20FCACCB9}"/>
              </a:ext>
            </a:extLst>
          </p:cNvPr>
          <p:cNvSpPr txBox="1"/>
          <p:nvPr/>
        </p:nvSpPr>
        <p:spPr>
          <a:xfrm>
            <a:off x="1579954" y="1337268"/>
            <a:ext cx="1876421" cy="338554"/>
          </a:xfrm>
          <a:prstGeom prst="rect">
            <a:avLst/>
          </a:prstGeom>
          <a:noFill/>
        </p:spPr>
        <p:txBody>
          <a:bodyPr wrap="square" rtlCol="0">
            <a:spAutoFit/>
          </a:bodyPr>
          <a:lstStyle/>
          <a:p>
            <a:pPr algn="ctr">
              <a:defRPr/>
            </a:pPr>
            <a:r>
              <a:rPr lang="en-GB" sz="800" kern="0">
                <a:solidFill>
                  <a:srgbClr val="FFFFFF"/>
                </a:solidFill>
              </a:rPr>
              <a:t>Collaboration &amp; Knowledge</a:t>
            </a:r>
          </a:p>
          <a:p>
            <a:pPr algn="ctr">
              <a:defRPr/>
            </a:pPr>
            <a:r>
              <a:rPr lang="en-GB" sz="800" kern="0">
                <a:solidFill>
                  <a:srgbClr val="FFFFFF"/>
                </a:solidFill>
              </a:rPr>
              <a:t> Transfer  setup </a:t>
            </a:r>
          </a:p>
        </p:txBody>
      </p:sp>
      <p:sp>
        <p:nvSpPr>
          <p:cNvPr id="47" name="Freeform 96">
            <a:extLst>
              <a:ext uri="{FF2B5EF4-FFF2-40B4-BE49-F238E27FC236}">
                <a16:creationId xmlns:a16="http://schemas.microsoft.com/office/drawing/2014/main" id="{B2CC62FB-9A37-E173-7F64-60C6797F06E5}"/>
              </a:ext>
            </a:extLst>
          </p:cNvPr>
          <p:cNvSpPr>
            <a:spLocks/>
          </p:cNvSpPr>
          <p:nvPr/>
        </p:nvSpPr>
        <p:spPr bwMode="auto">
          <a:xfrm>
            <a:off x="2308482" y="948574"/>
            <a:ext cx="496663" cy="431563"/>
          </a:xfrm>
          <a:custGeom>
            <a:avLst/>
            <a:gdLst>
              <a:gd name="T0" fmla="*/ 38 w 429"/>
              <a:gd name="T1" fmla="*/ 269 h 400"/>
              <a:gd name="T2" fmla="*/ 146 w 429"/>
              <a:gd name="T3" fmla="*/ 35 h 400"/>
              <a:gd name="T4" fmla="*/ 392 w 429"/>
              <a:gd name="T5" fmla="*/ 143 h 400"/>
              <a:gd name="T6" fmla="*/ 279 w 429"/>
              <a:gd name="T7" fmla="*/ 365 h 400"/>
              <a:gd name="T8" fmla="*/ 38 w 429"/>
              <a:gd name="T9" fmla="*/ 269 h 400"/>
            </a:gdLst>
            <a:ahLst/>
            <a:cxnLst>
              <a:cxn ang="0">
                <a:pos x="T0" y="T1"/>
              </a:cxn>
              <a:cxn ang="0">
                <a:pos x="T2" y="T3"/>
              </a:cxn>
              <a:cxn ang="0">
                <a:pos x="T4" y="T5"/>
              </a:cxn>
              <a:cxn ang="0">
                <a:pos x="T6" y="T7"/>
              </a:cxn>
              <a:cxn ang="0">
                <a:pos x="T8" y="T9"/>
              </a:cxn>
            </a:cxnLst>
            <a:rect l="0" t="0" r="r" b="b"/>
            <a:pathLst>
              <a:path w="429" h="400">
                <a:moveTo>
                  <a:pt x="38" y="269"/>
                </a:moveTo>
                <a:cubicBezTo>
                  <a:pt x="0" y="174"/>
                  <a:pt x="48" y="70"/>
                  <a:pt x="146" y="35"/>
                </a:cubicBezTo>
                <a:cubicBezTo>
                  <a:pt x="244" y="0"/>
                  <a:pt x="354" y="48"/>
                  <a:pt x="392" y="143"/>
                </a:cubicBezTo>
                <a:cubicBezTo>
                  <a:pt x="429" y="237"/>
                  <a:pt x="377" y="331"/>
                  <a:pt x="279" y="365"/>
                </a:cubicBezTo>
                <a:cubicBezTo>
                  <a:pt x="181" y="400"/>
                  <a:pt x="75" y="363"/>
                  <a:pt x="38" y="269"/>
                </a:cubicBezTo>
              </a:path>
            </a:pathLst>
          </a:custGeom>
          <a:solidFill>
            <a:srgbClr val="FFFFFF"/>
          </a:solidFill>
          <a:ln>
            <a:noFill/>
          </a:ln>
        </p:spPr>
        <p:txBody>
          <a:bodyPr vert="horz" wrap="square" lIns="74295" tIns="37148" rIns="74295" bIns="37148" numCol="1" anchor="t" anchorCtr="0" compatLnSpc="1">
            <a:prstTxWarp prst="textNoShape">
              <a:avLst/>
            </a:prstTxWarp>
          </a:bodyPr>
          <a:lstStyle/>
          <a:p>
            <a:pPr marL="0" marR="0" lvl="0" indent="0" defTabSz="74295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FFFFFF"/>
              </a:solidFill>
              <a:effectLst/>
              <a:uLnTx/>
              <a:uFillTx/>
            </a:endParaRPr>
          </a:p>
        </p:txBody>
      </p:sp>
      <p:sp>
        <p:nvSpPr>
          <p:cNvPr id="48" name="TextBox 47">
            <a:extLst>
              <a:ext uri="{FF2B5EF4-FFF2-40B4-BE49-F238E27FC236}">
                <a16:creationId xmlns:a16="http://schemas.microsoft.com/office/drawing/2014/main" id="{5FCF1897-413A-194A-EB53-B00ECE1180D4}"/>
              </a:ext>
            </a:extLst>
          </p:cNvPr>
          <p:cNvSpPr txBox="1"/>
          <p:nvPr/>
        </p:nvSpPr>
        <p:spPr>
          <a:xfrm>
            <a:off x="3429755" y="1381148"/>
            <a:ext cx="1344110" cy="215444"/>
          </a:xfrm>
          <a:prstGeom prst="rect">
            <a:avLst/>
          </a:prstGeom>
          <a:noFill/>
        </p:spPr>
        <p:txBody>
          <a:bodyPr wrap="square" rtlCol="0">
            <a:spAutoFit/>
          </a:bodyPr>
          <a:lstStyle>
            <a:defPPr>
              <a:defRPr lang="pt-PT"/>
            </a:defPPr>
            <a:lvl1pPr algn="ctr">
              <a:defRPr sz="1200" kern="0">
                <a:solidFill>
                  <a:sysClr val="windowText" lastClr="000000"/>
                </a:solidFill>
              </a:defRPr>
            </a:lvl1pPr>
          </a:lstStyle>
          <a:p>
            <a:pPr>
              <a:defRPr/>
            </a:pPr>
            <a:r>
              <a:rPr lang="en-GB" sz="800">
                <a:solidFill>
                  <a:srgbClr val="FFFFFF"/>
                </a:solidFill>
              </a:rPr>
              <a:t>Review documentation </a:t>
            </a:r>
          </a:p>
        </p:txBody>
      </p:sp>
      <p:sp>
        <p:nvSpPr>
          <p:cNvPr id="49" name="Freeform 96">
            <a:extLst>
              <a:ext uri="{FF2B5EF4-FFF2-40B4-BE49-F238E27FC236}">
                <a16:creationId xmlns:a16="http://schemas.microsoft.com/office/drawing/2014/main" id="{4C3A5DE6-B96B-A24C-27A0-D885032964D2}"/>
              </a:ext>
            </a:extLst>
          </p:cNvPr>
          <p:cNvSpPr>
            <a:spLocks/>
          </p:cNvSpPr>
          <p:nvPr/>
        </p:nvSpPr>
        <p:spPr bwMode="auto">
          <a:xfrm>
            <a:off x="3887347" y="948574"/>
            <a:ext cx="496663" cy="431563"/>
          </a:xfrm>
          <a:custGeom>
            <a:avLst/>
            <a:gdLst>
              <a:gd name="T0" fmla="*/ 38 w 429"/>
              <a:gd name="T1" fmla="*/ 269 h 400"/>
              <a:gd name="T2" fmla="*/ 146 w 429"/>
              <a:gd name="T3" fmla="*/ 35 h 400"/>
              <a:gd name="T4" fmla="*/ 392 w 429"/>
              <a:gd name="T5" fmla="*/ 143 h 400"/>
              <a:gd name="T6" fmla="*/ 279 w 429"/>
              <a:gd name="T7" fmla="*/ 365 h 400"/>
              <a:gd name="T8" fmla="*/ 38 w 429"/>
              <a:gd name="T9" fmla="*/ 269 h 400"/>
            </a:gdLst>
            <a:ahLst/>
            <a:cxnLst>
              <a:cxn ang="0">
                <a:pos x="T0" y="T1"/>
              </a:cxn>
              <a:cxn ang="0">
                <a:pos x="T2" y="T3"/>
              </a:cxn>
              <a:cxn ang="0">
                <a:pos x="T4" y="T5"/>
              </a:cxn>
              <a:cxn ang="0">
                <a:pos x="T6" y="T7"/>
              </a:cxn>
              <a:cxn ang="0">
                <a:pos x="T8" y="T9"/>
              </a:cxn>
            </a:cxnLst>
            <a:rect l="0" t="0" r="r" b="b"/>
            <a:pathLst>
              <a:path w="429" h="400">
                <a:moveTo>
                  <a:pt x="38" y="269"/>
                </a:moveTo>
                <a:cubicBezTo>
                  <a:pt x="0" y="174"/>
                  <a:pt x="48" y="70"/>
                  <a:pt x="146" y="35"/>
                </a:cubicBezTo>
                <a:cubicBezTo>
                  <a:pt x="244" y="0"/>
                  <a:pt x="354" y="48"/>
                  <a:pt x="392" y="143"/>
                </a:cubicBezTo>
                <a:cubicBezTo>
                  <a:pt x="429" y="237"/>
                  <a:pt x="377" y="331"/>
                  <a:pt x="279" y="365"/>
                </a:cubicBezTo>
                <a:cubicBezTo>
                  <a:pt x="181" y="400"/>
                  <a:pt x="75" y="363"/>
                  <a:pt x="38" y="269"/>
                </a:cubicBezTo>
              </a:path>
            </a:pathLst>
          </a:custGeom>
          <a:solidFill>
            <a:srgbClr val="FFFFFF"/>
          </a:solidFill>
          <a:ln>
            <a:noFill/>
          </a:ln>
        </p:spPr>
        <p:txBody>
          <a:bodyPr vert="horz" wrap="square" lIns="74295" tIns="37148" rIns="74295" bIns="37148" numCol="1" anchor="t" anchorCtr="0" compatLnSpc="1">
            <a:prstTxWarp prst="textNoShape">
              <a:avLst/>
            </a:prstTxWarp>
          </a:bodyPr>
          <a:lstStyle/>
          <a:p>
            <a:pPr marL="0" marR="0" lvl="0" indent="0" defTabSz="74295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FFFFFF"/>
              </a:solidFill>
              <a:effectLst/>
              <a:uLnTx/>
              <a:uFillTx/>
            </a:endParaRPr>
          </a:p>
        </p:txBody>
      </p:sp>
      <p:sp>
        <p:nvSpPr>
          <p:cNvPr id="50" name="TextBox 49">
            <a:extLst>
              <a:ext uri="{FF2B5EF4-FFF2-40B4-BE49-F238E27FC236}">
                <a16:creationId xmlns:a16="http://schemas.microsoft.com/office/drawing/2014/main" id="{B1FE57E0-797D-47E9-08CD-B94290720668}"/>
              </a:ext>
            </a:extLst>
          </p:cNvPr>
          <p:cNvSpPr txBox="1"/>
          <p:nvPr/>
        </p:nvSpPr>
        <p:spPr>
          <a:xfrm>
            <a:off x="4896802" y="1364214"/>
            <a:ext cx="1433717" cy="215444"/>
          </a:xfrm>
          <a:prstGeom prst="rect">
            <a:avLst/>
          </a:prstGeom>
          <a:noFill/>
        </p:spPr>
        <p:txBody>
          <a:bodyPr wrap="square" rtlCol="0">
            <a:spAutoFit/>
          </a:bodyPr>
          <a:lstStyle/>
          <a:p>
            <a:pPr algn="ctr">
              <a:defRPr/>
            </a:pPr>
            <a:r>
              <a:rPr lang="en-GB" sz="800" kern="0">
                <a:solidFill>
                  <a:srgbClr val="FFFFFF"/>
                </a:solidFill>
              </a:rPr>
              <a:t>KT planning</a:t>
            </a:r>
          </a:p>
        </p:txBody>
      </p:sp>
      <p:sp>
        <p:nvSpPr>
          <p:cNvPr id="51" name="Freeform 96">
            <a:extLst>
              <a:ext uri="{FF2B5EF4-FFF2-40B4-BE49-F238E27FC236}">
                <a16:creationId xmlns:a16="http://schemas.microsoft.com/office/drawing/2014/main" id="{92E65630-8059-22BD-1A64-DC2E732A13CD}"/>
              </a:ext>
            </a:extLst>
          </p:cNvPr>
          <p:cNvSpPr>
            <a:spLocks/>
          </p:cNvSpPr>
          <p:nvPr/>
        </p:nvSpPr>
        <p:spPr bwMode="auto">
          <a:xfrm>
            <a:off x="5407664" y="948574"/>
            <a:ext cx="496663" cy="431563"/>
          </a:xfrm>
          <a:custGeom>
            <a:avLst/>
            <a:gdLst>
              <a:gd name="T0" fmla="*/ 38 w 429"/>
              <a:gd name="T1" fmla="*/ 269 h 400"/>
              <a:gd name="T2" fmla="*/ 146 w 429"/>
              <a:gd name="T3" fmla="*/ 35 h 400"/>
              <a:gd name="T4" fmla="*/ 392 w 429"/>
              <a:gd name="T5" fmla="*/ 143 h 400"/>
              <a:gd name="T6" fmla="*/ 279 w 429"/>
              <a:gd name="T7" fmla="*/ 365 h 400"/>
              <a:gd name="T8" fmla="*/ 38 w 429"/>
              <a:gd name="T9" fmla="*/ 269 h 400"/>
            </a:gdLst>
            <a:ahLst/>
            <a:cxnLst>
              <a:cxn ang="0">
                <a:pos x="T0" y="T1"/>
              </a:cxn>
              <a:cxn ang="0">
                <a:pos x="T2" y="T3"/>
              </a:cxn>
              <a:cxn ang="0">
                <a:pos x="T4" y="T5"/>
              </a:cxn>
              <a:cxn ang="0">
                <a:pos x="T6" y="T7"/>
              </a:cxn>
              <a:cxn ang="0">
                <a:pos x="T8" y="T9"/>
              </a:cxn>
            </a:cxnLst>
            <a:rect l="0" t="0" r="r" b="b"/>
            <a:pathLst>
              <a:path w="429" h="400">
                <a:moveTo>
                  <a:pt x="38" y="269"/>
                </a:moveTo>
                <a:cubicBezTo>
                  <a:pt x="0" y="174"/>
                  <a:pt x="48" y="70"/>
                  <a:pt x="146" y="35"/>
                </a:cubicBezTo>
                <a:cubicBezTo>
                  <a:pt x="244" y="0"/>
                  <a:pt x="354" y="48"/>
                  <a:pt x="392" y="143"/>
                </a:cubicBezTo>
                <a:cubicBezTo>
                  <a:pt x="429" y="237"/>
                  <a:pt x="377" y="331"/>
                  <a:pt x="279" y="365"/>
                </a:cubicBezTo>
                <a:cubicBezTo>
                  <a:pt x="181" y="400"/>
                  <a:pt x="75" y="363"/>
                  <a:pt x="38" y="269"/>
                </a:cubicBezTo>
              </a:path>
            </a:pathLst>
          </a:custGeom>
          <a:solidFill>
            <a:srgbClr val="FFFFFF"/>
          </a:solidFill>
          <a:ln>
            <a:noFill/>
          </a:ln>
        </p:spPr>
        <p:txBody>
          <a:bodyPr vert="horz" wrap="square" lIns="74295" tIns="37148" rIns="74295" bIns="37148" numCol="1" anchor="t" anchorCtr="0" compatLnSpc="1">
            <a:prstTxWarp prst="textNoShape">
              <a:avLst/>
            </a:prstTxWarp>
          </a:bodyPr>
          <a:lstStyle/>
          <a:p>
            <a:pPr marL="0" marR="0" lvl="0" indent="0" defTabSz="74295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FFFFFF"/>
              </a:solidFill>
              <a:effectLst/>
              <a:uLnTx/>
              <a:uFillTx/>
            </a:endParaRPr>
          </a:p>
        </p:txBody>
      </p:sp>
      <p:grpSp>
        <p:nvGrpSpPr>
          <p:cNvPr id="52" name="Groupe 600">
            <a:extLst>
              <a:ext uri="{FF2B5EF4-FFF2-40B4-BE49-F238E27FC236}">
                <a16:creationId xmlns:a16="http://schemas.microsoft.com/office/drawing/2014/main" id="{DD5E224F-9452-9E59-E1D3-92F5542647B7}"/>
              </a:ext>
            </a:extLst>
          </p:cNvPr>
          <p:cNvGrpSpPr/>
          <p:nvPr/>
        </p:nvGrpSpPr>
        <p:grpSpPr>
          <a:xfrm>
            <a:off x="2399184" y="1066860"/>
            <a:ext cx="261950" cy="230381"/>
            <a:chOff x="9090025" y="3727450"/>
            <a:chExt cx="528638" cy="455613"/>
          </a:xfrm>
          <a:noFill/>
        </p:grpSpPr>
        <p:sp>
          <p:nvSpPr>
            <p:cNvPr id="53" name="Freeform 257">
              <a:extLst>
                <a:ext uri="{FF2B5EF4-FFF2-40B4-BE49-F238E27FC236}">
                  <a16:creationId xmlns:a16="http://schemas.microsoft.com/office/drawing/2014/main" id="{1353AA13-6F58-C64A-0E28-28B0F2FCA9C9}"/>
                </a:ext>
              </a:extLst>
            </p:cNvPr>
            <p:cNvSpPr>
              <a:spLocks noChangeAspect="1"/>
            </p:cNvSpPr>
            <p:nvPr/>
          </p:nvSpPr>
          <p:spPr bwMode="auto">
            <a:xfrm>
              <a:off x="9251950" y="3922713"/>
              <a:ext cx="341313" cy="214312"/>
            </a:xfrm>
            <a:custGeom>
              <a:avLst/>
              <a:gdLst>
                <a:gd name="T0" fmla="*/ 91 w 91"/>
                <a:gd name="T1" fmla="*/ 55 h 57"/>
                <a:gd name="T2" fmla="*/ 26 w 91"/>
                <a:gd name="T3" fmla="*/ 56 h 57"/>
                <a:gd name="T4" fmla="*/ 14 w 91"/>
                <a:gd name="T5" fmla="*/ 54 h 57"/>
                <a:gd name="T6" fmla="*/ 10 w 91"/>
                <a:gd name="T7" fmla="*/ 46 h 57"/>
                <a:gd name="T8" fmla="*/ 0 w 91"/>
                <a:gd name="T9" fmla="*/ 2 h 57"/>
                <a:gd name="T10" fmla="*/ 7 w 91"/>
                <a:gd name="T11" fmla="*/ 0 h 57"/>
                <a:gd name="T12" fmla="*/ 16 w 91"/>
                <a:gd name="T13" fmla="*/ 45 h 57"/>
                <a:gd name="T14" fmla="*/ 18 w 91"/>
                <a:gd name="T15" fmla="*/ 49 h 57"/>
                <a:gd name="T16" fmla="*/ 25 w 91"/>
                <a:gd name="T17" fmla="*/ 50 h 57"/>
                <a:gd name="T18" fmla="*/ 90 w 91"/>
                <a:gd name="T19" fmla="*/ 49 h 57"/>
                <a:gd name="T20" fmla="*/ 91 w 91"/>
                <a:gd name="T21" fmla="*/ 55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1" h="57">
                  <a:moveTo>
                    <a:pt x="91" y="55"/>
                  </a:moveTo>
                  <a:cubicBezTo>
                    <a:pt x="26" y="56"/>
                    <a:pt x="26" y="56"/>
                    <a:pt x="26" y="56"/>
                  </a:cubicBezTo>
                  <a:cubicBezTo>
                    <a:pt x="21" y="57"/>
                    <a:pt x="17" y="56"/>
                    <a:pt x="14" y="54"/>
                  </a:cubicBezTo>
                  <a:cubicBezTo>
                    <a:pt x="11" y="51"/>
                    <a:pt x="10" y="47"/>
                    <a:pt x="10" y="46"/>
                  </a:cubicBezTo>
                  <a:cubicBezTo>
                    <a:pt x="0" y="2"/>
                    <a:pt x="0" y="2"/>
                    <a:pt x="0" y="2"/>
                  </a:cubicBezTo>
                  <a:cubicBezTo>
                    <a:pt x="7" y="0"/>
                    <a:pt x="7" y="0"/>
                    <a:pt x="7" y="0"/>
                  </a:cubicBezTo>
                  <a:cubicBezTo>
                    <a:pt x="16" y="45"/>
                    <a:pt x="16" y="45"/>
                    <a:pt x="16" y="45"/>
                  </a:cubicBezTo>
                  <a:cubicBezTo>
                    <a:pt x="16" y="45"/>
                    <a:pt x="16" y="48"/>
                    <a:pt x="18" y="49"/>
                  </a:cubicBezTo>
                  <a:cubicBezTo>
                    <a:pt x="19" y="50"/>
                    <a:pt x="22" y="51"/>
                    <a:pt x="25" y="50"/>
                  </a:cubicBezTo>
                  <a:cubicBezTo>
                    <a:pt x="90" y="49"/>
                    <a:pt x="90" y="49"/>
                    <a:pt x="90" y="49"/>
                  </a:cubicBezTo>
                  <a:lnTo>
                    <a:pt x="91" y="55"/>
                  </a:lnTo>
                  <a:close/>
                </a:path>
              </a:pathLst>
            </a:custGeom>
            <a:grpFill/>
            <a:ln w="9525">
              <a:solidFill>
                <a:srgbClr val="0070AD"/>
              </a:solidFill>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FFFFFF"/>
                </a:solidFill>
                <a:effectLst/>
                <a:uLnTx/>
                <a:uFillTx/>
              </a:endParaRPr>
            </a:p>
          </p:txBody>
        </p:sp>
        <p:sp>
          <p:nvSpPr>
            <p:cNvPr id="54" name="Freeform 258">
              <a:extLst>
                <a:ext uri="{FF2B5EF4-FFF2-40B4-BE49-F238E27FC236}">
                  <a16:creationId xmlns:a16="http://schemas.microsoft.com/office/drawing/2014/main" id="{F4B9431D-11C1-B792-FBF6-DCAE7B18B9DF}"/>
                </a:ext>
              </a:extLst>
            </p:cNvPr>
            <p:cNvSpPr>
              <a:spLocks noChangeAspect="1"/>
            </p:cNvSpPr>
            <p:nvPr/>
          </p:nvSpPr>
          <p:spPr bwMode="auto">
            <a:xfrm>
              <a:off x="9210675" y="3741738"/>
              <a:ext cx="393700" cy="219075"/>
            </a:xfrm>
            <a:custGeom>
              <a:avLst/>
              <a:gdLst>
                <a:gd name="T0" fmla="*/ 95 w 105"/>
                <a:gd name="T1" fmla="*/ 54 h 58"/>
                <a:gd name="T2" fmla="*/ 27 w 105"/>
                <a:gd name="T3" fmla="*/ 58 h 58"/>
                <a:gd name="T4" fmla="*/ 9 w 105"/>
                <a:gd name="T5" fmla="*/ 45 h 58"/>
                <a:gd name="T6" fmla="*/ 0 w 105"/>
                <a:gd name="T7" fmla="*/ 0 h 58"/>
                <a:gd name="T8" fmla="*/ 105 w 105"/>
                <a:gd name="T9" fmla="*/ 14 h 58"/>
                <a:gd name="T10" fmla="*/ 105 w 105"/>
                <a:gd name="T11" fmla="*/ 43 h 58"/>
                <a:gd name="T12" fmla="*/ 95 w 105"/>
                <a:gd name="T13" fmla="*/ 54 h 58"/>
              </a:gdLst>
              <a:ahLst/>
              <a:cxnLst>
                <a:cxn ang="0">
                  <a:pos x="T0" y="T1"/>
                </a:cxn>
                <a:cxn ang="0">
                  <a:pos x="T2" y="T3"/>
                </a:cxn>
                <a:cxn ang="0">
                  <a:pos x="T4" y="T5"/>
                </a:cxn>
                <a:cxn ang="0">
                  <a:pos x="T6" y="T7"/>
                </a:cxn>
                <a:cxn ang="0">
                  <a:pos x="T8" y="T9"/>
                </a:cxn>
                <a:cxn ang="0">
                  <a:pos x="T10" y="T11"/>
                </a:cxn>
                <a:cxn ang="0">
                  <a:pos x="T12" y="T13"/>
                </a:cxn>
              </a:cxnLst>
              <a:rect l="0" t="0" r="r" b="b"/>
              <a:pathLst>
                <a:path w="105" h="58">
                  <a:moveTo>
                    <a:pt x="95" y="54"/>
                  </a:moveTo>
                  <a:cubicBezTo>
                    <a:pt x="95" y="54"/>
                    <a:pt x="43" y="58"/>
                    <a:pt x="27" y="58"/>
                  </a:cubicBezTo>
                  <a:cubicBezTo>
                    <a:pt x="10" y="58"/>
                    <a:pt x="10" y="48"/>
                    <a:pt x="9" y="45"/>
                  </a:cubicBezTo>
                  <a:cubicBezTo>
                    <a:pt x="9" y="43"/>
                    <a:pt x="0" y="0"/>
                    <a:pt x="0" y="0"/>
                  </a:cubicBezTo>
                  <a:cubicBezTo>
                    <a:pt x="105" y="14"/>
                    <a:pt x="105" y="14"/>
                    <a:pt x="105" y="14"/>
                  </a:cubicBezTo>
                  <a:cubicBezTo>
                    <a:pt x="105" y="43"/>
                    <a:pt x="105" y="43"/>
                    <a:pt x="105" y="43"/>
                  </a:cubicBezTo>
                  <a:cubicBezTo>
                    <a:pt x="105" y="49"/>
                    <a:pt x="101" y="54"/>
                    <a:pt x="95" y="54"/>
                  </a:cubicBezTo>
                  <a:close/>
                </a:path>
              </a:pathLst>
            </a:custGeom>
            <a:grpFill/>
            <a:ln w="9525">
              <a:solidFill>
                <a:srgbClr val="0070AD"/>
              </a:solidFill>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FFFFFF"/>
                </a:solidFill>
                <a:effectLst/>
                <a:uLnTx/>
                <a:uFillTx/>
              </a:endParaRPr>
            </a:p>
          </p:txBody>
        </p:sp>
        <p:sp>
          <p:nvSpPr>
            <p:cNvPr id="55" name="Freeform 259">
              <a:extLst>
                <a:ext uri="{FF2B5EF4-FFF2-40B4-BE49-F238E27FC236}">
                  <a16:creationId xmlns:a16="http://schemas.microsoft.com/office/drawing/2014/main" id="{51F2A08F-854F-2DC5-6C0E-D44B16263CFF}"/>
                </a:ext>
              </a:extLst>
            </p:cNvPr>
            <p:cNvSpPr>
              <a:spLocks noChangeAspect="1"/>
            </p:cNvSpPr>
            <p:nvPr/>
          </p:nvSpPr>
          <p:spPr bwMode="auto">
            <a:xfrm>
              <a:off x="9090025" y="3727450"/>
              <a:ext cx="153988" cy="41275"/>
            </a:xfrm>
            <a:custGeom>
              <a:avLst/>
              <a:gdLst>
                <a:gd name="T0" fmla="*/ 41 w 41"/>
                <a:gd name="T1" fmla="*/ 7 h 11"/>
                <a:gd name="T2" fmla="*/ 40 w 41"/>
                <a:gd name="T3" fmla="*/ 9 h 11"/>
                <a:gd name="T4" fmla="*/ 38 w 41"/>
                <a:gd name="T5" fmla="*/ 11 h 11"/>
                <a:gd name="T6" fmla="*/ 2 w 41"/>
                <a:gd name="T7" fmla="*/ 6 h 11"/>
                <a:gd name="T8" fmla="*/ 0 w 41"/>
                <a:gd name="T9" fmla="*/ 4 h 11"/>
                <a:gd name="T10" fmla="*/ 0 w 41"/>
                <a:gd name="T11" fmla="*/ 2 h 11"/>
                <a:gd name="T12" fmla="*/ 3 w 41"/>
                <a:gd name="T13" fmla="*/ 0 h 11"/>
                <a:gd name="T14" fmla="*/ 38 w 41"/>
                <a:gd name="T15" fmla="*/ 4 h 11"/>
                <a:gd name="T16" fmla="*/ 41 w 41"/>
                <a:gd name="T17" fmla="*/ 7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1" h="11">
                  <a:moveTo>
                    <a:pt x="41" y="7"/>
                  </a:moveTo>
                  <a:cubicBezTo>
                    <a:pt x="40" y="9"/>
                    <a:pt x="40" y="9"/>
                    <a:pt x="40" y="9"/>
                  </a:cubicBezTo>
                  <a:cubicBezTo>
                    <a:pt x="40" y="10"/>
                    <a:pt x="39" y="11"/>
                    <a:pt x="38" y="11"/>
                  </a:cubicBezTo>
                  <a:cubicBezTo>
                    <a:pt x="2" y="6"/>
                    <a:pt x="2" y="6"/>
                    <a:pt x="2" y="6"/>
                  </a:cubicBezTo>
                  <a:cubicBezTo>
                    <a:pt x="1" y="6"/>
                    <a:pt x="0" y="5"/>
                    <a:pt x="0" y="4"/>
                  </a:cubicBezTo>
                  <a:cubicBezTo>
                    <a:pt x="0" y="2"/>
                    <a:pt x="0" y="2"/>
                    <a:pt x="0" y="2"/>
                  </a:cubicBezTo>
                  <a:cubicBezTo>
                    <a:pt x="1" y="1"/>
                    <a:pt x="2" y="0"/>
                    <a:pt x="3" y="0"/>
                  </a:cubicBezTo>
                  <a:cubicBezTo>
                    <a:pt x="38" y="4"/>
                    <a:pt x="38" y="4"/>
                    <a:pt x="38" y="4"/>
                  </a:cubicBezTo>
                  <a:cubicBezTo>
                    <a:pt x="40" y="4"/>
                    <a:pt x="41" y="6"/>
                    <a:pt x="41" y="7"/>
                  </a:cubicBezTo>
                  <a:close/>
                </a:path>
              </a:pathLst>
            </a:custGeom>
            <a:grpFill/>
            <a:ln w="9525">
              <a:solidFill>
                <a:srgbClr val="0070AD"/>
              </a:solidFill>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FFFFFF"/>
                </a:solidFill>
                <a:effectLst/>
                <a:uLnTx/>
                <a:uFillTx/>
              </a:endParaRPr>
            </a:p>
          </p:txBody>
        </p:sp>
        <p:sp>
          <p:nvSpPr>
            <p:cNvPr id="56" name="Oval 260">
              <a:extLst>
                <a:ext uri="{FF2B5EF4-FFF2-40B4-BE49-F238E27FC236}">
                  <a16:creationId xmlns:a16="http://schemas.microsoft.com/office/drawing/2014/main" id="{B4C1DE00-BB7C-2E94-A052-1901E1A41CD8}"/>
                </a:ext>
              </a:extLst>
            </p:cNvPr>
            <p:cNvSpPr>
              <a:spLocks noChangeAspect="1" noChangeArrowheads="1"/>
            </p:cNvSpPr>
            <p:nvPr/>
          </p:nvSpPr>
          <p:spPr bwMode="auto">
            <a:xfrm>
              <a:off x="9548813" y="4084638"/>
              <a:ext cx="69850" cy="74612"/>
            </a:xfrm>
            <a:prstGeom prst="ellipse">
              <a:avLst/>
            </a:prstGeom>
            <a:grpFill/>
            <a:ln w="9525">
              <a:solidFill>
                <a:srgbClr val="0070AD"/>
              </a:solidFill>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FFFFFF"/>
                </a:solidFill>
                <a:effectLst/>
                <a:uLnTx/>
                <a:uFillTx/>
              </a:endParaRPr>
            </a:p>
          </p:txBody>
        </p:sp>
        <p:sp>
          <p:nvSpPr>
            <p:cNvPr id="57" name="Oval 261">
              <a:extLst>
                <a:ext uri="{FF2B5EF4-FFF2-40B4-BE49-F238E27FC236}">
                  <a16:creationId xmlns:a16="http://schemas.microsoft.com/office/drawing/2014/main" id="{E61AA224-9438-CC63-F967-5F406525002B}"/>
                </a:ext>
              </a:extLst>
            </p:cNvPr>
            <p:cNvSpPr>
              <a:spLocks noChangeAspect="1" noChangeArrowheads="1"/>
            </p:cNvSpPr>
            <p:nvPr/>
          </p:nvSpPr>
          <p:spPr bwMode="auto">
            <a:xfrm>
              <a:off x="9263063" y="4062413"/>
              <a:ext cx="123825" cy="120650"/>
            </a:xfrm>
            <a:prstGeom prst="ellipse">
              <a:avLst/>
            </a:prstGeom>
            <a:grpFill/>
            <a:ln w="9525">
              <a:solidFill>
                <a:srgbClr val="0070AD"/>
              </a:solidFill>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FFFFFF"/>
                </a:solidFill>
                <a:effectLst/>
                <a:uLnTx/>
                <a:uFillTx/>
              </a:endParaRPr>
            </a:p>
          </p:txBody>
        </p:sp>
      </p:grpSp>
      <p:grpSp>
        <p:nvGrpSpPr>
          <p:cNvPr id="58" name="Groupe 500">
            <a:extLst>
              <a:ext uri="{FF2B5EF4-FFF2-40B4-BE49-F238E27FC236}">
                <a16:creationId xmlns:a16="http://schemas.microsoft.com/office/drawing/2014/main" id="{D4002625-1C6C-17F4-446B-B14691530D0C}"/>
              </a:ext>
            </a:extLst>
          </p:cNvPr>
          <p:cNvGrpSpPr/>
          <p:nvPr/>
        </p:nvGrpSpPr>
        <p:grpSpPr>
          <a:xfrm>
            <a:off x="4009081" y="965669"/>
            <a:ext cx="228978" cy="347496"/>
            <a:chOff x="2963863" y="4144963"/>
            <a:chExt cx="371475" cy="552450"/>
          </a:xfrm>
          <a:noFill/>
        </p:grpSpPr>
        <p:sp>
          <p:nvSpPr>
            <p:cNvPr id="59" name="Freeform 228">
              <a:extLst>
                <a:ext uri="{FF2B5EF4-FFF2-40B4-BE49-F238E27FC236}">
                  <a16:creationId xmlns:a16="http://schemas.microsoft.com/office/drawing/2014/main" id="{A0C373CD-6CB9-57FD-A302-D5E639181769}"/>
                </a:ext>
              </a:extLst>
            </p:cNvPr>
            <p:cNvSpPr>
              <a:spLocks/>
            </p:cNvSpPr>
            <p:nvPr/>
          </p:nvSpPr>
          <p:spPr bwMode="auto">
            <a:xfrm>
              <a:off x="2963863" y="4410075"/>
              <a:ext cx="371475" cy="268287"/>
            </a:xfrm>
            <a:custGeom>
              <a:avLst/>
              <a:gdLst>
                <a:gd name="T0" fmla="*/ 56 w 110"/>
                <a:gd name="T1" fmla="*/ 1 h 79"/>
                <a:gd name="T2" fmla="*/ 22 w 110"/>
                <a:gd name="T3" fmla="*/ 12 h 79"/>
                <a:gd name="T4" fmla="*/ 0 w 110"/>
                <a:gd name="T5" fmla="*/ 64 h 79"/>
                <a:gd name="T6" fmla="*/ 17 w 110"/>
                <a:gd name="T7" fmla="*/ 65 h 79"/>
                <a:gd name="T8" fmla="*/ 110 w 110"/>
                <a:gd name="T9" fmla="*/ 60 h 79"/>
                <a:gd name="T10" fmla="*/ 78 w 110"/>
                <a:gd name="T11" fmla="*/ 5 h 79"/>
                <a:gd name="T12" fmla="*/ 56 w 110"/>
                <a:gd name="T13" fmla="*/ 1 h 79"/>
              </a:gdLst>
              <a:ahLst/>
              <a:cxnLst>
                <a:cxn ang="0">
                  <a:pos x="T0" y="T1"/>
                </a:cxn>
                <a:cxn ang="0">
                  <a:pos x="T2" y="T3"/>
                </a:cxn>
                <a:cxn ang="0">
                  <a:pos x="T4" y="T5"/>
                </a:cxn>
                <a:cxn ang="0">
                  <a:pos x="T6" y="T7"/>
                </a:cxn>
                <a:cxn ang="0">
                  <a:pos x="T8" y="T9"/>
                </a:cxn>
                <a:cxn ang="0">
                  <a:pos x="T10" y="T11"/>
                </a:cxn>
                <a:cxn ang="0">
                  <a:pos x="T12" y="T13"/>
                </a:cxn>
              </a:cxnLst>
              <a:rect l="0" t="0" r="r" b="b"/>
              <a:pathLst>
                <a:path w="110" h="79">
                  <a:moveTo>
                    <a:pt x="56" y="1"/>
                  </a:moveTo>
                  <a:cubicBezTo>
                    <a:pt x="56" y="1"/>
                    <a:pt x="35" y="0"/>
                    <a:pt x="22" y="12"/>
                  </a:cubicBezTo>
                  <a:cubicBezTo>
                    <a:pt x="12" y="22"/>
                    <a:pt x="0" y="64"/>
                    <a:pt x="0" y="64"/>
                  </a:cubicBezTo>
                  <a:cubicBezTo>
                    <a:pt x="0" y="64"/>
                    <a:pt x="7" y="61"/>
                    <a:pt x="17" y="65"/>
                  </a:cubicBezTo>
                  <a:cubicBezTo>
                    <a:pt x="49" y="77"/>
                    <a:pt x="101" y="79"/>
                    <a:pt x="110" y="60"/>
                  </a:cubicBezTo>
                  <a:cubicBezTo>
                    <a:pt x="110" y="60"/>
                    <a:pt x="104" y="16"/>
                    <a:pt x="78" y="5"/>
                  </a:cubicBezTo>
                  <a:cubicBezTo>
                    <a:pt x="68" y="2"/>
                    <a:pt x="56" y="1"/>
                    <a:pt x="56" y="1"/>
                  </a:cubicBezTo>
                  <a:close/>
                </a:path>
              </a:pathLst>
            </a:custGeom>
            <a:grpFill/>
            <a:ln w="9525">
              <a:solidFill>
                <a:srgbClr val="0070AD"/>
              </a:solidFill>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endParaRPr>
            </a:p>
          </p:txBody>
        </p:sp>
        <p:sp>
          <p:nvSpPr>
            <p:cNvPr id="60" name="Freeform 229">
              <a:extLst>
                <a:ext uri="{FF2B5EF4-FFF2-40B4-BE49-F238E27FC236}">
                  <a16:creationId xmlns:a16="http://schemas.microsoft.com/office/drawing/2014/main" id="{F5918AE5-DCE4-C2F4-0EED-01F6DFA05B38}"/>
                </a:ext>
              </a:extLst>
            </p:cNvPr>
            <p:cNvSpPr>
              <a:spLocks/>
            </p:cNvSpPr>
            <p:nvPr/>
          </p:nvSpPr>
          <p:spPr bwMode="auto">
            <a:xfrm>
              <a:off x="3122613" y="4389438"/>
              <a:ext cx="60325" cy="63500"/>
            </a:xfrm>
            <a:custGeom>
              <a:avLst/>
              <a:gdLst>
                <a:gd name="T0" fmla="*/ 0 w 18"/>
                <a:gd name="T1" fmla="*/ 0 h 19"/>
                <a:gd name="T2" fmla="*/ 0 w 18"/>
                <a:gd name="T3" fmla="*/ 11 h 19"/>
                <a:gd name="T4" fmla="*/ 7 w 18"/>
                <a:gd name="T5" fmla="*/ 19 h 19"/>
                <a:gd name="T6" fmla="*/ 17 w 18"/>
                <a:gd name="T7" fmla="*/ 10 h 19"/>
                <a:gd name="T8" fmla="*/ 17 w 18"/>
                <a:gd name="T9" fmla="*/ 0 h 19"/>
                <a:gd name="T10" fmla="*/ 0 w 18"/>
                <a:gd name="T11" fmla="*/ 0 h 19"/>
              </a:gdLst>
              <a:ahLst/>
              <a:cxnLst>
                <a:cxn ang="0">
                  <a:pos x="T0" y="T1"/>
                </a:cxn>
                <a:cxn ang="0">
                  <a:pos x="T2" y="T3"/>
                </a:cxn>
                <a:cxn ang="0">
                  <a:pos x="T4" y="T5"/>
                </a:cxn>
                <a:cxn ang="0">
                  <a:pos x="T6" y="T7"/>
                </a:cxn>
                <a:cxn ang="0">
                  <a:pos x="T8" y="T9"/>
                </a:cxn>
                <a:cxn ang="0">
                  <a:pos x="T10" y="T11"/>
                </a:cxn>
              </a:cxnLst>
              <a:rect l="0" t="0" r="r" b="b"/>
              <a:pathLst>
                <a:path w="18" h="19">
                  <a:moveTo>
                    <a:pt x="0" y="0"/>
                  </a:moveTo>
                  <a:cubicBezTo>
                    <a:pt x="0" y="11"/>
                    <a:pt x="0" y="11"/>
                    <a:pt x="0" y="11"/>
                  </a:cubicBezTo>
                  <a:cubicBezTo>
                    <a:pt x="0" y="11"/>
                    <a:pt x="0" y="17"/>
                    <a:pt x="7" y="19"/>
                  </a:cubicBezTo>
                  <a:cubicBezTo>
                    <a:pt x="18" y="19"/>
                    <a:pt x="17" y="10"/>
                    <a:pt x="17" y="10"/>
                  </a:cubicBezTo>
                  <a:cubicBezTo>
                    <a:pt x="17" y="0"/>
                    <a:pt x="17" y="0"/>
                    <a:pt x="17" y="0"/>
                  </a:cubicBezTo>
                  <a:cubicBezTo>
                    <a:pt x="0" y="0"/>
                    <a:pt x="0" y="0"/>
                    <a:pt x="0" y="0"/>
                  </a:cubicBezTo>
                  <a:close/>
                </a:path>
              </a:pathLst>
            </a:custGeom>
            <a:grpFill/>
            <a:ln w="9525">
              <a:solidFill>
                <a:srgbClr val="0070AD"/>
              </a:solidFill>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endParaRPr>
            </a:p>
          </p:txBody>
        </p:sp>
        <p:sp>
          <p:nvSpPr>
            <p:cNvPr id="61" name="Freeform 230">
              <a:extLst>
                <a:ext uri="{FF2B5EF4-FFF2-40B4-BE49-F238E27FC236}">
                  <a16:creationId xmlns:a16="http://schemas.microsoft.com/office/drawing/2014/main" id="{15C78121-B0D0-DFE7-A253-EF3A2577FEFA}"/>
                </a:ext>
              </a:extLst>
            </p:cNvPr>
            <p:cNvSpPr>
              <a:spLocks/>
            </p:cNvSpPr>
            <p:nvPr/>
          </p:nvSpPr>
          <p:spPr bwMode="auto">
            <a:xfrm>
              <a:off x="3051175" y="4208463"/>
              <a:ext cx="200025" cy="196850"/>
            </a:xfrm>
            <a:custGeom>
              <a:avLst/>
              <a:gdLst>
                <a:gd name="T0" fmla="*/ 53 w 59"/>
                <a:gd name="T1" fmla="*/ 27 h 58"/>
                <a:gd name="T2" fmla="*/ 53 w 59"/>
                <a:gd name="T3" fmla="*/ 27 h 58"/>
                <a:gd name="T4" fmla="*/ 53 w 59"/>
                <a:gd name="T5" fmla="*/ 12 h 58"/>
                <a:gd name="T6" fmla="*/ 15 w 59"/>
                <a:gd name="T7" fmla="*/ 8 h 58"/>
                <a:gd name="T8" fmla="*/ 6 w 59"/>
                <a:gd name="T9" fmla="*/ 27 h 58"/>
                <a:gd name="T10" fmla="*/ 0 w 59"/>
                <a:gd name="T11" fmla="*/ 33 h 58"/>
                <a:gd name="T12" fmla="*/ 6 w 59"/>
                <a:gd name="T13" fmla="*/ 38 h 58"/>
                <a:gd name="T14" fmla="*/ 6 w 59"/>
                <a:gd name="T15" fmla="*/ 38 h 58"/>
                <a:gd name="T16" fmla="*/ 29 w 59"/>
                <a:gd name="T17" fmla="*/ 58 h 58"/>
                <a:gd name="T18" fmla="*/ 52 w 59"/>
                <a:gd name="T19" fmla="*/ 38 h 58"/>
                <a:gd name="T20" fmla="*/ 53 w 59"/>
                <a:gd name="T21" fmla="*/ 38 h 58"/>
                <a:gd name="T22" fmla="*/ 59 w 59"/>
                <a:gd name="T23" fmla="*/ 33 h 58"/>
                <a:gd name="T24" fmla="*/ 53 w 59"/>
                <a:gd name="T25" fmla="*/ 27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9" h="58">
                  <a:moveTo>
                    <a:pt x="53" y="27"/>
                  </a:moveTo>
                  <a:cubicBezTo>
                    <a:pt x="53" y="27"/>
                    <a:pt x="53" y="27"/>
                    <a:pt x="53" y="27"/>
                  </a:cubicBezTo>
                  <a:cubicBezTo>
                    <a:pt x="53" y="12"/>
                    <a:pt x="53" y="12"/>
                    <a:pt x="53" y="12"/>
                  </a:cubicBezTo>
                  <a:cubicBezTo>
                    <a:pt x="53" y="12"/>
                    <a:pt x="25" y="0"/>
                    <a:pt x="15" y="8"/>
                  </a:cubicBezTo>
                  <a:cubicBezTo>
                    <a:pt x="8" y="13"/>
                    <a:pt x="6" y="22"/>
                    <a:pt x="6" y="27"/>
                  </a:cubicBezTo>
                  <a:cubicBezTo>
                    <a:pt x="3" y="27"/>
                    <a:pt x="0" y="30"/>
                    <a:pt x="0" y="33"/>
                  </a:cubicBezTo>
                  <a:cubicBezTo>
                    <a:pt x="0" y="36"/>
                    <a:pt x="3" y="38"/>
                    <a:pt x="6" y="38"/>
                  </a:cubicBezTo>
                  <a:cubicBezTo>
                    <a:pt x="6" y="38"/>
                    <a:pt x="6" y="38"/>
                    <a:pt x="6" y="38"/>
                  </a:cubicBezTo>
                  <a:cubicBezTo>
                    <a:pt x="8" y="50"/>
                    <a:pt x="18" y="58"/>
                    <a:pt x="29" y="58"/>
                  </a:cubicBezTo>
                  <a:cubicBezTo>
                    <a:pt x="41" y="58"/>
                    <a:pt x="50" y="49"/>
                    <a:pt x="52" y="38"/>
                  </a:cubicBezTo>
                  <a:cubicBezTo>
                    <a:pt x="53" y="38"/>
                    <a:pt x="53" y="38"/>
                    <a:pt x="53" y="38"/>
                  </a:cubicBezTo>
                  <a:cubicBezTo>
                    <a:pt x="56" y="38"/>
                    <a:pt x="59" y="36"/>
                    <a:pt x="59" y="33"/>
                  </a:cubicBezTo>
                  <a:cubicBezTo>
                    <a:pt x="59" y="30"/>
                    <a:pt x="56" y="27"/>
                    <a:pt x="53" y="27"/>
                  </a:cubicBezTo>
                  <a:close/>
                </a:path>
              </a:pathLst>
            </a:custGeom>
            <a:grpFill/>
            <a:ln w="9525">
              <a:solidFill>
                <a:srgbClr val="0070AD"/>
              </a:solidFill>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endParaRPr>
            </a:p>
          </p:txBody>
        </p:sp>
        <p:sp>
          <p:nvSpPr>
            <p:cNvPr id="62" name="Freeform 231">
              <a:extLst>
                <a:ext uri="{FF2B5EF4-FFF2-40B4-BE49-F238E27FC236}">
                  <a16:creationId xmlns:a16="http://schemas.microsoft.com/office/drawing/2014/main" id="{6A1FBDEF-6B11-7A15-8C02-C7BA1E250BEF}"/>
                </a:ext>
              </a:extLst>
            </p:cNvPr>
            <p:cNvSpPr>
              <a:spLocks/>
            </p:cNvSpPr>
            <p:nvPr/>
          </p:nvSpPr>
          <p:spPr bwMode="auto">
            <a:xfrm>
              <a:off x="3048000" y="4144963"/>
              <a:ext cx="230188" cy="165100"/>
            </a:xfrm>
            <a:custGeom>
              <a:avLst/>
              <a:gdLst>
                <a:gd name="T0" fmla="*/ 7 w 68"/>
                <a:gd name="T1" fmla="*/ 47 h 49"/>
                <a:gd name="T2" fmla="*/ 14 w 68"/>
                <a:gd name="T3" fmla="*/ 17 h 49"/>
                <a:gd name="T4" fmla="*/ 44 w 68"/>
                <a:gd name="T5" fmla="*/ 11 h 49"/>
                <a:gd name="T6" fmla="*/ 53 w 68"/>
                <a:gd name="T7" fmla="*/ 49 h 49"/>
                <a:gd name="T8" fmla="*/ 49 w 68"/>
                <a:gd name="T9" fmla="*/ 41 h 49"/>
                <a:gd name="T10" fmla="*/ 17 w 68"/>
                <a:gd name="T11" fmla="*/ 37 h 49"/>
                <a:gd name="T12" fmla="*/ 7 w 68"/>
                <a:gd name="T13" fmla="*/ 47 h 49"/>
              </a:gdLst>
              <a:ahLst/>
              <a:cxnLst>
                <a:cxn ang="0">
                  <a:pos x="T0" y="T1"/>
                </a:cxn>
                <a:cxn ang="0">
                  <a:pos x="T2" y="T3"/>
                </a:cxn>
                <a:cxn ang="0">
                  <a:pos x="T4" y="T5"/>
                </a:cxn>
                <a:cxn ang="0">
                  <a:pos x="T6" y="T7"/>
                </a:cxn>
                <a:cxn ang="0">
                  <a:pos x="T8" y="T9"/>
                </a:cxn>
                <a:cxn ang="0">
                  <a:pos x="T10" y="T11"/>
                </a:cxn>
                <a:cxn ang="0">
                  <a:pos x="T12" y="T13"/>
                </a:cxn>
              </a:cxnLst>
              <a:rect l="0" t="0" r="r" b="b"/>
              <a:pathLst>
                <a:path w="68" h="49">
                  <a:moveTo>
                    <a:pt x="7" y="47"/>
                  </a:moveTo>
                  <a:cubicBezTo>
                    <a:pt x="7" y="47"/>
                    <a:pt x="0" y="22"/>
                    <a:pt x="14" y="17"/>
                  </a:cubicBezTo>
                  <a:cubicBezTo>
                    <a:pt x="14" y="17"/>
                    <a:pt x="20" y="0"/>
                    <a:pt x="44" y="11"/>
                  </a:cubicBezTo>
                  <a:cubicBezTo>
                    <a:pt x="68" y="22"/>
                    <a:pt x="53" y="49"/>
                    <a:pt x="53" y="49"/>
                  </a:cubicBezTo>
                  <a:cubicBezTo>
                    <a:pt x="53" y="49"/>
                    <a:pt x="53" y="39"/>
                    <a:pt x="49" y="41"/>
                  </a:cubicBezTo>
                  <a:cubicBezTo>
                    <a:pt x="42" y="45"/>
                    <a:pt x="24" y="36"/>
                    <a:pt x="17" y="37"/>
                  </a:cubicBezTo>
                  <a:cubicBezTo>
                    <a:pt x="8" y="39"/>
                    <a:pt x="7" y="47"/>
                    <a:pt x="7" y="47"/>
                  </a:cubicBezTo>
                  <a:close/>
                </a:path>
              </a:pathLst>
            </a:custGeom>
            <a:grpFill/>
            <a:ln w="9525">
              <a:solidFill>
                <a:srgbClr val="0070AD"/>
              </a:solidFill>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endParaRPr>
            </a:p>
          </p:txBody>
        </p:sp>
        <p:sp>
          <p:nvSpPr>
            <p:cNvPr id="63" name="Freeform 232">
              <a:extLst>
                <a:ext uri="{FF2B5EF4-FFF2-40B4-BE49-F238E27FC236}">
                  <a16:creationId xmlns:a16="http://schemas.microsoft.com/office/drawing/2014/main" id="{B7E2323D-79FF-B204-5FC9-A3A815B9DD66}"/>
                </a:ext>
              </a:extLst>
            </p:cNvPr>
            <p:cNvSpPr>
              <a:spLocks/>
            </p:cNvSpPr>
            <p:nvPr/>
          </p:nvSpPr>
          <p:spPr bwMode="auto">
            <a:xfrm>
              <a:off x="3003550" y="4491038"/>
              <a:ext cx="295275" cy="179387"/>
            </a:xfrm>
            <a:custGeom>
              <a:avLst/>
              <a:gdLst>
                <a:gd name="T0" fmla="*/ 82 w 87"/>
                <a:gd name="T1" fmla="*/ 0 h 53"/>
                <a:gd name="T2" fmla="*/ 5 w 87"/>
                <a:gd name="T3" fmla="*/ 0 h 53"/>
                <a:gd name="T4" fmla="*/ 0 w 87"/>
                <a:gd name="T5" fmla="*/ 5 h 53"/>
                <a:gd name="T6" fmla="*/ 0 w 87"/>
                <a:gd name="T7" fmla="*/ 53 h 53"/>
                <a:gd name="T8" fmla="*/ 87 w 87"/>
                <a:gd name="T9" fmla="*/ 53 h 53"/>
                <a:gd name="T10" fmla="*/ 87 w 87"/>
                <a:gd name="T11" fmla="*/ 5 h 53"/>
                <a:gd name="T12" fmla="*/ 82 w 87"/>
                <a:gd name="T13" fmla="*/ 0 h 53"/>
              </a:gdLst>
              <a:ahLst/>
              <a:cxnLst>
                <a:cxn ang="0">
                  <a:pos x="T0" y="T1"/>
                </a:cxn>
                <a:cxn ang="0">
                  <a:pos x="T2" y="T3"/>
                </a:cxn>
                <a:cxn ang="0">
                  <a:pos x="T4" y="T5"/>
                </a:cxn>
                <a:cxn ang="0">
                  <a:pos x="T6" y="T7"/>
                </a:cxn>
                <a:cxn ang="0">
                  <a:pos x="T8" y="T9"/>
                </a:cxn>
                <a:cxn ang="0">
                  <a:pos x="T10" y="T11"/>
                </a:cxn>
                <a:cxn ang="0">
                  <a:pos x="T12" y="T13"/>
                </a:cxn>
              </a:cxnLst>
              <a:rect l="0" t="0" r="r" b="b"/>
              <a:pathLst>
                <a:path w="87" h="53">
                  <a:moveTo>
                    <a:pt x="82" y="0"/>
                  </a:moveTo>
                  <a:cubicBezTo>
                    <a:pt x="5" y="0"/>
                    <a:pt x="5" y="0"/>
                    <a:pt x="5" y="0"/>
                  </a:cubicBezTo>
                  <a:cubicBezTo>
                    <a:pt x="2" y="0"/>
                    <a:pt x="0" y="3"/>
                    <a:pt x="0" y="5"/>
                  </a:cubicBezTo>
                  <a:cubicBezTo>
                    <a:pt x="0" y="53"/>
                    <a:pt x="0" y="53"/>
                    <a:pt x="0" y="53"/>
                  </a:cubicBezTo>
                  <a:cubicBezTo>
                    <a:pt x="87" y="53"/>
                    <a:pt x="87" y="53"/>
                    <a:pt x="87" y="53"/>
                  </a:cubicBezTo>
                  <a:cubicBezTo>
                    <a:pt x="87" y="5"/>
                    <a:pt x="87" y="5"/>
                    <a:pt x="87" y="5"/>
                  </a:cubicBezTo>
                  <a:cubicBezTo>
                    <a:pt x="87" y="3"/>
                    <a:pt x="85" y="0"/>
                    <a:pt x="82" y="0"/>
                  </a:cubicBezTo>
                  <a:close/>
                </a:path>
              </a:pathLst>
            </a:custGeom>
            <a:grpFill/>
            <a:ln w="9525">
              <a:solidFill>
                <a:srgbClr val="0070AD"/>
              </a:solidFill>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endParaRPr>
            </a:p>
          </p:txBody>
        </p:sp>
        <p:sp>
          <p:nvSpPr>
            <p:cNvPr id="64" name="Freeform 233">
              <a:extLst>
                <a:ext uri="{FF2B5EF4-FFF2-40B4-BE49-F238E27FC236}">
                  <a16:creationId xmlns:a16="http://schemas.microsoft.com/office/drawing/2014/main" id="{744DBA02-7666-A0EB-9340-CFE2CCBDA80E}"/>
                </a:ext>
              </a:extLst>
            </p:cNvPr>
            <p:cNvSpPr>
              <a:spLocks/>
            </p:cNvSpPr>
            <p:nvPr/>
          </p:nvSpPr>
          <p:spPr bwMode="auto">
            <a:xfrm>
              <a:off x="2994025" y="4678363"/>
              <a:ext cx="314325" cy="19050"/>
            </a:xfrm>
            <a:custGeom>
              <a:avLst/>
              <a:gdLst>
                <a:gd name="T0" fmla="*/ 89 w 93"/>
                <a:gd name="T1" fmla="*/ 6 h 6"/>
                <a:gd name="T2" fmla="*/ 4 w 93"/>
                <a:gd name="T3" fmla="*/ 6 h 6"/>
                <a:gd name="T4" fmla="*/ 0 w 93"/>
                <a:gd name="T5" fmla="*/ 3 h 6"/>
                <a:gd name="T6" fmla="*/ 0 w 93"/>
                <a:gd name="T7" fmla="*/ 3 h 6"/>
                <a:gd name="T8" fmla="*/ 4 w 93"/>
                <a:gd name="T9" fmla="*/ 0 h 6"/>
                <a:gd name="T10" fmla="*/ 89 w 93"/>
                <a:gd name="T11" fmla="*/ 0 h 6"/>
                <a:gd name="T12" fmla="*/ 93 w 93"/>
                <a:gd name="T13" fmla="*/ 3 h 6"/>
                <a:gd name="T14" fmla="*/ 93 w 93"/>
                <a:gd name="T15" fmla="*/ 3 h 6"/>
                <a:gd name="T16" fmla="*/ 89 w 93"/>
                <a:gd name="T17" fmla="*/ 6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3" h="6">
                  <a:moveTo>
                    <a:pt x="89" y="6"/>
                  </a:moveTo>
                  <a:cubicBezTo>
                    <a:pt x="4" y="6"/>
                    <a:pt x="4" y="6"/>
                    <a:pt x="4" y="6"/>
                  </a:cubicBezTo>
                  <a:cubicBezTo>
                    <a:pt x="2" y="6"/>
                    <a:pt x="0" y="5"/>
                    <a:pt x="0" y="3"/>
                  </a:cubicBezTo>
                  <a:cubicBezTo>
                    <a:pt x="0" y="3"/>
                    <a:pt x="0" y="3"/>
                    <a:pt x="0" y="3"/>
                  </a:cubicBezTo>
                  <a:cubicBezTo>
                    <a:pt x="0" y="1"/>
                    <a:pt x="2" y="0"/>
                    <a:pt x="4" y="0"/>
                  </a:cubicBezTo>
                  <a:cubicBezTo>
                    <a:pt x="89" y="0"/>
                    <a:pt x="89" y="0"/>
                    <a:pt x="89" y="0"/>
                  </a:cubicBezTo>
                  <a:cubicBezTo>
                    <a:pt x="91" y="0"/>
                    <a:pt x="93" y="1"/>
                    <a:pt x="93" y="3"/>
                  </a:cubicBezTo>
                  <a:cubicBezTo>
                    <a:pt x="93" y="3"/>
                    <a:pt x="93" y="3"/>
                    <a:pt x="93" y="3"/>
                  </a:cubicBezTo>
                  <a:cubicBezTo>
                    <a:pt x="92" y="5"/>
                    <a:pt x="91" y="6"/>
                    <a:pt x="89" y="6"/>
                  </a:cubicBezTo>
                  <a:close/>
                </a:path>
              </a:pathLst>
            </a:custGeom>
            <a:grpFill/>
            <a:ln w="9525">
              <a:solidFill>
                <a:srgbClr val="0070AD"/>
              </a:solidFill>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endParaRPr>
            </a:p>
          </p:txBody>
        </p:sp>
        <p:sp>
          <p:nvSpPr>
            <p:cNvPr id="65" name="Freeform 234">
              <a:extLst>
                <a:ext uri="{FF2B5EF4-FFF2-40B4-BE49-F238E27FC236}">
                  <a16:creationId xmlns:a16="http://schemas.microsoft.com/office/drawing/2014/main" id="{6AD607C9-5651-4180-20AD-F0C7ED0CDA96}"/>
                </a:ext>
              </a:extLst>
            </p:cNvPr>
            <p:cNvSpPr>
              <a:spLocks/>
            </p:cNvSpPr>
            <p:nvPr/>
          </p:nvSpPr>
          <p:spPr bwMode="auto">
            <a:xfrm>
              <a:off x="3119438" y="4568825"/>
              <a:ext cx="57150" cy="61912"/>
            </a:xfrm>
            <a:custGeom>
              <a:avLst/>
              <a:gdLst>
                <a:gd name="T0" fmla="*/ 17 w 17"/>
                <a:gd name="T1" fmla="*/ 8 h 18"/>
                <a:gd name="T2" fmla="*/ 14 w 17"/>
                <a:gd name="T3" fmla="*/ 2 h 18"/>
                <a:gd name="T4" fmla="*/ 7 w 17"/>
                <a:gd name="T5" fmla="*/ 1 h 18"/>
                <a:gd name="T6" fmla="*/ 6 w 17"/>
                <a:gd name="T7" fmla="*/ 1 h 18"/>
                <a:gd name="T8" fmla="*/ 6 w 17"/>
                <a:gd name="T9" fmla="*/ 1 h 18"/>
                <a:gd name="T10" fmla="*/ 3 w 17"/>
                <a:gd name="T11" fmla="*/ 5 h 18"/>
                <a:gd name="T12" fmla="*/ 5 w 17"/>
                <a:gd name="T13" fmla="*/ 15 h 18"/>
                <a:gd name="T14" fmla="*/ 16 w 17"/>
                <a:gd name="T15" fmla="*/ 13 h 18"/>
                <a:gd name="T16" fmla="*/ 17 w 17"/>
                <a:gd name="T17" fmla="*/ 8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 h="18">
                  <a:moveTo>
                    <a:pt x="17" y="8"/>
                  </a:moveTo>
                  <a:cubicBezTo>
                    <a:pt x="17" y="6"/>
                    <a:pt x="13" y="4"/>
                    <a:pt x="14" y="2"/>
                  </a:cubicBezTo>
                  <a:cubicBezTo>
                    <a:pt x="14" y="2"/>
                    <a:pt x="11" y="0"/>
                    <a:pt x="7" y="1"/>
                  </a:cubicBezTo>
                  <a:cubicBezTo>
                    <a:pt x="7" y="1"/>
                    <a:pt x="7" y="1"/>
                    <a:pt x="6" y="1"/>
                  </a:cubicBezTo>
                  <a:cubicBezTo>
                    <a:pt x="6" y="1"/>
                    <a:pt x="6" y="1"/>
                    <a:pt x="6" y="1"/>
                  </a:cubicBezTo>
                  <a:cubicBezTo>
                    <a:pt x="4" y="2"/>
                    <a:pt x="4" y="3"/>
                    <a:pt x="3" y="5"/>
                  </a:cubicBezTo>
                  <a:cubicBezTo>
                    <a:pt x="0" y="8"/>
                    <a:pt x="2" y="13"/>
                    <a:pt x="5" y="15"/>
                  </a:cubicBezTo>
                  <a:cubicBezTo>
                    <a:pt x="9" y="18"/>
                    <a:pt x="14" y="16"/>
                    <a:pt x="16" y="13"/>
                  </a:cubicBezTo>
                  <a:cubicBezTo>
                    <a:pt x="17" y="11"/>
                    <a:pt x="17" y="10"/>
                    <a:pt x="17" y="8"/>
                  </a:cubicBezTo>
                  <a:close/>
                </a:path>
              </a:pathLst>
            </a:custGeom>
            <a:grpFill/>
            <a:ln w="9525">
              <a:solidFill>
                <a:srgbClr val="0070AD"/>
              </a:solidFill>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endParaRPr>
            </a:p>
          </p:txBody>
        </p:sp>
      </p:grpSp>
      <p:grpSp>
        <p:nvGrpSpPr>
          <p:cNvPr id="66" name="Groupe 98">
            <a:extLst>
              <a:ext uri="{FF2B5EF4-FFF2-40B4-BE49-F238E27FC236}">
                <a16:creationId xmlns:a16="http://schemas.microsoft.com/office/drawing/2014/main" id="{DFC26A7B-0627-F01F-9AF7-277C41AC673E}"/>
              </a:ext>
            </a:extLst>
          </p:cNvPr>
          <p:cNvGrpSpPr/>
          <p:nvPr/>
        </p:nvGrpSpPr>
        <p:grpSpPr>
          <a:xfrm>
            <a:off x="8807990" y="1020662"/>
            <a:ext cx="340330" cy="271959"/>
            <a:chOff x="1009651" y="2344737"/>
            <a:chExt cx="431800" cy="338138"/>
          </a:xfrm>
          <a:noFill/>
        </p:grpSpPr>
        <p:sp>
          <p:nvSpPr>
            <p:cNvPr id="67" name="Freeform 150">
              <a:extLst>
                <a:ext uri="{FF2B5EF4-FFF2-40B4-BE49-F238E27FC236}">
                  <a16:creationId xmlns:a16="http://schemas.microsoft.com/office/drawing/2014/main" id="{3BA6DBDB-FB89-EDBD-6C02-BDF9763B87D2}"/>
                </a:ext>
              </a:extLst>
            </p:cNvPr>
            <p:cNvSpPr>
              <a:spLocks/>
            </p:cNvSpPr>
            <p:nvPr/>
          </p:nvSpPr>
          <p:spPr bwMode="auto">
            <a:xfrm>
              <a:off x="1204914" y="2389187"/>
              <a:ext cx="66675" cy="79375"/>
            </a:xfrm>
            <a:custGeom>
              <a:avLst/>
              <a:gdLst>
                <a:gd name="T0" fmla="*/ 18 w 18"/>
                <a:gd name="T1" fmla="*/ 21 h 21"/>
                <a:gd name="T2" fmla="*/ 2 w 18"/>
                <a:gd name="T3" fmla="*/ 21 h 21"/>
                <a:gd name="T4" fmla="*/ 0 w 18"/>
                <a:gd name="T5" fmla="*/ 5 h 21"/>
                <a:gd name="T6" fmla="*/ 2 w 18"/>
                <a:gd name="T7" fmla="*/ 4 h 21"/>
                <a:gd name="T8" fmla="*/ 9 w 18"/>
                <a:gd name="T9" fmla="*/ 1 h 21"/>
                <a:gd name="T10" fmla="*/ 11 w 18"/>
                <a:gd name="T11" fmla="*/ 1 h 21"/>
                <a:gd name="T12" fmla="*/ 18 w 18"/>
                <a:gd name="T13" fmla="*/ 21 h 21"/>
                <a:gd name="T14" fmla="*/ 18 w 18"/>
                <a:gd name="T15" fmla="*/ 21 h 2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8" h="21">
                  <a:moveTo>
                    <a:pt x="18" y="21"/>
                  </a:moveTo>
                  <a:cubicBezTo>
                    <a:pt x="12" y="21"/>
                    <a:pt x="7" y="21"/>
                    <a:pt x="2" y="21"/>
                  </a:cubicBezTo>
                  <a:cubicBezTo>
                    <a:pt x="1" y="16"/>
                    <a:pt x="0" y="10"/>
                    <a:pt x="0" y="5"/>
                  </a:cubicBezTo>
                  <a:cubicBezTo>
                    <a:pt x="0" y="5"/>
                    <a:pt x="1" y="4"/>
                    <a:pt x="2" y="4"/>
                  </a:cubicBezTo>
                  <a:cubicBezTo>
                    <a:pt x="5" y="3"/>
                    <a:pt x="7" y="2"/>
                    <a:pt x="9" y="1"/>
                  </a:cubicBezTo>
                  <a:cubicBezTo>
                    <a:pt x="10" y="1"/>
                    <a:pt x="10" y="0"/>
                    <a:pt x="11" y="1"/>
                  </a:cubicBezTo>
                  <a:cubicBezTo>
                    <a:pt x="15" y="7"/>
                    <a:pt x="18" y="13"/>
                    <a:pt x="18" y="21"/>
                  </a:cubicBezTo>
                  <a:cubicBezTo>
                    <a:pt x="18" y="21"/>
                    <a:pt x="18" y="21"/>
                    <a:pt x="18" y="21"/>
                  </a:cubicBezTo>
                  <a:close/>
                </a:path>
              </a:pathLst>
            </a:custGeom>
            <a:grpFill/>
            <a:ln w="9525">
              <a:solidFill>
                <a:srgbClr val="0070AD"/>
              </a:solidFill>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endParaRPr>
            </a:p>
          </p:txBody>
        </p:sp>
        <p:sp>
          <p:nvSpPr>
            <p:cNvPr id="68" name="Freeform 151">
              <a:extLst>
                <a:ext uri="{FF2B5EF4-FFF2-40B4-BE49-F238E27FC236}">
                  <a16:creationId xmlns:a16="http://schemas.microsoft.com/office/drawing/2014/main" id="{DFABADDA-0218-4C73-10F3-CD76A6705532}"/>
                </a:ext>
              </a:extLst>
            </p:cNvPr>
            <p:cNvSpPr>
              <a:spLocks/>
            </p:cNvSpPr>
            <p:nvPr/>
          </p:nvSpPr>
          <p:spPr bwMode="auto">
            <a:xfrm>
              <a:off x="1204914" y="2479675"/>
              <a:ext cx="66675" cy="79375"/>
            </a:xfrm>
            <a:custGeom>
              <a:avLst/>
              <a:gdLst>
                <a:gd name="T0" fmla="*/ 18 w 18"/>
                <a:gd name="T1" fmla="*/ 0 h 21"/>
                <a:gd name="T2" fmla="*/ 10 w 18"/>
                <a:gd name="T3" fmla="*/ 21 h 21"/>
                <a:gd name="T4" fmla="*/ 0 w 18"/>
                <a:gd name="T5" fmla="*/ 16 h 21"/>
                <a:gd name="T6" fmla="*/ 2 w 18"/>
                <a:gd name="T7" fmla="*/ 0 h 21"/>
                <a:gd name="T8" fmla="*/ 18 w 18"/>
                <a:gd name="T9" fmla="*/ 0 h 21"/>
              </a:gdLst>
              <a:ahLst/>
              <a:cxnLst>
                <a:cxn ang="0">
                  <a:pos x="T0" y="T1"/>
                </a:cxn>
                <a:cxn ang="0">
                  <a:pos x="T2" y="T3"/>
                </a:cxn>
                <a:cxn ang="0">
                  <a:pos x="T4" y="T5"/>
                </a:cxn>
                <a:cxn ang="0">
                  <a:pos x="T6" y="T7"/>
                </a:cxn>
                <a:cxn ang="0">
                  <a:pos x="T8" y="T9"/>
                </a:cxn>
              </a:cxnLst>
              <a:rect l="0" t="0" r="r" b="b"/>
              <a:pathLst>
                <a:path w="18" h="21">
                  <a:moveTo>
                    <a:pt x="18" y="0"/>
                  </a:moveTo>
                  <a:cubicBezTo>
                    <a:pt x="18" y="8"/>
                    <a:pt x="15" y="15"/>
                    <a:pt x="10" y="21"/>
                  </a:cubicBezTo>
                  <a:cubicBezTo>
                    <a:pt x="7" y="19"/>
                    <a:pt x="3" y="18"/>
                    <a:pt x="0" y="16"/>
                  </a:cubicBezTo>
                  <a:cubicBezTo>
                    <a:pt x="0" y="11"/>
                    <a:pt x="1" y="6"/>
                    <a:pt x="2" y="0"/>
                  </a:cubicBezTo>
                  <a:cubicBezTo>
                    <a:pt x="7" y="0"/>
                    <a:pt x="12" y="0"/>
                    <a:pt x="18" y="0"/>
                  </a:cubicBezTo>
                  <a:close/>
                </a:path>
              </a:pathLst>
            </a:custGeom>
            <a:grpFill/>
            <a:ln w="9525">
              <a:solidFill>
                <a:srgbClr val="0070AD"/>
              </a:solidFill>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endParaRPr>
            </a:p>
          </p:txBody>
        </p:sp>
        <p:sp>
          <p:nvSpPr>
            <p:cNvPr id="69" name="Freeform 152">
              <a:extLst>
                <a:ext uri="{FF2B5EF4-FFF2-40B4-BE49-F238E27FC236}">
                  <a16:creationId xmlns:a16="http://schemas.microsoft.com/office/drawing/2014/main" id="{83749D13-3CAF-56C9-B8D8-E7126A8D348D}"/>
                </a:ext>
              </a:extLst>
            </p:cNvPr>
            <p:cNvSpPr>
              <a:spLocks/>
            </p:cNvSpPr>
            <p:nvPr/>
          </p:nvSpPr>
          <p:spPr bwMode="auto">
            <a:xfrm>
              <a:off x="1009651" y="2389187"/>
              <a:ext cx="66675" cy="79375"/>
            </a:xfrm>
            <a:custGeom>
              <a:avLst/>
              <a:gdLst>
                <a:gd name="T0" fmla="*/ 16 w 18"/>
                <a:gd name="T1" fmla="*/ 21 h 21"/>
                <a:gd name="T2" fmla="*/ 0 w 18"/>
                <a:gd name="T3" fmla="*/ 21 h 21"/>
                <a:gd name="T4" fmla="*/ 8 w 18"/>
                <a:gd name="T5" fmla="*/ 0 h 21"/>
                <a:gd name="T6" fmla="*/ 15 w 18"/>
                <a:gd name="T7" fmla="*/ 4 h 21"/>
                <a:gd name="T8" fmla="*/ 17 w 18"/>
                <a:gd name="T9" fmla="*/ 4 h 21"/>
                <a:gd name="T10" fmla="*/ 18 w 18"/>
                <a:gd name="T11" fmla="*/ 6 h 21"/>
                <a:gd name="T12" fmla="*/ 16 w 18"/>
                <a:gd name="T13" fmla="*/ 19 h 21"/>
                <a:gd name="T14" fmla="*/ 16 w 18"/>
                <a:gd name="T15" fmla="*/ 21 h 2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8" h="21">
                  <a:moveTo>
                    <a:pt x="16" y="21"/>
                  </a:moveTo>
                  <a:cubicBezTo>
                    <a:pt x="11" y="21"/>
                    <a:pt x="5" y="21"/>
                    <a:pt x="0" y="21"/>
                  </a:cubicBezTo>
                  <a:cubicBezTo>
                    <a:pt x="0" y="13"/>
                    <a:pt x="3" y="6"/>
                    <a:pt x="8" y="0"/>
                  </a:cubicBezTo>
                  <a:cubicBezTo>
                    <a:pt x="10" y="2"/>
                    <a:pt x="13" y="3"/>
                    <a:pt x="15" y="4"/>
                  </a:cubicBezTo>
                  <a:cubicBezTo>
                    <a:pt x="16" y="4"/>
                    <a:pt x="16" y="4"/>
                    <a:pt x="17" y="4"/>
                  </a:cubicBezTo>
                  <a:cubicBezTo>
                    <a:pt x="18" y="5"/>
                    <a:pt x="18" y="5"/>
                    <a:pt x="18" y="6"/>
                  </a:cubicBezTo>
                  <a:cubicBezTo>
                    <a:pt x="17" y="11"/>
                    <a:pt x="17" y="15"/>
                    <a:pt x="16" y="19"/>
                  </a:cubicBezTo>
                  <a:cubicBezTo>
                    <a:pt x="16" y="20"/>
                    <a:pt x="16" y="20"/>
                    <a:pt x="16" y="21"/>
                  </a:cubicBezTo>
                  <a:close/>
                </a:path>
              </a:pathLst>
            </a:custGeom>
            <a:grpFill/>
            <a:ln w="9525">
              <a:solidFill>
                <a:srgbClr val="0070AD"/>
              </a:solidFill>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endParaRPr>
            </a:p>
          </p:txBody>
        </p:sp>
        <p:sp>
          <p:nvSpPr>
            <p:cNvPr id="70" name="Freeform 153">
              <a:extLst>
                <a:ext uri="{FF2B5EF4-FFF2-40B4-BE49-F238E27FC236}">
                  <a16:creationId xmlns:a16="http://schemas.microsoft.com/office/drawing/2014/main" id="{9A286087-3E5C-9D94-8EE4-F537F3B2737D}"/>
                </a:ext>
              </a:extLst>
            </p:cNvPr>
            <p:cNvSpPr>
              <a:spLocks/>
            </p:cNvSpPr>
            <p:nvPr/>
          </p:nvSpPr>
          <p:spPr bwMode="auto">
            <a:xfrm>
              <a:off x="1009651" y="2479675"/>
              <a:ext cx="66675" cy="79375"/>
            </a:xfrm>
            <a:custGeom>
              <a:avLst/>
              <a:gdLst>
                <a:gd name="T0" fmla="*/ 7 w 18"/>
                <a:gd name="T1" fmla="*/ 21 h 21"/>
                <a:gd name="T2" fmla="*/ 0 w 18"/>
                <a:gd name="T3" fmla="*/ 0 h 21"/>
                <a:gd name="T4" fmla="*/ 16 w 18"/>
                <a:gd name="T5" fmla="*/ 0 h 21"/>
                <a:gd name="T6" fmla="*/ 17 w 18"/>
                <a:gd name="T7" fmla="*/ 6 h 21"/>
                <a:gd name="T8" fmla="*/ 18 w 18"/>
                <a:gd name="T9" fmla="*/ 16 h 21"/>
                <a:gd name="T10" fmla="*/ 18 w 18"/>
                <a:gd name="T11" fmla="*/ 17 h 21"/>
                <a:gd name="T12" fmla="*/ 7 w 18"/>
                <a:gd name="T13" fmla="*/ 21 h 21"/>
              </a:gdLst>
              <a:ahLst/>
              <a:cxnLst>
                <a:cxn ang="0">
                  <a:pos x="T0" y="T1"/>
                </a:cxn>
                <a:cxn ang="0">
                  <a:pos x="T2" y="T3"/>
                </a:cxn>
                <a:cxn ang="0">
                  <a:pos x="T4" y="T5"/>
                </a:cxn>
                <a:cxn ang="0">
                  <a:pos x="T6" y="T7"/>
                </a:cxn>
                <a:cxn ang="0">
                  <a:pos x="T8" y="T9"/>
                </a:cxn>
                <a:cxn ang="0">
                  <a:pos x="T10" y="T11"/>
                </a:cxn>
                <a:cxn ang="0">
                  <a:pos x="T12" y="T13"/>
                </a:cxn>
              </a:cxnLst>
              <a:rect l="0" t="0" r="r" b="b"/>
              <a:pathLst>
                <a:path w="18" h="21">
                  <a:moveTo>
                    <a:pt x="7" y="21"/>
                  </a:moveTo>
                  <a:cubicBezTo>
                    <a:pt x="3" y="15"/>
                    <a:pt x="0" y="8"/>
                    <a:pt x="0" y="0"/>
                  </a:cubicBezTo>
                  <a:cubicBezTo>
                    <a:pt x="5" y="0"/>
                    <a:pt x="11" y="0"/>
                    <a:pt x="16" y="0"/>
                  </a:cubicBezTo>
                  <a:cubicBezTo>
                    <a:pt x="16" y="2"/>
                    <a:pt x="16" y="4"/>
                    <a:pt x="17" y="6"/>
                  </a:cubicBezTo>
                  <a:cubicBezTo>
                    <a:pt x="17" y="9"/>
                    <a:pt x="18" y="12"/>
                    <a:pt x="18" y="16"/>
                  </a:cubicBezTo>
                  <a:cubicBezTo>
                    <a:pt x="18" y="16"/>
                    <a:pt x="18" y="17"/>
                    <a:pt x="18" y="17"/>
                  </a:cubicBezTo>
                  <a:cubicBezTo>
                    <a:pt x="14" y="18"/>
                    <a:pt x="11" y="19"/>
                    <a:pt x="7" y="21"/>
                  </a:cubicBezTo>
                  <a:close/>
                </a:path>
              </a:pathLst>
            </a:custGeom>
            <a:grpFill/>
            <a:ln w="9525">
              <a:solidFill>
                <a:srgbClr val="0070AD"/>
              </a:solidFill>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endParaRPr>
            </a:p>
          </p:txBody>
        </p:sp>
        <p:sp>
          <p:nvSpPr>
            <p:cNvPr id="71" name="Freeform 154">
              <a:extLst>
                <a:ext uri="{FF2B5EF4-FFF2-40B4-BE49-F238E27FC236}">
                  <a16:creationId xmlns:a16="http://schemas.microsoft.com/office/drawing/2014/main" id="{D528F7ED-6A18-974F-196D-021613A4AA05}"/>
                </a:ext>
              </a:extLst>
            </p:cNvPr>
            <p:cNvSpPr>
              <a:spLocks/>
            </p:cNvSpPr>
            <p:nvPr/>
          </p:nvSpPr>
          <p:spPr bwMode="auto">
            <a:xfrm>
              <a:off x="1084264" y="2411412"/>
              <a:ext cx="49213" cy="57150"/>
            </a:xfrm>
            <a:custGeom>
              <a:avLst/>
              <a:gdLst>
                <a:gd name="T0" fmla="*/ 13 w 13"/>
                <a:gd name="T1" fmla="*/ 2 h 15"/>
                <a:gd name="T2" fmla="*/ 13 w 13"/>
                <a:gd name="T3" fmla="*/ 15 h 15"/>
                <a:gd name="T4" fmla="*/ 0 w 13"/>
                <a:gd name="T5" fmla="*/ 15 h 15"/>
                <a:gd name="T6" fmla="*/ 1 w 13"/>
                <a:gd name="T7" fmla="*/ 0 h 15"/>
                <a:gd name="T8" fmla="*/ 13 w 13"/>
                <a:gd name="T9" fmla="*/ 2 h 15"/>
              </a:gdLst>
              <a:ahLst/>
              <a:cxnLst>
                <a:cxn ang="0">
                  <a:pos x="T0" y="T1"/>
                </a:cxn>
                <a:cxn ang="0">
                  <a:pos x="T2" y="T3"/>
                </a:cxn>
                <a:cxn ang="0">
                  <a:pos x="T4" y="T5"/>
                </a:cxn>
                <a:cxn ang="0">
                  <a:pos x="T6" y="T7"/>
                </a:cxn>
                <a:cxn ang="0">
                  <a:pos x="T8" y="T9"/>
                </a:cxn>
              </a:cxnLst>
              <a:rect l="0" t="0" r="r" b="b"/>
              <a:pathLst>
                <a:path w="13" h="15">
                  <a:moveTo>
                    <a:pt x="13" y="2"/>
                  </a:moveTo>
                  <a:cubicBezTo>
                    <a:pt x="13" y="6"/>
                    <a:pt x="13" y="10"/>
                    <a:pt x="13" y="15"/>
                  </a:cubicBezTo>
                  <a:cubicBezTo>
                    <a:pt x="9" y="15"/>
                    <a:pt x="4" y="15"/>
                    <a:pt x="0" y="15"/>
                  </a:cubicBezTo>
                  <a:cubicBezTo>
                    <a:pt x="0" y="10"/>
                    <a:pt x="0" y="5"/>
                    <a:pt x="1" y="0"/>
                  </a:cubicBezTo>
                  <a:cubicBezTo>
                    <a:pt x="5" y="0"/>
                    <a:pt x="9" y="1"/>
                    <a:pt x="13" y="2"/>
                  </a:cubicBezTo>
                  <a:close/>
                </a:path>
              </a:pathLst>
            </a:custGeom>
            <a:grpFill/>
            <a:ln w="9525">
              <a:solidFill>
                <a:srgbClr val="0070AD"/>
              </a:solidFill>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endParaRPr>
            </a:p>
          </p:txBody>
        </p:sp>
        <p:sp>
          <p:nvSpPr>
            <p:cNvPr id="72" name="Freeform 155">
              <a:extLst>
                <a:ext uri="{FF2B5EF4-FFF2-40B4-BE49-F238E27FC236}">
                  <a16:creationId xmlns:a16="http://schemas.microsoft.com/office/drawing/2014/main" id="{E37CB038-13F6-096A-E2D5-B3D2C80B7CC9}"/>
                </a:ext>
              </a:extLst>
            </p:cNvPr>
            <p:cNvSpPr>
              <a:spLocks/>
            </p:cNvSpPr>
            <p:nvPr/>
          </p:nvSpPr>
          <p:spPr bwMode="auto">
            <a:xfrm>
              <a:off x="1084264" y="2479675"/>
              <a:ext cx="49213" cy="55563"/>
            </a:xfrm>
            <a:custGeom>
              <a:avLst/>
              <a:gdLst>
                <a:gd name="T0" fmla="*/ 0 w 13"/>
                <a:gd name="T1" fmla="*/ 0 h 15"/>
                <a:gd name="T2" fmla="*/ 13 w 13"/>
                <a:gd name="T3" fmla="*/ 0 h 15"/>
                <a:gd name="T4" fmla="*/ 13 w 13"/>
                <a:gd name="T5" fmla="*/ 14 h 15"/>
                <a:gd name="T6" fmla="*/ 1 w 13"/>
                <a:gd name="T7" fmla="*/ 15 h 15"/>
                <a:gd name="T8" fmla="*/ 0 w 13"/>
                <a:gd name="T9" fmla="*/ 0 h 15"/>
              </a:gdLst>
              <a:ahLst/>
              <a:cxnLst>
                <a:cxn ang="0">
                  <a:pos x="T0" y="T1"/>
                </a:cxn>
                <a:cxn ang="0">
                  <a:pos x="T2" y="T3"/>
                </a:cxn>
                <a:cxn ang="0">
                  <a:pos x="T4" y="T5"/>
                </a:cxn>
                <a:cxn ang="0">
                  <a:pos x="T6" y="T7"/>
                </a:cxn>
                <a:cxn ang="0">
                  <a:pos x="T8" y="T9"/>
                </a:cxn>
              </a:cxnLst>
              <a:rect l="0" t="0" r="r" b="b"/>
              <a:pathLst>
                <a:path w="13" h="15">
                  <a:moveTo>
                    <a:pt x="0" y="0"/>
                  </a:moveTo>
                  <a:cubicBezTo>
                    <a:pt x="4" y="0"/>
                    <a:pt x="9" y="0"/>
                    <a:pt x="13" y="0"/>
                  </a:cubicBezTo>
                  <a:cubicBezTo>
                    <a:pt x="13" y="5"/>
                    <a:pt x="13" y="9"/>
                    <a:pt x="13" y="14"/>
                  </a:cubicBezTo>
                  <a:cubicBezTo>
                    <a:pt x="9" y="14"/>
                    <a:pt x="5" y="15"/>
                    <a:pt x="1" y="15"/>
                  </a:cubicBezTo>
                  <a:cubicBezTo>
                    <a:pt x="0" y="11"/>
                    <a:pt x="0" y="6"/>
                    <a:pt x="0" y="0"/>
                  </a:cubicBezTo>
                  <a:close/>
                </a:path>
              </a:pathLst>
            </a:custGeom>
            <a:grpFill/>
            <a:ln w="9525">
              <a:solidFill>
                <a:srgbClr val="0070AD"/>
              </a:solidFill>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endParaRPr>
            </a:p>
          </p:txBody>
        </p:sp>
        <p:sp>
          <p:nvSpPr>
            <p:cNvPr id="73" name="Freeform 156">
              <a:extLst>
                <a:ext uri="{FF2B5EF4-FFF2-40B4-BE49-F238E27FC236}">
                  <a16:creationId xmlns:a16="http://schemas.microsoft.com/office/drawing/2014/main" id="{956A2E48-34AC-F6B1-F71F-B580D5B90EE7}"/>
                </a:ext>
              </a:extLst>
            </p:cNvPr>
            <p:cNvSpPr>
              <a:spLocks/>
            </p:cNvSpPr>
            <p:nvPr/>
          </p:nvSpPr>
          <p:spPr bwMode="auto">
            <a:xfrm>
              <a:off x="1147764" y="2411412"/>
              <a:ext cx="49213" cy="57150"/>
            </a:xfrm>
            <a:custGeom>
              <a:avLst/>
              <a:gdLst>
                <a:gd name="T0" fmla="*/ 13 w 13"/>
                <a:gd name="T1" fmla="*/ 15 h 15"/>
                <a:gd name="T2" fmla="*/ 0 w 13"/>
                <a:gd name="T3" fmla="*/ 15 h 15"/>
                <a:gd name="T4" fmla="*/ 0 w 13"/>
                <a:gd name="T5" fmla="*/ 2 h 15"/>
                <a:gd name="T6" fmla="*/ 11 w 13"/>
                <a:gd name="T7" fmla="*/ 0 h 15"/>
                <a:gd name="T8" fmla="*/ 13 w 13"/>
                <a:gd name="T9" fmla="*/ 15 h 15"/>
              </a:gdLst>
              <a:ahLst/>
              <a:cxnLst>
                <a:cxn ang="0">
                  <a:pos x="T0" y="T1"/>
                </a:cxn>
                <a:cxn ang="0">
                  <a:pos x="T2" y="T3"/>
                </a:cxn>
                <a:cxn ang="0">
                  <a:pos x="T4" y="T5"/>
                </a:cxn>
                <a:cxn ang="0">
                  <a:pos x="T6" y="T7"/>
                </a:cxn>
                <a:cxn ang="0">
                  <a:pos x="T8" y="T9"/>
                </a:cxn>
              </a:cxnLst>
              <a:rect l="0" t="0" r="r" b="b"/>
              <a:pathLst>
                <a:path w="13" h="15">
                  <a:moveTo>
                    <a:pt x="13" y="15"/>
                  </a:moveTo>
                  <a:cubicBezTo>
                    <a:pt x="9" y="15"/>
                    <a:pt x="4" y="15"/>
                    <a:pt x="0" y="15"/>
                  </a:cubicBezTo>
                  <a:cubicBezTo>
                    <a:pt x="0" y="10"/>
                    <a:pt x="0" y="6"/>
                    <a:pt x="0" y="2"/>
                  </a:cubicBezTo>
                  <a:cubicBezTo>
                    <a:pt x="4" y="1"/>
                    <a:pt x="7" y="0"/>
                    <a:pt x="11" y="0"/>
                  </a:cubicBezTo>
                  <a:cubicBezTo>
                    <a:pt x="13" y="5"/>
                    <a:pt x="13" y="10"/>
                    <a:pt x="13" y="15"/>
                  </a:cubicBezTo>
                  <a:close/>
                </a:path>
              </a:pathLst>
            </a:custGeom>
            <a:grpFill/>
            <a:ln w="9525">
              <a:solidFill>
                <a:srgbClr val="0070AD"/>
              </a:solidFill>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endParaRPr>
            </a:p>
          </p:txBody>
        </p:sp>
        <p:sp>
          <p:nvSpPr>
            <p:cNvPr id="74" name="Freeform 157">
              <a:extLst>
                <a:ext uri="{FF2B5EF4-FFF2-40B4-BE49-F238E27FC236}">
                  <a16:creationId xmlns:a16="http://schemas.microsoft.com/office/drawing/2014/main" id="{19842421-11F9-7F3A-39B8-3D4295A74346}"/>
                </a:ext>
              </a:extLst>
            </p:cNvPr>
            <p:cNvSpPr>
              <a:spLocks/>
            </p:cNvSpPr>
            <p:nvPr/>
          </p:nvSpPr>
          <p:spPr bwMode="auto">
            <a:xfrm>
              <a:off x="1092201" y="2543175"/>
              <a:ext cx="41275" cy="63500"/>
            </a:xfrm>
            <a:custGeom>
              <a:avLst/>
              <a:gdLst>
                <a:gd name="T0" fmla="*/ 0 w 11"/>
                <a:gd name="T1" fmla="*/ 1 h 17"/>
                <a:gd name="T2" fmla="*/ 11 w 11"/>
                <a:gd name="T3" fmla="*/ 0 h 17"/>
                <a:gd name="T4" fmla="*/ 11 w 11"/>
                <a:gd name="T5" fmla="*/ 17 h 17"/>
                <a:gd name="T6" fmla="*/ 9 w 11"/>
                <a:gd name="T7" fmla="*/ 16 h 17"/>
                <a:gd name="T8" fmla="*/ 4 w 11"/>
                <a:gd name="T9" fmla="*/ 10 h 17"/>
                <a:gd name="T10" fmla="*/ 1 w 11"/>
                <a:gd name="T11" fmla="*/ 4 h 17"/>
                <a:gd name="T12" fmla="*/ 0 w 11"/>
                <a:gd name="T13" fmla="*/ 1 h 17"/>
              </a:gdLst>
              <a:ahLst/>
              <a:cxnLst>
                <a:cxn ang="0">
                  <a:pos x="T0" y="T1"/>
                </a:cxn>
                <a:cxn ang="0">
                  <a:pos x="T2" y="T3"/>
                </a:cxn>
                <a:cxn ang="0">
                  <a:pos x="T4" y="T5"/>
                </a:cxn>
                <a:cxn ang="0">
                  <a:pos x="T6" y="T7"/>
                </a:cxn>
                <a:cxn ang="0">
                  <a:pos x="T8" y="T9"/>
                </a:cxn>
                <a:cxn ang="0">
                  <a:pos x="T10" y="T11"/>
                </a:cxn>
                <a:cxn ang="0">
                  <a:pos x="T12" y="T13"/>
                </a:cxn>
              </a:cxnLst>
              <a:rect l="0" t="0" r="r" b="b"/>
              <a:pathLst>
                <a:path w="11" h="17">
                  <a:moveTo>
                    <a:pt x="0" y="1"/>
                  </a:moveTo>
                  <a:cubicBezTo>
                    <a:pt x="4" y="1"/>
                    <a:pt x="8" y="0"/>
                    <a:pt x="11" y="0"/>
                  </a:cubicBezTo>
                  <a:cubicBezTo>
                    <a:pt x="11" y="6"/>
                    <a:pt x="11" y="11"/>
                    <a:pt x="11" y="17"/>
                  </a:cubicBezTo>
                  <a:cubicBezTo>
                    <a:pt x="10" y="16"/>
                    <a:pt x="10" y="16"/>
                    <a:pt x="9" y="16"/>
                  </a:cubicBezTo>
                  <a:cubicBezTo>
                    <a:pt x="7" y="14"/>
                    <a:pt x="5" y="12"/>
                    <a:pt x="4" y="10"/>
                  </a:cubicBezTo>
                  <a:cubicBezTo>
                    <a:pt x="3" y="8"/>
                    <a:pt x="2" y="6"/>
                    <a:pt x="1" y="4"/>
                  </a:cubicBezTo>
                  <a:cubicBezTo>
                    <a:pt x="1" y="4"/>
                    <a:pt x="1" y="3"/>
                    <a:pt x="0" y="1"/>
                  </a:cubicBezTo>
                  <a:close/>
                </a:path>
              </a:pathLst>
            </a:custGeom>
            <a:grpFill/>
            <a:ln w="9525">
              <a:solidFill>
                <a:srgbClr val="0070AD"/>
              </a:solidFill>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endParaRPr>
            </a:p>
          </p:txBody>
        </p:sp>
        <p:sp>
          <p:nvSpPr>
            <p:cNvPr id="75" name="Freeform 158">
              <a:extLst>
                <a:ext uri="{FF2B5EF4-FFF2-40B4-BE49-F238E27FC236}">
                  <a16:creationId xmlns:a16="http://schemas.microsoft.com/office/drawing/2014/main" id="{80C0B14E-4720-B33A-CA5F-6B8EDDCD9329}"/>
                </a:ext>
              </a:extLst>
            </p:cNvPr>
            <p:cNvSpPr>
              <a:spLocks/>
            </p:cNvSpPr>
            <p:nvPr/>
          </p:nvSpPr>
          <p:spPr bwMode="auto">
            <a:xfrm>
              <a:off x="1092201" y="2344737"/>
              <a:ext cx="41275" cy="60325"/>
            </a:xfrm>
            <a:custGeom>
              <a:avLst/>
              <a:gdLst>
                <a:gd name="T0" fmla="*/ 11 w 11"/>
                <a:gd name="T1" fmla="*/ 0 h 16"/>
                <a:gd name="T2" fmla="*/ 11 w 11"/>
                <a:gd name="T3" fmla="*/ 16 h 16"/>
                <a:gd name="T4" fmla="*/ 0 w 11"/>
                <a:gd name="T5" fmla="*/ 15 h 16"/>
                <a:gd name="T6" fmla="*/ 11 w 11"/>
                <a:gd name="T7" fmla="*/ 0 h 16"/>
              </a:gdLst>
              <a:ahLst/>
              <a:cxnLst>
                <a:cxn ang="0">
                  <a:pos x="T0" y="T1"/>
                </a:cxn>
                <a:cxn ang="0">
                  <a:pos x="T2" y="T3"/>
                </a:cxn>
                <a:cxn ang="0">
                  <a:pos x="T4" y="T5"/>
                </a:cxn>
                <a:cxn ang="0">
                  <a:pos x="T6" y="T7"/>
                </a:cxn>
              </a:cxnLst>
              <a:rect l="0" t="0" r="r" b="b"/>
              <a:pathLst>
                <a:path w="11" h="16">
                  <a:moveTo>
                    <a:pt x="11" y="0"/>
                  </a:moveTo>
                  <a:cubicBezTo>
                    <a:pt x="11" y="5"/>
                    <a:pt x="11" y="11"/>
                    <a:pt x="11" y="16"/>
                  </a:cubicBezTo>
                  <a:cubicBezTo>
                    <a:pt x="7" y="16"/>
                    <a:pt x="4" y="15"/>
                    <a:pt x="0" y="15"/>
                  </a:cubicBezTo>
                  <a:cubicBezTo>
                    <a:pt x="2" y="8"/>
                    <a:pt x="7" y="0"/>
                    <a:pt x="11" y="0"/>
                  </a:cubicBezTo>
                  <a:close/>
                </a:path>
              </a:pathLst>
            </a:custGeom>
            <a:grpFill/>
            <a:ln w="9525">
              <a:solidFill>
                <a:srgbClr val="0070AD"/>
              </a:solidFill>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endParaRPr>
            </a:p>
          </p:txBody>
        </p:sp>
        <p:sp>
          <p:nvSpPr>
            <p:cNvPr id="76" name="Freeform 159">
              <a:extLst>
                <a:ext uri="{FF2B5EF4-FFF2-40B4-BE49-F238E27FC236}">
                  <a16:creationId xmlns:a16="http://schemas.microsoft.com/office/drawing/2014/main" id="{B6BA9667-5467-E700-5569-156C439BFC3A}"/>
                </a:ext>
              </a:extLst>
            </p:cNvPr>
            <p:cNvSpPr>
              <a:spLocks/>
            </p:cNvSpPr>
            <p:nvPr/>
          </p:nvSpPr>
          <p:spPr bwMode="auto">
            <a:xfrm>
              <a:off x="1147764" y="2344737"/>
              <a:ext cx="38100" cy="60325"/>
            </a:xfrm>
            <a:custGeom>
              <a:avLst/>
              <a:gdLst>
                <a:gd name="T0" fmla="*/ 0 w 10"/>
                <a:gd name="T1" fmla="*/ 16 h 16"/>
                <a:gd name="T2" fmla="*/ 0 w 10"/>
                <a:gd name="T3" fmla="*/ 0 h 16"/>
                <a:gd name="T4" fmla="*/ 2 w 10"/>
                <a:gd name="T5" fmla="*/ 1 h 16"/>
                <a:gd name="T6" fmla="*/ 6 w 10"/>
                <a:gd name="T7" fmla="*/ 5 h 16"/>
                <a:gd name="T8" fmla="*/ 10 w 10"/>
                <a:gd name="T9" fmla="*/ 15 h 16"/>
                <a:gd name="T10" fmla="*/ 0 w 10"/>
                <a:gd name="T11" fmla="*/ 16 h 16"/>
              </a:gdLst>
              <a:ahLst/>
              <a:cxnLst>
                <a:cxn ang="0">
                  <a:pos x="T0" y="T1"/>
                </a:cxn>
                <a:cxn ang="0">
                  <a:pos x="T2" y="T3"/>
                </a:cxn>
                <a:cxn ang="0">
                  <a:pos x="T4" y="T5"/>
                </a:cxn>
                <a:cxn ang="0">
                  <a:pos x="T6" y="T7"/>
                </a:cxn>
                <a:cxn ang="0">
                  <a:pos x="T8" y="T9"/>
                </a:cxn>
                <a:cxn ang="0">
                  <a:pos x="T10" y="T11"/>
                </a:cxn>
              </a:cxnLst>
              <a:rect l="0" t="0" r="r" b="b"/>
              <a:pathLst>
                <a:path w="10" h="16">
                  <a:moveTo>
                    <a:pt x="0" y="16"/>
                  </a:moveTo>
                  <a:cubicBezTo>
                    <a:pt x="0" y="11"/>
                    <a:pt x="0" y="5"/>
                    <a:pt x="0" y="0"/>
                  </a:cubicBezTo>
                  <a:cubicBezTo>
                    <a:pt x="0" y="0"/>
                    <a:pt x="1" y="0"/>
                    <a:pt x="2" y="1"/>
                  </a:cubicBezTo>
                  <a:cubicBezTo>
                    <a:pt x="3" y="2"/>
                    <a:pt x="5" y="4"/>
                    <a:pt x="6" y="5"/>
                  </a:cubicBezTo>
                  <a:cubicBezTo>
                    <a:pt x="8" y="8"/>
                    <a:pt x="9" y="11"/>
                    <a:pt x="10" y="15"/>
                  </a:cubicBezTo>
                  <a:cubicBezTo>
                    <a:pt x="7" y="16"/>
                    <a:pt x="3" y="16"/>
                    <a:pt x="0" y="16"/>
                  </a:cubicBezTo>
                  <a:close/>
                </a:path>
              </a:pathLst>
            </a:custGeom>
            <a:grpFill/>
            <a:ln w="9525">
              <a:solidFill>
                <a:srgbClr val="0070AD"/>
              </a:solidFill>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endParaRPr>
            </a:p>
          </p:txBody>
        </p:sp>
        <p:sp>
          <p:nvSpPr>
            <p:cNvPr id="77" name="Freeform 160">
              <a:extLst>
                <a:ext uri="{FF2B5EF4-FFF2-40B4-BE49-F238E27FC236}">
                  <a16:creationId xmlns:a16="http://schemas.microsoft.com/office/drawing/2014/main" id="{731EAE1C-BDD2-8122-DAC6-D9D11C09BF82}"/>
                </a:ext>
              </a:extLst>
            </p:cNvPr>
            <p:cNvSpPr>
              <a:spLocks/>
            </p:cNvSpPr>
            <p:nvPr/>
          </p:nvSpPr>
          <p:spPr bwMode="auto">
            <a:xfrm>
              <a:off x="1147764" y="2543175"/>
              <a:ext cx="38100" cy="63500"/>
            </a:xfrm>
            <a:custGeom>
              <a:avLst/>
              <a:gdLst>
                <a:gd name="T0" fmla="*/ 10 w 10"/>
                <a:gd name="T1" fmla="*/ 2 h 17"/>
                <a:gd name="T2" fmla="*/ 0 w 10"/>
                <a:gd name="T3" fmla="*/ 17 h 17"/>
                <a:gd name="T4" fmla="*/ 0 w 10"/>
                <a:gd name="T5" fmla="*/ 0 h 17"/>
                <a:gd name="T6" fmla="*/ 10 w 10"/>
                <a:gd name="T7" fmla="*/ 2 h 17"/>
              </a:gdLst>
              <a:ahLst/>
              <a:cxnLst>
                <a:cxn ang="0">
                  <a:pos x="T0" y="T1"/>
                </a:cxn>
                <a:cxn ang="0">
                  <a:pos x="T2" y="T3"/>
                </a:cxn>
                <a:cxn ang="0">
                  <a:pos x="T4" y="T5"/>
                </a:cxn>
                <a:cxn ang="0">
                  <a:pos x="T6" y="T7"/>
                </a:cxn>
              </a:cxnLst>
              <a:rect l="0" t="0" r="r" b="b"/>
              <a:pathLst>
                <a:path w="10" h="17">
                  <a:moveTo>
                    <a:pt x="10" y="2"/>
                  </a:moveTo>
                  <a:cubicBezTo>
                    <a:pt x="8" y="8"/>
                    <a:pt x="6" y="14"/>
                    <a:pt x="0" y="17"/>
                  </a:cubicBezTo>
                  <a:cubicBezTo>
                    <a:pt x="0" y="11"/>
                    <a:pt x="0" y="6"/>
                    <a:pt x="0" y="0"/>
                  </a:cubicBezTo>
                  <a:cubicBezTo>
                    <a:pt x="3" y="0"/>
                    <a:pt x="7" y="1"/>
                    <a:pt x="10" y="2"/>
                  </a:cubicBezTo>
                  <a:close/>
                </a:path>
              </a:pathLst>
            </a:custGeom>
            <a:grpFill/>
            <a:ln w="9525">
              <a:solidFill>
                <a:srgbClr val="0070AD"/>
              </a:solidFill>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endParaRPr>
            </a:p>
          </p:txBody>
        </p:sp>
        <p:sp>
          <p:nvSpPr>
            <p:cNvPr id="78" name="Freeform 161">
              <a:extLst>
                <a:ext uri="{FF2B5EF4-FFF2-40B4-BE49-F238E27FC236}">
                  <a16:creationId xmlns:a16="http://schemas.microsoft.com/office/drawing/2014/main" id="{11592AB7-720F-3744-7F48-DAD267FE5A14}"/>
                </a:ext>
              </a:extLst>
            </p:cNvPr>
            <p:cNvSpPr>
              <a:spLocks/>
            </p:cNvSpPr>
            <p:nvPr/>
          </p:nvSpPr>
          <p:spPr bwMode="auto">
            <a:xfrm>
              <a:off x="1169989" y="2551112"/>
              <a:ext cx="63500" cy="52388"/>
            </a:xfrm>
            <a:custGeom>
              <a:avLst/>
              <a:gdLst>
                <a:gd name="T0" fmla="*/ 7 w 17"/>
                <a:gd name="T1" fmla="*/ 0 h 14"/>
                <a:gd name="T2" fmla="*/ 17 w 17"/>
                <a:gd name="T3" fmla="*/ 4 h 14"/>
                <a:gd name="T4" fmla="*/ 0 w 17"/>
                <a:gd name="T5" fmla="*/ 14 h 14"/>
                <a:gd name="T6" fmla="*/ 7 w 17"/>
                <a:gd name="T7" fmla="*/ 0 h 14"/>
              </a:gdLst>
              <a:ahLst/>
              <a:cxnLst>
                <a:cxn ang="0">
                  <a:pos x="T0" y="T1"/>
                </a:cxn>
                <a:cxn ang="0">
                  <a:pos x="T2" y="T3"/>
                </a:cxn>
                <a:cxn ang="0">
                  <a:pos x="T4" y="T5"/>
                </a:cxn>
                <a:cxn ang="0">
                  <a:pos x="T6" y="T7"/>
                </a:cxn>
              </a:cxnLst>
              <a:rect l="0" t="0" r="r" b="b"/>
              <a:pathLst>
                <a:path w="17" h="14">
                  <a:moveTo>
                    <a:pt x="7" y="0"/>
                  </a:moveTo>
                  <a:cubicBezTo>
                    <a:pt x="11" y="2"/>
                    <a:pt x="14" y="3"/>
                    <a:pt x="17" y="4"/>
                  </a:cubicBezTo>
                  <a:cubicBezTo>
                    <a:pt x="12" y="9"/>
                    <a:pt x="7" y="12"/>
                    <a:pt x="0" y="14"/>
                  </a:cubicBezTo>
                  <a:cubicBezTo>
                    <a:pt x="4" y="10"/>
                    <a:pt x="6" y="5"/>
                    <a:pt x="7" y="0"/>
                  </a:cubicBezTo>
                  <a:close/>
                </a:path>
              </a:pathLst>
            </a:custGeom>
            <a:grpFill/>
            <a:ln w="9525">
              <a:solidFill>
                <a:srgbClr val="0070AD"/>
              </a:solidFill>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endParaRPr>
            </a:p>
          </p:txBody>
        </p:sp>
        <p:sp>
          <p:nvSpPr>
            <p:cNvPr id="79" name="Freeform 162">
              <a:extLst>
                <a:ext uri="{FF2B5EF4-FFF2-40B4-BE49-F238E27FC236}">
                  <a16:creationId xmlns:a16="http://schemas.microsoft.com/office/drawing/2014/main" id="{19C0FA20-C290-EA0F-A1DF-3513B7FDA710}"/>
                </a:ext>
              </a:extLst>
            </p:cNvPr>
            <p:cNvSpPr>
              <a:spLocks/>
            </p:cNvSpPr>
            <p:nvPr/>
          </p:nvSpPr>
          <p:spPr bwMode="auto">
            <a:xfrm>
              <a:off x="1169989" y="2344737"/>
              <a:ext cx="63500" cy="52388"/>
            </a:xfrm>
            <a:custGeom>
              <a:avLst/>
              <a:gdLst>
                <a:gd name="T0" fmla="*/ 0 w 17"/>
                <a:gd name="T1" fmla="*/ 0 h 14"/>
                <a:gd name="T2" fmla="*/ 17 w 17"/>
                <a:gd name="T3" fmla="*/ 10 h 14"/>
                <a:gd name="T4" fmla="*/ 7 w 17"/>
                <a:gd name="T5" fmla="*/ 14 h 14"/>
                <a:gd name="T6" fmla="*/ 0 w 17"/>
                <a:gd name="T7" fmla="*/ 0 h 14"/>
              </a:gdLst>
              <a:ahLst/>
              <a:cxnLst>
                <a:cxn ang="0">
                  <a:pos x="T0" y="T1"/>
                </a:cxn>
                <a:cxn ang="0">
                  <a:pos x="T2" y="T3"/>
                </a:cxn>
                <a:cxn ang="0">
                  <a:pos x="T4" y="T5"/>
                </a:cxn>
                <a:cxn ang="0">
                  <a:pos x="T6" y="T7"/>
                </a:cxn>
              </a:cxnLst>
              <a:rect l="0" t="0" r="r" b="b"/>
              <a:pathLst>
                <a:path w="17" h="14">
                  <a:moveTo>
                    <a:pt x="0" y="0"/>
                  </a:moveTo>
                  <a:cubicBezTo>
                    <a:pt x="7" y="2"/>
                    <a:pt x="12" y="5"/>
                    <a:pt x="17" y="10"/>
                  </a:cubicBezTo>
                  <a:cubicBezTo>
                    <a:pt x="14" y="11"/>
                    <a:pt x="11" y="13"/>
                    <a:pt x="7" y="14"/>
                  </a:cubicBezTo>
                  <a:cubicBezTo>
                    <a:pt x="6" y="9"/>
                    <a:pt x="4" y="4"/>
                    <a:pt x="0" y="0"/>
                  </a:cubicBezTo>
                  <a:close/>
                </a:path>
              </a:pathLst>
            </a:custGeom>
            <a:grpFill/>
            <a:ln w="9525">
              <a:solidFill>
                <a:srgbClr val="0070AD"/>
              </a:solidFill>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endParaRPr>
            </a:p>
          </p:txBody>
        </p:sp>
        <p:sp>
          <p:nvSpPr>
            <p:cNvPr id="80" name="Freeform 163">
              <a:extLst>
                <a:ext uri="{FF2B5EF4-FFF2-40B4-BE49-F238E27FC236}">
                  <a16:creationId xmlns:a16="http://schemas.microsoft.com/office/drawing/2014/main" id="{9516486C-5917-A2B0-AA2C-3BF0D4192CFA}"/>
                </a:ext>
              </a:extLst>
            </p:cNvPr>
            <p:cNvSpPr>
              <a:spLocks/>
            </p:cNvSpPr>
            <p:nvPr/>
          </p:nvSpPr>
          <p:spPr bwMode="auto">
            <a:xfrm>
              <a:off x="1046164" y="2551112"/>
              <a:ext cx="60325" cy="52388"/>
            </a:xfrm>
            <a:custGeom>
              <a:avLst/>
              <a:gdLst>
                <a:gd name="T0" fmla="*/ 9 w 16"/>
                <a:gd name="T1" fmla="*/ 0 h 14"/>
                <a:gd name="T2" fmla="*/ 16 w 16"/>
                <a:gd name="T3" fmla="*/ 14 h 14"/>
                <a:gd name="T4" fmla="*/ 0 w 16"/>
                <a:gd name="T5" fmla="*/ 4 h 14"/>
                <a:gd name="T6" fmla="*/ 9 w 16"/>
                <a:gd name="T7" fmla="*/ 0 h 14"/>
              </a:gdLst>
              <a:ahLst/>
              <a:cxnLst>
                <a:cxn ang="0">
                  <a:pos x="T0" y="T1"/>
                </a:cxn>
                <a:cxn ang="0">
                  <a:pos x="T2" y="T3"/>
                </a:cxn>
                <a:cxn ang="0">
                  <a:pos x="T4" y="T5"/>
                </a:cxn>
                <a:cxn ang="0">
                  <a:pos x="T6" y="T7"/>
                </a:cxn>
              </a:cxnLst>
              <a:rect l="0" t="0" r="r" b="b"/>
              <a:pathLst>
                <a:path w="16" h="14">
                  <a:moveTo>
                    <a:pt x="9" y="0"/>
                  </a:moveTo>
                  <a:cubicBezTo>
                    <a:pt x="11" y="5"/>
                    <a:pt x="13" y="10"/>
                    <a:pt x="16" y="14"/>
                  </a:cubicBezTo>
                  <a:cubicBezTo>
                    <a:pt x="10" y="12"/>
                    <a:pt x="4" y="9"/>
                    <a:pt x="0" y="4"/>
                  </a:cubicBezTo>
                  <a:cubicBezTo>
                    <a:pt x="3" y="3"/>
                    <a:pt x="6" y="2"/>
                    <a:pt x="9" y="0"/>
                  </a:cubicBezTo>
                  <a:close/>
                </a:path>
              </a:pathLst>
            </a:custGeom>
            <a:grpFill/>
            <a:ln w="9525">
              <a:solidFill>
                <a:srgbClr val="0070AD"/>
              </a:solidFill>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endParaRPr>
            </a:p>
          </p:txBody>
        </p:sp>
        <p:sp>
          <p:nvSpPr>
            <p:cNvPr id="81" name="Freeform 164">
              <a:extLst>
                <a:ext uri="{FF2B5EF4-FFF2-40B4-BE49-F238E27FC236}">
                  <a16:creationId xmlns:a16="http://schemas.microsoft.com/office/drawing/2014/main" id="{8E35C07E-3A62-4ACF-605C-62C9C7F3AB34}"/>
                </a:ext>
              </a:extLst>
            </p:cNvPr>
            <p:cNvSpPr>
              <a:spLocks/>
            </p:cNvSpPr>
            <p:nvPr/>
          </p:nvSpPr>
          <p:spPr bwMode="auto">
            <a:xfrm>
              <a:off x="1046164" y="2347912"/>
              <a:ext cx="60325" cy="49213"/>
            </a:xfrm>
            <a:custGeom>
              <a:avLst/>
              <a:gdLst>
                <a:gd name="T0" fmla="*/ 0 w 16"/>
                <a:gd name="T1" fmla="*/ 9 h 13"/>
                <a:gd name="T2" fmla="*/ 16 w 16"/>
                <a:gd name="T3" fmla="*/ 0 h 13"/>
                <a:gd name="T4" fmla="*/ 12 w 16"/>
                <a:gd name="T5" fmla="*/ 6 h 13"/>
                <a:gd name="T6" fmla="*/ 9 w 16"/>
                <a:gd name="T7" fmla="*/ 13 h 13"/>
                <a:gd name="T8" fmla="*/ 0 w 16"/>
                <a:gd name="T9" fmla="*/ 9 h 13"/>
              </a:gdLst>
              <a:ahLst/>
              <a:cxnLst>
                <a:cxn ang="0">
                  <a:pos x="T0" y="T1"/>
                </a:cxn>
                <a:cxn ang="0">
                  <a:pos x="T2" y="T3"/>
                </a:cxn>
                <a:cxn ang="0">
                  <a:pos x="T4" y="T5"/>
                </a:cxn>
                <a:cxn ang="0">
                  <a:pos x="T6" y="T7"/>
                </a:cxn>
                <a:cxn ang="0">
                  <a:pos x="T8" y="T9"/>
                </a:cxn>
              </a:cxnLst>
              <a:rect l="0" t="0" r="r" b="b"/>
              <a:pathLst>
                <a:path w="16" h="13">
                  <a:moveTo>
                    <a:pt x="0" y="9"/>
                  </a:moveTo>
                  <a:cubicBezTo>
                    <a:pt x="4" y="4"/>
                    <a:pt x="10" y="1"/>
                    <a:pt x="16" y="0"/>
                  </a:cubicBezTo>
                  <a:cubicBezTo>
                    <a:pt x="15" y="2"/>
                    <a:pt x="13" y="4"/>
                    <a:pt x="12" y="6"/>
                  </a:cubicBezTo>
                  <a:cubicBezTo>
                    <a:pt x="11" y="8"/>
                    <a:pt x="10" y="11"/>
                    <a:pt x="9" y="13"/>
                  </a:cubicBezTo>
                  <a:cubicBezTo>
                    <a:pt x="6" y="12"/>
                    <a:pt x="3" y="11"/>
                    <a:pt x="0" y="9"/>
                  </a:cubicBezTo>
                  <a:close/>
                </a:path>
              </a:pathLst>
            </a:custGeom>
            <a:grpFill/>
            <a:ln w="9525">
              <a:solidFill>
                <a:srgbClr val="0070AD"/>
              </a:solidFill>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endParaRPr>
            </a:p>
          </p:txBody>
        </p:sp>
        <p:sp>
          <p:nvSpPr>
            <p:cNvPr id="82" name="Freeform 165">
              <a:extLst>
                <a:ext uri="{FF2B5EF4-FFF2-40B4-BE49-F238E27FC236}">
                  <a16:creationId xmlns:a16="http://schemas.microsoft.com/office/drawing/2014/main" id="{CF278791-FC5F-2D77-E6C1-118AC02E9051}"/>
                </a:ext>
              </a:extLst>
            </p:cNvPr>
            <p:cNvSpPr>
              <a:spLocks/>
            </p:cNvSpPr>
            <p:nvPr/>
          </p:nvSpPr>
          <p:spPr bwMode="auto">
            <a:xfrm>
              <a:off x="1139826" y="2474912"/>
              <a:ext cx="274638" cy="177800"/>
            </a:xfrm>
            <a:custGeom>
              <a:avLst/>
              <a:gdLst>
                <a:gd name="T0" fmla="*/ 66 w 73"/>
                <a:gd name="T1" fmla="*/ 0 h 47"/>
                <a:gd name="T2" fmla="*/ 7 w 73"/>
                <a:gd name="T3" fmla="*/ 0 h 47"/>
                <a:gd name="T4" fmla="*/ 0 w 73"/>
                <a:gd name="T5" fmla="*/ 9 h 47"/>
                <a:gd name="T6" fmla="*/ 0 w 73"/>
                <a:gd name="T7" fmla="*/ 12 h 47"/>
                <a:gd name="T8" fmla="*/ 1 w 73"/>
                <a:gd name="T9" fmla="*/ 45 h 47"/>
                <a:gd name="T10" fmla="*/ 66 w 73"/>
                <a:gd name="T11" fmla="*/ 46 h 47"/>
                <a:gd name="T12" fmla="*/ 73 w 73"/>
                <a:gd name="T13" fmla="*/ 38 h 47"/>
                <a:gd name="T14" fmla="*/ 73 w 73"/>
                <a:gd name="T15" fmla="*/ 7 h 47"/>
                <a:gd name="T16" fmla="*/ 66 w 73"/>
                <a:gd name="T17" fmla="*/ 0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47">
                  <a:moveTo>
                    <a:pt x="66" y="0"/>
                  </a:moveTo>
                  <a:cubicBezTo>
                    <a:pt x="61" y="0"/>
                    <a:pt x="11" y="0"/>
                    <a:pt x="7" y="0"/>
                  </a:cubicBezTo>
                  <a:cubicBezTo>
                    <a:pt x="2" y="1"/>
                    <a:pt x="0" y="3"/>
                    <a:pt x="0" y="9"/>
                  </a:cubicBezTo>
                  <a:cubicBezTo>
                    <a:pt x="0" y="12"/>
                    <a:pt x="0" y="12"/>
                    <a:pt x="0" y="12"/>
                  </a:cubicBezTo>
                  <a:cubicBezTo>
                    <a:pt x="0" y="18"/>
                    <a:pt x="1" y="39"/>
                    <a:pt x="1" y="45"/>
                  </a:cubicBezTo>
                  <a:cubicBezTo>
                    <a:pt x="2" y="46"/>
                    <a:pt x="60" y="47"/>
                    <a:pt x="66" y="46"/>
                  </a:cubicBezTo>
                  <a:cubicBezTo>
                    <a:pt x="71" y="46"/>
                    <a:pt x="73" y="45"/>
                    <a:pt x="73" y="38"/>
                  </a:cubicBezTo>
                  <a:cubicBezTo>
                    <a:pt x="73" y="7"/>
                    <a:pt x="73" y="7"/>
                    <a:pt x="73" y="7"/>
                  </a:cubicBezTo>
                  <a:cubicBezTo>
                    <a:pt x="73" y="1"/>
                    <a:pt x="72" y="0"/>
                    <a:pt x="66" y="0"/>
                  </a:cubicBezTo>
                </a:path>
              </a:pathLst>
            </a:custGeom>
            <a:grpFill/>
            <a:ln w="9525">
              <a:solidFill>
                <a:srgbClr val="0070AD"/>
              </a:solidFill>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endParaRPr>
            </a:p>
          </p:txBody>
        </p:sp>
        <p:sp>
          <p:nvSpPr>
            <p:cNvPr id="83" name="Freeform 166">
              <a:extLst>
                <a:ext uri="{FF2B5EF4-FFF2-40B4-BE49-F238E27FC236}">
                  <a16:creationId xmlns:a16="http://schemas.microsoft.com/office/drawing/2014/main" id="{31A375C1-DE95-1E55-EE0E-5C35DF20EC7C}"/>
                </a:ext>
              </a:extLst>
            </p:cNvPr>
            <p:cNvSpPr>
              <a:spLocks/>
            </p:cNvSpPr>
            <p:nvPr/>
          </p:nvSpPr>
          <p:spPr bwMode="auto">
            <a:xfrm>
              <a:off x="1155701" y="2487612"/>
              <a:ext cx="244475" cy="146050"/>
            </a:xfrm>
            <a:custGeom>
              <a:avLst/>
              <a:gdLst>
                <a:gd name="T0" fmla="*/ 65 w 65"/>
                <a:gd name="T1" fmla="*/ 39 h 39"/>
                <a:gd name="T2" fmla="*/ 1 w 65"/>
                <a:gd name="T3" fmla="*/ 39 h 39"/>
                <a:gd name="T4" fmla="*/ 1 w 65"/>
                <a:gd name="T5" fmla="*/ 1 h 39"/>
                <a:gd name="T6" fmla="*/ 65 w 65"/>
                <a:gd name="T7" fmla="*/ 1 h 39"/>
                <a:gd name="T8" fmla="*/ 65 w 65"/>
                <a:gd name="T9" fmla="*/ 39 h 39"/>
              </a:gdLst>
              <a:ahLst/>
              <a:cxnLst>
                <a:cxn ang="0">
                  <a:pos x="T0" y="T1"/>
                </a:cxn>
                <a:cxn ang="0">
                  <a:pos x="T2" y="T3"/>
                </a:cxn>
                <a:cxn ang="0">
                  <a:pos x="T4" y="T5"/>
                </a:cxn>
                <a:cxn ang="0">
                  <a:pos x="T6" y="T7"/>
                </a:cxn>
                <a:cxn ang="0">
                  <a:pos x="T8" y="T9"/>
                </a:cxn>
              </a:cxnLst>
              <a:rect l="0" t="0" r="r" b="b"/>
              <a:pathLst>
                <a:path w="65" h="39">
                  <a:moveTo>
                    <a:pt x="65" y="39"/>
                  </a:moveTo>
                  <a:cubicBezTo>
                    <a:pt x="1" y="39"/>
                    <a:pt x="1" y="39"/>
                    <a:pt x="1" y="39"/>
                  </a:cubicBezTo>
                  <a:cubicBezTo>
                    <a:pt x="1" y="39"/>
                    <a:pt x="0" y="14"/>
                    <a:pt x="1" y="1"/>
                  </a:cubicBezTo>
                  <a:cubicBezTo>
                    <a:pt x="8" y="0"/>
                    <a:pt x="57" y="0"/>
                    <a:pt x="65" y="1"/>
                  </a:cubicBezTo>
                  <a:cubicBezTo>
                    <a:pt x="65" y="19"/>
                    <a:pt x="65" y="39"/>
                    <a:pt x="65" y="39"/>
                  </a:cubicBezTo>
                </a:path>
              </a:pathLst>
            </a:custGeom>
            <a:grpFill/>
            <a:ln w="9525">
              <a:solidFill>
                <a:srgbClr val="0070AD"/>
              </a:solidFill>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endParaRPr>
            </a:p>
          </p:txBody>
        </p:sp>
        <p:sp>
          <p:nvSpPr>
            <p:cNvPr id="84" name="Freeform 167">
              <a:extLst>
                <a:ext uri="{FF2B5EF4-FFF2-40B4-BE49-F238E27FC236}">
                  <a16:creationId xmlns:a16="http://schemas.microsoft.com/office/drawing/2014/main" id="{7B9BC963-FBC7-99E3-69FC-8A2634FA7416}"/>
                </a:ext>
              </a:extLst>
            </p:cNvPr>
            <p:cNvSpPr>
              <a:spLocks/>
            </p:cNvSpPr>
            <p:nvPr/>
          </p:nvSpPr>
          <p:spPr bwMode="auto">
            <a:xfrm>
              <a:off x="1114426" y="2660650"/>
              <a:ext cx="327025" cy="22225"/>
            </a:xfrm>
            <a:custGeom>
              <a:avLst/>
              <a:gdLst>
                <a:gd name="T0" fmla="*/ 81 w 87"/>
                <a:gd name="T1" fmla="*/ 6 h 6"/>
                <a:gd name="T2" fmla="*/ 7 w 87"/>
                <a:gd name="T3" fmla="*/ 6 h 6"/>
                <a:gd name="T4" fmla="*/ 0 w 87"/>
                <a:gd name="T5" fmla="*/ 0 h 6"/>
                <a:gd name="T6" fmla="*/ 0 w 87"/>
                <a:gd name="T7" fmla="*/ 0 h 6"/>
                <a:gd name="T8" fmla="*/ 87 w 87"/>
                <a:gd name="T9" fmla="*/ 0 h 6"/>
                <a:gd name="T10" fmla="*/ 87 w 87"/>
                <a:gd name="T11" fmla="*/ 0 h 6"/>
                <a:gd name="T12" fmla="*/ 81 w 87"/>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87" h="6">
                  <a:moveTo>
                    <a:pt x="81" y="6"/>
                  </a:moveTo>
                  <a:cubicBezTo>
                    <a:pt x="7" y="6"/>
                    <a:pt x="7" y="6"/>
                    <a:pt x="7" y="6"/>
                  </a:cubicBezTo>
                  <a:cubicBezTo>
                    <a:pt x="3" y="6"/>
                    <a:pt x="0" y="4"/>
                    <a:pt x="0" y="0"/>
                  </a:cubicBezTo>
                  <a:cubicBezTo>
                    <a:pt x="0" y="0"/>
                    <a:pt x="0" y="0"/>
                    <a:pt x="0" y="0"/>
                  </a:cubicBezTo>
                  <a:cubicBezTo>
                    <a:pt x="87" y="0"/>
                    <a:pt x="87" y="0"/>
                    <a:pt x="87" y="0"/>
                  </a:cubicBezTo>
                  <a:cubicBezTo>
                    <a:pt x="87" y="0"/>
                    <a:pt x="87" y="0"/>
                    <a:pt x="87" y="0"/>
                  </a:cubicBezTo>
                  <a:cubicBezTo>
                    <a:pt x="87" y="4"/>
                    <a:pt x="84" y="6"/>
                    <a:pt x="81" y="6"/>
                  </a:cubicBezTo>
                  <a:close/>
                </a:path>
              </a:pathLst>
            </a:custGeom>
            <a:grpFill/>
            <a:ln w="9525">
              <a:solidFill>
                <a:srgbClr val="0070AD"/>
              </a:solidFill>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endParaRPr>
            </a:p>
          </p:txBody>
        </p:sp>
      </p:grpSp>
      <p:pic>
        <p:nvPicPr>
          <p:cNvPr id="85" name="Picture 78">
            <a:extLst>
              <a:ext uri="{FF2B5EF4-FFF2-40B4-BE49-F238E27FC236}">
                <a16:creationId xmlns:a16="http://schemas.microsoft.com/office/drawing/2014/main" id="{010C2608-29FD-9EAA-A30F-AC1B14E12D96}"/>
              </a:ext>
            </a:extLst>
          </p:cNvPr>
          <p:cNvPicPr>
            <a:picLocks noChangeAspect="1"/>
          </p:cNvPicPr>
          <p:nvPr/>
        </p:nvPicPr>
        <p:blipFill>
          <a:blip r:embed="rId2">
            <a:duotone>
              <a:srgbClr val="12ABDB">
                <a:shade val="45000"/>
                <a:satMod val="135000"/>
              </a:srgbClr>
              <a:prstClr val="white"/>
            </a:duotone>
          </a:blip>
          <a:stretch>
            <a:fillRect/>
          </a:stretch>
        </p:blipFill>
        <p:spPr>
          <a:xfrm>
            <a:off x="9945565" y="1016030"/>
            <a:ext cx="290473" cy="322722"/>
          </a:xfrm>
          <a:prstGeom prst="rect">
            <a:avLst/>
          </a:prstGeom>
        </p:spPr>
      </p:pic>
      <p:grpSp>
        <p:nvGrpSpPr>
          <p:cNvPr id="86" name="Group 796">
            <a:extLst>
              <a:ext uri="{FF2B5EF4-FFF2-40B4-BE49-F238E27FC236}">
                <a16:creationId xmlns:a16="http://schemas.microsoft.com/office/drawing/2014/main" id="{01428C7E-13E4-1403-9F8A-C1BC00B9D603}"/>
              </a:ext>
            </a:extLst>
          </p:cNvPr>
          <p:cNvGrpSpPr>
            <a:grpSpLocks noChangeAspect="1"/>
          </p:cNvGrpSpPr>
          <p:nvPr/>
        </p:nvGrpSpPr>
        <p:grpSpPr>
          <a:xfrm>
            <a:off x="1075217" y="1308326"/>
            <a:ext cx="215359" cy="290024"/>
            <a:chOff x="3198622" y="3451963"/>
            <a:chExt cx="355214" cy="468776"/>
          </a:xfrm>
        </p:grpSpPr>
        <p:sp>
          <p:nvSpPr>
            <p:cNvPr id="87" name="Freeform 36">
              <a:extLst>
                <a:ext uri="{FF2B5EF4-FFF2-40B4-BE49-F238E27FC236}">
                  <a16:creationId xmlns:a16="http://schemas.microsoft.com/office/drawing/2014/main" id="{78EA4B4B-EC38-B1A2-B56B-8945CE812174}"/>
                </a:ext>
              </a:extLst>
            </p:cNvPr>
            <p:cNvSpPr>
              <a:spLocks/>
            </p:cNvSpPr>
            <p:nvPr/>
          </p:nvSpPr>
          <p:spPr bwMode="auto">
            <a:xfrm>
              <a:off x="3223711" y="3566846"/>
              <a:ext cx="330125" cy="353893"/>
            </a:xfrm>
            <a:custGeom>
              <a:avLst/>
              <a:gdLst>
                <a:gd name="T0" fmla="*/ 96 w 106"/>
                <a:gd name="T1" fmla="*/ 56 h 113"/>
                <a:gd name="T2" fmla="*/ 87 w 106"/>
                <a:gd name="T3" fmla="*/ 66 h 113"/>
                <a:gd name="T4" fmla="*/ 87 w 106"/>
                <a:gd name="T5" fmla="*/ 57 h 113"/>
                <a:gd name="T6" fmla="*/ 77 w 106"/>
                <a:gd name="T7" fmla="*/ 47 h 113"/>
                <a:gd name="T8" fmla="*/ 68 w 106"/>
                <a:gd name="T9" fmla="*/ 53 h 113"/>
                <a:gd name="T10" fmla="*/ 68 w 106"/>
                <a:gd name="T11" fmla="*/ 48 h 113"/>
                <a:gd name="T12" fmla="*/ 58 w 106"/>
                <a:gd name="T13" fmla="*/ 38 h 113"/>
                <a:gd name="T14" fmla="*/ 50 w 106"/>
                <a:gd name="T15" fmla="*/ 44 h 113"/>
                <a:gd name="T16" fmla="*/ 50 w 106"/>
                <a:gd name="T17" fmla="*/ 10 h 113"/>
                <a:gd name="T18" fmla="*/ 40 w 106"/>
                <a:gd name="T19" fmla="*/ 0 h 113"/>
                <a:gd name="T20" fmla="*/ 31 w 106"/>
                <a:gd name="T21" fmla="*/ 10 h 113"/>
                <a:gd name="T22" fmla="*/ 31 w 106"/>
                <a:gd name="T23" fmla="*/ 90 h 113"/>
                <a:gd name="T24" fmla="*/ 18 w 106"/>
                <a:gd name="T25" fmla="*/ 74 h 113"/>
                <a:gd name="T26" fmla="*/ 5 w 106"/>
                <a:gd name="T27" fmla="*/ 72 h 113"/>
                <a:gd name="T28" fmla="*/ 3 w 106"/>
                <a:gd name="T29" fmla="*/ 85 h 113"/>
                <a:gd name="T30" fmla="*/ 19 w 106"/>
                <a:gd name="T31" fmla="*/ 105 h 113"/>
                <a:gd name="T32" fmla="*/ 35 w 106"/>
                <a:gd name="T33" fmla="*/ 113 h 113"/>
                <a:gd name="T34" fmla="*/ 96 w 106"/>
                <a:gd name="T35" fmla="*/ 113 h 113"/>
                <a:gd name="T36" fmla="*/ 106 w 106"/>
                <a:gd name="T37" fmla="*/ 103 h 113"/>
                <a:gd name="T38" fmla="*/ 106 w 106"/>
                <a:gd name="T39" fmla="*/ 66 h 113"/>
                <a:gd name="T40" fmla="*/ 96 w 106"/>
                <a:gd name="T41" fmla="*/ 56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06" h="113">
                  <a:moveTo>
                    <a:pt x="96" y="56"/>
                  </a:moveTo>
                  <a:cubicBezTo>
                    <a:pt x="91" y="56"/>
                    <a:pt x="87" y="61"/>
                    <a:pt x="87" y="66"/>
                  </a:cubicBezTo>
                  <a:cubicBezTo>
                    <a:pt x="87" y="57"/>
                    <a:pt x="87" y="57"/>
                    <a:pt x="87" y="57"/>
                  </a:cubicBezTo>
                  <a:cubicBezTo>
                    <a:pt x="87" y="52"/>
                    <a:pt x="83" y="47"/>
                    <a:pt x="77" y="47"/>
                  </a:cubicBezTo>
                  <a:cubicBezTo>
                    <a:pt x="73" y="47"/>
                    <a:pt x="70" y="50"/>
                    <a:pt x="68" y="53"/>
                  </a:cubicBezTo>
                  <a:cubicBezTo>
                    <a:pt x="68" y="48"/>
                    <a:pt x="68" y="48"/>
                    <a:pt x="68" y="48"/>
                  </a:cubicBezTo>
                  <a:cubicBezTo>
                    <a:pt x="68" y="42"/>
                    <a:pt x="64" y="38"/>
                    <a:pt x="58" y="38"/>
                  </a:cubicBezTo>
                  <a:cubicBezTo>
                    <a:pt x="55" y="38"/>
                    <a:pt x="51" y="40"/>
                    <a:pt x="50" y="44"/>
                  </a:cubicBezTo>
                  <a:cubicBezTo>
                    <a:pt x="50" y="10"/>
                    <a:pt x="50" y="10"/>
                    <a:pt x="50" y="10"/>
                  </a:cubicBezTo>
                  <a:cubicBezTo>
                    <a:pt x="50" y="5"/>
                    <a:pt x="45" y="0"/>
                    <a:pt x="40" y="0"/>
                  </a:cubicBezTo>
                  <a:cubicBezTo>
                    <a:pt x="35" y="0"/>
                    <a:pt x="31" y="5"/>
                    <a:pt x="31" y="10"/>
                  </a:cubicBezTo>
                  <a:cubicBezTo>
                    <a:pt x="31" y="90"/>
                    <a:pt x="31" y="90"/>
                    <a:pt x="31" y="90"/>
                  </a:cubicBezTo>
                  <a:cubicBezTo>
                    <a:pt x="18" y="74"/>
                    <a:pt x="18" y="74"/>
                    <a:pt x="18" y="74"/>
                  </a:cubicBezTo>
                  <a:cubicBezTo>
                    <a:pt x="14" y="70"/>
                    <a:pt x="9" y="69"/>
                    <a:pt x="5" y="72"/>
                  </a:cubicBezTo>
                  <a:cubicBezTo>
                    <a:pt x="1" y="75"/>
                    <a:pt x="0" y="81"/>
                    <a:pt x="3" y="85"/>
                  </a:cubicBezTo>
                  <a:cubicBezTo>
                    <a:pt x="19" y="105"/>
                    <a:pt x="19" y="105"/>
                    <a:pt x="19" y="105"/>
                  </a:cubicBezTo>
                  <a:cubicBezTo>
                    <a:pt x="23" y="109"/>
                    <a:pt x="29" y="113"/>
                    <a:pt x="35" y="113"/>
                  </a:cubicBezTo>
                  <a:cubicBezTo>
                    <a:pt x="96" y="113"/>
                    <a:pt x="96" y="113"/>
                    <a:pt x="96" y="113"/>
                  </a:cubicBezTo>
                  <a:cubicBezTo>
                    <a:pt x="102" y="113"/>
                    <a:pt x="106" y="108"/>
                    <a:pt x="106" y="103"/>
                  </a:cubicBezTo>
                  <a:cubicBezTo>
                    <a:pt x="106" y="66"/>
                    <a:pt x="106" y="66"/>
                    <a:pt x="106" y="66"/>
                  </a:cubicBezTo>
                  <a:cubicBezTo>
                    <a:pt x="106" y="61"/>
                    <a:pt x="102" y="56"/>
                    <a:pt x="96" y="56"/>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endParaRPr>
            </a:p>
          </p:txBody>
        </p:sp>
        <p:sp>
          <p:nvSpPr>
            <p:cNvPr id="88" name="Freeform 37">
              <a:extLst>
                <a:ext uri="{FF2B5EF4-FFF2-40B4-BE49-F238E27FC236}">
                  <a16:creationId xmlns:a16="http://schemas.microsoft.com/office/drawing/2014/main" id="{95AFDD07-894A-0F4A-46CE-B48514C36C7F}"/>
                </a:ext>
              </a:extLst>
            </p:cNvPr>
            <p:cNvSpPr>
              <a:spLocks/>
            </p:cNvSpPr>
            <p:nvPr/>
          </p:nvSpPr>
          <p:spPr bwMode="auto">
            <a:xfrm>
              <a:off x="3342556" y="3451963"/>
              <a:ext cx="30372" cy="59423"/>
            </a:xfrm>
            <a:custGeom>
              <a:avLst/>
              <a:gdLst>
                <a:gd name="T0" fmla="*/ 5 w 10"/>
                <a:gd name="T1" fmla="*/ 19 h 19"/>
                <a:gd name="T2" fmla="*/ 10 w 10"/>
                <a:gd name="T3" fmla="*/ 14 h 19"/>
                <a:gd name="T4" fmla="*/ 10 w 10"/>
                <a:gd name="T5" fmla="*/ 5 h 19"/>
                <a:gd name="T6" fmla="*/ 5 w 10"/>
                <a:gd name="T7" fmla="*/ 0 h 19"/>
                <a:gd name="T8" fmla="*/ 0 w 10"/>
                <a:gd name="T9" fmla="*/ 5 h 19"/>
                <a:gd name="T10" fmla="*/ 0 w 10"/>
                <a:gd name="T11" fmla="*/ 14 h 19"/>
                <a:gd name="T12" fmla="*/ 5 w 10"/>
                <a:gd name="T13" fmla="*/ 19 h 19"/>
              </a:gdLst>
              <a:ahLst/>
              <a:cxnLst>
                <a:cxn ang="0">
                  <a:pos x="T0" y="T1"/>
                </a:cxn>
                <a:cxn ang="0">
                  <a:pos x="T2" y="T3"/>
                </a:cxn>
                <a:cxn ang="0">
                  <a:pos x="T4" y="T5"/>
                </a:cxn>
                <a:cxn ang="0">
                  <a:pos x="T6" y="T7"/>
                </a:cxn>
                <a:cxn ang="0">
                  <a:pos x="T8" y="T9"/>
                </a:cxn>
                <a:cxn ang="0">
                  <a:pos x="T10" y="T11"/>
                </a:cxn>
                <a:cxn ang="0">
                  <a:pos x="T12" y="T13"/>
                </a:cxn>
              </a:cxnLst>
              <a:rect l="0" t="0" r="r" b="b"/>
              <a:pathLst>
                <a:path w="10" h="19">
                  <a:moveTo>
                    <a:pt x="5" y="19"/>
                  </a:moveTo>
                  <a:cubicBezTo>
                    <a:pt x="8" y="19"/>
                    <a:pt x="10" y="17"/>
                    <a:pt x="10" y="14"/>
                  </a:cubicBezTo>
                  <a:cubicBezTo>
                    <a:pt x="10" y="5"/>
                    <a:pt x="10" y="5"/>
                    <a:pt x="10" y="5"/>
                  </a:cubicBezTo>
                  <a:cubicBezTo>
                    <a:pt x="10" y="2"/>
                    <a:pt x="8" y="0"/>
                    <a:pt x="5" y="0"/>
                  </a:cubicBezTo>
                  <a:cubicBezTo>
                    <a:pt x="3" y="0"/>
                    <a:pt x="0" y="2"/>
                    <a:pt x="0" y="5"/>
                  </a:cubicBezTo>
                  <a:cubicBezTo>
                    <a:pt x="0" y="14"/>
                    <a:pt x="0" y="14"/>
                    <a:pt x="0" y="14"/>
                  </a:cubicBezTo>
                  <a:cubicBezTo>
                    <a:pt x="0" y="17"/>
                    <a:pt x="3" y="19"/>
                    <a:pt x="5" y="19"/>
                  </a:cubicBez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endParaRPr>
            </a:p>
          </p:txBody>
        </p:sp>
        <p:sp>
          <p:nvSpPr>
            <p:cNvPr id="89" name="Freeform 38">
              <a:extLst>
                <a:ext uri="{FF2B5EF4-FFF2-40B4-BE49-F238E27FC236}">
                  <a16:creationId xmlns:a16="http://schemas.microsoft.com/office/drawing/2014/main" id="{C8FC7B06-0A2B-E2D7-A04E-9DF27BA3DEF2}"/>
                </a:ext>
              </a:extLst>
            </p:cNvPr>
            <p:cNvSpPr>
              <a:spLocks/>
            </p:cNvSpPr>
            <p:nvPr/>
          </p:nvSpPr>
          <p:spPr bwMode="auto">
            <a:xfrm>
              <a:off x="3198622" y="3566846"/>
              <a:ext cx="87153" cy="31692"/>
            </a:xfrm>
            <a:custGeom>
              <a:avLst/>
              <a:gdLst>
                <a:gd name="T0" fmla="*/ 28 w 28"/>
                <a:gd name="T1" fmla="*/ 5 h 10"/>
                <a:gd name="T2" fmla="*/ 23 w 28"/>
                <a:gd name="T3" fmla="*/ 0 h 10"/>
                <a:gd name="T4" fmla="*/ 4 w 28"/>
                <a:gd name="T5" fmla="*/ 0 h 10"/>
                <a:gd name="T6" fmla="*/ 0 w 28"/>
                <a:gd name="T7" fmla="*/ 5 h 10"/>
                <a:gd name="T8" fmla="*/ 4 w 28"/>
                <a:gd name="T9" fmla="*/ 10 h 10"/>
                <a:gd name="T10" fmla="*/ 23 w 28"/>
                <a:gd name="T11" fmla="*/ 10 h 10"/>
                <a:gd name="T12" fmla="*/ 28 w 28"/>
                <a:gd name="T13" fmla="*/ 5 h 10"/>
              </a:gdLst>
              <a:ahLst/>
              <a:cxnLst>
                <a:cxn ang="0">
                  <a:pos x="T0" y="T1"/>
                </a:cxn>
                <a:cxn ang="0">
                  <a:pos x="T2" y="T3"/>
                </a:cxn>
                <a:cxn ang="0">
                  <a:pos x="T4" y="T5"/>
                </a:cxn>
                <a:cxn ang="0">
                  <a:pos x="T6" y="T7"/>
                </a:cxn>
                <a:cxn ang="0">
                  <a:pos x="T8" y="T9"/>
                </a:cxn>
                <a:cxn ang="0">
                  <a:pos x="T10" y="T11"/>
                </a:cxn>
                <a:cxn ang="0">
                  <a:pos x="T12" y="T13"/>
                </a:cxn>
              </a:cxnLst>
              <a:rect l="0" t="0" r="r" b="b"/>
              <a:pathLst>
                <a:path w="28" h="10">
                  <a:moveTo>
                    <a:pt x="28" y="5"/>
                  </a:moveTo>
                  <a:cubicBezTo>
                    <a:pt x="28" y="2"/>
                    <a:pt x="26" y="0"/>
                    <a:pt x="23" y="0"/>
                  </a:cubicBezTo>
                  <a:cubicBezTo>
                    <a:pt x="4" y="0"/>
                    <a:pt x="4" y="0"/>
                    <a:pt x="4" y="0"/>
                  </a:cubicBezTo>
                  <a:cubicBezTo>
                    <a:pt x="2" y="0"/>
                    <a:pt x="0" y="2"/>
                    <a:pt x="0" y="5"/>
                  </a:cubicBezTo>
                  <a:cubicBezTo>
                    <a:pt x="0" y="8"/>
                    <a:pt x="2" y="10"/>
                    <a:pt x="4" y="10"/>
                  </a:cubicBezTo>
                  <a:cubicBezTo>
                    <a:pt x="23" y="10"/>
                    <a:pt x="23" y="10"/>
                    <a:pt x="23" y="10"/>
                  </a:cubicBezTo>
                  <a:cubicBezTo>
                    <a:pt x="26" y="10"/>
                    <a:pt x="28" y="8"/>
                    <a:pt x="28" y="5"/>
                  </a:cubicBez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endParaRPr>
            </a:p>
          </p:txBody>
        </p:sp>
        <p:sp>
          <p:nvSpPr>
            <p:cNvPr id="90" name="Freeform 39">
              <a:extLst>
                <a:ext uri="{FF2B5EF4-FFF2-40B4-BE49-F238E27FC236}">
                  <a16:creationId xmlns:a16="http://schemas.microsoft.com/office/drawing/2014/main" id="{00631C79-D1A4-438F-2FE9-C817C9B9327E}"/>
                </a:ext>
              </a:extLst>
            </p:cNvPr>
            <p:cNvSpPr>
              <a:spLocks/>
            </p:cNvSpPr>
            <p:nvPr/>
          </p:nvSpPr>
          <p:spPr bwMode="auto">
            <a:xfrm>
              <a:off x="3429709" y="3566846"/>
              <a:ext cx="89794" cy="31692"/>
            </a:xfrm>
            <a:custGeom>
              <a:avLst/>
              <a:gdLst>
                <a:gd name="T0" fmla="*/ 0 w 29"/>
                <a:gd name="T1" fmla="*/ 5 h 10"/>
                <a:gd name="T2" fmla="*/ 5 w 29"/>
                <a:gd name="T3" fmla="*/ 10 h 10"/>
                <a:gd name="T4" fmla="*/ 24 w 29"/>
                <a:gd name="T5" fmla="*/ 10 h 10"/>
                <a:gd name="T6" fmla="*/ 29 w 29"/>
                <a:gd name="T7" fmla="*/ 5 h 10"/>
                <a:gd name="T8" fmla="*/ 24 w 29"/>
                <a:gd name="T9" fmla="*/ 0 h 10"/>
                <a:gd name="T10" fmla="*/ 5 w 29"/>
                <a:gd name="T11" fmla="*/ 0 h 10"/>
                <a:gd name="T12" fmla="*/ 0 w 29"/>
                <a:gd name="T13" fmla="*/ 5 h 10"/>
              </a:gdLst>
              <a:ahLst/>
              <a:cxnLst>
                <a:cxn ang="0">
                  <a:pos x="T0" y="T1"/>
                </a:cxn>
                <a:cxn ang="0">
                  <a:pos x="T2" y="T3"/>
                </a:cxn>
                <a:cxn ang="0">
                  <a:pos x="T4" y="T5"/>
                </a:cxn>
                <a:cxn ang="0">
                  <a:pos x="T6" y="T7"/>
                </a:cxn>
                <a:cxn ang="0">
                  <a:pos x="T8" y="T9"/>
                </a:cxn>
                <a:cxn ang="0">
                  <a:pos x="T10" y="T11"/>
                </a:cxn>
                <a:cxn ang="0">
                  <a:pos x="T12" y="T13"/>
                </a:cxn>
              </a:cxnLst>
              <a:rect l="0" t="0" r="r" b="b"/>
              <a:pathLst>
                <a:path w="29" h="10">
                  <a:moveTo>
                    <a:pt x="0" y="5"/>
                  </a:moveTo>
                  <a:cubicBezTo>
                    <a:pt x="0" y="8"/>
                    <a:pt x="3" y="10"/>
                    <a:pt x="5" y="10"/>
                  </a:cubicBezTo>
                  <a:cubicBezTo>
                    <a:pt x="24" y="10"/>
                    <a:pt x="24" y="10"/>
                    <a:pt x="24" y="10"/>
                  </a:cubicBezTo>
                  <a:cubicBezTo>
                    <a:pt x="26" y="10"/>
                    <a:pt x="29" y="8"/>
                    <a:pt x="29" y="5"/>
                  </a:cubicBezTo>
                  <a:cubicBezTo>
                    <a:pt x="29" y="2"/>
                    <a:pt x="26" y="0"/>
                    <a:pt x="24" y="0"/>
                  </a:cubicBezTo>
                  <a:cubicBezTo>
                    <a:pt x="5" y="0"/>
                    <a:pt x="5" y="0"/>
                    <a:pt x="5" y="0"/>
                  </a:cubicBezTo>
                  <a:cubicBezTo>
                    <a:pt x="3" y="0"/>
                    <a:pt x="0" y="2"/>
                    <a:pt x="0" y="5"/>
                  </a:cubicBez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endParaRPr>
            </a:p>
          </p:txBody>
        </p:sp>
        <p:sp>
          <p:nvSpPr>
            <p:cNvPr id="91" name="Freeform 40">
              <a:extLst>
                <a:ext uri="{FF2B5EF4-FFF2-40B4-BE49-F238E27FC236}">
                  <a16:creationId xmlns:a16="http://schemas.microsoft.com/office/drawing/2014/main" id="{39A06BD4-73A6-1535-1694-FD740DEC17C3}"/>
                </a:ext>
              </a:extLst>
            </p:cNvPr>
            <p:cNvSpPr>
              <a:spLocks/>
            </p:cNvSpPr>
            <p:nvPr/>
          </p:nvSpPr>
          <p:spPr bwMode="auto">
            <a:xfrm>
              <a:off x="3404620" y="3467809"/>
              <a:ext cx="80551" cy="68666"/>
            </a:xfrm>
            <a:custGeom>
              <a:avLst/>
              <a:gdLst>
                <a:gd name="T0" fmla="*/ 8 w 26"/>
                <a:gd name="T1" fmla="*/ 20 h 22"/>
                <a:gd name="T2" fmla="*/ 23 w 26"/>
                <a:gd name="T3" fmla="*/ 9 h 22"/>
                <a:gd name="T4" fmla="*/ 24 w 26"/>
                <a:gd name="T5" fmla="*/ 2 h 22"/>
                <a:gd name="T6" fmla="*/ 18 w 26"/>
                <a:gd name="T7" fmla="*/ 1 h 22"/>
                <a:gd name="T8" fmla="*/ 3 w 26"/>
                <a:gd name="T9" fmla="*/ 13 h 22"/>
                <a:gd name="T10" fmla="*/ 2 w 26"/>
                <a:gd name="T11" fmla="*/ 19 h 22"/>
                <a:gd name="T12" fmla="*/ 8 w 26"/>
                <a:gd name="T13" fmla="*/ 20 h 22"/>
              </a:gdLst>
              <a:ahLst/>
              <a:cxnLst>
                <a:cxn ang="0">
                  <a:pos x="T0" y="T1"/>
                </a:cxn>
                <a:cxn ang="0">
                  <a:pos x="T2" y="T3"/>
                </a:cxn>
                <a:cxn ang="0">
                  <a:pos x="T4" y="T5"/>
                </a:cxn>
                <a:cxn ang="0">
                  <a:pos x="T6" y="T7"/>
                </a:cxn>
                <a:cxn ang="0">
                  <a:pos x="T8" y="T9"/>
                </a:cxn>
                <a:cxn ang="0">
                  <a:pos x="T10" y="T11"/>
                </a:cxn>
                <a:cxn ang="0">
                  <a:pos x="T12" y="T13"/>
                </a:cxn>
              </a:cxnLst>
              <a:rect l="0" t="0" r="r" b="b"/>
              <a:pathLst>
                <a:path w="26" h="22">
                  <a:moveTo>
                    <a:pt x="8" y="20"/>
                  </a:moveTo>
                  <a:cubicBezTo>
                    <a:pt x="23" y="9"/>
                    <a:pt x="23" y="9"/>
                    <a:pt x="23" y="9"/>
                  </a:cubicBezTo>
                  <a:cubicBezTo>
                    <a:pt x="25" y="7"/>
                    <a:pt x="26" y="4"/>
                    <a:pt x="24" y="2"/>
                  </a:cubicBezTo>
                  <a:cubicBezTo>
                    <a:pt x="23" y="0"/>
                    <a:pt x="20" y="0"/>
                    <a:pt x="18" y="1"/>
                  </a:cubicBezTo>
                  <a:cubicBezTo>
                    <a:pt x="3" y="13"/>
                    <a:pt x="3" y="13"/>
                    <a:pt x="3" y="13"/>
                  </a:cubicBezTo>
                  <a:cubicBezTo>
                    <a:pt x="1" y="14"/>
                    <a:pt x="0" y="17"/>
                    <a:pt x="2" y="19"/>
                  </a:cubicBezTo>
                  <a:cubicBezTo>
                    <a:pt x="3" y="21"/>
                    <a:pt x="6" y="22"/>
                    <a:pt x="8" y="20"/>
                  </a:cubicBez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endParaRPr>
            </a:p>
          </p:txBody>
        </p:sp>
        <p:sp>
          <p:nvSpPr>
            <p:cNvPr id="92" name="Freeform 41">
              <a:extLst>
                <a:ext uri="{FF2B5EF4-FFF2-40B4-BE49-F238E27FC236}">
                  <a16:creationId xmlns:a16="http://schemas.microsoft.com/office/drawing/2014/main" id="{E4FC0AC0-6DEB-691C-2B96-E3DE07F22C94}"/>
                </a:ext>
              </a:extLst>
            </p:cNvPr>
            <p:cNvSpPr>
              <a:spLocks/>
            </p:cNvSpPr>
            <p:nvPr/>
          </p:nvSpPr>
          <p:spPr bwMode="auto">
            <a:xfrm>
              <a:off x="3228993" y="3467809"/>
              <a:ext cx="81871" cy="68666"/>
            </a:xfrm>
            <a:custGeom>
              <a:avLst/>
              <a:gdLst>
                <a:gd name="T0" fmla="*/ 18 w 26"/>
                <a:gd name="T1" fmla="*/ 20 h 22"/>
                <a:gd name="T2" fmla="*/ 24 w 26"/>
                <a:gd name="T3" fmla="*/ 19 h 22"/>
                <a:gd name="T4" fmla="*/ 23 w 26"/>
                <a:gd name="T5" fmla="*/ 13 h 22"/>
                <a:gd name="T6" fmla="*/ 8 w 26"/>
                <a:gd name="T7" fmla="*/ 1 h 22"/>
                <a:gd name="T8" fmla="*/ 2 w 26"/>
                <a:gd name="T9" fmla="*/ 2 h 22"/>
                <a:gd name="T10" fmla="*/ 3 w 26"/>
                <a:gd name="T11" fmla="*/ 9 h 22"/>
                <a:gd name="T12" fmla="*/ 18 w 26"/>
                <a:gd name="T13" fmla="*/ 20 h 22"/>
              </a:gdLst>
              <a:ahLst/>
              <a:cxnLst>
                <a:cxn ang="0">
                  <a:pos x="T0" y="T1"/>
                </a:cxn>
                <a:cxn ang="0">
                  <a:pos x="T2" y="T3"/>
                </a:cxn>
                <a:cxn ang="0">
                  <a:pos x="T4" y="T5"/>
                </a:cxn>
                <a:cxn ang="0">
                  <a:pos x="T6" y="T7"/>
                </a:cxn>
                <a:cxn ang="0">
                  <a:pos x="T8" y="T9"/>
                </a:cxn>
                <a:cxn ang="0">
                  <a:pos x="T10" y="T11"/>
                </a:cxn>
                <a:cxn ang="0">
                  <a:pos x="T12" y="T13"/>
                </a:cxn>
              </a:cxnLst>
              <a:rect l="0" t="0" r="r" b="b"/>
              <a:pathLst>
                <a:path w="26" h="22">
                  <a:moveTo>
                    <a:pt x="18" y="20"/>
                  </a:moveTo>
                  <a:cubicBezTo>
                    <a:pt x="20" y="22"/>
                    <a:pt x="23" y="21"/>
                    <a:pt x="24" y="19"/>
                  </a:cubicBezTo>
                  <a:cubicBezTo>
                    <a:pt x="26" y="17"/>
                    <a:pt x="25" y="14"/>
                    <a:pt x="23" y="13"/>
                  </a:cubicBezTo>
                  <a:cubicBezTo>
                    <a:pt x="8" y="1"/>
                    <a:pt x="8" y="1"/>
                    <a:pt x="8" y="1"/>
                  </a:cubicBezTo>
                  <a:cubicBezTo>
                    <a:pt x="6" y="0"/>
                    <a:pt x="3" y="0"/>
                    <a:pt x="2" y="2"/>
                  </a:cubicBezTo>
                  <a:cubicBezTo>
                    <a:pt x="0" y="4"/>
                    <a:pt x="1" y="7"/>
                    <a:pt x="3" y="9"/>
                  </a:cubicBezTo>
                  <a:lnTo>
                    <a:pt x="18" y="20"/>
                  </a:ln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endParaRPr>
            </a:p>
          </p:txBody>
        </p:sp>
      </p:grpSp>
      <p:sp>
        <p:nvSpPr>
          <p:cNvPr id="94" name="Graphic 11">
            <a:extLst>
              <a:ext uri="{FF2B5EF4-FFF2-40B4-BE49-F238E27FC236}">
                <a16:creationId xmlns:a16="http://schemas.microsoft.com/office/drawing/2014/main" id="{10A46E0A-3353-CD18-3BB9-311A9A773AD1}"/>
              </a:ext>
            </a:extLst>
          </p:cNvPr>
          <p:cNvSpPr>
            <a:spLocks noChangeAspect="1"/>
          </p:cNvSpPr>
          <p:nvPr/>
        </p:nvSpPr>
        <p:spPr>
          <a:xfrm>
            <a:off x="7225708" y="1009028"/>
            <a:ext cx="349249" cy="225985"/>
          </a:xfrm>
          <a:custGeom>
            <a:avLst/>
            <a:gdLst>
              <a:gd name="connsiteX0" fmla="*/ 500529 w 507998"/>
              <a:gd name="connsiteY0" fmla="*/ 268941 h 328705"/>
              <a:gd name="connsiteX1" fmla="*/ 463176 w 507998"/>
              <a:gd name="connsiteY1" fmla="*/ 268941 h 328705"/>
              <a:gd name="connsiteX2" fmla="*/ 463176 w 507998"/>
              <a:gd name="connsiteY2" fmla="*/ 52294 h 328705"/>
              <a:gd name="connsiteX3" fmla="*/ 410882 w 507998"/>
              <a:gd name="connsiteY3" fmla="*/ 0 h 328705"/>
              <a:gd name="connsiteX4" fmla="*/ 410733 w 507998"/>
              <a:gd name="connsiteY4" fmla="*/ 0 h 328705"/>
              <a:gd name="connsiteX5" fmla="*/ 97119 w 507998"/>
              <a:gd name="connsiteY5" fmla="*/ 0 h 328705"/>
              <a:gd name="connsiteX6" fmla="*/ 44825 w 507998"/>
              <a:gd name="connsiteY6" fmla="*/ 52294 h 328705"/>
              <a:gd name="connsiteX7" fmla="*/ 44825 w 507998"/>
              <a:gd name="connsiteY7" fmla="*/ 268941 h 328705"/>
              <a:gd name="connsiteX8" fmla="*/ 7472 w 507998"/>
              <a:gd name="connsiteY8" fmla="*/ 268941 h 328705"/>
              <a:gd name="connsiteX9" fmla="*/ 1 w 507998"/>
              <a:gd name="connsiteY9" fmla="*/ 276707 h 328705"/>
              <a:gd name="connsiteX10" fmla="*/ 2 w 507998"/>
              <a:gd name="connsiteY10" fmla="*/ 276710 h 328705"/>
              <a:gd name="connsiteX11" fmla="*/ 52295 w 507998"/>
              <a:gd name="connsiteY11" fmla="*/ 328705 h 328705"/>
              <a:gd name="connsiteX12" fmla="*/ 455706 w 507998"/>
              <a:gd name="connsiteY12" fmla="*/ 328705 h 328705"/>
              <a:gd name="connsiteX13" fmla="*/ 508000 w 507998"/>
              <a:gd name="connsiteY13" fmla="*/ 276710 h 328705"/>
              <a:gd name="connsiteX14" fmla="*/ 508000 w 507998"/>
              <a:gd name="connsiteY14" fmla="*/ 276710 h 328705"/>
              <a:gd name="connsiteX15" fmla="*/ 500834 w 507998"/>
              <a:gd name="connsiteY15" fmla="*/ 268947 h 328705"/>
              <a:gd name="connsiteX16" fmla="*/ 500529 w 507998"/>
              <a:gd name="connsiteY16" fmla="*/ 268941 h 328705"/>
              <a:gd name="connsiteX17" fmla="*/ 59766 w 507998"/>
              <a:gd name="connsiteY17" fmla="*/ 52294 h 328705"/>
              <a:gd name="connsiteX18" fmla="*/ 97119 w 507998"/>
              <a:gd name="connsiteY18" fmla="*/ 14941 h 328705"/>
              <a:gd name="connsiteX19" fmla="*/ 410882 w 507998"/>
              <a:gd name="connsiteY19" fmla="*/ 14941 h 328705"/>
              <a:gd name="connsiteX20" fmla="*/ 448235 w 507998"/>
              <a:gd name="connsiteY20" fmla="*/ 52294 h 328705"/>
              <a:gd name="connsiteX21" fmla="*/ 448235 w 507998"/>
              <a:gd name="connsiteY21" fmla="*/ 268941 h 328705"/>
              <a:gd name="connsiteX22" fmla="*/ 59766 w 507998"/>
              <a:gd name="connsiteY22" fmla="*/ 268941 h 328705"/>
              <a:gd name="connsiteX23" fmla="*/ 463176 w 507998"/>
              <a:gd name="connsiteY23" fmla="*/ 313764 h 328705"/>
              <a:gd name="connsiteX24" fmla="*/ 463176 w 507998"/>
              <a:gd name="connsiteY24" fmla="*/ 296881 h 328705"/>
              <a:gd name="connsiteX25" fmla="*/ 448235 w 507998"/>
              <a:gd name="connsiteY25" fmla="*/ 296881 h 328705"/>
              <a:gd name="connsiteX26" fmla="*/ 448235 w 507998"/>
              <a:gd name="connsiteY26" fmla="*/ 313764 h 328705"/>
              <a:gd name="connsiteX27" fmla="*/ 418353 w 507998"/>
              <a:gd name="connsiteY27" fmla="*/ 313764 h 328705"/>
              <a:gd name="connsiteX28" fmla="*/ 418353 w 507998"/>
              <a:gd name="connsiteY28" fmla="*/ 296881 h 328705"/>
              <a:gd name="connsiteX29" fmla="*/ 403412 w 507998"/>
              <a:gd name="connsiteY29" fmla="*/ 296881 h 328705"/>
              <a:gd name="connsiteX30" fmla="*/ 403412 w 507998"/>
              <a:gd name="connsiteY30" fmla="*/ 313764 h 328705"/>
              <a:gd name="connsiteX31" fmla="*/ 373529 w 507998"/>
              <a:gd name="connsiteY31" fmla="*/ 313764 h 328705"/>
              <a:gd name="connsiteX32" fmla="*/ 373529 w 507998"/>
              <a:gd name="connsiteY32" fmla="*/ 296881 h 328705"/>
              <a:gd name="connsiteX33" fmla="*/ 358588 w 507998"/>
              <a:gd name="connsiteY33" fmla="*/ 296881 h 328705"/>
              <a:gd name="connsiteX34" fmla="*/ 358588 w 507998"/>
              <a:gd name="connsiteY34" fmla="*/ 313764 h 328705"/>
              <a:gd name="connsiteX35" fmla="*/ 52295 w 507998"/>
              <a:gd name="connsiteY35" fmla="*/ 313764 h 328705"/>
              <a:gd name="connsiteX36" fmla="*/ 15690 w 507998"/>
              <a:gd name="connsiteY36" fmla="*/ 283882 h 328705"/>
              <a:gd name="connsiteX37" fmla="*/ 493058 w 507998"/>
              <a:gd name="connsiteY37" fmla="*/ 283882 h 328705"/>
              <a:gd name="connsiteX38" fmla="*/ 463176 w 507998"/>
              <a:gd name="connsiteY38" fmla="*/ 313764 h 3287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507998" h="328705">
                <a:moveTo>
                  <a:pt x="500529" y="268941"/>
                </a:moveTo>
                <a:lnTo>
                  <a:pt x="463176" y="268941"/>
                </a:lnTo>
                <a:lnTo>
                  <a:pt x="463176" y="52294"/>
                </a:lnTo>
                <a:cubicBezTo>
                  <a:pt x="463176" y="23413"/>
                  <a:pt x="439763" y="0"/>
                  <a:pt x="410882" y="0"/>
                </a:cubicBezTo>
                <a:cubicBezTo>
                  <a:pt x="410833" y="0"/>
                  <a:pt x="410782" y="0"/>
                  <a:pt x="410733" y="0"/>
                </a:cubicBezTo>
                <a:lnTo>
                  <a:pt x="97119" y="0"/>
                </a:lnTo>
                <a:cubicBezTo>
                  <a:pt x="68238" y="0"/>
                  <a:pt x="44825" y="23413"/>
                  <a:pt x="44825" y="52294"/>
                </a:cubicBezTo>
                <a:lnTo>
                  <a:pt x="44825" y="268941"/>
                </a:lnTo>
                <a:lnTo>
                  <a:pt x="7472" y="268941"/>
                </a:lnTo>
                <a:cubicBezTo>
                  <a:pt x="3264" y="269023"/>
                  <a:pt x="-80" y="272500"/>
                  <a:pt x="1" y="276707"/>
                </a:cubicBezTo>
                <a:cubicBezTo>
                  <a:pt x="1" y="276709"/>
                  <a:pt x="2" y="276709"/>
                  <a:pt x="2" y="276710"/>
                </a:cubicBezTo>
                <a:cubicBezTo>
                  <a:pt x="84" y="305509"/>
                  <a:pt x="23497" y="328787"/>
                  <a:pt x="52295" y="328705"/>
                </a:cubicBezTo>
                <a:lnTo>
                  <a:pt x="455706" y="328705"/>
                </a:lnTo>
                <a:cubicBezTo>
                  <a:pt x="484505" y="328787"/>
                  <a:pt x="507917" y="305509"/>
                  <a:pt x="508000" y="276710"/>
                </a:cubicBezTo>
                <a:lnTo>
                  <a:pt x="508000" y="276710"/>
                </a:lnTo>
                <a:cubicBezTo>
                  <a:pt x="508164" y="272588"/>
                  <a:pt x="504956" y="269111"/>
                  <a:pt x="500834" y="268947"/>
                </a:cubicBezTo>
                <a:cubicBezTo>
                  <a:pt x="500732" y="268942"/>
                  <a:pt x="500631" y="268941"/>
                  <a:pt x="500529" y="268941"/>
                </a:cubicBezTo>
                <a:close/>
                <a:moveTo>
                  <a:pt x="59766" y="52294"/>
                </a:moveTo>
                <a:cubicBezTo>
                  <a:pt x="59766" y="31665"/>
                  <a:pt x="76489" y="14941"/>
                  <a:pt x="97119" y="14941"/>
                </a:cubicBezTo>
                <a:lnTo>
                  <a:pt x="410882" y="14941"/>
                </a:lnTo>
                <a:cubicBezTo>
                  <a:pt x="431511" y="14941"/>
                  <a:pt x="448235" y="31665"/>
                  <a:pt x="448235" y="52294"/>
                </a:cubicBezTo>
                <a:lnTo>
                  <a:pt x="448235" y="268941"/>
                </a:lnTo>
                <a:lnTo>
                  <a:pt x="59766" y="268941"/>
                </a:lnTo>
                <a:close/>
                <a:moveTo>
                  <a:pt x="463176" y="313764"/>
                </a:moveTo>
                <a:lnTo>
                  <a:pt x="463176" y="296881"/>
                </a:lnTo>
                <a:lnTo>
                  <a:pt x="448235" y="296881"/>
                </a:lnTo>
                <a:lnTo>
                  <a:pt x="448235" y="313764"/>
                </a:lnTo>
                <a:lnTo>
                  <a:pt x="418353" y="313764"/>
                </a:lnTo>
                <a:lnTo>
                  <a:pt x="418353" y="296881"/>
                </a:lnTo>
                <a:lnTo>
                  <a:pt x="403412" y="296881"/>
                </a:lnTo>
                <a:lnTo>
                  <a:pt x="403412" y="313764"/>
                </a:lnTo>
                <a:lnTo>
                  <a:pt x="373529" y="313764"/>
                </a:lnTo>
                <a:lnTo>
                  <a:pt x="373529" y="296881"/>
                </a:lnTo>
                <a:lnTo>
                  <a:pt x="358588" y="296881"/>
                </a:lnTo>
                <a:lnTo>
                  <a:pt x="358588" y="313764"/>
                </a:lnTo>
                <a:lnTo>
                  <a:pt x="52295" y="313764"/>
                </a:lnTo>
                <a:cubicBezTo>
                  <a:pt x="34522" y="313827"/>
                  <a:pt x="19187" y="301308"/>
                  <a:pt x="15690" y="283882"/>
                </a:cubicBezTo>
                <a:lnTo>
                  <a:pt x="493058" y="283882"/>
                </a:lnTo>
                <a:cubicBezTo>
                  <a:pt x="490270" y="299081"/>
                  <a:pt x="478376" y="310976"/>
                  <a:pt x="463176" y="313764"/>
                </a:cubicBezTo>
                <a:close/>
              </a:path>
            </a:pathLst>
          </a:custGeom>
          <a:solidFill>
            <a:srgbClr val="0070AD"/>
          </a:solidFill>
          <a:ln w="14848"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endParaRPr>
          </a:p>
        </p:txBody>
      </p:sp>
      <p:grpSp>
        <p:nvGrpSpPr>
          <p:cNvPr id="95" name="Graphic 14">
            <a:extLst>
              <a:ext uri="{FF2B5EF4-FFF2-40B4-BE49-F238E27FC236}">
                <a16:creationId xmlns:a16="http://schemas.microsoft.com/office/drawing/2014/main" id="{0021BF54-D20F-02E8-CC17-1D93A31D9B21}"/>
              </a:ext>
            </a:extLst>
          </p:cNvPr>
          <p:cNvGrpSpPr>
            <a:grpSpLocks noChangeAspect="1"/>
          </p:cNvGrpSpPr>
          <p:nvPr/>
        </p:nvGrpSpPr>
        <p:grpSpPr>
          <a:xfrm>
            <a:off x="5548996" y="1037345"/>
            <a:ext cx="214353" cy="254036"/>
            <a:chOff x="5899501" y="3152586"/>
            <a:chExt cx="378962" cy="449140"/>
          </a:xfrm>
          <a:solidFill>
            <a:srgbClr val="0070AD"/>
          </a:solidFill>
        </p:grpSpPr>
        <p:sp>
          <p:nvSpPr>
            <p:cNvPr id="96" name="Freeform: Shape 95">
              <a:extLst>
                <a:ext uri="{FF2B5EF4-FFF2-40B4-BE49-F238E27FC236}">
                  <a16:creationId xmlns:a16="http://schemas.microsoft.com/office/drawing/2014/main" id="{0AB691CD-3F95-1CED-E6E1-F0D7513F7378}"/>
                </a:ext>
              </a:extLst>
            </p:cNvPr>
            <p:cNvSpPr/>
            <p:nvPr/>
          </p:nvSpPr>
          <p:spPr>
            <a:xfrm>
              <a:off x="5965568" y="3223725"/>
              <a:ext cx="126321" cy="98249"/>
            </a:xfrm>
            <a:custGeom>
              <a:avLst/>
              <a:gdLst>
                <a:gd name="connsiteX0" fmla="*/ 46218 w 126320"/>
                <a:gd name="connsiteY0" fmla="*/ 98411 h 98249"/>
                <a:gd name="connsiteX1" fmla="*/ 41166 w 126320"/>
                <a:gd name="connsiteY1" fmla="*/ 96446 h 98249"/>
                <a:gd name="connsiteX2" fmla="*/ 2006 w 126320"/>
                <a:gd name="connsiteY2" fmla="*/ 57567 h 98249"/>
                <a:gd name="connsiteX3" fmla="*/ 2006 w 126320"/>
                <a:gd name="connsiteY3" fmla="*/ 47742 h 98249"/>
                <a:gd name="connsiteX4" fmla="*/ 11931 w 126320"/>
                <a:gd name="connsiteY4" fmla="*/ 47702 h 98249"/>
                <a:gd name="connsiteX5" fmla="*/ 11971 w 126320"/>
                <a:gd name="connsiteY5" fmla="*/ 47742 h 98249"/>
                <a:gd name="connsiteX6" fmla="*/ 46218 w 126320"/>
                <a:gd name="connsiteY6" fmla="*/ 81568 h 98249"/>
                <a:gd name="connsiteX7" fmla="*/ 125660 w 126320"/>
                <a:gd name="connsiteY7" fmla="*/ 2127 h 98249"/>
                <a:gd name="connsiteX8" fmla="*/ 135183 w 126320"/>
                <a:gd name="connsiteY8" fmla="*/ 1825 h 98249"/>
                <a:gd name="connsiteX9" fmla="*/ 135485 w 126320"/>
                <a:gd name="connsiteY9" fmla="*/ 2127 h 98249"/>
                <a:gd name="connsiteX10" fmla="*/ 135526 w 126320"/>
                <a:gd name="connsiteY10" fmla="*/ 12051 h 98249"/>
                <a:gd name="connsiteX11" fmla="*/ 135485 w 126320"/>
                <a:gd name="connsiteY11" fmla="*/ 12092 h 98249"/>
                <a:gd name="connsiteX12" fmla="*/ 51271 w 126320"/>
                <a:gd name="connsiteY12" fmla="*/ 96306 h 98249"/>
                <a:gd name="connsiteX13" fmla="*/ 46218 w 126320"/>
                <a:gd name="connsiteY13" fmla="*/ 98411 h 982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6320" h="98249">
                  <a:moveTo>
                    <a:pt x="46218" y="98411"/>
                  </a:moveTo>
                  <a:cubicBezTo>
                    <a:pt x="44309" y="98667"/>
                    <a:pt x="42401" y="97925"/>
                    <a:pt x="41166" y="96446"/>
                  </a:cubicBezTo>
                  <a:lnTo>
                    <a:pt x="2006" y="57567"/>
                  </a:lnTo>
                  <a:cubicBezTo>
                    <a:pt x="-669" y="54839"/>
                    <a:pt x="-669" y="50471"/>
                    <a:pt x="2006" y="47742"/>
                  </a:cubicBezTo>
                  <a:cubicBezTo>
                    <a:pt x="4735" y="44991"/>
                    <a:pt x="9179" y="44972"/>
                    <a:pt x="11931" y="47702"/>
                  </a:cubicBezTo>
                  <a:cubicBezTo>
                    <a:pt x="11944" y="47715"/>
                    <a:pt x="11958" y="47729"/>
                    <a:pt x="11971" y="47742"/>
                  </a:cubicBezTo>
                  <a:lnTo>
                    <a:pt x="46218" y="81568"/>
                  </a:lnTo>
                  <a:lnTo>
                    <a:pt x="125660" y="2127"/>
                  </a:lnTo>
                  <a:cubicBezTo>
                    <a:pt x="128206" y="-586"/>
                    <a:pt x="132470" y="-722"/>
                    <a:pt x="135183" y="1825"/>
                  </a:cubicBezTo>
                  <a:cubicBezTo>
                    <a:pt x="135287" y="1922"/>
                    <a:pt x="135388" y="2023"/>
                    <a:pt x="135485" y="2127"/>
                  </a:cubicBezTo>
                  <a:cubicBezTo>
                    <a:pt x="138237" y="4856"/>
                    <a:pt x="138256" y="9299"/>
                    <a:pt x="135526" y="12051"/>
                  </a:cubicBezTo>
                  <a:cubicBezTo>
                    <a:pt x="135512" y="12065"/>
                    <a:pt x="135499" y="12078"/>
                    <a:pt x="135485" y="12092"/>
                  </a:cubicBezTo>
                  <a:lnTo>
                    <a:pt x="51271" y="96306"/>
                  </a:lnTo>
                  <a:cubicBezTo>
                    <a:pt x="49941" y="97663"/>
                    <a:pt x="48118" y="98422"/>
                    <a:pt x="46218" y="98411"/>
                  </a:cubicBezTo>
                  <a:close/>
                </a:path>
              </a:pathLst>
            </a:custGeom>
            <a:grpFill/>
            <a:ln w="13947"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endParaRPr>
            </a:p>
          </p:txBody>
        </p:sp>
        <p:sp>
          <p:nvSpPr>
            <p:cNvPr id="97" name="Freeform: Shape 96">
              <a:extLst>
                <a:ext uri="{FF2B5EF4-FFF2-40B4-BE49-F238E27FC236}">
                  <a16:creationId xmlns:a16="http://schemas.microsoft.com/office/drawing/2014/main" id="{D90170C9-5D71-0BC3-C5CD-55419FFD3127}"/>
                </a:ext>
              </a:extLst>
            </p:cNvPr>
            <p:cNvSpPr/>
            <p:nvPr/>
          </p:nvSpPr>
          <p:spPr>
            <a:xfrm>
              <a:off x="5965568" y="3341906"/>
              <a:ext cx="126321" cy="98249"/>
            </a:xfrm>
            <a:custGeom>
              <a:avLst/>
              <a:gdLst>
                <a:gd name="connsiteX0" fmla="*/ 46218 w 126320"/>
                <a:gd name="connsiteY0" fmla="*/ 98551 h 98249"/>
                <a:gd name="connsiteX1" fmla="*/ 41166 w 126320"/>
                <a:gd name="connsiteY1" fmla="*/ 96446 h 98249"/>
                <a:gd name="connsiteX2" fmla="*/ 2006 w 126320"/>
                <a:gd name="connsiteY2" fmla="*/ 57567 h 98249"/>
                <a:gd name="connsiteX3" fmla="*/ 2006 w 126320"/>
                <a:gd name="connsiteY3" fmla="*/ 47742 h 98249"/>
                <a:gd name="connsiteX4" fmla="*/ 11931 w 126320"/>
                <a:gd name="connsiteY4" fmla="*/ 47702 h 98249"/>
                <a:gd name="connsiteX5" fmla="*/ 11971 w 126320"/>
                <a:gd name="connsiteY5" fmla="*/ 47742 h 98249"/>
                <a:gd name="connsiteX6" fmla="*/ 46218 w 126320"/>
                <a:gd name="connsiteY6" fmla="*/ 81568 h 98249"/>
                <a:gd name="connsiteX7" fmla="*/ 125660 w 126320"/>
                <a:gd name="connsiteY7" fmla="*/ 2126 h 98249"/>
                <a:gd name="connsiteX8" fmla="*/ 135183 w 126320"/>
                <a:gd name="connsiteY8" fmla="*/ 1825 h 98249"/>
                <a:gd name="connsiteX9" fmla="*/ 135485 w 126320"/>
                <a:gd name="connsiteY9" fmla="*/ 2126 h 98249"/>
                <a:gd name="connsiteX10" fmla="*/ 135526 w 126320"/>
                <a:gd name="connsiteY10" fmla="*/ 12051 h 98249"/>
                <a:gd name="connsiteX11" fmla="*/ 135485 w 126320"/>
                <a:gd name="connsiteY11" fmla="*/ 12092 h 98249"/>
                <a:gd name="connsiteX12" fmla="*/ 51271 w 126320"/>
                <a:gd name="connsiteY12" fmla="*/ 96306 h 98249"/>
                <a:gd name="connsiteX13" fmla="*/ 46218 w 126320"/>
                <a:gd name="connsiteY13" fmla="*/ 98551 h 982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6320" h="98249">
                  <a:moveTo>
                    <a:pt x="46218" y="98551"/>
                  </a:moveTo>
                  <a:cubicBezTo>
                    <a:pt x="44349" y="98421"/>
                    <a:pt x="42574" y="97681"/>
                    <a:pt x="41166" y="96446"/>
                  </a:cubicBezTo>
                  <a:lnTo>
                    <a:pt x="2006" y="57567"/>
                  </a:lnTo>
                  <a:cubicBezTo>
                    <a:pt x="-669" y="54839"/>
                    <a:pt x="-669" y="50471"/>
                    <a:pt x="2006" y="47742"/>
                  </a:cubicBezTo>
                  <a:cubicBezTo>
                    <a:pt x="4735" y="44990"/>
                    <a:pt x="9179" y="44972"/>
                    <a:pt x="11931" y="47702"/>
                  </a:cubicBezTo>
                  <a:cubicBezTo>
                    <a:pt x="11944" y="47716"/>
                    <a:pt x="11958" y="47728"/>
                    <a:pt x="11971" y="47742"/>
                  </a:cubicBezTo>
                  <a:lnTo>
                    <a:pt x="46218" y="81568"/>
                  </a:lnTo>
                  <a:lnTo>
                    <a:pt x="125660" y="2126"/>
                  </a:lnTo>
                  <a:cubicBezTo>
                    <a:pt x="128206" y="-587"/>
                    <a:pt x="132470" y="-721"/>
                    <a:pt x="135183" y="1825"/>
                  </a:cubicBezTo>
                  <a:cubicBezTo>
                    <a:pt x="135287" y="1922"/>
                    <a:pt x="135388" y="2023"/>
                    <a:pt x="135485" y="2126"/>
                  </a:cubicBezTo>
                  <a:cubicBezTo>
                    <a:pt x="138237" y="4856"/>
                    <a:pt x="138256" y="9299"/>
                    <a:pt x="135526" y="12051"/>
                  </a:cubicBezTo>
                  <a:cubicBezTo>
                    <a:pt x="135512" y="12065"/>
                    <a:pt x="135499" y="12078"/>
                    <a:pt x="135485" y="12092"/>
                  </a:cubicBezTo>
                  <a:lnTo>
                    <a:pt x="51271" y="96306"/>
                  </a:lnTo>
                  <a:cubicBezTo>
                    <a:pt x="49956" y="97701"/>
                    <a:pt x="48135" y="98509"/>
                    <a:pt x="46218" y="98551"/>
                  </a:cubicBezTo>
                  <a:close/>
                </a:path>
              </a:pathLst>
            </a:custGeom>
            <a:grpFill/>
            <a:ln w="13947"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endParaRPr>
            </a:p>
          </p:txBody>
        </p:sp>
        <p:sp>
          <p:nvSpPr>
            <p:cNvPr id="98" name="Freeform: Shape 97">
              <a:extLst>
                <a:ext uri="{FF2B5EF4-FFF2-40B4-BE49-F238E27FC236}">
                  <a16:creationId xmlns:a16="http://schemas.microsoft.com/office/drawing/2014/main" id="{F7B650F3-B46E-7B03-A8A5-DFB30786F61E}"/>
                </a:ext>
              </a:extLst>
            </p:cNvPr>
            <p:cNvSpPr/>
            <p:nvPr/>
          </p:nvSpPr>
          <p:spPr>
            <a:xfrm>
              <a:off x="5941584" y="3243818"/>
              <a:ext cx="98250" cy="98249"/>
            </a:xfrm>
            <a:custGeom>
              <a:avLst/>
              <a:gdLst>
                <a:gd name="connsiteX0" fmla="*/ 90834 w 98249"/>
                <a:gd name="connsiteY0" fmla="*/ 98811 h 98249"/>
                <a:gd name="connsiteX1" fmla="*/ 6620 w 98249"/>
                <a:gd name="connsiteY1" fmla="*/ 98811 h 98249"/>
                <a:gd name="connsiteX2" fmla="*/ 11 w 98249"/>
                <a:gd name="connsiteY2" fmla="*/ 91407 h 98249"/>
                <a:gd name="connsiteX3" fmla="*/ 24 w 98249"/>
                <a:gd name="connsiteY3" fmla="*/ 91232 h 98249"/>
                <a:gd name="connsiteX4" fmla="*/ 24 w 98249"/>
                <a:gd name="connsiteY4" fmla="*/ 7018 h 98249"/>
                <a:gd name="connsiteX5" fmla="*/ 7041 w 98249"/>
                <a:gd name="connsiteY5" fmla="*/ 0 h 98249"/>
                <a:gd name="connsiteX6" fmla="*/ 91255 w 98249"/>
                <a:gd name="connsiteY6" fmla="*/ 0 h 98249"/>
                <a:gd name="connsiteX7" fmla="*/ 98273 w 98249"/>
                <a:gd name="connsiteY7" fmla="*/ 7018 h 98249"/>
                <a:gd name="connsiteX8" fmla="*/ 98273 w 98249"/>
                <a:gd name="connsiteY8" fmla="*/ 91232 h 98249"/>
                <a:gd name="connsiteX9" fmla="*/ 91854 w 98249"/>
                <a:gd name="connsiteY9" fmla="*/ 98801 h 98249"/>
                <a:gd name="connsiteX10" fmla="*/ 90834 w 98249"/>
                <a:gd name="connsiteY10" fmla="*/ 98811 h 98249"/>
                <a:gd name="connsiteX11" fmla="*/ 13638 w 98249"/>
                <a:gd name="connsiteY11" fmla="*/ 84775 h 98249"/>
                <a:gd name="connsiteX12" fmla="*/ 84237 w 98249"/>
                <a:gd name="connsiteY12" fmla="*/ 84775 h 98249"/>
                <a:gd name="connsiteX13" fmla="*/ 84237 w 98249"/>
                <a:gd name="connsiteY13" fmla="*/ 14597 h 98249"/>
                <a:gd name="connsiteX14" fmla="*/ 14059 w 98249"/>
                <a:gd name="connsiteY14" fmla="*/ 14597 h 982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8249" h="98249">
                  <a:moveTo>
                    <a:pt x="90834" y="98811"/>
                  </a:moveTo>
                  <a:lnTo>
                    <a:pt x="6620" y="98811"/>
                  </a:lnTo>
                  <a:cubicBezTo>
                    <a:pt x="2751" y="98592"/>
                    <a:pt x="-208" y="95277"/>
                    <a:pt x="11" y="91407"/>
                  </a:cubicBezTo>
                  <a:cubicBezTo>
                    <a:pt x="15" y="91348"/>
                    <a:pt x="19" y="91291"/>
                    <a:pt x="24" y="91232"/>
                  </a:cubicBezTo>
                  <a:lnTo>
                    <a:pt x="24" y="7018"/>
                  </a:lnTo>
                  <a:cubicBezTo>
                    <a:pt x="24" y="3142"/>
                    <a:pt x="3166" y="0"/>
                    <a:pt x="7041" y="0"/>
                  </a:cubicBezTo>
                  <a:lnTo>
                    <a:pt x="91255" y="0"/>
                  </a:lnTo>
                  <a:cubicBezTo>
                    <a:pt x="95131" y="0"/>
                    <a:pt x="98273" y="3142"/>
                    <a:pt x="98273" y="7018"/>
                  </a:cubicBezTo>
                  <a:lnTo>
                    <a:pt x="98273" y="91232"/>
                  </a:lnTo>
                  <a:cubicBezTo>
                    <a:pt x="98590" y="95094"/>
                    <a:pt x="95717" y="98484"/>
                    <a:pt x="91854" y="98801"/>
                  </a:cubicBezTo>
                  <a:cubicBezTo>
                    <a:pt x="91515" y="98829"/>
                    <a:pt x="91174" y="98832"/>
                    <a:pt x="90834" y="98811"/>
                  </a:cubicBezTo>
                  <a:close/>
                  <a:moveTo>
                    <a:pt x="13638" y="84775"/>
                  </a:moveTo>
                  <a:lnTo>
                    <a:pt x="84237" y="84775"/>
                  </a:lnTo>
                  <a:lnTo>
                    <a:pt x="84237" y="14597"/>
                  </a:lnTo>
                  <a:lnTo>
                    <a:pt x="14059" y="14597"/>
                  </a:lnTo>
                  <a:close/>
                </a:path>
              </a:pathLst>
            </a:custGeom>
            <a:grpFill/>
            <a:ln w="13947"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endParaRPr>
            </a:p>
          </p:txBody>
        </p:sp>
        <p:sp>
          <p:nvSpPr>
            <p:cNvPr id="99" name="Freeform: Shape 98">
              <a:extLst>
                <a:ext uri="{FF2B5EF4-FFF2-40B4-BE49-F238E27FC236}">
                  <a16:creationId xmlns:a16="http://schemas.microsoft.com/office/drawing/2014/main" id="{DB383685-5F54-9000-5AD4-1445CC70E66A}"/>
                </a:ext>
              </a:extLst>
            </p:cNvPr>
            <p:cNvSpPr/>
            <p:nvPr/>
          </p:nvSpPr>
          <p:spPr>
            <a:xfrm>
              <a:off x="5941187" y="3361717"/>
              <a:ext cx="98250" cy="98249"/>
            </a:xfrm>
            <a:custGeom>
              <a:avLst/>
              <a:gdLst>
                <a:gd name="connsiteX0" fmla="*/ 91232 w 98249"/>
                <a:gd name="connsiteY0" fmla="*/ 98249 h 98249"/>
                <a:gd name="connsiteX1" fmla="*/ 7018 w 98249"/>
                <a:gd name="connsiteY1" fmla="*/ 98249 h 98249"/>
                <a:gd name="connsiteX2" fmla="*/ 0 w 98249"/>
                <a:gd name="connsiteY2" fmla="*/ 91232 h 98249"/>
                <a:gd name="connsiteX3" fmla="*/ 0 w 98249"/>
                <a:gd name="connsiteY3" fmla="*/ 7018 h 98249"/>
                <a:gd name="connsiteX4" fmla="*/ 7018 w 98249"/>
                <a:gd name="connsiteY4" fmla="*/ 0 h 98249"/>
                <a:gd name="connsiteX5" fmla="*/ 91232 w 98249"/>
                <a:gd name="connsiteY5" fmla="*/ 0 h 98249"/>
                <a:gd name="connsiteX6" fmla="*/ 98250 w 98249"/>
                <a:gd name="connsiteY6" fmla="*/ 7018 h 98249"/>
                <a:gd name="connsiteX7" fmla="*/ 98250 w 98249"/>
                <a:gd name="connsiteY7" fmla="*/ 91232 h 98249"/>
                <a:gd name="connsiteX8" fmla="*/ 91232 w 98249"/>
                <a:gd name="connsiteY8" fmla="*/ 98249 h 98249"/>
                <a:gd name="connsiteX9" fmla="*/ 14457 w 98249"/>
                <a:gd name="connsiteY9" fmla="*/ 84214 h 98249"/>
                <a:gd name="connsiteX10" fmla="*/ 84635 w 98249"/>
                <a:gd name="connsiteY10" fmla="*/ 84214 h 98249"/>
                <a:gd name="connsiteX11" fmla="*/ 84635 w 98249"/>
                <a:gd name="connsiteY11" fmla="*/ 14036 h 98249"/>
                <a:gd name="connsiteX12" fmla="*/ 14457 w 98249"/>
                <a:gd name="connsiteY12" fmla="*/ 14036 h 982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249" h="98249">
                  <a:moveTo>
                    <a:pt x="91232" y="98249"/>
                  </a:moveTo>
                  <a:lnTo>
                    <a:pt x="7018" y="98249"/>
                  </a:lnTo>
                  <a:cubicBezTo>
                    <a:pt x="3142" y="98249"/>
                    <a:pt x="0" y="95107"/>
                    <a:pt x="0" y="91232"/>
                  </a:cubicBezTo>
                  <a:lnTo>
                    <a:pt x="0" y="7018"/>
                  </a:lnTo>
                  <a:cubicBezTo>
                    <a:pt x="0" y="3143"/>
                    <a:pt x="3142" y="0"/>
                    <a:pt x="7018" y="0"/>
                  </a:cubicBezTo>
                  <a:lnTo>
                    <a:pt x="91232" y="0"/>
                  </a:lnTo>
                  <a:cubicBezTo>
                    <a:pt x="95107" y="0"/>
                    <a:pt x="98250" y="3143"/>
                    <a:pt x="98250" y="7018"/>
                  </a:cubicBezTo>
                  <a:lnTo>
                    <a:pt x="98250" y="91232"/>
                  </a:lnTo>
                  <a:cubicBezTo>
                    <a:pt x="98250" y="95107"/>
                    <a:pt x="95107" y="98249"/>
                    <a:pt x="91232" y="98249"/>
                  </a:cubicBezTo>
                  <a:close/>
                  <a:moveTo>
                    <a:pt x="14457" y="84214"/>
                  </a:moveTo>
                  <a:lnTo>
                    <a:pt x="84635" y="84214"/>
                  </a:lnTo>
                  <a:lnTo>
                    <a:pt x="84635" y="14036"/>
                  </a:lnTo>
                  <a:lnTo>
                    <a:pt x="14457" y="14036"/>
                  </a:lnTo>
                  <a:close/>
                </a:path>
              </a:pathLst>
            </a:custGeom>
            <a:grpFill/>
            <a:ln w="13947"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endParaRPr>
            </a:p>
          </p:txBody>
        </p:sp>
        <p:sp>
          <p:nvSpPr>
            <p:cNvPr id="100" name="Freeform: Shape 99">
              <a:extLst>
                <a:ext uri="{FF2B5EF4-FFF2-40B4-BE49-F238E27FC236}">
                  <a16:creationId xmlns:a16="http://schemas.microsoft.com/office/drawing/2014/main" id="{ED367F01-E2A3-BF32-A104-4F110026C576}"/>
                </a:ext>
              </a:extLst>
            </p:cNvPr>
            <p:cNvSpPr/>
            <p:nvPr/>
          </p:nvSpPr>
          <p:spPr>
            <a:xfrm>
              <a:off x="5941187" y="3479055"/>
              <a:ext cx="98250" cy="98249"/>
            </a:xfrm>
            <a:custGeom>
              <a:avLst/>
              <a:gdLst>
                <a:gd name="connsiteX0" fmla="*/ 91232 w 98249"/>
                <a:gd name="connsiteY0" fmla="*/ 98249 h 98249"/>
                <a:gd name="connsiteX1" fmla="*/ 7018 w 98249"/>
                <a:gd name="connsiteY1" fmla="*/ 98249 h 98249"/>
                <a:gd name="connsiteX2" fmla="*/ 0 w 98249"/>
                <a:gd name="connsiteY2" fmla="*/ 91232 h 98249"/>
                <a:gd name="connsiteX3" fmla="*/ 0 w 98249"/>
                <a:gd name="connsiteY3" fmla="*/ 7018 h 98249"/>
                <a:gd name="connsiteX4" fmla="*/ 7018 w 98249"/>
                <a:gd name="connsiteY4" fmla="*/ 0 h 98249"/>
                <a:gd name="connsiteX5" fmla="*/ 91232 w 98249"/>
                <a:gd name="connsiteY5" fmla="*/ 0 h 98249"/>
                <a:gd name="connsiteX6" fmla="*/ 98250 w 98249"/>
                <a:gd name="connsiteY6" fmla="*/ 7018 h 98249"/>
                <a:gd name="connsiteX7" fmla="*/ 98250 w 98249"/>
                <a:gd name="connsiteY7" fmla="*/ 91232 h 98249"/>
                <a:gd name="connsiteX8" fmla="*/ 91232 w 98249"/>
                <a:gd name="connsiteY8" fmla="*/ 98249 h 98249"/>
                <a:gd name="connsiteX9" fmla="*/ 14036 w 98249"/>
                <a:gd name="connsiteY9" fmla="*/ 84214 h 98249"/>
                <a:gd name="connsiteX10" fmla="*/ 84635 w 98249"/>
                <a:gd name="connsiteY10" fmla="*/ 84214 h 98249"/>
                <a:gd name="connsiteX11" fmla="*/ 84635 w 98249"/>
                <a:gd name="connsiteY11" fmla="*/ 14036 h 98249"/>
                <a:gd name="connsiteX12" fmla="*/ 14457 w 98249"/>
                <a:gd name="connsiteY12" fmla="*/ 14036 h 982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249" h="98249">
                  <a:moveTo>
                    <a:pt x="91232" y="98249"/>
                  </a:moveTo>
                  <a:lnTo>
                    <a:pt x="7018" y="98249"/>
                  </a:lnTo>
                  <a:cubicBezTo>
                    <a:pt x="3142" y="98249"/>
                    <a:pt x="0" y="95107"/>
                    <a:pt x="0" y="91232"/>
                  </a:cubicBezTo>
                  <a:lnTo>
                    <a:pt x="0" y="7018"/>
                  </a:lnTo>
                  <a:cubicBezTo>
                    <a:pt x="0" y="3143"/>
                    <a:pt x="3142" y="0"/>
                    <a:pt x="7018" y="0"/>
                  </a:cubicBezTo>
                  <a:lnTo>
                    <a:pt x="91232" y="0"/>
                  </a:lnTo>
                  <a:cubicBezTo>
                    <a:pt x="95107" y="0"/>
                    <a:pt x="98250" y="3143"/>
                    <a:pt x="98250" y="7018"/>
                  </a:cubicBezTo>
                  <a:lnTo>
                    <a:pt x="98250" y="91232"/>
                  </a:lnTo>
                  <a:cubicBezTo>
                    <a:pt x="98250" y="95107"/>
                    <a:pt x="95107" y="98249"/>
                    <a:pt x="91232" y="98249"/>
                  </a:cubicBezTo>
                  <a:close/>
                  <a:moveTo>
                    <a:pt x="14036" y="84214"/>
                  </a:moveTo>
                  <a:lnTo>
                    <a:pt x="84635" y="84214"/>
                  </a:lnTo>
                  <a:lnTo>
                    <a:pt x="84635" y="14036"/>
                  </a:lnTo>
                  <a:lnTo>
                    <a:pt x="14457" y="14036"/>
                  </a:lnTo>
                  <a:close/>
                </a:path>
              </a:pathLst>
            </a:custGeom>
            <a:grpFill/>
            <a:ln w="13947"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endParaRPr>
            </a:p>
          </p:txBody>
        </p:sp>
        <p:sp>
          <p:nvSpPr>
            <p:cNvPr id="101" name="Freeform: Shape 100">
              <a:extLst>
                <a:ext uri="{FF2B5EF4-FFF2-40B4-BE49-F238E27FC236}">
                  <a16:creationId xmlns:a16="http://schemas.microsoft.com/office/drawing/2014/main" id="{08DD630D-89B4-CE04-BA5D-A963A2606EEC}"/>
                </a:ext>
              </a:extLst>
            </p:cNvPr>
            <p:cNvSpPr/>
            <p:nvPr/>
          </p:nvSpPr>
          <p:spPr>
            <a:xfrm>
              <a:off x="5899501" y="3152586"/>
              <a:ext cx="378962" cy="449140"/>
            </a:xfrm>
            <a:custGeom>
              <a:avLst/>
              <a:gdLst>
                <a:gd name="connsiteX0" fmla="*/ 363944 w 378962"/>
                <a:gd name="connsiteY0" fmla="*/ 21053 h 449140"/>
                <a:gd name="connsiteX1" fmla="*/ 266677 w 378962"/>
                <a:gd name="connsiteY1" fmla="*/ 21053 h 449140"/>
                <a:gd name="connsiteX2" fmla="*/ 266677 w 378962"/>
                <a:gd name="connsiteY2" fmla="*/ 7018 h 449140"/>
                <a:gd name="connsiteX3" fmla="*/ 259659 w 378962"/>
                <a:gd name="connsiteY3" fmla="*/ 0 h 449140"/>
                <a:gd name="connsiteX4" fmla="*/ 133339 w 378962"/>
                <a:gd name="connsiteY4" fmla="*/ 0 h 449140"/>
                <a:gd name="connsiteX5" fmla="*/ 126321 w 378962"/>
                <a:gd name="connsiteY5" fmla="*/ 7018 h 449140"/>
                <a:gd name="connsiteX6" fmla="*/ 126321 w 378962"/>
                <a:gd name="connsiteY6" fmla="*/ 21053 h 449140"/>
                <a:gd name="connsiteX7" fmla="*/ 28071 w 378962"/>
                <a:gd name="connsiteY7" fmla="*/ 21053 h 449140"/>
                <a:gd name="connsiteX8" fmla="*/ 0 w 378962"/>
                <a:gd name="connsiteY8" fmla="*/ 49125 h 449140"/>
                <a:gd name="connsiteX9" fmla="*/ 0 w 378962"/>
                <a:gd name="connsiteY9" fmla="*/ 428087 h 449140"/>
                <a:gd name="connsiteX10" fmla="*/ 28071 w 378962"/>
                <a:gd name="connsiteY10" fmla="*/ 456158 h 449140"/>
                <a:gd name="connsiteX11" fmla="*/ 363944 w 378962"/>
                <a:gd name="connsiteY11" fmla="*/ 456158 h 449140"/>
                <a:gd name="connsiteX12" fmla="*/ 392016 w 378962"/>
                <a:gd name="connsiteY12" fmla="*/ 428087 h 449140"/>
                <a:gd name="connsiteX13" fmla="*/ 392016 w 378962"/>
                <a:gd name="connsiteY13" fmla="*/ 49125 h 449140"/>
                <a:gd name="connsiteX14" fmla="*/ 363944 w 378962"/>
                <a:gd name="connsiteY14" fmla="*/ 21053 h 449140"/>
                <a:gd name="connsiteX15" fmla="*/ 140356 w 378962"/>
                <a:gd name="connsiteY15" fmla="*/ 14036 h 449140"/>
                <a:gd name="connsiteX16" fmla="*/ 252642 w 378962"/>
                <a:gd name="connsiteY16" fmla="*/ 14036 h 449140"/>
                <a:gd name="connsiteX17" fmla="*/ 252642 w 378962"/>
                <a:gd name="connsiteY17" fmla="*/ 26948 h 449140"/>
                <a:gd name="connsiteX18" fmla="*/ 252642 w 378962"/>
                <a:gd name="connsiteY18" fmla="*/ 28071 h 449140"/>
                <a:gd name="connsiteX19" fmla="*/ 252642 w 378962"/>
                <a:gd name="connsiteY19" fmla="*/ 29194 h 449140"/>
                <a:gd name="connsiteX20" fmla="*/ 252642 w 378962"/>
                <a:gd name="connsiteY20" fmla="*/ 42107 h 449140"/>
                <a:gd name="connsiteX21" fmla="*/ 140356 w 378962"/>
                <a:gd name="connsiteY21" fmla="*/ 42107 h 449140"/>
                <a:gd name="connsiteX22" fmla="*/ 378962 w 378962"/>
                <a:gd name="connsiteY22" fmla="*/ 428087 h 449140"/>
                <a:gd name="connsiteX23" fmla="*/ 364927 w 378962"/>
                <a:gd name="connsiteY23" fmla="*/ 442123 h 449140"/>
                <a:gd name="connsiteX24" fmla="*/ 28071 w 378962"/>
                <a:gd name="connsiteY24" fmla="*/ 442123 h 449140"/>
                <a:gd name="connsiteX25" fmla="*/ 14036 w 378962"/>
                <a:gd name="connsiteY25" fmla="*/ 428087 h 449140"/>
                <a:gd name="connsiteX26" fmla="*/ 14036 w 378962"/>
                <a:gd name="connsiteY26" fmla="*/ 49125 h 449140"/>
                <a:gd name="connsiteX27" fmla="*/ 28071 w 378962"/>
                <a:gd name="connsiteY27" fmla="*/ 35089 h 449140"/>
                <a:gd name="connsiteX28" fmla="*/ 126321 w 378962"/>
                <a:gd name="connsiteY28" fmla="*/ 35089 h 449140"/>
                <a:gd name="connsiteX29" fmla="*/ 126321 w 378962"/>
                <a:gd name="connsiteY29" fmla="*/ 49125 h 449140"/>
                <a:gd name="connsiteX30" fmla="*/ 133339 w 378962"/>
                <a:gd name="connsiteY30" fmla="*/ 56143 h 449140"/>
                <a:gd name="connsiteX31" fmla="*/ 259659 w 378962"/>
                <a:gd name="connsiteY31" fmla="*/ 56143 h 449140"/>
                <a:gd name="connsiteX32" fmla="*/ 266677 w 378962"/>
                <a:gd name="connsiteY32" fmla="*/ 49125 h 449140"/>
                <a:gd name="connsiteX33" fmla="*/ 266677 w 378962"/>
                <a:gd name="connsiteY33" fmla="*/ 35089 h 449140"/>
                <a:gd name="connsiteX34" fmla="*/ 364927 w 378962"/>
                <a:gd name="connsiteY34" fmla="*/ 35089 h 449140"/>
                <a:gd name="connsiteX35" fmla="*/ 378962 w 378962"/>
                <a:gd name="connsiteY35" fmla="*/ 49125 h 449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378962" h="449140">
                  <a:moveTo>
                    <a:pt x="363944" y="21053"/>
                  </a:moveTo>
                  <a:lnTo>
                    <a:pt x="266677" y="21053"/>
                  </a:lnTo>
                  <a:lnTo>
                    <a:pt x="266677" y="7018"/>
                  </a:lnTo>
                  <a:cubicBezTo>
                    <a:pt x="266677" y="3142"/>
                    <a:pt x="263535" y="0"/>
                    <a:pt x="259659" y="0"/>
                  </a:cubicBezTo>
                  <a:lnTo>
                    <a:pt x="133339" y="0"/>
                  </a:lnTo>
                  <a:cubicBezTo>
                    <a:pt x="129463" y="0"/>
                    <a:pt x="126321" y="3142"/>
                    <a:pt x="126321" y="7018"/>
                  </a:cubicBezTo>
                  <a:lnTo>
                    <a:pt x="126321" y="21053"/>
                  </a:lnTo>
                  <a:lnTo>
                    <a:pt x="28071" y="21053"/>
                  </a:lnTo>
                  <a:cubicBezTo>
                    <a:pt x="12568" y="21053"/>
                    <a:pt x="0" y="33621"/>
                    <a:pt x="0" y="49125"/>
                  </a:cubicBezTo>
                  <a:lnTo>
                    <a:pt x="0" y="428087"/>
                  </a:lnTo>
                  <a:cubicBezTo>
                    <a:pt x="0" y="443591"/>
                    <a:pt x="12568" y="456158"/>
                    <a:pt x="28071" y="456158"/>
                  </a:cubicBezTo>
                  <a:lnTo>
                    <a:pt x="363944" y="456158"/>
                  </a:lnTo>
                  <a:cubicBezTo>
                    <a:pt x="379448" y="456158"/>
                    <a:pt x="392016" y="443591"/>
                    <a:pt x="392016" y="428087"/>
                  </a:cubicBezTo>
                  <a:lnTo>
                    <a:pt x="392016" y="49125"/>
                  </a:lnTo>
                  <a:cubicBezTo>
                    <a:pt x="392016" y="33621"/>
                    <a:pt x="379448" y="21053"/>
                    <a:pt x="363944" y="21053"/>
                  </a:cubicBezTo>
                  <a:close/>
                  <a:moveTo>
                    <a:pt x="140356" y="14036"/>
                  </a:moveTo>
                  <a:lnTo>
                    <a:pt x="252642" y="14036"/>
                  </a:lnTo>
                  <a:lnTo>
                    <a:pt x="252642" y="26948"/>
                  </a:lnTo>
                  <a:cubicBezTo>
                    <a:pt x="252642" y="26948"/>
                    <a:pt x="252642" y="28071"/>
                    <a:pt x="252642" y="28071"/>
                  </a:cubicBezTo>
                  <a:cubicBezTo>
                    <a:pt x="252642" y="28071"/>
                    <a:pt x="252642" y="28071"/>
                    <a:pt x="252642" y="29194"/>
                  </a:cubicBezTo>
                  <a:lnTo>
                    <a:pt x="252642" y="42107"/>
                  </a:lnTo>
                  <a:lnTo>
                    <a:pt x="140356" y="42107"/>
                  </a:lnTo>
                  <a:close/>
                  <a:moveTo>
                    <a:pt x="378962" y="428087"/>
                  </a:moveTo>
                  <a:cubicBezTo>
                    <a:pt x="378962" y="435839"/>
                    <a:pt x="372679" y="442123"/>
                    <a:pt x="364927" y="442123"/>
                  </a:cubicBezTo>
                  <a:lnTo>
                    <a:pt x="28071" y="442123"/>
                  </a:lnTo>
                  <a:cubicBezTo>
                    <a:pt x="20320" y="442123"/>
                    <a:pt x="14036" y="435839"/>
                    <a:pt x="14036" y="428087"/>
                  </a:cubicBezTo>
                  <a:lnTo>
                    <a:pt x="14036" y="49125"/>
                  </a:lnTo>
                  <a:cubicBezTo>
                    <a:pt x="14036" y="41373"/>
                    <a:pt x="20320" y="35089"/>
                    <a:pt x="28071" y="35089"/>
                  </a:cubicBezTo>
                  <a:lnTo>
                    <a:pt x="126321" y="35089"/>
                  </a:lnTo>
                  <a:lnTo>
                    <a:pt x="126321" y="49125"/>
                  </a:lnTo>
                  <a:cubicBezTo>
                    <a:pt x="126321" y="53001"/>
                    <a:pt x="129463" y="56143"/>
                    <a:pt x="133339" y="56143"/>
                  </a:cubicBezTo>
                  <a:lnTo>
                    <a:pt x="259659" y="56143"/>
                  </a:lnTo>
                  <a:cubicBezTo>
                    <a:pt x="263535" y="56143"/>
                    <a:pt x="266677" y="53001"/>
                    <a:pt x="266677" y="49125"/>
                  </a:cubicBezTo>
                  <a:lnTo>
                    <a:pt x="266677" y="35089"/>
                  </a:lnTo>
                  <a:lnTo>
                    <a:pt x="364927" y="35089"/>
                  </a:lnTo>
                  <a:cubicBezTo>
                    <a:pt x="372679" y="35089"/>
                    <a:pt x="378962" y="41373"/>
                    <a:pt x="378962" y="49125"/>
                  </a:cubicBezTo>
                  <a:close/>
                </a:path>
              </a:pathLst>
            </a:custGeom>
            <a:grpFill/>
            <a:ln w="13947"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endParaRPr>
            </a:p>
          </p:txBody>
        </p:sp>
      </p:grpSp>
      <p:sp>
        <p:nvSpPr>
          <p:cNvPr id="104" name="Right Arrow 223">
            <a:extLst>
              <a:ext uri="{FF2B5EF4-FFF2-40B4-BE49-F238E27FC236}">
                <a16:creationId xmlns:a16="http://schemas.microsoft.com/office/drawing/2014/main" id="{32D5FE0B-112A-4FF9-2B65-0240879A61EB}"/>
              </a:ext>
            </a:extLst>
          </p:cNvPr>
          <p:cNvSpPr/>
          <p:nvPr/>
        </p:nvSpPr>
        <p:spPr>
          <a:xfrm>
            <a:off x="3950996" y="3813685"/>
            <a:ext cx="433014" cy="337821"/>
          </a:xfrm>
          <a:prstGeom prst="rightArrow">
            <a:avLst/>
          </a:prstGeom>
          <a:solidFill>
            <a:schemeClr val="tx1"/>
          </a:solidFill>
          <a:ln w="12700" cap="flat" cmpd="sng" algn="ctr">
            <a:noFill/>
            <a:prstDash val="solid"/>
            <a:miter lim="800000"/>
          </a:ln>
          <a:effectLst/>
        </p:spPr>
        <p:txBody>
          <a:bodyPr rtlCol="0" anchor="ctr"/>
          <a:lstStyle/>
          <a:p>
            <a:pPr algn="ctr" defTabSz="914400">
              <a:defRPr/>
            </a:pPr>
            <a:endParaRPr lang="en-US" kern="0" noProof="0">
              <a:solidFill>
                <a:prstClr val="white"/>
              </a:solidFill>
            </a:endParaRPr>
          </a:p>
        </p:txBody>
      </p:sp>
      <p:sp>
        <p:nvSpPr>
          <p:cNvPr id="105" name="Right Arrow 223">
            <a:extLst>
              <a:ext uri="{FF2B5EF4-FFF2-40B4-BE49-F238E27FC236}">
                <a16:creationId xmlns:a16="http://schemas.microsoft.com/office/drawing/2014/main" id="{599F14AF-093C-CB18-D31E-AB94A034B19C}"/>
              </a:ext>
            </a:extLst>
          </p:cNvPr>
          <p:cNvSpPr/>
          <p:nvPr/>
        </p:nvSpPr>
        <p:spPr>
          <a:xfrm>
            <a:off x="7449222" y="3813685"/>
            <a:ext cx="433014" cy="337821"/>
          </a:xfrm>
          <a:prstGeom prst="rightArrow">
            <a:avLst/>
          </a:prstGeom>
          <a:solidFill>
            <a:schemeClr val="tx1"/>
          </a:solidFill>
          <a:ln w="12700" cap="flat" cmpd="sng" algn="ctr">
            <a:noFill/>
            <a:prstDash val="solid"/>
            <a:miter lim="800000"/>
          </a:ln>
          <a:effectLst/>
        </p:spPr>
        <p:txBody>
          <a:bodyPr rtlCol="0" anchor="ctr"/>
          <a:lstStyle/>
          <a:p>
            <a:pPr algn="ctr" defTabSz="914400">
              <a:defRPr/>
            </a:pPr>
            <a:endParaRPr lang="en-US" kern="0" noProof="0">
              <a:solidFill>
                <a:prstClr val="white"/>
              </a:solidFill>
            </a:endParaRPr>
          </a:p>
        </p:txBody>
      </p:sp>
      <p:sp>
        <p:nvSpPr>
          <p:cNvPr id="106" name="TextBox 54">
            <a:extLst>
              <a:ext uri="{FF2B5EF4-FFF2-40B4-BE49-F238E27FC236}">
                <a16:creationId xmlns:a16="http://schemas.microsoft.com/office/drawing/2014/main" id="{3B33F162-2259-8F67-D700-CC4D6617BB5D}"/>
              </a:ext>
            </a:extLst>
          </p:cNvPr>
          <p:cNvSpPr txBox="1"/>
          <p:nvPr/>
        </p:nvSpPr>
        <p:spPr>
          <a:xfrm>
            <a:off x="10429872" y="959616"/>
            <a:ext cx="783635" cy="252495"/>
          </a:xfrm>
          <a:prstGeom prst="rect">
            <a:avLst/>
          </a:prstGeom>
          <a:noFill/>
        </p:spPr>
        <p:txBody>
          <a:bodyPr wrap="square" lIns="117000" tIns="117000" rIns="117000" bIns="117000" rtlCol="0" anchor="ctr" anchorCtr="0">
            <a:noAutofit/>
          </a:bodyPr>
          <a:lst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20000"/>
              </a:lnSpc>
              <a:defRPr/>
            </a:pPr>
            <a:r>
              <a:rPr lang="en-GB" sz="1050" b="1">
                <a:solidFill>
                  <a:srgbClr val="FFFFFF"/>
                </a:solidFill>
                <a:cs typeface="Arial"/>
              </a:rPr>
              <a:t>Stop</a:t>
            </a:r>
          </a:p>
        </p:txBody>
      </p:sp>
      <p:sp>
        <p:nvSpPr>
          <p:cNvPr id="107" name="Oval 106">
            <a:extLst>
              <a:ext uri="{FF2B5EF4-FFF2-40B4-BE49-F238E27FC236}">
                <a16:creationId xmlns:a16="http://schemas.microsoft.com/office/drawing/2014/main" id="{E30E7EF3-2279-5EA9-8A64-D13A3AEB942B}"/>
              </a:ext>
            </a:extLst>
          </p:cNvPr>
          <p:cNvSpPr/>
          <p:nvPr/>
        </p:nvSpPr>
        <p:spPr>
          <a:xfrm>
            <a:off x="10738714" y="1337268"/>
            <a:ext cx="169334" cy="172487"/>
          </a:xfrm>
          <a:prstGeom prst="ellipse">
            <a:avLst/>
          </a:prstGeom>
          <a:solidFill>
            <a:schemeClr val="bg1">
              <a:lumMod val="9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IN" sz="1400" err="1">
              <a:solidFill>
                <a:schemeClr val="tx1"/>
              </a:solidFill>
            </a:endParaRPr>
          </a:p>
        </p:txBody>
      </p:sp>
    </p:spTree>
    <p:extLst>
      <p:ext uri="{BB962C8B-B14F-4D97-AF65-F5344CB8AC3E}">
        <p14:creationId xmlns:p14="http://schemas.microsoft.com/office/powerpoint/2010/main" val="21935794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73709-3545-31C8-A425-821D1E26B5E3}"/>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B86E8CBE-2208-7D8A-E38D-E91970463D8E}"/>
              </a:ext>
            </a:extLst>
          </p:cNvPr>
          <p:cNvSpPr>
            <a:spLocks noGrp="1"/>
          </p:cNvSpPr>
          <p:nvPr>
            <p:ph type="title"/>
          </p:nvPr>
        </p:nvSpPr>
        <p:spPr>
          <a:xfrm>
            <a:off x="443892" y="180753"/>
            <a:ext cx="11008413" cy="970217"/>
          </a:xfrm>
        </p:spPr>
        <p:txBody>
          <a:bodyPr vert="horz" lIns="0" tIns="0" rIns="0" bIns="126000" rtlCol="0" anchor="t" anchorCtr="0">
            <a:noAutofit/>
          </a:bodyPr>
          <a:lstStyle/>
          <a:p>
            <a:r>
              <a:rPr lang="en-GB"/>
              <a:t>Capgemini will align the KT success criteria &amp; associated KPIs in line with LN Requirements to ensure a smooth transition</a:t>
            </a:r>
          </a:p>
        </p:txBody>
      </p:sp>
      <p:sp>
        <p:nvSpPr>
          <p:cNvPr id="6" name="Trapezoid 5">
            <a:extLst>
              <a:ext uri="{FF2B5EF4-FFF2-40B4-BE49-F238E27FC236}">
                <a16:creationId xmlns:a16="http://schemas.microsoft.com/office/drawing/2014/main" id="{BCC706C0-4836-0670-B66B-9DA82AD27C0E}"/>
              </a:ext>
            </a:extLst>
          </p:cNvPr>
          <p:cNvSpPr/>
          <p:nvPr/>
        </p:nvSpPr>
        <p:spPr>
          <a:xfrm rot="5400000">
            <a:off x="1521571" y="3010371"/>
            <a:ext cx="3490748" cy="884548"/>
          </a:xfrm>
          <a:prstGeom prst="trapezoid">
            <a:avLst>
              <a:gd name="adj" fmla="val 168650"/>
            </a:avLst>
          </a:prstGeom>
          <a:gradFill>
            <a:gsLst>
              <a:gs pos="0">
                <a:sysClr val="window" lastClr="FFFFFF"/>
              </a:gs>
              <a:gs pos="100000">
                <a:srgbClr val="12ABDB">
                  <a:lumMod val="20000"/>
                  <a:lumOff val="80000"/>
                </a:srgbClr>
              </a:gs>
            </a:gsLst>
            <a:lin ang="5400000" scaled="0"/>
          </a:gradFill>
          <a:ln w="25400" cap="flat" cmpd="sng" algn="ctr">
            <a:noFill/>
            <a:prstDash val="solid"/>
          </a:ln>
          <a:effectLst/>
        </p:spPr>
        <p:txBody>
          <a:bodyPr rtlCol="0" anchor="ctr"/>
          <a:lstStyle/>
          <a:p>
            <a:pPr algn="ctr" defTabSz="1088239">
              <a:defRPr/>
            </a:pPr>
            <a:endParaRPr lang="en-US" sz="900" kern="0">
              <a:solidFill>
                <a:prstClr val="white"/>
              </a:solidFill>
              <a:latin typeface="Ubuntu"/>
              <a:cs typeface="Arial" pitchFamily="34" charset="0"/>
            </a:endParaRPr>
          </a:p>
        </p:txBody>
      </p:sp>
      <p:sp>
        <p:nvSpPr>
          <p:cNvPr id="20" name="Rectangle 19">
            <a:extLst>
              <a:ext uri="{FF2B5EF4-FFF2-40B4-BE49-F238E27FC236}">
                <a16:creationId xmlns:a16="http://schemas.microsoft.com/office/drawing/2014/main" id="{A1883B8A-555B-DB8B-1BE9-73F8682218BB}"/>
              </a:ext>
            </a:extLst>
          </p:cNvPr>
          <p:cNvSpPr/>
          <p:nvPr/>
        </p:nvSpPr>
        <p:spPr>
          <a:xfrm>
            <a:off x="360805" y="1761917"/>
            <a:ext cx="2463866" cy="3452518"/>
          </a:xfrm>
          <a:prstGeom prst="rect">
            <a:avLst/>
          </a:prstGeom>
          <a:noFill/>
          <a:ln w="19050" cap="flat" cmpd="sng" algn="ctr">
            <a:solidFill>
              <a:srgbClr val="0070AD"/>
            </a:solidFill>
            <a:prstDash val="dash"/>
          </a:ln>
          <a:effectLst/>
        </p:spPr>
        <p:txBody>
          <a:bodyPr rtlCol="0" anchor="t"/>
          <a:lstStyle/>
          <a:p>
            <a:pPr marL="0" marR="0" lvl="0" indent="0" algn="ctr" defTabSz="1088239" eaLnBrk="1" fontAlgn="auto" latinLnBrk="0" hangingPunct="1">
              <a:lnSpc>
                <a:spcPct val="100000"/>
              </a:lnSpc>
              <a:spcBef>
                <a:spcPts val="0"/>
              </a:spcBef>
              <a:spcAft>
                <a:spcPts val="0"/>
              </a:spcAft>
              <a:buClrTx/>
              <a:buSzTx/>
              <a:buFontTx/>
              <a:buNone/>
              <a:tabLst/>
              <a:defRPr/>
            </a:pPr>
            <a:r>
              <a:rPr kumimoji="0" lang="en-GB" sz="1600" b="1" i="0" u="none" strike="noStrike" kern="0" cap="none" spc="0" normalizeH="0" baseline="0" noProof="0">
                <a:ln>
                  <a:noFill/>
                </a:ln>
                <a:solidFill>
                  <a:srgbClr val="0070AD"/>
                </a:solidFill>
                <a:effectLst/>
                <a:uLnTx/>
                <a:uFillTx/>
                <a:latin typeface="Ubuntu"/>
              </a:rPr>
              <a:t>Readiness Criteria</a:t>
            </a:r>
          </a:p>
        </p:txBody>
      </p:sp>
      <p:sp>
        <p:nvSpPr>
          <p:cNvPr id="21" name="Rectangle: Top Corners Rounded 20">
            <a:extLst>
              <a:ext uri="{FF2B5EF4-FFF2-40B4-BE49-F238E27FC236}">
                <a16:creationId xmlns:a16="http://schemas.microsoft.com/office/drawing/2014/main" id="{8FFE728A-873D-B4AF-D341-2E7ED2C5A425}"/>
              </a:ext>
            </a:extLst>
          </p:cNvPr>
          <p:cNvSpPr/>
          <p:nvPr/>
        </p:nvSpPr>
        <p:spPr>
          <a:xfrm>
            <a:off x="360805" y="1341105"/>
            <a:ext cx="2484000" cy="368953"/>
          </a:xfrm>
          <a:prstGeom prst="round2SameRect">
            <a:avLst/>
          </a:prstGeom>
          <a:solidFill>
            <a:srgbClr val="0070AD"/>
          </a:solidFill>
          <a:ln w="12700" cap="flat" cmpd="sng" algn="ctr">
            <a:noFill/>
            <a:prstDash val="solid"/>
            <a:miter lim="800000"/>
          </a:ln>
          <a:effectLst/>
        </p:spPr>
        <p:txBody>
          <a:bodyPr lIns="36005" tIns="36005" rIns="36005" bIns="36005"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100" b="1" i="0" u="none" strike="noStrike" kern="0" cap="none" spc="0" normalizeH="0" baseline="0" noProof="0">
                <a:ln>
                  <a:noFill/>
                </a:ln>
                <a:solidFill>
                  <a:srgbClr val="FFFFFF"/>
                </a:solidFill>
                <a:effectLst/>
                <a:uLnTx/>
                <a:uFillTx/>
                <a:latin typeface="Ubuntu"/>
                <a:ea typeface="+mn-ea"/>
                <a:cs typeface="+mn-cs"/>
              </a:rPr>
              <a:t>Knowledge Transfer Planning Phase</a:t>
            </a:r>
          </a:p>
        </p:txBody>
      </p:sp>
      <p:graphicFrame>
        <p:nvGraphicFramePr>
          <p:cNvPr id="22" name="Table 21">
            <a:extLst>
              <a:ext uri="{FF2B5EF4-FFF2-40B4-BE49-F238E27FC236}">
                <a16:creationId xmlns:a16="http://schemas.microsoft.com/office/drawing/2014/main" id="{1C7EAE3E-B8C5-1934-B975-7CFB1815C98D}"/>
              </a:ext>
            </a:extLst>
          </p:cNvPr>
          <p:cNvGraphicFramePr>
            <a:graphicFrameLocks noGrp="1"/>
          </p:cNvGraphicFramePr>
          <p:nvPr>
            <p:extLst>
              <p:ext uri="{D42A27DB-BD31-4B8C-83A1-F6EECF244321}">
                <p14:modId xmlns:p14="http://schemas.microsoft.com/office/powerpoint/2010/main" val="4273195144"/>
              </p:ext>
            </p:extLst>
          </p:nvPr>
        </p:nvGraphicFramePr>
        <p:xfrm>
          <a:off x="456511" y="2077706"/>
          <a:ext cx="2268000" cy="3240944"/>
        </p:xfrm>
        <a:graphic>
          <a:graphicData uri="http://schemas.openxmlformats.org/drawingml/2006/table">
            <a:tbl>
              <a:tblPr firstCol="1" bandRow="1" bandCol="1"/>
              <a:tblGrid>
                <a:gridCol w="1851856">
                  <a:extLst>
                    <a:ext uri="{9D8B030D-6E8A-4147-A177-3AD203B41FA5}">
                      <a16:colId xmlns:a16="http://schemas.microsoft.com/office/drawing/2014/main" val="20000"/>
                    </a:ext>
                  </a:extLst>
                </a:gridCol>
                <a:gridCol w="416144">
                  <a:extLst>
                    <a:ext uri="{9D8B030D-6E8A-4147-A177-3AD203B41FA5}">
                      <a16:colId xmlns:a16="http://schemas.microsoft.com/office/drawing/2014/main" val="20001"/>
                    </a:ext>
                  </a:extLst>
                </a:gridCol>
              </a:tblGrid>
              <a:tr h="361996">
                <a:tc>
                  <a:txBody>
                    <a:bodyPr/>
                    <a:lstStyle>
                      <a:lvl1pPr marL="0" algn="l" defTabSz="914400" rtl="0" eaLnBrk="1" latinLnBrk="0" hangingPunct="1">
                        <a:defRPr sz="1800" b="1" kern="1200">
                          <a:solidFill>
                            <a:schemeClr val="tx1"/>
                          </a:solidFill>
                          <a:latin typeface="Arial"/>
                        </a:defRPr>
                      </a:lvl1pPr>
                      <a:lvl2pPr marL="457200" algn="l" defTabSz="914400" rtl="0" eaLnBrk="1" latinLnBrk="0" hangingPunct="1">
                        <a:defRPr sz="1800" b="1" kern="1200">
                          <a:solidFill>
                            <a:schemeClr val="tx1"/>
                          </a:solidFill>
                          <a:latin typeface="Arial"/>
                        </a:defRPr>
                      </a:lvl2pPr>
                      <a:lvl3pPr marL="914400" algn="l" defTabSz="914400" rtl="0" eaLnBrk="1" latinLnBrk="0" hangingPunct="1">
                        <a:defRPr sz="1800" b="1" kern="1200">
                          <a:solidFill>
                            <a:schemeClr val="tx1"/>
                          </a:solidFill>
                          <a:latin typeface="Arial"/>
                        </a:defRPr>
                      </a:lvl3pPr>
                      <a:lvl4pPr marL="1371600" algn="l" defTabSz="914400" rtl="0" eaLnBrk="1" latinLnBrk="0" hangingPunct="1">
                        <a:defRPr sz="1800" b="1" kern="1200">
                          <a:solidFill>
                            <a:schemeClr val="tx1"/>
                          </a:solidFill>
                          <a:latin typeface="Arial"/>
                        </a:defRPr>
                      </a:lvl4pPr>
                      <a:lvl5pPr marL="1828800" algn="l" defTabSz="914400" rtl="0" eaLnBrk="1" latinLnBrk="0" hangingPunct="1">
                        <a:defRPr sz="1800" b="1" kern="1200">
                          <a:solidFill>
                            <a:schemeClr val="tx1"/>
                          </a:solidFill>
                          <a:latin typeface="Arial"/>
                        </a:defRPr>
                      </a:lvl5pPr>
                      <a:lvl6pPr marL="2286000" algn="l" defTabSz="914400" rtl="0" eaLnBrk="1" latinLnBrk="0" hangingPunct="1">
                        <a:defRPr sz="1800" b="1" kern="1200">
                          <a:solidFill>
                            <a:schemeClr val="tx1"/>
                          </a:solidFill>
                          <a:latin typeface="Arial"/>
                        </a:defRPr>
                      </a:lvl6pPr>
                      <a:lvl7pPr marL="2743200" algn="l" defTabSz="914400" rtl="0" eaLnBrk="1" latinLnBrk="0" hangingPunct="1">
                        <a:defRPr sz="1800" b="1" kern="1200">
                          <a:solidFill>
                            <a:schemeClr val="tx1"/>
                          </a:solidFill>
                          <a:latin typeface="Arial"/>
                        </a:defRPr>
                      </a:lvl7pPr>
                      <a:lvl8pPr marL="3200400" algn="l" defTabSz="914400" rtl="0" eaLnBrk="1" latinLnBrk="0" hangingPunct="1">
                        <a:defRPr sz="1800" b="1" kern="1200">
                          <a:solidFill>
                            <a:schemeClr val="tx1"/>
                          </a:solidFill>
                          <a:latin typeface="Arial"/>
                        </a:defRPr>
                      </a:lvl8pPr>
                      <a:lvl9pPr marL="3657600" algn="l" defTabSz="914400" rtl="0" eaLnBrk="1" latinLnBrk="0" hangingPunct="1">
                        <a:defRPr sz="1800" b="1" kern="1200">
                          <a:solidFill>
                            <a:schemeClr val="tx1"/>
                          </a:solidFill>
                          <a:latin typeface="Aria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900" b="0" kern="1200" noProof="0">
                          <a:solidFill>
                            <a:sysClr val="windowText" lastClr="000000"/>
                          </a:solidFill>
                          <a:latin typeface="+mj-lt"/>
                          <a:ea typeface="+mn-ea"/>
                          <a:cs typeface="+mn-cs"/>
                        </a:rPr>
                        <a:t>Resource onboarded and KT readiness check</a:t>
                      </a:r>
                    </a:p>
                  </a:txBody>
                  <a:tcPr marL="99060" marR="99060" anchor="ctr">
                    <a:lnL w="12700" cap="flat" cmpd="sng" algn="ctr">
                      <a:solidFill>
                        <a:srgbClr val="000000">
                          <a:lumMod val="75000"/>
                          <a:lumOff val="25000"/>
                        </a:srgbClr>
                      </a:solidFill>
                      <a:prstDash val="sysDot"/>
                      <a:round/>
                      <a:headEnd type="none" w="med" len="med"/>
                      <a:tailEnd type="none" w="med" len="med"/>
                    </a:lnL>
                    <a:lnR w="12700" cap="flat" cmpd="sng" algn="ctr">
                      <a:solidFill>
                        <a:srgbClr val="000000">
                          <a:lumMod val="75000"/>
                          <a:lumOff val="25000"/>
                        </a:srgbClr>
                      </a:solidFill>
                      <a:prstDash val="sysDot"/>
                      <a:round/>
                      <a:headEnd type="none" w="med" len="med"/>
                      <a:tailEnd type="none" w="med" len="med"/>
                    </a:lnR>
                    <a:lnT w="12700" cap="flat" cmpd="sng" algn="ctr">
                      <a:solidFill>
                        <a:srgbClr val="000000">
                          <a:lumMod val="75000"/>
                          <a:lumOff val="25000"/>
                        </a:srgbClr>
                      </a:solidFill>
                      <a:prstDash val="sysDot"/>
                      <a:round/>
                      <a:headEnd type="none" w="med" len="med"/>
                      <a:tailEnd type="none" w="med" len="med"/>
                    </a:lnT>
                    <a:lnB w="12700" cap="flat" cmpd="sng" algn="ctr">
                      <a:solidFill>
                        <a:srgbClr val="000000">
                          <a:lumMod val="75000"/>
                          <a:lumOff val="25000"/>
                        </a:srgbClr>
                      </a:solidFill>
                      <a:prstDash val="sysDot"/>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indent="0" algn="ctr" defTabSz="914400" rtl="0" eaLnBrk="1" fontAlgn="auto" latinLnBrk="0" hangingPunct="1">
                        <a:lnSpc>
                          <a:spcPct val="100000"/>
                        </a:lnSpc>
                        <a:spcBef>
                          <a:spcPts val="0"/>
                        </a:spcBef>
                        <a:spcAft>
                          <a:spcPts val="0"/>
                        </a:spcAft>
                        <a:buClrTx/>
                        <a:buSzTx/>
                        <a:buFont typeface="Wingdings" pitchFamily="2" charset="2"/>
                        <a:buNone/>
                        <a:tabLst/>
                        <a:defRPr/>
                      </a:pPr>
                      <a:r>
                        <a:rPr lang="en-GB" sz="1800" noProof="0">
                          <a:ln>
                            <a:solidFill>
                              <a:srgbClr val="00B050"/>
                            </a:solidFill>
                          </a:ln>
                          <a:solidFill>
                            <a:srgbClr val="00B050"/>
                          </a:solidFill>
                          <a:latin typeface="+mj-lt"/>
                          <a:sym typeface="Wingdings" panose="05000000000000000000" pitchFamily="2" charset="2"/>
                        </a:rPr>
                        <a:t></a:t>
                      </a:r>
                      <a:endParaRPr lang="en-GB" sz="1800" noProof="0">
                        <a:ln>
                          <a:solidFill>
                            <a:srgbClr val="00B050"/>
                          </a:solidFill>
                        </a:ln>
                        <a:solidFill>
                          <a:srgbClr val="00B050"/>
                        </a:solidFill>
                        <a:latin typeface="+mj-lt"/>
                      </a:endParaRPr>
                    </a:p>
                  </a:txBody>
                  <a:tcPr marL="99060" marR="99060" anchor="ctr">
                    <a:lnL w="12700" cap="flat" cmpd="sng" algn="ctr">
                      <a:solidFill>
                        <a:srgbClr val="000000">
                          <a:lumMod val="75000"/>
                          <a:lumOff val="25000"/>
                        </a:srgbClr>
                      </a:solidFill>
                      <a:prstDash val="sysDot"/>
                      <a:round/>
                      <a:headEnd type="none" w="med" len="med"/>
                      <a:tailEnd type="none" w="med" len="med"/>
                    </a:lnL>
                    <a:lnR w="12700" cap="flat" cmpd="sng" algn="ctr">
                      <a:solidFill>
                        <a:srgbClr val="000000">
                          <a:lumMod val="75000"/>
                          <a:lumOff val="25000"/>
                        </a:srgbClr>
                      </a:solidFill>
                      <a:prstDash val="sysDot"/>
                      <a:round/>
                      <a:headEnd type="none" w="med" len="med"/>
                      <a:tailEnd type="none" w="med" len="med"/>
                    </a:lnR>
                    <a:lnT w="12700" cap="flat" cmpd="sng" algn="ctr">
                      <a:solidFill>
                        <a:srgbClr val="000000">
                          <a:lumMod val="75000"/>
                          <a:lumOff val="25000"/>
                        </a:srgbClr>
                      </a:solidFill>
                      <a:prstDash val="sysDot"/>
                      <a:round/>
                      <a:headEnd type="none" w="med" len="med"/>
                      <a:tailEnd type="none" w="med" len="med"/>
                    </a:lnT>
                    <a:lnB w="12700" cap="flat" cmpd="sng" algn="ctr">
                      <a:solidFill>
                        <a:srgbClr val="000000">
                          <a:lumMod val="75000"/>
                          <a:lumOff val="25000"/>
                        </a:srgbClr>
                      </a:solidFill>
                      <a:prstDash val="sysDot"/>
                      <a:round/>
                      <a:headEnd type="none" w="med" len="med"/>
                      <a:tailEnd type="none" w="med" len="med"/>
                    </a:lnB>
                    <a:lnTlToBr w="12700" cmpd="sng">
                      <a:noFill/>
                      <a:prstDash val="solid"/>
                    </a:lnTlToBr>
                    <a:lnBlToTr w="12700" cmpd="sng">
                      <a:noFill/>
                      <a:prstDash val="solid"/>
                    </a:lnBlToTr>
                    <a:solidFill>
                      <a:srgbClr val="FFFFFF">
                        <a:lumMod val="95000"/>
                      </a:srgbClr>
                    </a:solidFill>
                  </a:tcPr>
                </a:tc>
                <a:extLst>
                  <a:ext uri="{0D108BD9-81ED-4DB2-BD59-A6C34878D82A}">
                    <a16:rowId xmlns:a16="http://schemas.microsoft.com/office/drawing/2014/main" val="10000"/>
                  </a:ext>
                </a:extLst>
              </a:tr>
              <a:tr h="361996">
                <a:tc>
                  <a:txBody>
                    <a:bodyPr/>
                    <a:lstStyle>
                      <a:lvl1pPr marL="0" algn="l" defTabSz="914400" rtl="0" eaLnBrk="1" latinLnBrk="0" hangingPunct="1">
                        <a:defRPr sz="1800" b="1" kern="1200">
                          <a:solidFill>
                            <a:schemeClr val="tx1"/>
                          </a:solidFill>
                          <a:latin typeface="Arial"/>
                        </a:defRPr>
                      </a:lvl1pPr>
                      <a:lvl2pPr marL="457200" algn="l" defTabSz="914400" rtl="0" eaLnBrk="1" latinLnBrk="0" hangingPunct="1">
                        <a:defRPr sz="1800" b="1" kern="1200">
                          <a:solidFill>
                            <a:schemeClr val="tx1"/>
                          </a:solidFill>
                          <a:latin typeface="Arial"/>
                        </a:defRPr>
                      </a:lvl2pPr>
                      <a:lvl3pPr marL="914400" algn="l" defTabSz="914400" rtl="0" eaLnBrk="1" latinLnBrk="0" hangingPunct="1">
                        <a:defRPr sz="1800" b="1" kern="1200">
                          <a:solidFill>
                            <a:schemeClr val="tx1"/>
                          </a:solidFill>
                          <a:latin typeface="Arial"/>
                        </a:defRPr>
                      </a:lvl3pPr>
                      <a:lvl4pPr marL="1371600" algn="l" defTabSz="914400" rtl="0" eaLnBrk="1" latinLnBrk="0" hangingPunct="1">
                        <a:defRPr sz="1800" b="1" kern="1200">
                          <a:solidFill>
                            <a:schemeClr val="tx1"/>
                          </a:solidFill>
                          <a:latin typeface="Arial"/>
                        </a:defRPr>
                      </a:lvl4pPr>
                      <a:lvl5pPr marL="1828800" algn="l" defTabSz="914400" rtl="0" eaLnBrk="1" latinLnBrk="0" hangingPunct="1">
                        <a:defRPr sz="1800" b="1" kern="1200">
                          <a:solidFill>
                            <a:schemeClr val="tx1"/>
                          </a:solidFill>
                          <a:latin typeface="Arial"/>
                        </a:defRPr>
                      </a:lvl5pPr>
                      <a:lvl6pPr marL="2286000" algn="l" defTabSz="914400" rtl="0" eaLnBrk="1" latinLnBrk="0" hangingPunct="1">
                        <a:defRPr sz="1800" b="1" kern="1200">
                          <a:solidFill>
                            <a:schemeClr val="tx1"/>
                          </a:solidFill>
                          <a:latin typeface="Arial"/>
                        </a:defRPr>
                      </a:lvl6pPr>
                      <a:lvl7pPr marL="2743200" algn="l" defTabSz="914400" rtl="0" eaLnBrk="1" latinLnBrk="0" hangingPunct="1">
                        <a:defRPr sz="1800" b="1" kern="1200">
                          <a:solidFill>
                            <a:schemeClr val="tx1"/>
                          </a:solidFill>
                          <a:latin typeface="Arial"/>
                        </a:defRPr>
                      </a:lvl7pPr>
                      <a:lvl8pPr marL="3200400" algn="l" defTabSz="914400" rtl="0" eaLnBrk="1" latinLnBrk="0" hangingPunct="1">
                        <a:defRPr sz="1800" b="1" kern="1200">
                          <a:solidFill>
                            <a:schemeClr val="tx1"/>
                          </a:solidFill>
                          <a:latin typeface="Arial"/>
                        </a:defRPr>
                      </a:lvl8pPr>
                      <a:lvl9pPr marL="3657600" algn="l" defTabSz="914400" rtl="0" eaLnBrk="1" latinLnBrk="0" hangingPunct="1">
                        <a:defRPr sz="1800" b="1" kern="1200">
                          <a:solidFill>
                            <a:schemeClr val="tx1"/>
                          </a:solidFill>
                          <a:latin typeface="Aria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900" b="0" kern="1200" noProof="0">
                          <a:solidFill>
                            <a:sysClr val="windowText" lastClr="000000"/>
                          </a:solidFill>
                          <a:latin typeface="+mj-lt"/>
                          <a:ea typeface="+mn-ea"/>
                          <a:cs typeface="+mn-cs"/>
                        </a:rPr>
                        <a:t>Knowledge Acquisition Plan for applications and roles</a:t>
                      </a:r>
                    </a:p>
                  </a:txBody>
                  <a:tcPr marL="99060" marR="99060" anchor="ctr">
                    <a:lnL w="12700" cap="flat" cmpd="sng" algn="ctr">
                      <a:solidFill>
                        <a:srgbClr val="000000">
                          <a:lumMod val="75000"/>
                          <a:lumOff val="25000"/>
                        </a:srgbClr>
                      </a:solidFill>
                      <a:prstDash val="sysDot"/>
                      <a:round/>
                      <a:headEnd type="none" w="med" len="med"/>
                      <a:tailEnd type="none" w="med" len="med"/>
                    </a:lnL>
                    <a:lnR w="12700" cap="flat" cmpd="sng" algn="ctr">
                      <a:solidFill>
                        <a:srgbClr val="000000">
                          <a:lumMod val="75000"/>
                          <a:lumOff val="25000"/>
                        </a:srgbClr>
                      </a:solidFill>
                      <a:prstDash val="sysDot"/>
                      <a:round/>
                      <a:headEnd type="none" w="med" len="med"/>
                      <a:tailEnd type="none" w="med" len="med"/>
                    </a:lnR>
                    <a:lnT w="12700" cap="flat" cmpd="sng" algn="ctr">
                      <a:solidFill>
                        <a:srgbClr val="000000">
                          <a:lumMod val="75000"/>
                          <a:lumOff val="25000"/>
                        </a:srgbClr>
                      </a:solidFill>
                      <a:prstDash val="sysDot"/>
                      <a:round/>
                      <a:headEnd type="none" w="med" len="med"/>
                      <a:tailEnd type="none" w="med" len="med"/>
                    </a:lnT>
                    <a:lnB w="12700" cap="flat" cmpd="sng" algn="ctr">
                      <a:solidFill>
                        <a:srgbClr val="000000">
                          <a:lumMod val="75000"/>
                          <a:lumOff val="25000"/>
                        </a:srgbClr>
                      </a:solidFill>
                      <a:prstDash val="sysDot"/>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defTabSz="914400" rtl="0" eaLnBrk="1" fontAlgn="auto" latinLnBrk="0" hangingPunct="1">
                        <a:lnSpc>
                          <a:spcPct val="100000"/>
                        </a:lnSpc>
                        <a:spcBef>
                          <a:spcPts val="0"/>
                        </a:spcBef>
                        <a:spcAft>
                          <a:spcPts val="0"/>
                        </a:spcAft>
                        <a:buClrTx/>
                        <a:buSzTx/>
                        <a:buFont typeface="Wingdings" pitchFamily="2" charset="2"/>
                        <a:buNone/>
                        <a:tabLst/>
                        <a:defRPr/>
                      </a:pPr>
                      <a:r>
                        <a:rPr kumimoji="0" lang="en-GB" sz="1800" b="0" i="0" u="none" strike="noStrike" kern="1200" cap="none" spc="0" normalizeH="0" baseline="0" noProof="0">
                          <a:ln>
                            <a:solidFill>
                              <a:srgbClr val="00B050"/>
                            </a:solidFill>
                          </a:ln>
                          <a:solidFill>
                            <a:srgbClr val="00B050"/>
                          </a:solidFill>
                          <a:effectLst/>
                          <a:uLnTx/>
                          <a:uFillTx/>
                          <a:latin typeface="+mj-lt"/>
                          <a:ea typeface="+mn-ea"/>
                          <a:cs typeface="+mn-cs"/>
                          <a:sym typeface="Wingdings" panose="05000000000000000000" pitchFamily="2" charset="2"/>
                        </a:rPr>
                        <a:t></a:t>
                      </a:r>
                      <a:endParaRPr kumimoji="0" lang="en-GB" sz="1800" b="0" i="0" u="none" strike="noStrike" kern="1200" cap="none" spc="0" normalizeH="0" baseline="0" noProof="0">
                        <a:ln>
                          <a:solidFill>
                            <a:srgbClr val="00B050"/>
                          </a:solidFill>
                        </a:ln>
                        <a:solidFill>
                          <a:srgbClr val="00B050"/>
                        </a:solidFill>
                        <a:effectLst/>
                        <a:uLnTx/>
                        <a:uFillTx/>
                        <a:latin typeface="+mj-lt"/>
                        <a:ea typeface="+mn-ea"/>
                        <a:cs typeface="+mn-cs"/>
                      </a:endParaRPr>
                    </a:p>
                  </a:txBody>
                  <a:tcPr marL="99060" marR="99060" anchor="ctr">
                    <a:lnL w="12700" cap="flat" cmpd="sng" algn="ctr">
                      <a:solidFill>
                        <a:srgbClr val="000000">
                          <a:lumMod val="75000"/>
                          <a:lumOff val="25000"/>
                        </a:srgbClr>
                      </a:solidFill>
                      <a:prstDash val="sysDot"/>
                      <a:round/>
                      <a:headEnd type="none" w="med" len="med"/>
                      <a:tailEnd type="none" w="med" len="med"/>
                    </a:lnL>
                    <a:lnR w="12700" cap="flat" cmpd="sng" algn="ctr">
                      <a:solidFill>
                        <a:srgbClr val="000000">
                          <a:lumMod val="75000"/>
                          <a:lumOff val="25000"/>
                        </a:srgbClr>
                      </a:solidFill>
                      <a:prstDash val="sysDot"/>
                      <a:round/>
                      <a:headEnd type="none" w="med" len="med"/>
                      <a:tailEnd type="none" w="med" len="med"/>
                    </a:lnR>
                    <a:lnT w="12700" cap="flat" cmpd="sng" algn="ctr">
                      <a:solidFill>
                        <a:srgbClr val="000000">
                          <a:lumMod val="75000"/>
                          <a:lumOff val="25000"/>
                        </a:srgbClr>
                      </a:solidFill>
                      <a:prstDash val="sysDot"/>
                      <a:round/>
                      <a:headEnd type="none" w="med" len="med"/>
                      <a:tailEnd type="none" w="med" len="med"/>
                    </a:lnT>
                    <a:lnB w="12700" cap="flat" cmpd="sng" algn="ctr">
                      <a:solidFill>
                        <a:srgbClr val="000000">
                          <a:lumMod val="75000"/>
                          <a:lumOff val="25000"/>
                        </a:srgbClr>
                      </a:solidFill>
                      <a:prstDash val="sysDot"/>
                      <a:round/>
                      <a:headEnd type="none" w="med" len="med"/>
                      <a:tailEnd type="none" w="med" len="med"/>
                    </a:lnB>
                    <a:lnTlToBr w="12700" cmpd="sng">
                      <a:noFill/>
                      <a:prstDash val="solid"/>
                    </a:lnTlToBr>
                    <a:lnBlToTr w="12700" cmpd="sng">
                      <a:noFill/>
                      <a:prstDash val="solid"/>
                    </a:lnBlToTr>
                    <a:solidFill>
                      <a:srgbClr val="FFFFFF">
                        <a:lumMod val="95000"/>
                      </a:srgbClr>
                    </a:solidFill>
                  </a:tcPr>
                </a:tc>
                <a:extLst>
                  <a:ext uri="{0D108BD9-81ED-4DB2-BD59-A6C34878D82A}">
                    <a16:rowId xmlns:a16="http://schemas.microsoft.com/office/drawing/2014/main" val="10001"/>
                  </a:ext>
                </a:extLst>
              </a:tr>
              <a:tr h="497744">
                <a:tc>
                  <a:txBody>
                    <a:bodyPr/>
                    <a:lstStyle>
                      <a:lvl1pPr marL="0" algn="l" defTabSz="914400" rtl="0" eaLnBrk="1" latinLnBrk="0" hangingPunct="1">
                        <a:defRPr sz="1800" b="1" kern="1200">
                          <a:solidFill>
                            <a:schemeClr val="tx1"/>
                          </a:solidFill>
                          <a:latin typeface="Arial"/>
                        </a:defRPr>
                      </a:lvl1pPr>
                      <a:lvl2pPr marL="457200" algn="l" defTabSz="914400" rtl="0" eaLnBrk="1" latinLnBrk="0" hangingPunct="1">
                        <a:defRPr sz="1800" b="1" kern="1200">
                          <a:solidFill>
                            <a:schemeClr val="tx1"/>
                          </a:solidFill>
                          <a:latin typeface="Arial"/>
                        </a:defRPr>
                      </a:lvl2pPr>
                      <a:lvl3pPr marL="914400" algn="l" defTabSz="914400" rtl="0" eaLnBrk="1" latinLnBrk="0" hangingPunct="1">
                        <a:defRPr sz="1800" b="1" kern="1200">
                          <a:solidFill>
                            <a:schemeClr val="tx1"/>
                          </a:solidFill>
                          <a:latin typeface="Arial"/>
                        </a:defRPr>
                      </a:lvl3pPr>
                      <a:lvl4pPr marL="1371600" algn="l" defTabSz="914400" rtl="0" eaLnBrk="1" latinLnBrk="0" hangingPunct="1">
                        <a:defRPr sz="1800" b="1" kern="1200">
                          <a:solidFill>
                            <a:schemeClr val="tx1"/>
                          </a:solidFill>
                          <a:latin typeface="Arial"/>
                        </a:defRPr>
                      </a:lvl4pPr>
                      <a:lvl5pPr marL="1828800" algn="l" defTabSz="914400" rtl="0" eaLnBrk="1" latinLnBrk="0" hangingPunct="1">
                        <a:defRPr sz="1800" b="1" kern="1200">
                          <a:solidFill>
                            <a:schemeClr val="tx1"/>
                          </a:solidFill>
                          <a:latin typeface="Arial"/>
                        </a:defRPr>
                      </a:lvl5pPr>
                      <a:lvl6pPr marL="2286000" algn="l" defTabSz="914400" rtl="0" eaLnBrk="1" latinLnBrk="0" hangingPunct="1">
                        <a:defRPr sz="1800" b="1" kern="1200">
                          <a:solidFill>
                            <a:schemeClr val="tx1"/>
                          </a:solidFill>
                          <a:latin typeface="Arial"/>
                        </a:defRPr>
                      </a:lvl6pPr>
                      <a:lvl7pPr marL="2743200" algn="l" defTabSz="914400" rtl="0" eaLnBrk="1" latinLnBrk="0" hangingPunct="1">
                        <a:defRPr sz="1800" b="1" kern="1200">
                          <a:solidFill>
                            <a:schemeClr val="tx1"/>
                          </a:solidFill>
                          <a:latin typeface="Arial"/>
                        </a:defRPr>
                      </a:lvl7pPr>
                      <a:lvl8pPr marL="3200400" algn="l" defTabSz="914400" rtl="0" eaLnBrk="1" latinLnBrk="0" hangingPunct="1">
                        <a:defRPr sz="1800" b="1" kern="1200">
                          <a:solidFill>
                            <a:schemeClr val="tx1"/>
                          </a:solidFill>
                          <a:latin typeface="Arial"/>
                        </a:defRPr>
                      </a:lvl8pPr>
                      <a:lvl9pPr marL="3657600" algn="l" defTabSz="914400" rtl="0" eaLnBrk="1" latinLnBrk="0" hangingPunct="1">
                        <a:defRPr sz="1800" b="1" kern="1200">
                          <a:solidFill>
                            <a:schemeClr val="tx1"/>
                          </a:solidFill>
                          <a:latin typeface="Aria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900" b="0" kern="1200" noProof="0">
                          <a:solidFill>
                            <a:sysClr val="windowText" lastClr="000000"/>
                          </a:solidFill>
                          <a:latin typeface="+mj-lt"/>
                          <a:ea typeface="+mn-ea"/>
                          <a:cs typeface="+mn-cs"/>
                        </a:rPr>
                        <a:t>Connectivity and Access to LLA applications, system, login IDs completed</a:t>
                      </a:r>
                    </a:p>
                  </a:txBody>
                  <a:tcPr marL="99060" marR="99060" anchor="ctr">
                    <a:lnL w="12700" cap="flat" cmpd="sng" algn="ctr">
                      <a:solidFill>
                        <a:srgbClr val="000000">
                          <a:lumMod val="75000"/>
                          <a:lumOff val="25000"/>
                        </a:srgbClr>
                      </a:solidFill>
                      <a:prstDash val="sysDot"/>
                      <a:round/>
                      <a:headEnd type="none" w="med" len="med"/>
                      <a:tailEnd type="none" w="med" len="med"/>
                    </a:lnL>
                    <a:lnR w="12700" cap="flat" cmpd="sng" algn="ctr">
                      <a:solidFill>
                        <a:srgbClr val="000000">
                          <a:lumMod val="75000"/>
                          <a:lumOff val="25000"/>
                        </a:srgbClr>
                      </a:solidFill>
                      <a:prstDash val="sysDot"/>
                      <a:round/>
                      <a:headEnd type="none" w="med" len="med"/>
                      <a:tailEnd type="none" w="med" len="med"/>
                    </a:lnR>
                    <a:lnT w="12700" cap="flat" cmpd="sng" algn="ctr">
                      <a:solidFill>
                        <a:srgbClr val="000000">
                          <a:lumMod val="75000"/>
                          <a:lumOff val="25000"/>
                        </a:srgbClr>
                      </a:solidFill>
                      <a:prstDash val="sysDot"/>
                      <a:round/>
                      <a:headEnd type="none" w="med" len="med"/>
                      <a:tailEnd type="none" w="med" len="med"/>
                    </a:lnT>
                    <a:lnB w="12700" cap="flat" cmpd="sng" algn="ctr">
                      <a:solidFill>
                        <a:srgbClr val="000000">
                          <a:lumMod val="75000"/>
                          <a:lumOff val="25000"/>
                        </a:srgbClr>
                      </a:solidFill>
                      <a:prstDash val="sysDot"/>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defTabSz="914400" rtl="0" eaLnBrk="1" fontAlgn="auto" latinLnBrk="0" hangingPunct="1">
                        <a:lnSpc>
                          <a:spcPct val="100000"/>
                        </a:lnSpc>
                        <a:spcBef>
                          <a:spcPts val="0"/>
                        </a:spcBef>
                        <a:spcAft>
                          <a:spcPts val="0"/>
                        </a:spcAft>
                        <a:buClrTx/>
                        <a:buSzTx/>
                        <a:buFont typeface="Wingdings" pitchFamily="2" charset="2"/>
                        <a:buNone/>
                        <a:tabLst/>
                        <a:defRPr/>
                      </a:pPr>
                      <a:r>
                        <a:rPr kumimoji="0" lang="en-GB" sz="1800" b="0" i="0" u="none" strike="noStrike" kern="1200" cap="none" spc="0" normalizeH="0" baseline="0" noProof="0">
                          <a:ln>
                            <a:solidFill>
                              <a:srgbClr val="00B050"/>
                            </a:solidFill>
                          </a:ln>
                          <a:solidFill>
                            <a:srgbClr val="00B050"/>
                          </a:solidFill>
                          <a:effectLst/>
                          <a:uLnTx/>
                          <a:uFillTx/>
                          <a:latin typeface="+mj-lt"/>
                          <a:ea typeface="+mn-ea"/>
                          <a:cs typeface="+mn-cs"/>
                          <a:sym typeface="Wingdings" panose="05000000000000000000" pitchFamily="2" charset="2"/>
                        </a:rPr>
                        <a:t></a:t>
                      </a:r>
                      <a:endParaRPr kumimoji="0" lang="en-GB" sz="1800" b="0" i="0" u="none" strike="noStrike" kern="1200" cap="none" spc="0" normalizeH="0" baseline="0" noProof="0">
                        <a:ln>
                          <a:solidFill>
                            <a:srgbClr val="00B050"/>
                          </a:solidFill>
                        </a:ln>
                        <a:solidFill>
                          <a:srgbClr val="00B050"/>
                        </a:solidFill>
                        <a:effectLst/>
                        <a:uLnTx/>
                        <a:uFillTx/>
                        <a:latin typeface="+mj-lt"/>
                        <a:ea typeface="+mn-ea"/>
                        <a:cs typeface="+mn-cs"/>
                      </a:endParaRPr>
                    </a:p>
                  </a:txBody>
                  <a:tcPr marL="99060" marR="99060" anchor="ctr">
                    <a:lnL w="12700" cap="flat" cmpd="sng" algn="ctr">
                      <a:solidFill>
                        <a:srgbClr val="000000">
                          <a:lumMod val="75000"/>
                          <a:lumOff val="25000"/>
                        </a:srgbClr>
                      </a:solidFill>
                      <a:prstDash val="sysDot"/>
                      <a:round/>
                      <a:headEnd type="none" w="med" len="med"/>
                      <a:tailEnd type="none" w="med" len="med"/>
                    </a:lnL>
                    <a:lnR w="12700" cap="flat" cmpd="sng" algn="ctr">
                      <a:solidFill>
                        <a:srgbClr val="000000">
                          <a:lumMod val="75000"/>
                          <a:lumOff val="25000"/>
                        </a:srgbClr>
                      </a:solidFill>
                      <a:prstDash val="sysDot"/>
                      <a:round/>
                      <a:headEnd type="none" w="med" len="med"/>
                      <a:tailEnd type="none" w="med" len="med"/>
                    </a:lnR>
                    <a:lnT w="12700" cap="flat" cmpd="sng" algn="ctr">
                      <a:solidFill>
                        <a:srgbClr val="000000">
                          <a:lumMod val="75000"/>
                          <a:lumOff val="25000"/>
                        </a:srgbClr>
                      </a:solidFill>
                      <a:prstDash val="sysDot"/>
                      <a:round/>
                      <a:headEnd type="none" w="med" len="med"/>
                      <a:tailEnd type="none" w="med" len="med"/>
                    </a:lnT>
                    <a:lnB w="12700" cap="flat" cmpd="sng" algn="ctr">
                      <a:solidFill>
                        <a:srgbClr val="000000">
                          <a:lumMod val="75000"/>
                          <a:lumOff val="25000"/>
                        </a:srgbClr>
                      </a:solidFill>
                      <a:prstDash val="sysDot"/>
                      <a:round/>
                      <a:headEnd type="none" w="med" len="med"/>
                      <a:tailEnd type="none" w="med" len="med"/>
                    </a:lnB>
                    <a:lnTlToBr w="12700" cmpd="sng">
                      <a:noFill/>
                      <a:prstDash val="solid"/>
                    </a:lnTlToBr>
                    <a:lnBlToTr w="12700" cmpd="sng">
                      <a:noFill/>
                      <a:prstDash val="solid"/>
                    </a:lnBlToTr>
                    <a:solidFill>
                      <a:srgbClr val="FFFFFF">
                        <a:lumMod val="95000"/>
                      </a:srgbClr>
                    </a:solidFill>
                  </a:tcPr>
                </a:tc>
                <a:extLst>
                  <a:ext uri="{0D108BD9-81ED-4DB2-BD59-A6C34878D82A}">
                    <a16:rowId xmlns:a16="http://schemas.microsoft.com/office/drawing/2014/main" val="10002"/>
                  </a:ext>
                </a:extLst>
              </a:tr>
              <a:tr h="497744">
                <a:tc>
                  <a:txBody>
                    <a:bodyPr/>
                    <a:lstStyle>
                      <a:lvl1pPr marL="0" algn="l" defTabSz="914400" rtl="0" eaLnBrk="1" latinLnBrk="0" hangingPunct="1">
                        <a:defRPr sz="1800" b="1" kern="1200">
                          <a:solidFill>
                            <a:schemeClr val="tx1"/>
                          </a:solidFill>
                          <a:latin typeface="Arial"/>
                        </a:defRPr>
                      </a:lvl1pPr>
                      <a:lvl2pPr marL="457200" algn="l" defTabSz="914400" rtl="0" eaLnBrk="1" latinLnBrk="0" hangingPunct="1">
                        <a:defRPr sz="1800" b="1" kern="1200">
                          <a:solidFill>
                            <a:schemeClr val="tx1"/>
                          </a:solidFill>
                          <a:latin typeface="Arial"/>
                        </a:defRPr>
                      </a:lvl2pPr>
                      <a:lvl3pPr marL="914400" algn="l" defTabSz="914400" rtl="0" eaLnBrk="1" latinLnBrk="0" hangingPunct="1">
                        <a:defRPr sz="1800" b="1" kern="1200">
                          <a:solidFill>
                            <a:schemeClr val="tx1"/>
                          </a:solidFill>
                          <a:latin typeface="Arial"/>
                        </a:defRPr>
                      </a:lvl3pPr>
                      <a:lvl4pPr marL="1371600" algn="l" defTabSz="914400" rtl="0" eaLnBrk="1" latinLnBrk="0" hangingPunct="1">
                        <a:defRPr sz="1800" b="1" kern="1200">
                          <a:solidFill>
                            <a:schemeClr val="tx1"/>
                          </a:solidFill>
                          <a:latin typeface="Arial"/>
                        </a:defRPr>
                      </a:lvl4pPr>
                      <a:lvl5pPr marL="1828800" algn="l" defTabSz="914400" rtl="0" eaLnBrk="1" latinLnBrk="0" hangingPunct="1">
                        <a:defRPr sz="1800" b="1" kern="1200">
                          <a:solidFill>
                            <a:schemeClr val="tx1"/>
                          </a:solidFill>
                          <a:latin typeface="Arial"/>
                        </a:defRPr>
                      </a:lvl5pPr>
                      <a:lvl6pPr marL="2286000" algn="l" defTabSz="914400" rtl="0" eaLnBrk="1" latinLnBrk="0" hangingPunct="1">
                        <a:defRPr sz="1800" b="1" kern="1200">
                          <a:solidFill>
                            <a:schemeClr val="tx1"/>
                          </a:solidFill>
                          <a:latin typeface="Arial"/>
                        </a:defRPr>
                      </a:lvl6pPr>
                      <a:lvl7pPr marL="2743200" algn="l" defTabSz="914400" rtl="0" eaLnBrk="1" latinLnBrk="0" hangingPunct="1">
                        <a:defRPr sz="1800" b="1" kern="1200">
                          <a:solidFill>
                            <a:schemeClr val="tx1"/>
                          </a:solidFill>
                          <a:latin typeface="Arial"/>
                        </a:defRPr>
                      </a:lvl7pPr>
                      <a:lvl8pPr marL="3200400" algn="l" defTabSz="914400" rtl="0" eaLnBrk="1" latinLnBrk="0" hangingPunct="1">
                        <a:defRPr sz="1800" b="1" kern="1200">
                          <a:solidFill>
                            <a:schemeClr val="tx1"/>
                          </a:solidFill>
                          <a:latin typeface="Arial"/>
                        </a:defRPr>
                      </a:lvl8pPr>
                      <a:lvl9pPr marL="3657600" algn="l" defTabSz="914400" rtl="0" eaLnBrk="1" latinLnBrk="0" hangingPunct="1">
                        <a:defRPr sz="1800" b="1" kern="1200">
                          <a:solidFill>
                            <a:schemeClr val="tx1"/>
                          </a:solidFill>
                          <a:latin typeface="Aria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900" b="0" kern="1200" noProof="0">
                          <a:solidFill>
                            <a:sysClr val="windowText" lastClr="000000"/>
                          </a:solidFill>
                          <a:latin typeface="+mj-lt"/>
                          <a:ea typeface="+mn-ea"/>
                          <a:cs typeface="+mn-cs"/>
                        </a:rPr>
                        <a:t>Access to Documentation and environments </a:t>
                      </a:r>
                    </a:p>
                  </a:txBody>
                  <a:tcPr marL="99060" marR="99060" anchor="ctr">
                    <a:lnL w="12700" cap="flat" cmpd="sng" algn="ctr">
                      <a:solidFill>
                        <a:srgbClr val="000000">
                          <a:lumMod val="75000"/>
                          <a:lumOff val="25000"/>
                        </a:srgbClr>
                      </a:solidFill>
                      <a:prstDash val="sysDot"/>
                      <a:round/>
                      <a:headEnd type="none" w="med" len="med"/>
                      <a:tailEnd type="none" w="med" len="med"/>
                    </a:lnL>
                    <a:lnR w="12700" cap="flat" cmpd="sng" algn="ctr">
                      <a:solidFill>
                        <a:srgbClr val="000000">
                          <a:lumMod val="75000"/>
                          <a:lumOff val="25000"/>
                        </a:srgbClr>
                      </a:solidFill>
                      <a:prstDash val="sysDot"/>
                      <a:round/>
                      <a:headEnd type="none" w="med" len="med"/>
                      <a:tailEnd type="none" w="med" len="med"/>
                    </a:lnR>
                    <a:lnT w="12700" cap="flat" cmpd="sng" algn="ctr">
                      <a:solidFill>
                        <a:srgbClr val="000000">
                          <a:lumMod val="75000"/>
                          <a:lumOff val="25000"/>
                        </a:srgbClr>
                      </a:solidFill>
                      <a:prstDash val="sysDot"/>
                      <a:round/>
                      <a:headEnd type="none" w="med" len="med"/>
                      <a:tailEnd type="none" w="med" len="med"/>
                    </a:lnT>
                    <a:lnB w="12700" cap="flat" cmpd="sng" algn="ctr">
                      <a:solidFill>
                        <a:srgbClr val="000000">
                          <a:lumMod val="75000"/>
                          <a:lumOff val="25000"/>
                        </a:srgbClr>
                      </a:solidFill>
                      <a:prstDash val="sysDot"/>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defTabSz="914400" rtl="0" eaLnBrk="1" fontAlgn="auto" latinLnBrk="0" hangingPunct="1">
                        <a:lnSpc>
                          <a:spcPct val="100000"/>
                        </a:lnSpc>
                        <a:spcBef>
                          <a:spcPts val="0"/>
                        </a:spcBef>
                        <a:spcAft>
                          <a:spcPts val="0"/>
                        </a:spcAft>
                        <a:buClrTx/>
                        <a:buSzTx/>
                        <a:buFont typeface="Wingdings" pitchFamily="2" charset="2"/>
                        <a:buNone/>
                        <a:tabLst/>
                        <a:defRPr/>
                      </a:pPr>
                      <a:r>
                        <a:rPr kumimoji="0" lang="en-GB" sz="1800" b="0" i="0" u="none" strike="noStrike" kern="1200" cap="none" spc="0" normalizeH="0" baseline="0" noProof="0">
                          <a:ln>
                            <a:solidFill>
                              <a:srgbClr val="00B050"/>
                            </a:solidFill>
                          </a:ln>
                          <a:solidFill>
                            <a:srgbClr val="00B050"/>
                          </a:solidFill>
                          <a:effectLst/>
                          <a:uLnTx/>
                          <a:uFillTx/>
                          <a:latin typeface="+mj-lt"/>
                          <a:ea typeface="+mn-ea"/>
                          <a:cs typeface="+mn-cs"/>
                          <a:sym typeface="Wingdings" panose="05000000000000000000" pitchFamily="2" charset="2"/>
                        </a:rPr>
                        <a:t></a:t>
                      </a:r>
                      <a:endParaRPr kumimoji="0" lang="en-GB" sz="1800" b="0" i="0" u="none" strike="noStrike" kern="1200" cap="none" spc="0" normalizeH="0" baseline="0" noProof="0">
                        <a:ln>
                          <a:solidFill>
                            <a:srgbClr val="00B050"/>
                          </a:solidFill>
                        </a:ln>
                        <a:solidFill>
                          <a:srgbClr val="00B050"/>
                        </a:solidFill>
                        <a:effectLst/>
                        <a:uLnTx/>
                        <a:uFillTx/>
                        <a:latin typeface="+mj-lt"/>
                        <a:ea typeface="+mn-ea"/>
                        <a:cs typeface="+mn-cs"/>
                      </a:endParaRPr>
                    </a:p>
                  </a:txBody>
                  <a:tcPr marL="99060" marR="99060" anchor="ctr">
                    <a:lnL w="12700" cap="flat" cmpd="sng" algn="ctr">
                      <a:solidFill>
                        <a:srgbClr val="000000">
                          <a:lumMod val="75000"/>
                          <a:lumOff val="25000"/>
                        </a:srgbClr>
                      </a:solidFill>
                      <a:prstDash val="sysDot"/>
                      <a:round/>
                      <a:headEnd type="none" w="med" len="med"/>
                      <a:tailEnd type="none" w="med" len="med"/>
                    </a:lnL>
                    <a:lnR w="12700" cap="flat" cmpd="sng" algn="ctr">
                      <a:solidFill>
                        <a:srgbClr val="000000">
                          <a:lumMod val="75000"/>
                          <a:lumOff val="25000"/>
                        </a:srgbClr>
                      </a:solidFill>
                      <a:prstDash val="sysDot"/>
                      <a:round/>
                      <a:headEnd type="none" w="med" len="med"/>
                      <a:tailEnd type="none" w="med" len="med"/>
                    </a:lnR>
                    <a:lnT w="12700" cap="flat" cmpd="sng" algn="ctr">
                      <a:solidFill>
                        <a:srgbClr val="000000">
                          <a:lumMod val="75000"/>
                          <a:lumOff val="25000"/>
                        </a:srgbClr>
                      </a:solidFill>
                      <a:prstDash val="sysDot"/>
                      <a:round/>
                      <a:headEnd type="none" w="med" len="med"/>
                      <a:tailEnd type="none" w="med" len="med"/>
                    </a:lnT>
                    <a:lnB w="12700" cap="flat" cmpd="sng" algn="ctr">
                      <a:solidFill>
                        <a:srgbClr val="000000">
                          <a:lumMod val="75000"/>
                          <a:lumOff val="25000"/>
                        </a:srgbClr>
                      </a:solidFill>
                      <a:prstDash val="sysDot"/>
                      <a:round/>
                      <a:headEnd type="none" w="med" len="med"/>
                      <a:tailEnd type="none" w="med" len="med"/>
                    </a:lnB>
                    <a:lnTlToBr w="12700" cmpd="sng">
                      <a:noFill/>
                      <a:prstDash val="solid"/>
                    </a:lnTlToBr>
                    <a:lnBlToTr w="12700" cmpd="sng">
                      <a:noFill/>
                      <a:prstDash val="solid"/>
                    </a:lnBlToTr>
                    <a:solidFill>
                      <a:srgbClr val="FFFFFF">
                        <a:lumMod val="95000"/>
                      </a:srgbClr>
                    </a:solidFill>
                  </a:tcPr>
                </a:tc>
                <a:extLst>
                  <a:ext uri="{0D108BD9-81ED-4DB2-BD59-A6C34878D82A}">
                    <a16:rowId xmlns:a16="http://schemas.microsoft.com/office/drawing/2014/main" val="10004"/>
                  </a:ext>
                </a:extLst>
              </a:tr>
              <a:tr h="497744">
                <a:tc>
                  <a:txBody>
                    <a:bodyPr/>
                    <a:lstStyle>
                      <a:lvl1pPr marL="0" algn="l" defTabSz="914400" rtl="0" eaLnBrk="1" latinLnBrk="0" hangingPunct="1">
                        <a:defRPr sz="1800" b="1" kern="1200">
                          <a:solidFill>
                            <a:schemeClr val="tx1"/>
                          </a:solidFill>
                          <a:latin typeface="Arial"/>
                        </a:defRPr>
                      </a:lvl1pPr>
                      <a:lvl2pPr marL="457200" algn="l" defTabSz="914400" rtl="0" eaLnBrk="1" latinLnBrk="0" hangingPunct="1">
                        <a:defRPr sz="1800" b="1" kern="1200">
                          <a:solidFill>
                            <a:schemeClr val="tx1"/>
                          </a:solidFill>
                          <a:latin typeface="Arial"/>
                        </a:defRPr>
                      </a:lvl2pPr>
                      <a:lvl3pPr marL="914400" algn="l" defTabSz="914400" rtl="0" eaLnBrk="1" latinLnBrk="0" hangingPunct="1">
                        <a:defRPr sz="1800" b="1" kern="1200">
                          <a:solidFill>
                            <a:schemeClr val="tx1"/>
                          </a:solidFill>
                          <a:latin typeface="Arial"/>
                        </a:defRPr>
                      </a:lvl3pPr>
                      <a:lvl4pPr marL="1371600" algn="l" defTabSz="914400" rtl="0" eaLnBrk="1" latinLnBrk="0" hangingPunct="1">
                        <a:defRPr sz="1800" b="1" kern="1200">
                          <a:solidFill>
                            <a:schemeClr val="tx1"/>
                          </a:solidFill>
                          <a:latin typeface="Arial"/>
                        </a:defRPr>
                      </a:lvl4pPr>
                      <a:lvl5pPr marL="1828800" algn="l" defTabSz="914400" rtl="0" eaLnBrk="1" latinLnBrk="0" hangingPunct="1">
                        <a:defRPr sz="1800" b="1" kern="1200">
                          <a:solidFill>
                            <a:schemeClr val="tx1"/>
                          </a:solidFill>
                          <a:latin typeface="Arial"/>
                        </a:defRPr>
                      </a:lvl5pPr>
                      <a:lvl6pPr marL="2286000" algn="l" defTabSz="914400" rtl="0" eaLnBrk="1" latinLnBrk="0" hangingPunct="1">
                        <a:defRPr sz="1800" b="1" kern="1200">
                          <a:solidFill>
                            <a:schemeClr val="tx1"/>
                          </a:solidFill>
                          <a:latin typeface="Arial"/>
                        </a:defRPr>
                      </a:lvl6pPr>
                      <a:lvl7pPr marL="2743200" algn="l" defTabSz="914400" rtl="0" eaLnBrk="1" latinLnBrk="0" hangingPunct="1">
                        <a:defRPr sz="1800" b="1" kern="1200">
                          <a:solidFill>
                            <a:schemeClr val="tx1"/>
                          </a:solidFill>
                          <a:latin typeface="Arial"/>
                        </a:defRPr>
                      </a:lvl7pPr>
                      <a:lvl8pPr marL="3200400" algn="l" defTabSz="914400" rtl="0" eaLnBrk="1" latinLnBrk="0" hangingPunct="1">
                        <a:defRPr sz="1800" b="1" kern="1200">
                          <a:solidFill>
                            <a:schemeClr val="tx1"/>
                          </a:solidFill>
                          <a:latin typeface="Arial"/>
                        </a:defRPr>
                      </a:lvl8pPr>
                      <a:lvl9pPr marL="3657600" algn="l" defTabSz="914400" rtl="0" eaLnBrk="1" latinLnBrk="0" hangingPunct="1">
                        <a:defRPr sz="1800" b="1" kern="1200">
                          <a:solidFill>
                            <a:schemeClr val="tx1"/>
                          </a:solidFill>
                          <a:latin typeface="Arial"/>
                        </a:defRPr>
                      </a:lvl9p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900" b="0" kern="1200" noProof="0">
                          <a:solidFill>
                            <a:sysClr val="windowText" lastClr="000000"/>
                          </a:solidFill>
                          <a:latin typeface="+mj-lt"/>
                          <a:ea typeface="+mn-ea"/>
                          <a:cs typeface="+mn-cs"/>
                        </a:rPr>
                        <a:t>Finalized frequency and method for Evaluation – Playback, Quizzes etc.</a:t>
                      </a:r>
                    </a:p>
                  </a:txBody>
                  <a:tcPr marL="99060" marR="99060" anchor="ctr">
                    <a:lnL w="12700" cap="flat" cmpd="sng" algn="ctr">
                      <a:solidFill>
                        <a:srgbClr val="000000">
                          <a:lumMod val="75000"/>
                          <a:lumOff val="25000"/>
                        </a:srgbClr>
                      </a:solidFill>
                      <a:prstDash val="sysDot"/>
                      <a:round/>
                      <a:headEnd type="none" w="med" len="med"/>
                      <a:tailEnd type="none" w="med" len="med"/>
                    </a:lnL>
                    <a:lnR w="12700" cap="flat" cmpd="sng" algn="ctr">
                      <a:solidFill>
                        <a:srgbClr val="000000">
                          <a:lumMod val="75000"/>
                          <a:lumOff val="25000"/>
                        </a:srgbClr>
                      </a:solidFill>
                      <a:prstDash val="sysDot"/>
                      <a:round/>
                      <a:headEnd type="none" w="med" len="med"/>
                      <a:tailEnd type="none" w="med" len="med"/>
                    </a:lnR>
                    <a:lnT w="12700" cap="flat" cmpd="sng" algn="ctr">
                      <a:solidFill>
                        <a:srgbClr val="000000">
                          <a:lumMod val="75000"/>
                          <a:lumOff val="25000"/>
                        </a:srgbClr>
                      </a:solidFill>
                      <a:prstDash val="sysDot"/>
                      <a:round/>
                      <a:headEnd type="none" w="med" len="med"/>
                      <a:tailEnd type="none" w="med" len="med"/>
                    </a:lnT>
                    <a:lnB w="12700" cap="flat" cmpd="sng" algn="ctr">
                      <a:solidFill>
                        <a:srgbClr val="000000">
                          <a:lumMod val="75000"/>
                          <a:lumOff val="25000"/>
                        </a:srgbClr>
                      </a:solidFill>
                      <a:prstDash val="sysDot"/>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defTabSz="914400" rtl="0" eaLnBrk="1" fontAlgn="auto" latinLnBrk="0" hangingPunct="1">
                        <a:lnSpc>
                          <a:spcPct val="100000"/>
                        </a:lnSpc>
                        <a:spcBef>
                          <a:spcPts val="0"/>
                        </a:spcBef>
                        <a:spcAft>
                          <a:spcPts val="0"/>
                        </a:spcAft>
                        <a:buClrTx/>
                        <a:buSzTx/>
                        <a:buFont typeface="Wingdings" pitchFamily="2" charset="2"/>
                        <a:buNone/>
                        <a:tabLst/>
                        <a:defRPr/>
                      </a:pPr>
                      <a:r>
                        <a:rPr kumimoji="0" lang="en-GB" sz="1800" b="0" i="0" u="none" strike="noStrike" kern="1200" cap="none" spc="0" normalizeH="0" baseline="0" noProof="0">
                          <a:ln>
                            <a:solidFill>
                              <a:srgbClr val="00B050"/>
                            </a:solidFill>
                          </a:ln>
                          <a:solidFill>
                            <a:srgbClr val="00B050"/>
                          </a:solidFill>
                          <a:effectLst/>
                          <a:uLnTx/>
                          <a:uFillTx/>
                          <a:latin typeface="+mj-lt"/>
                          <a:ea typeface="+mn-ea"/>
                          <a:cs typeface="+mn-cs"/>
                          <a:sym typeface="Wingdings" panose="05000000000000000000" pitchFamily="2" charset="2"/>
                        </a:rPr>
                        <a:t></a:t>
                      </a:r>
                      <a:endParaRPr kumimoji="0" lang="en-GB" sz="1800" b="0" i="0" u="none" strike="noStrike" kern="1200" cap="none" spc="0" normalizeH="0" baseline="0" noProof="0">
                        <a:ln>
                          <a:solidFill>
                            <a:srgbClr val="00B050"/>
                          </a:solidFill>
                        </a:ln>
                        <a:solidFill>
                          <a:srgbClr val="00B050"/>
                        </a:solidFill>
                        <a:effectLst/>
                        <a:uLnTx/>
                        <a:uFillTx/>
                        <a:latin typeface="+mj-lt"/>
                        <a:ea typeface="+mn-ea"/>
                        <a:cs typeface="+mn-cs"/>
                      </a:endParaRPr>
                    </a:p>
                  </a:txBody>
                  <a:tcPr marL="99060" marR="99060" anchor="ctr">
                    <a:lnL w="12700" cap="flat" cmpd="sng" algn="ctr">
                      <a:solidFill>
                        <a:srgbClr val="000000">
                          <a:lumMod val="75000"/>
                          <a:lumOff val="25000"/>
                        </a:srgbClr>
                      </a:solidFill>
                      <a:prstDash val="sysDot"/>
                      <a:round/>
                      <a:headEnd type="none" w="med" len="med"/>
                      <a:tailEnd type="none" w="med" len="med"/>
                    </a:lnL>
                    <a:lnR w="12700" cap="flat" cmpd="sng" algn="ctr">
                      <a:solidFill>
                        <a:srgbClr val="000000">
                          <a:lumMod val="75000"/>
                          <a:lumOff val="25000"/>
                        </a:srgbClr>
                      </a:solidFill>
                      <a:prstDash val="sysDot"/>
                      <a:round/>
                      <a:headEnd type="none" w="med" len="med"/>
                      <a:tailEnd type="none" w="med" len="med"/>
                    </a:lnR>
                    <a:lnT w="12700" cap="flat" cmpd="sng" algn="ctr">
                      <a:solidFill>
                        <a:srgbClr val="000000">
                          <a:lumMod val="75000"/>
                          <a:lumOff val="25000"/>
                        </a:srgbClr>
                      </a:solidFill>
                      <a:prstDash val="sysDot"/>
                      <a:round/>
                      <a:headEnd type="none" w="med" len="med"/>
                      <a:tailEnd type="none" w="med" len="med"/>
                    </a:lnT>
                    <a:lnB w="12700" cap="flat" cmpd="sng" algn="ctr">
                      <a:solidFill>
                        <a:srgbClr val="000000">
                          <a:lumMod val="75000"/>
                          <a:lumOff val="25000"/>
                        </a:srgbClr>
                      </a:solidFill>
                      <a:prstDash val="sysDot"/>
                      <a:round/>
                      <a:headEnd type="none" w="med" len="med"/>
                      <a:tailEnd type="none" w="med" len="med"/>
                    </a:lnB>
                    <a:lnTlToBr w="12700" cmpd="sng">
                      <a:noFill/>
                      <a:prstDash val="solid"/>
                    </a:lnTlToBr>
                    <a:lnBlToTr w="12700" cmpd="sng">
                      <a:noFill/>
                      <a:prstDash val="solid"/>
                    </a:lnBlToTr>
                    <a:solidFill>
                      <a:srgbClr val="FFFFFF">
                        <a:lumMod val="95000"/>
                      </a:srgbClr>
                    </a:solidFill>
                  </a:tcPr>
                </a:tc>
                <a:extLst>
                  <a:ext uri="{0D108BD9-81ED-4DB2-BD59-A6C34878D82A}">
                    <a16:rowId xmlns:a16="http://schemas.microsoft.com/office/drawing/2014/main" val="10005"/>
                  </a:ext>
                </a:extLst>
              </a:tr>
              <a:tr h="497744">
                <a:tc>
                  <a:txBody>
                    <a:bodyPr/>
                    <a:lstStyle>
                      <a:lvl1pPr marL="0" algn="l" defTabSz="914400" rtl="0" eaLnBrk="1" latinLnBrk="0" hangingPunct="1">
                        <a:defRPr sz="1800" b="1" kern="1200">
                          <a:solidFill>
                            <a:schemeClr val="tx1"/>
                          </a:solidFill>
                          <a:latin typeface="Arial"/>
                        </a:defRPr>
                      </a:lvl1pPr>
                      <a:lvl2pPr marL="457200" algn="l" defTabSz="914400" rtl="0" eaLnBrk="1" latinLnBrk="0" hangingPunct="1">
                        <a:defRPr sz="1800" b="1" kern="1200">
                          <a:solidFill>
                            <a:schemeClr val="tx1"/>
                          </a:solidFill>
                          <a:latin typeface="Arial"/>
                        </a:defRPr>
                      </a:lvl2pPr>
                      <a:lvl3pPr marL="914400" algn="l" defTabSz="914400" rtl="0" eaLnBrk="1" latinLnBrk="0" hangingPunct="1">
                        <a:defRPr sz="1800" b="1" kern="1200">
                          <a:solidFill>
                            <a:schemeClr val="tx1"/>
                          </a:solidFill>
                          <a:latin typeface="Arial"/>
                        </a:defRPr>
                      </a:lvl3pPr>
                      <a:lvl4pPr marL="1371600" algn="l" defTabSz="914400" rtl="0" eaLnBrk="1" latinLnBrk="0" hangingPunct="1">
                        <a:defRPr sz="1800" b="1" kern="1200">
                          <a:solidFill>
                            <a:schemeClr val="tx1"/>
                          </a:solidFill>
                          <a:latin typeface="Arial"/>
                        </a:defRPr>
                      </a:lvl4pPr>
                      <a:lvl5pPr marL="1828800" algn="l" defTabSz="914400" rtl="0" eaLnBrk="1" latinLnBrk="0" hangingPunct="1">
                        <a:defRPr sz="1800" b="1" kern="1200">
                          <a:solidFill>
                            <a:schemeClr val="tx1"/>
                          </a:solidFill>
                          <a:latin typeface="Arial"/>
                        </a:defRPr>
                      </a:lvl5pPr>
                      <a:lvl6pPr marL="2286000" algn="l" defTabSz="914400" rtl="0" eaLnBrk="1" latinLnBrk="0" hangingPunct="1">
                        <a:defRPr sz="1800" b="1" kern="1200">
                          <a:solidFill>
                            <a:schemeClr val="tx1"/>
                          </a:solidFill>
                          <a:latin typeface="Arial"/>
                        </a:defRPr>
                      </a:lvl6pPr>
                      <a:lvl7pPr marL="2743200" algn="l" defTabSz="914400" rtl="0" eaLnBrk="1" latinLnBrk="0" hangingPunct="1">
                        <a:defRPr sz="1800" b="1" kern="1200">
                          <a:solidFill>
                            <a:schemeClr val="tx1"/>
                          </a:solidFill>
                          <a:latin typeface="Arial"/>
                        </a:defRPr>
                      </a:lvl7pPr>
                      <a:lvl8pPr marL="3200400" algn="l" defTabSz="914400" rtl="0" eaLnBrk="1" latinLnBrk="0" hangingPunct="1">
                        <a:defRPr sz="1800" b="1" kern="1200">
                          <a:solidFill>
                            <a:schemeClr val="tx1"/>
                          </a:solidFill>
                          <a:latin typeface="Arial"/>
                        </a:defRPr>
                      </a:lvl8pPr>
                      <a:lvl9pPr marL="3657600" algn="l" defTabSz="914400" rtl="0" eaLnBrk="1" latinLnBrk="0" hangingPunct="1">
                        <a:defRPr sz="1800" b="1" kern="1200">
                          <a:solidFill>
                            <a:schemeClr val="tx1"/>
                          </a:solidFill>
                          <a:latin typeface="Aria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900" b="0" kern="1200" noProof="0">
                          <a:solidFill>
                            <a:sysClr val="windowText" lastClr="000000"/>
                          </a:solidFill>
                          <a:latin typeface="+mj-lt"/>
                          <a:ea typeface="+mn-ea"/>
                          <a:cs typeface="+mn-cs"/>
                        </a:rPr>
                        <a:t>KT Success criteria &amp; Acceptance Criteria agreed for each role</a:t>
                      </a:r>
                    </a:p>
                  </a:txBody>
                  <a:tcPr marL="99060" marR="99060" anchor="ctr">
                    <a:lnL w="12700" cap="flat" cmpd="sng" algn="ctr">
                      <a:solidFill>
                        <a:srgbClr val="000000">
                          <a:lumMod val="75000"/>
                          <a:lumOff val="25000"/>
                        </a:srgbClr>
                      </a:solidFill>
                      <a:prstDash val="sysDot"/>
                      <a:round/>
                      <a:headEnd type="none" w="med" len="med"/>
                      <a:tailEnd type="none" w="med" len="med"/>
                    </a:lnL>
                    <a:lnR w="12700" cap="flat" cmpd="sng" algn="ctr">
                      <a:solidFill>
                        <a:srgbClr val="000000">
                          <a:lumMod val="75000"/>
                          <a:lumOff val="25000"/>
                        </a:srgbClr>
                      </a:solidFill>
                      <a:prstDash val="sysDot"/>
                      <a:round/>
                      <a:headEnd type="none" w="med" len="med"/>
                      <a:tailEnd type="none" w="med" len="med"/>
                    </a:lnR>
                    <a:lnT w="12700" cap="flat" cmpd="sng" algn="ctr">
                      <a:solidFill>
                        <a:srgbClr val="000000">
                          <a:lumMod val="75000"/>
                          <a:lumOff val="25000"/>
                        </a:srgbClr>
                      </a:solidFill>
                      <a:prstDash val="sysDot"/>
                      <a:round/>
                      <a:headEnd type="none" w="med" len="med"/>
                      <a:tailEnd type="none" w="med" len="med"/>
                    </a:lnT>
                    <a:lnB w="12700" cap="flat" cmpd="sng" algn="ctr">
                      <a:solidFill>
                        <a:srgbClr val="000000">
                          <a:lumMod val="75000"/>
                          <a:lumOff val="25000"/>
                        </a:srgbClr>
                      </a:solidFill>
                      <a:prstDash val="sysDot"/>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defTabSz="914400" rtl="0" eaLnBrk="1" fontAlgn="auto" latinLnBrk="0" hangingPunct="1">
                        <a:lnSpc>
                          <a:spcPct val="100000"/>
                        </a:lnSpc>
                        <a:spcBef>
                          <a:spcPts val="0"/>
                        </a:spcBef>
                        <a:spcAft>
                          <a:spcPts val="0"/>
                        </a:spcAft>
                        <a:buClrTx/>
                        <a:buSzTx/>
                        <a:buFont typeface="Wingdings" pitchFamily="2" charset="2"/>
                        <a:buNone/>
                        <a:tabLst/>
                        <a:defRPr/>
                      </a:pPr>
                      <a:r>
                        <a:rPr kumimoji="0" lang="en-GB" sz="1800" b="0" i="0" u="none" strike="noStrike" kern="1200" cap="none" spc="0" normalizeH="0" baseline="0" noProof="0">
                          <a:ln>
                            <a:solidFill>
                              <a:srgbClr val="00B050"/>
                            </a:solidFill>
                          </a:ln>
                          <a:solidFill>
                            <a:srgbClr val="00B050"/>
                          </a:solidFill>
                          <a:effectLst/>
                          <a:uLnTx/>
                          <a:uFillTx/>
                          <a:latin typeface="+mj-lt"/>
                          <a:ea typeface="+mn-ea"/>
                          <a:cs typeface="+mn-cs"/>
                          <a:sym typeface="Wingdings" panose="05000000000000000000" pitchFamily="2" charset="2"/>
                        </a:rPr>
                        <a:t></a:t>
                      </a:r>
                      <a:endParaRPr kumimoji="0" lang="en-GB" sz="1800" b="0" i="0" u="none" strike="noStrike" kern="1200" cap="none" spc="0" normalizeH="0" baseline="0" noProof="0">
                        <a:ln>
                          <a:solidFill>
                            <a:srgbClr val="00B050"/>
                          </a:solidFill>
                        </a:ln>
                        <a:solidFill>
                          <a:srgbClr val="00B050"/>
                        </a:solidFill>
                        <a:effectLst/>
                        <a:uLnTx/>
                        <a:uFillTx/>
                        <a:latin typeface="+mj-lt"/>
                        <a:ea typeface="+mn-ea"/>
                        <a:cs typeface="+mn-cs"/>
                      </a:endParaRPr>
                    </a:p>
                  </a:txBody>
                  <a:tcPr marL="99060" marR="99060" anchor="ctr">
                    <a:lnL w="12700" cap="flat" cmpd="sng" algn="ctr">
                      <a:solidFill>
                        <a:srgbClr val="000000">
                          <a:lumMod val="75000"/>
                          <a:lumOff val="25000"/>
                        </a:srgbClr>
                      </a:solidFill>
                      <a:prstDash val="sysDot"/>
                      <a:round/>
                      <a:headEnd type="none" w="med" len="med"/>
                      <a:tailEnd type="none" w="med" len="med"/>
                    </a:lnL>
                    <a:lnR w="12700" cap="flat" cmpd="sng" algn="ctr">
                      <a:solidFill>
                        <a:srgbClr val="000000">
                          <a:lumMod val="75000"/>
                          <a:lumOff val="25000"/>
                        </a:srgbClr>
                      </a:solidFill>
                      <a:prstDash val="sysDot"/>
                      <a:round/>
                      <a:headEnd type="none" w="med" len="med"/>
                      <a:tailEnd type="none" w="med" len="med"/>
                    </a:lnR>
                    <a:lnT w="12700" cap="flat" cmpd="sng" algn="ctr">
                      <a:solidFill>
                        <a:srgbClr val="000000">
                          <a:lumMod val="75000"/>
                          <a:lumOff val="25000"/>
                        </a:srgbClr>
                      </a:solidFill>
                      <a:prstDash val="sysDot"/>
                      <a:round/>
                      <a:headEnd type="none" w="med" len="med"/>
                      <a:tailEnd type="none" w="med" len="med"/>
                    </a:lnT>
                    <a:lnB w="12700" cap="flat" cmpd="sng" algn="ctr">
                      <a:solidFill>
                        <a:srgbClr val="000000">
                          <a:lumMod val="75000"/>
                          <a:lumOff val="25000"/>
                        </a:srgbClr>
                      </a:solidFill>
                      <a:prstDash val="sysDot"/>
                      <a:round/>
                      <a:headEnd type="none" w="med" len="med"/>
                      <a:tailEnd type="none" w="med" len="med"/>
                    </a:lnB>
                    <a:lnTlToBr w="12700" cmpd="sng">
                      <a:noFill/>
                      <a:prstDash val="solid"/>
                    </a:lnTlToBr>
                    <a:lnBlToTr w="12700" cmpd="sng">
                      <a:noFill/>
                      <a:prstDash val="solid"/>
                    </a:lnBlToTr>
                    <a:solidFill>
                      <a:srgbClr val="FFFFFF">
                        <a:lumMod val="95000"/>
                      </a:srgbClr>
                    </a:solidFill>
                  </a:tcPr>
                </a:tc>
                <a:extLst>
                  <a:ext uri="{0D108BD9-81ED-4DB2-BD59-A6C34878D82A}">
                    <a16:rowId xmlns:a16="http://schemas.microsoft.com/office/drawing/2014/main" val="10006"/>
                  </a:ext>
                </a:extLst>
              </a:tr>
              <a:tr h="361996">
                <a:tc>
                  <a:txBody>
                    <a:bodyPr/>
                    <a:lstStyle>
                      <a:lvl1pPr marL="0" algn="l" defTabSz="914400" rtl="0" eaLnBrk="1" latinLnBrk="0" hangingPunct="1">
                        <a:defRPr sz="1800" b="1" kern="1200">
                          <a:solidFill>
                            <a:schemeClr val="tx1"/>
                          </a:solidFill>
                          <a:latin typeface="Arial"/>
                        </a:defRPr>
                      </a:lvl1pPr>
                      <a:lvl2pPr marL="457200" algn="l" defTabSz="914400" rtl="0" eaLnBrk="1" latinLnBrk="0" hangingPunct="1">
                        <a:defRPr sz="1800" b="1" kern="1200">
                          <a:solidFill>
                            <a:schemeClr val="tx1"/>
                          </a:solidFill>
                          <a:latin typeface="Arial"/>
                        </a:defRPr>
                      </a:lvl2pPr>
                      <a:lvl3pPr marL="914400" algn="l" defTabSz="914400" rtl="0" eaLnBrk="1" latinLnBrk="0" hangingPunct="1">
                        <a:defRPr sz="1800" b="1" kern="1200">
                          <a:solidFill>
                            <a:schemeClr val="tx1"/>
                          </a:solidFill>
                          <a:latin typeface="Arial"/>
                        </a:defRPr>
                      </a:lvl3pPr>
                      <a:lvl4pPr marL="1371600" algn="l" defTabSz="914400" rtl="0" eaLnBrk="1" latinLnBrk="0" hangingPunct="1">
                        <a:defRPr sz="1800" b="1" kern="1200">
                          <a:solidFill>
                            <a:schemeClr val="tx1"/>
                          </a:solidFill>
                          <a:latin typeface="Arial"/>
                        </a:defRPr>
                      </a:lvl4pPr>
                      <a:lvl5pPr marL="1828800" algn="l" defTabSz="914400" rtl="0" eaLnBrk="1" latinLnBrk="0" hangingPunct="1">
                        <a:defRPr sz="1800" b="1" kern="1200">
                          <a:solidFill>
                            <a:schemeClr val="tx1"/>
                          </a:solidFill>
                          <a:latin typeface="Arial"/>
                        </a:defRPr>
                      </a:lvl5pPr>
                      <a:lvl6pPr marL="2286000" algn="l" defTabSz="914400" rtl="0" eaLnBrk="1" latinLnBrk="0" hangingPunct="1">
                        <a:defRPr sz="1800" b="1" kern="1200">
                          <a:solidFill>
                            <a:schemeClr val="tx1"/>
                          </a:solidFill>
                          <a:latin typeface="Arial"/>
                        </a:defRPr>
                      </a:lvl6pPr>
                      <a:lvl7pPr marL="2743200" algn="l" defTabSz="914400" rtl="0" eaLnBrk="1" latinLnBrk="0" hangingPunct="1">
                        <a:defRPr sz="1800" b="1" kern="1200">
                          <a:solidFill>
                            <a:schemeClr val="tx1"/>
                          </a:solidFill>
                          <a:latin typeface="Arial"/>
                        </a:defRPr>
                      </a:lvl7pPr>
                      <a:lvl8pPr marL="3200400" algn="l" defTabSz="914400" rtl="0" eaLnBrk="1" latinLnBrk="0" hangingPunct="1">
                        <a:defRPr sz="1800" b="1" kern="1200">
                          <a:solidFill>
                            <a:schemeClr val="tx1"/>
                          </a:solidFill>
                          <a:latin typeface="Arial"/>
                        </a:defRPr>
                      </a:lvl8pPr>
                      <a:lvl9pPr marL="3657600" algn="l" defTabSz="914400" rtl="0" eaLnBrk="1" latinLnBrk="0" hangingPunct="1">
                        <a:defRPr sz="1800" b="1" kern="1200">
                          <a:solidFill>
                            <a:schemeClr val="tx1"/>
                          </a:solidFill>
                          <a:latin typeface="Aria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900" b="0" kern="1200" noProof="0">
                          <a:solidFill>
                            <a:sysClr val="windowText" lastClr="000000"/>
                          </a:solidFill>
                          <a:latin typeface="+mj-lt"/>
                          <a:ea typeface="+mn-ea"/>
                          <a:cs typeface="+mn-cs"/>
                        </a:rPr>
                        <a:t>Format for Knowledge Transfer status report finalized</a:t>
                      </a:r>
                    </a:p>
                  </a:txBody>
                  <a:tcPr marL="99060" marR="99060" anchor="ctr">
                    <a:lnL w="12700" cap="flat" cmpd="sng" algn="ctr">
                      <a:solidFill>
                        <a:srgbClr val="000000">
                          <a:lumMod val="75000"/>
                          <a:lumOff val="25000"/>
                        </a:srgbClr>
                      </a:solidFill>
                      <a:prstDash val="sysDot"/>
                      <a:round/>
                      <a:headEnd type="none" w="med" len="med"/>
                      <a:tailEnd type="none" w="med" len="med"/>
                    </a:lnL>
                    <a:lnR w="12700" cap="flat" cmpd="sng" algn="ctr">
                      <a:solidFill>
                        <a:srgbClr val="000000">
                          <a:lumMod val="75000"/>
                          <a:lumOff val="25000"/>
                        </a:srgbClr>
                      </a:solidFill>
                      <a:prstDash val="sysDot"/>
                      <a:round/>
                      <a:headEnd type="none" w="med" len="med"/>
                      <a:tailEnd type="none" w="med" len="med"/>
                    </a:lnR>
                    <a:lnT w="12700" cap="flat" cmpd="sng" algn="ctr">
                      <a:solidFill>
                        <a:srgbClr val="000000">
                          <a:lumMod val="75000"/>
                          <a:lumOff val="25000"/>
                        </a:srgbClr>
                      </a:solidFill>
                      <a:prstDash val="sysDot"/>
                      <a:round/>
                      <a:headEnd type="none" w="med" len="med"/>
                      <a:tailEnd type="none" w="med" len="med"/>
                    </a:lnT>
                    <a:lnB w="12700" cap="flat" cmpd="sng" algn="ctr">
                      <a:solidFill>
                        <a:srgbClr val="000000">
                          <a:lumMod val="75000"/>
                          <a:lumOff val="25000"/>
                        </a:srgbClr>
                      </a:solidFill>
                      <a:prstDash val="sysDot"/>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defTabSz="914400" rtl="0" eaLnBrk="1" fontAlgn="auto" latinLnBrk="0" hangingPunct="1">
                        <a:lnSpc>
                          <a:spcPct val="100000"/>
                        </a:lnSpc>
                        <a:spcBef>
                          <a:spcPts val="0"/>
                        </a:spcBef>
                        <a:spcAft>
                          <a:spcPts val="0"/>
                        </a:spcAft>
                        <a:buClrTx/>
                        <a:buSzTx/>
                        <a:buFont typeface="Wingdings" pitchFamily="2" charset="2"/>
                        <a:buNone/>
                        <a:tabLst/>
                        <a:defRPr/>
                      </a:pPr>
                      <a:r>
                        <a:rPr kumimoji="0" lang="en-GB" sz="1800" b="0" i="0" u="none" strike="noStrike" kern="1200" cap="none" spc="0" normalizeH="0" baseline="0" noProof="0" dirty="0">
                          <a:ln>
                            <a:solidFill>
                              <a:srgbClr val="00B050"/>
                            </a:solidFill>
                          </a:ln>
                          <a:solidFill>
                            <a:srgbClr val="00B050"/>
                          </a:solidFill>
                          <a:effectLst/>
                          <a:uLnTx/>
                          <a:uFillTx/>
                          <a:latin typeface="+mj-lt"/>
                          <a:ea typeface="+mn-ea"/>
                          <a:cs typeface="+mn-cs"/>
                          <a:sym typeface="Wingdings" panose="05000000000000000000" pitchFamily="2" charset="2"/>
                        </a:rPr>
                        <a:t></a:t>
                      </a:r>
                      <a:endParaRPr kumimoji="0" lang="en-GB" sz="1800" b="0" i="0" u="none" strike="noStrike" kern="1200" cap="none" spc="0" normalizeH="0" baseline="0" noProof="0" dirty="0">
                        <a:ln>
                          <a:solidFill>
                            <a:srgbClr val="00B050"/>
                          </a:solidFill>
                        </a:ln>
                        <a:solidFill>
                          <a:srgbClr val="00B050"/>
                        </a:solidFill>
                        <a:effectLst/>
                        <a:uLnTx/>
                        <a:uFillTx/>
                        <a:latin typeface="+mj-lt"/>
                        <a:ea typeface="+mn-ea"/>
                        <a:cs typeface="+mn-cs"/>
                      </a:endParaRPr>
                    </a:p>
                  </a:txBody>
                  <a:tcPr marL="99060" marR="99060" anchor="ctr">
                    <a:lnL w="12700" cap="flat" cmpd="sng" algn="ctr">
                      <a:solidFill>
                        <a:srgbClr val="000000">
                          <a:lumMod val="75000"/>
                          <a:lumOff val="25000"/>
                        </a:srgbClr>
                      </a:solidFill>
                      <a:prstDash val="sysDot"/>
                      <a:round/>
                      <a:headEnd type="none" w="med" len="med"/>
                      <a:tailEnd type="none" w="med" len="med"/>
                    </a:lnL>
                    <a:lnR w="12700" cap="flat" cmpd="sng" algn="ctr">
                      <a:solidFill>
                        <a:srgbClr val="000000">
                          <a:lumMod val="75000"/>
                          <a:lumOff val="25000"/>
                        </a:srgbClr>
                      </a:solidFill>
                      <a:prstDash val="sysDot"/>
                      <a:round/>
                      <a:headEnd type="none" w="med" len="med"/>
                      <a:tailEnd type="none" w="med" len="med"/>
                    </a:lnR>
                    <a:lnT w="12700" cap="flat" cmpd="sng" algn="ctr">
                      <a:solidFill>
                        <a:srgbClr val="000000">
                          <a:lumMod val="75000"/>
                          <a:lumOff val="25000"/>
                        </a:srgbClr>
                      </a:solidFill>
                      <a:prstDash val="sysDot"/>
                      <a:round/>
                      <a:headEnd type="none" w="med" len="med"/>
                      <a:tailEnd type="none" w="med" len="med"/>
                    </a:lnT>
                    <a:lnB w="12700" cap="flat" cmpd="sng" algn="ctr">
                      <a:solidFill>
                        <a:srgbClr val="000000">
                          <a:lumMod val="75000"/>
                          <a:lumOff val="25000"/>
                        </a:srgbClr>
                      </a:solidFill>
                      <a:prstDash val="sysDot"/>
                      <a:round/>
                      <a:headEnd type="none" w="med" len="med"/>
                      <a:tailEnd type="none" w="med" len="med"/>
                    </a:lnB>
                    <a:lnTlToBr w="12700" cmpd="sng">
                      <a:noFill/>
                      <a:prstDash val="solid"/>
                    </a:lnTlToBr>
                    <a:lnBlToTr w="12700" cmpd="sng">
                      <a:noFill/>
                      <a:prstDash val="solid"/>
                    </a:lnBlToTr>
                    <a:solidFill>
                      <a:srgbClr val="FFFFFF">
                        <a:lumMod val="95000"/>
                      </a:srgbClr>
                    </a:solidFill>
                  </a:tcPr>
                </a:tc>
                <a:extLst>
                  <a:ext uri="{0D108BD9-81ED-4DB2-BD59-A6C34878D82A}">
                    <a16:rowId xmlns:a16="http://schemas.microsoft.com/office/drawing/2014/main" val="10007"/>
                  </a:ext>
                </a:extLst>
              </a:tr>
            </a:tbl>
          </a:graphicData>
        </a:graphic>
      </p:graphicFrame>
      <p:sp>
        <p:nvSpPr>
          <p:cNvPr id="23" name="Trapezoid 22">
            <a:extLst>
              <a:ext uri="{FF2B5EF4-FFF2-40B4-BE49-F238E27FC236}">
                <a16:creationId xmlns:a16="http://schemas.microsoft.com/office/drawing/2014/main" id="{DB881137-4F87-2282-A053-03CDBDC0F81C}"/>
              </a:ext>
            </a:extLst>
          </p:cNvPr>
          <p:cNvSpPr/>
          <p:nvPr/>
        </p:nvSpPr>
        <p:spPr>
          <a:xfrm rot="16200000" flipH="1">
            <a:off x="7102699" y="2944866"/>
            <a:ext cx="3490746" cy="884549"/>
          </a:xfrm>
          <a:prstGeom prst="trapezoid">
            <a:avLst>
              <a:gd name="adj" fmla="val 168650"/>
            </a:avLst>
          </a:prstGeom>
          <a:gradFill>
            <a:gsLst>
              <a:gs pos="0">
                <a:sysClr val="window" lastClr="FFFFFF"/>
              </a:gs>
              <a:gs pos="100000">
                <a:srgbClr val="12ABDB">
                  <a:lumMod val="20000"/>
                  <a:lumOff val="80000"/>
                </a:srgbClr>
              </a:gs>
            </a:gsLst>
            <a:lin ang="5400000" scaled="0"/>
          </a:gradFill>
          <a:ln w="25400" cap="flat" cmpd="sng" algn="ctr">
            <a:noFill/>
            <a:prstDash val="solid"/>
          </a:ln>
          <a:effectLst/>
        </p:spPr>
        <p:txBody>
          <a:bodyPr rtlCol="0" anchor="ctr"/>
          <a:lstStyle/>
          <a:p>
            <a:pPr algn="ctr" defTabSz="1088239">
              <a:defRPr/>
            </a:pPr>
            <a:r>
              <a:rPr lang="en-GB" sz="900" kern="0">
                <a:solidFill>
                  <a:prstClr val="white"/>
                </a:solidFill>
                <a:latin typeface="Ubuntu"/>
                <a:cs typeface="Arial" pitchFamily="34" charset="0"/>
              </a:rPr>
              <a:t>M</a:t>
            </a:r>
          </a:p>
        </p:txBody>
      </p:sp>
      <p:sp>
        <p:nvSpPr>
          <p:cNvPr id="24" name="Rectangle 23">
            <a:extLst>
              <a:ext uri="{FF2B5EF4-FFF2-40B4-BE49-F238E27FC236}">
                <a16:creationId xmlns:a16="http://schemas.microsoft.com/office/drawing/2014/main" id="{CB51DC46-1103-C6ED-765D-DD7F5E9072A9}"/>
              </a:ext>
            </a:extLst>
          </p:cNvPr>
          <p:cNvSpPr/>
          <p:nvPr/>
        </p:nvSpPr>
        <p:spPr>
          <a:xfrm>
            <a:off x="9300758" y="1638756"/>
            <a:ext cx="2453145" cy="3575679"/>
          </a:xfrm>
          <a:prstGeom prst="rect">
            <a:avLst/>
          </a:prstGeom>
          <a:noFill/>
          <a:ln w="19050" cap="flat" cmpd="sng" algn="ctr">
            <a:solidFill>
              <a:srgbClr val="000000">
                <a:lumMod val="75000"/>
                <a:lumOff val="25000"/>
              </a:srgbClr>
            </a:solidFill>
            <a:prstDash val="dash"/>
          </a:ln>
          <a:effectLst/>
        </p:spPr>
        <p:txBody>
          <a:bodyPr rtlCol="0" anchor="t"/>
          <a:lstStyle/>
          <a:p>
            <a:pPr marL="0" marR="0" lvl="0" indent="0" algn="ctr" defTabSz="1088239" eaLnBrk="1" fontAlgn="auto" latinLnBrk="0" hangingPunct="1">
              <a:lnSpc>
                <a:spcPct val="100000"/>
              </a:lnSpc>
              <a:spcBef>
                <a:spcPts val="0"/>
              </a:spcBef>
              <a:spcAft>
                <a:spcPts val="0"/>
              </a:spcAft>
              <a:buClrTx/>
              <a:buSzTx/>
              <a:buFontTx/>
              <a:buNone/>
              <a:tabLst/>
              <a:defRPr/>
            </a:pPr>
            <a:r>
              <a:rPr kumimoji="0" lang="en-GB" sz="1600" b="1" i="0" u="none" strike="noStrike" kern="0" cap="none" spc="0" normalizeH="0" baseline="0" noProof="0">
                <a:ln>
                  <a:noFill/>
                </a:ln>
                <a:solidFill>
                  <a:srgbClr val="0070AD"/>
                </a:solidFill>
                <a:effectLst/>
                <a:uLnTx/>
                <a:uFillTx/>
                <a:latin typeface="Ubuntu"/>
              </a:rPr>
              <a:t>Success Criteria</a:t>
            </a:r>
          </a:p>
        </p:txBody>
      </p:sp>
      <p:graphicFrame>
        <p:nvGraphicFramePr>
          <p:cNvPr id="25" name="Table 24">
            <a:extLst>
              <a:ext uri="{FF2B5EF4-FFF2-40B4-BE49-F238E27FC236}">
                <a16:creationId xmlns:a16="http://schemas.microsoft.com/office/drawing/2014/main" id="{1AF6B286-8849-3D48-9F63-3E449DF03863}"/>
              </a:ext>
            </a:extLst>
          </p:cNvPr>
          <p:cNvGraphicFramePr>
            <a:graphicFrameLocks noGrp="1"/>
          </p:cNvGraphicFramePr>
          <p:nvPr>
            <p:extLst>
              <p:ext uri="{D42A27DB-BD31-4B8C-83A1-F6EECF244321}">
                <p14:modId xmlns:p14="http://schemas.microsoft.com/office/powerpoint/2010/main" val="1164464267"/>
              </p:ext>
            </p:extLst>
          </p:nvPr>
        </p:nvGraphicFramePr>
        <p:xfrm>
          <a:off x="9462594" y="1989551"/>
          <a:ext cx="2146904" cy="3215302"/>
        </p:xfrm>
        <a:graphic>
          <a:graphicData uri="http://schemas.openxmlformats.org/drawingml/2006/table">
            <a:tbl>
              <a:tblPr firstCol="1" bandRow="1" bandCol="1"/>
              <a:tblGrid>
                <a:gridCol w="1723432">
                  <a:extLst>
                    <a:ext uri="{9D8B030D-6E8A-4147-A177-3AD203B41FA5}">
                      <a16:colId xmlns:a16="http://schemas.microsoft.com/office/drawing/2014/main" val="1576983781"/>
                    </a:ext>
                  </a:extLst>
                </a:gridCol>
                <a:gridCol w="423472">
                  <a:extLst>
                    <a:ext uri="{9D8B030D-6E8A-4147-A177-3AD203B41FA5}">
                      <a16:colId xmlns:a16="http://schemas.microsoft.com/office/drawing/2014/main" val="718363076"/>
                    </a:ext>
                  </a:extLst>
                </a:gridCol>
              </a:tblGrid>
              <a:tr h="488960">
                <a:tc>
                  <a:txBody>
                    <a:bodyPr/>
                    <a:lstStyle>
                      <a:lvl1pPr marL="0" algn="l" defTabSz="914400" rtl="0" eaLnBrk="1" latinLnBrk="0" hangingPunct="1">
                        <a:defRPr sz="1800" b="1" kern="1200">
                          <a:solidFill>
                            <a:schemeClr val="tx1"/>
                          </a:solidFill>
                          <a:latin typeface="Arial"/>
                        </a:defRPr>
                      </a:lvl1pPr>
                      <a:lvl2pPr marL="457200" algn="l" defTabSz="914400" rtl="0" eaLnBrk="1" latinLnBrk="0" hangingPunct="1">
                        <a:defRPr sz="1800" b="1" kern="1200">
                          <a:solidFill>
                            <a:schemeClr val="tx1"/>
                          </a:solidFill>
                          <a:latin typeface="Arial"/>
                        </a:defRPr>
                      </a:lvl2pPr>
                      <a:lvl3pPr marL="914400" algn="l" defTabSz="914400" rtl="0" eaLnBrk="1" latinLnBrk="0" hangingPunct="1">
                        <a:defRPr sz="1800" b="1" kern="1200">
                          <a:solidFill>
                            <a:schemeClr val="tx1"/>
                          </a:solidFill>
                          <a:latin typeface="Arial"/>
                        </a:defRPr>
                      </a:lvl3pPr>
                      <a:lvl4pPr marL="1371600" algn="l" defTabSz="914400" rtl="0" eaLnBrk="1" latinLnBrk="0" hangingPunct="1">
                        <a:defRPr sz="1800" b="1" kern="1200">
                          <a:solidFill>
                            <a:schemeClr val="tx1"/>
                          </a:solidFill>
                          <a:latin typeface="Arial"/>
                        </a:defRPr>
                      </a:lvl4pPr>
                      <a:lvl5pPr marL="1828800" algn="l" defTabSz="914400" rtl="0" eaLnBrk="1" latinLnBrk="0" hangingPunct="1">
                        <a:defRPr sz="1800" b="1" kern="1200">
                          <a:solidFill>
                            <a:schemeClr val="tx1"/>
                          </a:solidFill>
                          <a:latin typeface="Arial"/>
                        </a:defRPr>
                      </a:lvl5pPr>
                      <a:lvl6pPr marL="2286000" algn="l" defTabSz="914400" rtl="0" eaLnBrk="1" latinLnBrk="0" hangingPunct="1">
                        <a:defRPr sz="1800" b="1" kern="1200">
                          <a:solidFill>
                            <a:schemeClr val="tx1"/>
                          </a:solidFill>
                          <a:latin typeface="Arial"/>
                        </a:defRPr>
                      </a:lvl6pPr>
                      <a:lvl7pPr marL="2743200" algn="l" defTabSz="914400" rtl="0" eaLnBrk="1" latinLnBrk="0" hangingPunct="1">
                        <a:defRPr sz="1800" b="1" kern="1200">
                          <a:solidFill>
                            <a:schemeClr val="tx1"/>
                          </a:solidFill>
                          <a:latin typeface="Arial"/>
                        </a:defRPr>
                      </a:lvl7pPr>
                      <a:lvl8pPr marL="3200400" algn="l" defTabSz="914400" rtl="0" eaLnBrk="1" latinLnBrk="0" hangingPunct="1">
                        <a:defRPr sz="1800" b="1" kern="1200">
                          <a:solidFill>
                            <a:schemeClr val="tx1"/>
                          </a:solidFill>
                          <a:latin typeface="Arial"/>
                        </a:defRPr>
                      </a:lvl8pPr>
                      <a:lvl9pPr marL="3657600" algn="l" defTabSz="914400" rtl="0" eaLnBrk="1" latinLnBrk="0" hangingPunct="1">
                        <a:defRPr sz="1800" b="1" kern="1200">
                          <a:solidFill>
                            <a:schemeClr val="tx1"/>
                          </a:solidFill>
                          <a:latin typeface="Arial"/>
                        </a:defRPr>
                      </a:lvl9p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900" b="0" baseline="0" noProof="0">
                          <a:solidFill>
                            <a:sysClr val="windowText" lastClr="000000"/>
                          </a:solidFill>
                          <a:latin typeface="+mj-lt"/>
                          <a:cs typeface="Arial" pitchFamily="34" charset="0"/>
                        </a:rPr>
                        <a:t>All KT sessions including Collaborative Delivery completed</a:t>
                      </a:r>
                    </a:p>
                  </a:txBody>
                  <a:tcPr marL="99060" marR="99060" anchor="ctr">
                    <a:lnL w="12700" cap="flat" cmpd="sng" algn="ctr">
                      <a:solidFill>
                        <a:srgbClr val="000000">
                          <a:lumMod val="75000"/>
                          <a:lumOff val="25000"/>
                        </a:srgbClr>
                      </a:solidFill>
                      <a:prstDash val="sysDot"/>
                      <a:round/>
                      <a:headEnd type="none" w="med" len="med"/>
                      <a:tailEnd type="none" w="med" len="med"/>
                    </a:lnL>
                    <a:lnR w="12700" cap="flat" cmpd="sng" algn="ctr">
                      <a:solidFill>
                        <a:srgbClr val="000000">
                          <a:lumMod val="75000"/>
                          <a:lumOff val="25000"/>
                        </a:srgbClr>
                      </a:solidFill>
                      <a:prstDash val="sysDot"/>
                      <a:round/>
                      <a:headEnd type="none" w="med" len="med"/>
                      <a:tailEnd type="none" w="med" len="med"/>
                    </a:lnR>
                    <a:lnT w="12700" cap="flat" cmpd="sng" algn="ctr">
                      <a:solidFill>
                        <a:srgbClr val="000000">
                          <a:lumMod val="75000"/>
                          <a:lumOff val="25000"/>
                        </a:srgbClr>
                      </a:solidFill>
                      <a:prstDash val="sysDot"/>
                      <a:round/>
                      <a:headEnd type="none" w="med" len="med"/>
                      <a:tailEnd type="none" w="med" len="med"/>
                    </a:lnT>
                    <a:lnB w="12700" cap="flat" cmpd="sng" algn="ctr">
                      <a:solidFill>
                        <a:srgbClr val="000000">
                          <a:lumMod val="75000"/>
                          <a:lumOff val="25000"/>
                        </a:srgbClr>
                      </a:solidFill>
                      <a:prstDash val="sysDot"/>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defTabSz="914400" rtl="0" eaLnBrk="1" fontAlgn="auto" latinLnBrk="0" hangingPunct="1">
                        <a:lnSpc>
                          <a:spcPct val="100000"/>
                        </a:lnSpc>
                        <a:spcBef>
                          <a:spcPts val="0"/>
                        </a:spcBef>
                        <a:spcAft>
                          <a:spcPts val="0"/>
                        </a:spcAft>
                        <a:buClrTx/>
                        <a:buSzTx/>
                        <a:buFont typeface="Wingdings" pitchFamily="2" charset="2"/>
                        <a:buNone/>
                        <a:tabLst/>
                        <a:defRPr/>
                      </a:pPr>
                      <a:r>
                        <a:rPr lang="en-GB" sz="1800" kern="1200" noProof="0">
                          <a:ln>
                            <a:solidFill>
                              <a:srgbClr val="00B050"/>
                            </a:solidFill>
                          </a:ln>
                          <a:solidFill>
                            <a:srgbClr val="00B050"/>
                          </a:solidFill>
                          <a:latin typeface="+mj-lt"/>
                          <a:ea typeface="+mn-ea"/>
                          <a:cs typeface="+mn-cs"/>
                          <a:sym typeface="Wingdings" panose="05000000000000000000" pitchFamily="2" charset="2"/>
                        </a:rPr>
                        <a:t></a:t>
                      </a:r>
                      <a:endParaRPr lang="en-GB" sz="1800" kern="1200" noProof="0">
                        <a:ln>
                          <a:solidFill>
                            <a:srgbClr val="00B050"/>
                          </a:solidFill>
                        </a:ln>
                        <a:solidFill>
                          <a:srgbClr val="00B050"/>
                        </a:solidFill>
                        <a:latin typeface="+mj-lt"/>
                        <a:ea typeface="+mn-ea"/>
                        <a:cs typeface="+mn-cs"/>
                      </a:endParaRPr>
                    </a:p>
                  </a:txBody>
                  <a:tcPr marL="99060" marR="99060" anchor="ctr">
                    <a:lnL w="12700" cap="flat" cmpd="sng" algn="ctr">
                      <a:solidFill>
                        <a:srgbClr val="000000">
                          <a:lumMod val="75000"/>
                          <a:lumOff val="25000"/>
                        </a:srgbClr>
                      </a:solidFill>
                      <a:prstDash val="sysDot"/>
                      <a:round/>
                      <a:headEnd type="none" w="med" len="med"/>
                      <a:tailEnd type="none" w="med" len="med"/>
                    </a:lnL>
                    <a:lnR w="12700" cap="flat" cmpd="sng" algn="ctr">
                      <a:solidFill>
                        <a:srgbClr val="000000">
                          <a:lumMod val="75000"/>
                          <a:lumOff val="25000"/>
                        </a:srgbClr>
                      </a:solidFill>
                      <a:prstDash val="sysDot"/>
                      <a:round/>
                      <a:headEnd type="none" w="med" len="med"/>
                      <a:tailEnd type="none" w="med" len="med"/>
                    </a:lnR>
                    <a:lnT w="12700" cap="flat" cmpd="sng" algn="ctr">
                      <a:solidFill>
                        <a:srgbClr val="000000">
                          <a:lumMod val="75000"/>
                          <a:lumOff val="25000"/>
                        </a:srgbClr>
                      </a:solidFill>
                      <a:prstDash val="sysDot"/>
                      <a:round/>
                      <a:headEnd type="none" w="med" len="med"/>
                      <a:tailEnd type="none" w="med" len="med"/>
                    </a:lnT>
                    <a:lnB w="12700" cap="flat" cmpd="sng" algn="ctr">
                      <a:solidFill>
                        <a:srgbClr val="000000">
                          <a:lumMod val="75000"/>
                          <a:lumOff val="25000"/>
                        </a:srgbClr>
                      </a:solidFill>
                      <a:prstDash val="sysDot"/>
                      <a:round/>
                      <a:headEnd type="none" w="med" len="med"/>
                      <a:tailEnd type="none" w="med" len="med"/>
                    </a:lnB>
                    <a:lnTlToBr w="12700" cmpd="sng">
                      <a:noFill/>
                      <a:prstDash val="solid"/>
                    </a:lnTlToBr>
                    <a:lnBlToTr w="12700" cmpd="sng">
                      <a:noFill/>
                      <a:prstDash val="solid"/>
                    </a:lnBlToTr>
                    <a:solidFill>
                      <a:srgbClr val="FFFFFF">
                        <a:lumMod val="95000"/>
                      </a:srgbClr>
                    </a:solidFill>
                  </a:tcPr>
                </a:tc>
                <a:extLst>
                  <a:ext uri="{0D108BD9-81ED-4DB2-BD59-A6C34878D82A}">
                    <a16:rowId xmlns:a16="http://schemas.microsoft.com/office/drawing/2014/main" val="1686553098"/>
                  </a:ext>
                </a:extLst>
              </a:tr>
              <a:tr h="488960">
                <a:tc>
                  <a:txBody>
                    <a:bodyPr/>
                    <a:lstStyle>
                      <a:lvl1pPr marL="0" algn="l" defTabSz="914400" rtl="0" eaLnBrk="1" latinLnBrk="0" hangingPunct="1">
                        <a:defRPr sz="1800" b="1" kern="1200">
                          <a:solidFill>
                            <a:schemeClr val="tx1"/>
                          </a:solidFill>
                          <a:latin typeface="Arial"/>
                        </a:defRPr>
                      </a:lvl1pPr>
                      <a:lvl2pPr marL="457200" algn="l" defTabSz="914400" rtl="0" eaLnBrk="1" latinLnBrk="0" hangingPunct="1">
                        <a:defRPr sz="1800" b="1" kern="1200">
                          <a:solidFill>
                            <a:schemeClr val="tx1"/>
                          </a:solidFill>
                          <a:latin typeface="Arial"/>
                        </a:defRPr>
                      </a:lvl2pPr>
                      <a:lvl3pPr marL="914400" algn="l" defTabSz="914400" rtl="0" eaLnBrk="1" latinLnBrk="0" hangingPunct="1">
                        <a:defRPr sz="1800" b="1" kern="1200">
                          <a:solidFill>
                            <a:schemeClr val="tx1"/>
                          </a:solidFill>
                          <a:latin typeface="Arial"/>
                        </a:defRPr>
                      </a:lvl3pPr>
                      <a:lvl4pPr marL="1371600" algn="l" defTabSz="914400" rtl="0" eaLnBrk="1" latinLnBrk="0" hangingPunct="1">
                        <a:defRPr sz="1800" b="1" kern="1200">
                          <a:solidFill>
                            <a:schemeClr val="tx1"/>
                          </a:solidFill>
                          <a:latin typeface="Arial"/>
                        </a:defRPr>
                      </a:lvl4pPr>
                      <a:lvl5pPr marL="1828800" algn="l" defTabSz="914400" rtl="0" eaLnBrk="1" latinLnBrk="0" hangingPunct="1">
                        <a:defRPr sz="1800" b="1" kern="1200">
                          <a:solidFill>
                            <a:schemeClr val="tx1"/>
                          </a:solidFill>
                          <a:latin typeface="Arial"/>
                        </a:defRPr>
                      </a:lvl5pPr>
                      <a:lvl6pPr marL="2286000" algn="l" defTabSz="914400" rtl="0" eaLnBrk="1" latinLnBrk="0" hangingPunct="1">
                        <a:defRPr sz="1800" b="1" kern="1200">
                          <a:solidFill>
                            <a:schemeClr val="tx1"/>
                          </a:solidFill>
                          <a:latin typeface="Arial"/>
                        </a:defRPr>
                      </a:lvl6pPr>
                      <a:lvl7pPr marL="2743200" algn="l" defTabSz="914400" rtl="0" eaLnBrk="1" latinLnBrk="0" hangingPunct="1">
                        <a:defRPr sz="1800" b="1" kern="1200">
                          <a:solidFill>
                            <a:schemeClr val="tx1"/>
                          </a:solidFill>
                          <a:latin typeface="Arial"/>
                        </a:defRPr>
                      </a:lvl7pPr>
                      <a:lvl8pPr marL="3200400" algn="l" defTabSz="914400" rtl="0" eaLnBrk="1" latinLnBrk="0" hangingPunct="1">
                        <a:defRPr sz="1800" b="1" kern="1200">
                          <a:solidFill>
                            <a:schemeClr val="tx1"/>
                          </a:solidFill>
                          <a:latin typeface="Arial"/>
                        </a:defRPr>
                      </a:lvl8pPr>
                      <a:lvl9pPr marL="3657600" algn="l" defTabSz="914400" rtl="0" eaLnBrk="1" latinLnBrk="0" hangingPunct="1">
                        <a:defRPr sz="1800" b="1" kern="1200">
                          <a:solidFill>
                            <a:schemeClr val="tx1"/>
                          </a:solidFill>
                          <a:latin typeface="Arial"/>
                        </a:defRPr>
                      </a:lvl9p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900" b="0" baseline="0" noProof="0">
                          <a:solidFill>
                            <a:sysClr val="windowText" lastClr="000000"/>
                          </a:solidFill>
                          <a:latin typeface="+mj-lt"/>
                          <a:cs typeface="+mn-cs"/>
                        </a:rPr>
                        <a:t>Change Understanding Document  signed off by SMEs</a:t>
                      </a:r>
                      <a:endParaRPr lang="en-GB" sz="900" b="0" baseline="0" noProof="0">
                        <a:solidFill>
                          <a:sysClr val="windowText" lastClr="000000"/>
                        </a:solidFill>
                        <a:latin typeface="+mj-lt"/>
                        <a:cs typeface="Arial" pitchFamily="34" charset="0"/>
                      </a:endParaRPr>
                    </a:p>
                  </a:txBody>
                  <a:tcPr marL="99060" marR="99060" anchor="ctr">
                    <a:lnL w="12700" cap="flat" cmpd="sng" algn="ctr">
                      <a:solidFill>
                        <a:srgbClr val="000000">
                          <a:lumMod val="75000"/>
                          <a:lumOff val="25000"/>
                        </a:srgbClr>
                      </a:solidFill>
                      <a:prstDash val="sysDot"/>
                      <a:round/>
                      <a:headEnd type="none" w="med" len="med"/>
                      <a:tailEnd type="none" w="med" len="med"/>
                    </a:lnL>
                    <a:lnR w="12700" cap="flat" cmpd="sng" algn="ctr">
                      <a:solidFill>
                        <a:srgbClr val="000000">
                          <a:lumMod val="75000"/>
                          <a:lumOff val="25000"/>
                        </a:srgbClr>
                      </a:solidFill>
                      <a:prstDash val="sysDot"/>
                      <a:round/>
                      <a:headEnd type="none" w="med" len="med"/>
                      <a:tailEnd type="none" w="med" len="med"/>
                    </a:lnR>
                    <a:lnT w="12700" cap="flat" cmpd="sng" algn="ctr">
                      <a:solidFill>
                        <a:srgbClr val="000000">
                          <a:lumMod val="75000"/>
                          <a:lumOff val="25000"/>
                        </a:srgbClr>
                      </a:solidFill>
                      <a:prstDash val="sysDot"/>
                      <a:round/>
                      <a:headEnd type="none" w="med" len="med"/>
                      <a:tailEnd type="none" w="med" len="med"/>
                    </a:lnT>
                    <a:lnB w="12700" cap="flat" cmpd="sng" algn="ctr">
                      <a:solidFill>
                        <a:srgbClr val="000000">
                          <a:lumMod val="75000"/>
                          <a:lumOff val="25000"/>
                        </a:srgbClr>
                      </a:solidFill>
                      <a:prstDash val="sysDot"/>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defTabSz="914400" rtl="0" eaLnBrk="1" fontAlgn="auto" latinLnBrk="0" hangingPunct="1">
                        <a:lnSpc>
                          <a:spcPct val="100000"/>
                        </a:lnSpc>
                        <a:spcBef>
                          <a:spcPts val="0"/>
                        </a:spcBef>
                        <a:spcAft>
                          <a:spcPts val="0"/>
                        </a:spcAft>
                        <a:buClrTx/>
                        <a:buSzTx/>
                        <a:buFont typeface="Wingdings" pitchFamily="2" charset="2"/>
                        <a:buNone/>
                        <a:tabLst/>
                        <a:defRPr/>
                      </a:pPr>
                      <a:r>
                        <a:rPr lang="en-GB" sz="1800" kern="1200" noProof="0">
                          <a:ln>
                            <a:solidFill>
                              <a:srgbClr val="00B050"/>
                            </a:solidFill>
                          </a:ln>
                          <a:solidFill>
                            <a:srgbClr val="00B050"/>
                          </a:solidFill>
                          <a:latin typeface="+mj-lt"/>
                          <a:ea typeface="+mn-ea"/>
                          <a:cs typeface="+mn-cs"/>
                          <a:sym typeface="Wingdings" panose="05000000000000000000" pitchFamily="2" charset="2"/>
                        </a:rPr>
                        <a:t></a:t>
                      </a:r>
                      <a:endParaRPr lang="en-GB" sz="1800" kern="1200" noProof="0">
                        <a:ln>
                          <a:solidFill>
                            <a:srgbClr val="00B050"/>
                          </a:solidFill>
                        </a:ln>
                        <a:solidFill>
                          <a:srgbClr val="00B050"/>
                        </a:solidFill>
                        <a:latin typeface="+mj-lt"/>
                        <a:ea typeface="+mn-ea"/>
                        <a:cs typeface="+mn-cs"/>
                      </a:endParaRPr>
                    </a:p>
                  </a:txBody>
                  <a:tcPr marL="99060" marR="99060" anchor="ctr">
                    <a:lnL w="12700" cap="flat" cmpd="sng" algn="ctr">
                      <a:solidFill>
                        <a:srgbClr val="000000">
                          <a:lumMod val="75000"/>
                          <a:lumOff val="25000"/>
                        </a:srgbClr>
                      </a:solidFill>
                      <a:prstDash val="sysDot"/>
                      <a:round/>
                      <a:headEnd type="none" w="med" len="med"/>
                      <a:tailEnd type="none" w="med" len="med"/>
                    </a:lnL>
                    <a:lnR w="12700" cap="flat" cmpd="sng" algn="ctr">
                      <a:solidFill>
                        <a:srgbClr val="000000">
                          <a:lumMod val="75000"/>
                          <a:lumOff val="25000"/>
                        </a:srgbClr>
                      </a:solidFill>
                      <a:prstDash val="sysDot"/>
                      <a:round/>
                      <a:headEnd type="none" w="med" len="med"/>
                      <a:tailEnd type="none" w="med" len="med"/>
                    </a:lnR>
                    <a:lnT w="12700" cap="flat" cmpd="sng" algn="ctr">
                      <a:solidFill>
                        <a:srgbClr val="000000">
                          <a:lumMod val="75000"/>
                          <a:lumOff val="25000"/>
                        </a:srgbClr>
                      </a:solidFill>
                      <a:prstDash val="sysDot"/>
                      <a:round/>
                      <a:headEnd type="none" w="med" len="med"/>
                      <a:tailEnd type="none" w="med" len="med"/>
                    </a:lnT>
                    <a:lnB w="12700" cap="flat" cmpd="sng" algn="ctr">
                      <a:solidFill>
                        <a:srgbClr val="000000">
                          <a:lumMod val="75000"/>
                          <a:lumOff val="25000"/>
                        </a:srgbClr>
                      </a:solidFill>
                      <a:prstDash val="sysDot"/>
                      <a:round/>
                      <a:headEnd type="none" w="med" len="med"/>
                      <a:tailEnd type="none" w="med" len="med"/>
                    </a:lnB>
                    <a:lnTlToBr w="12700" cmpd="sng">
                      <a:noFill/>
                      <a:prstDash val="solid"/>
                    </a:lnTlToBr>
                    <a:lnBlToTr w="12700" cmpd="sng">
                      <a:noFill/>
                      <a:prstDash val="solid"/>
                    </a:lnBlToTr>
                    <a:solidFill>
                      <a:srgbClr val="FFFFFF">
                        <a:lumMod val="95000"/>
                      </a:srgbClr>
                    </a:solidFill>
                  </a:tcPr>
                </a:tc>
                <a:extLst>
                  <a:ext uri="{0D108BD9-81ED-4DB2-BD59-A6C34878D82A}">
                    <a16:rowId xmlns:a16="http://schemas.microsoft.com/office/drawing/2014/main" val="828793062"/>
                  </a:ext>
                </a:extLst>
              </a:tr>
              <a:tr h="355607">
                <a:tc>
                  <a:txBody>
                    <a:bodyPr/>
                    <a:lstStyle>
                      <a:lvl1pPr marL="0" algn="l" defTabSz="914400" rtl="0" eaLnBrk="1" latinLnBrk="0" hangingPunct="1">
                        <a:defRPr sz="1800" b="1" kern="1200">
                          <a:solidFill>
                            <a:schemeClr val="tx1"/>
                          </a:solidFill>
                          <a:latin typeface="Arial"/>
                        </a:defRPr>
                      </a:lvl1pPr>
                      <a:lvl2pPr marL="457200" algn="l" defTabSz="914400" rtl="0" eaLnBrk="1" latinLnBrk="0" hangingPunct="1">
                        <a:defRPr sz="1800" b="1" kern="1200">
                          <a:solidFill>
                            <a:schemeClr val="tx1"/>
                          </a:solidFill>
                          <a:latin typeface="Arial"/>
                        </a:defRPr>
                      </a:lvl2pPr>
                      <a:lvl3pPr marL="914400" algn="l" defTabSz="914400" rtl="0" eaLnBrk="1" latinLnBrk="0" hangingPunct="1">
                        <a:defRPr sz="1800" b="1" kern="1200">
                          <a:solidFill>
                            <a:schemeClr val="tx1"/>
                          </a:solidFill>
                          <a:latin typeface="Arial"/>
                        </a:defRPr>
                      </a:lvl3pPr>
                      <a:lvl4pPr marL="1371600" algn="l" defTabSz="914400" rtl="0" eaLnBrk="1" latinLnBrk="0" hangingPunct="1">
                        <a:defRPr sz="1800" b="1" kern="1200">
                          <a:solidFill>
                            <a:schemeClr val="tx1"/>
                          </a:solidFill>
                          <a:latin typeface="Arial"/>
                        </a:defRPr>
                      </a:lvl4pPr>
                      <a:lvl5pPr marL="1828800" algn="l" defTabSz="914400" rtl="0" eaLnBrk="1" latinLnBrk="0" hangingPunct="1">
                        <a:defRPr sz="1800" b="1" kern="1200">
                          <a:solidFill>
                            <a:schemeClr val="tx1"/>
                          </a:solidFill>
                          <a:latin typeface="Arial"/>
                        </a:defRPr>
                      </a:lvl5pPr>
                      <a:lvl6pPr marL="2286000" algn="l" defTabSz="914400" rtl="0" eaLnBrk="1" latinLnBrk="0" hangingPunct="1">
                        <a:defRPr sz="1800" b="1" kern="1200">
                          <a:solidFill>
                            <a:schemeClr val="tx1"/>
                          </a:solidFill>
                          <a:latin typeface="Arial"/>
                        </a:defRPr>
                      </a:lvl6pPr>
                      <a:lvl7pPr marL="2743200" algn="l" defTabSz="914400" rtl="0" eaLnBrk="1" latinLnBrk="0" hangingPunct="1">
                        <a:defRPr sz="1800" b="1" kern="1200">
                          <a:solidFill>
                            <a:schemeClr val="tx1"/>
                          </a:solidFill>
                          <a:latin typeface="Arial"/>
                        </a:defRPr>
                      </a:lvl7pPr>
                      <a:lvl8pPr marL="3200400" algn="l" defTabSz="914400" rtl="0" eaLnBrk="1" latinLnBrk="0" hangingPunct="1">
                        <a:defRPr sz="1800" b="1" kern="1200">
                          <a:solidFill>
                            <a:schemeClr val="tx1"/>
                          </a:solidFill>
                          <a:latin typeface="Arial"/>
                        </a:defRPr>
                      </a:lvl8pPr>
                      <a:lvl9pPr marL="3657600" algn="l" defTabSz="914400" rtl="0" eaLnBrk="1" latinLnBrk="0" hangingPunct="1">
                        <a:defRPr sz="1800" b="1" kern="1200">
                          <a:solidFill>
                            <a:schemeClr val="tx1"/>
                          </a:solidFill>
                          <a:latin typeface="Arial"/>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lang="en-GB" sz="900" b="0" kern="1200" baseline="0" noProof="0">
                          <a:solidFill>
                            <a:sysClr val="windowText" lastClr="000000"/>
                          </a:solidFill>
                          <a:latin typeface="+mj-lt"/>
                          <a:ea typeface="+mn-ea"/>
                          <a:cs typeface="+mn-cs"/>
                        </a:rPr>
                        <a:t>Playback sessions completed</a:t>
                      </a:r>
                    </a:p>
                  </a:txBody>
                  <a:tcPr marL="99060" marR="99060" anchor="ctr">
                    <a:lnL w="12700" cap="flat" cmpd="sng" algn="ctr">
                      <a:solidFill>
                        <a:srgbClr val="000000">
                          <a:lumMod val="75000"/>
                          <a:lumOff val="25000"/>
                        </a:srgbClr>
                      </a:solidFill>
                      <a:prstDash val="sysDot"/>
                      <a:round/>
                      <a:headEnd type="none" w="med" len="med"/>
                      <a:tailEnd type="none" w="med" len="med"/>
                    </a:lnL>
                    <a:lnR w="12700" cap="flat" cmpd="sng" algn="ctr">
                      <a:solidFill>
                        <a:srgbClr val="000000">
                          <a:lumMod val="75000"/>
                          <a:lumOff val="25000"/>
                        </a:srgbClr>
                      </a:solidFill>
                      <a:prstDash val="sysDot"/>
                      <a:round/>
                      <a:headEnd type="none" w="med" len="med"/>
                      <a:tailEnd type="none" w="med" len="med"/>
                    </a:lnR>
                    <a:lnT w="12700" cap="flat" cmpd="sng" algn="ctr">
                      <a:solidFill>
                        <a:srgbClr val="000000">
                          <a:lumMod val="75000"/>
                          <a:lumOff val="25000"/>
                        </a:srgbClr>
                      </a:solidFill>
                      <a:prstDash val="sysDot"/>
                      <a:round/>
                      <a:headEnd type="none" w="med" len="med"/>
                      <a:tailEnd type="none" w="med" len="med"/>
                    </a:lnT>
                    <a:lnB w="12700" cap="flat" cmpd="sng" algn="ctr">
                      <a:solidFill>
                        <a:srgbClr val="000000">
                          <a:lumMod val="75000"/>
                          <a:lumOff val="25000"/>
                        </a:srgbClr>
                      </a:solidFill>
                      <a:prstDash val="sysDot"/>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defTabSz="914400" rtl="0" eaLnBrk="1" fontAlgn="auto" latinLnBrk="0" hangingPunct="1">
                        <a:lnSpc>
                          <a:spcPct val="100000"/>
                        </a:lnSpc>
                        <a:spcBef>
                          <a:spcPts val="0"/>
                        </a:spcBef>
                        <a:spcAft>
                          <a:spcPts val="0"/>
                        </a:spcAft>
                        <a:buClrTx/>
                        <a:buSzTx/>
                        <a:buFont typeface="Wingdings" pitchFamily="2" charset="2"/>
                        <a:buNone/>
                        <a:tabLst/>
                        <a:defRPr/>
                      </a:pPr>
                      <a:r>
                        <a:rPr lang="en-GB" sz="1800" kern="1200" noProof="0">
                          <a:ln>
                            <a:solidFill>
                              <a:srgbClr val="00B050"/>
                            </a:solidFill>
                          </a:ln>
                          <a:solidFill>
                            <a:srgbClr val="00B050"/>
                          </a:solidFill>
                          <a:latin typeface="+mj-lt"/>
                          <a:ea typeface="+mn-ea"/>
                          <a:cs typeface="+mn-cs"/>
                          <a:sym typeface="Wingdings" panose="05000000000000000000" pitchFamily="2" charset="2"/>
                        </a:rPr>
                        <a:t></a:t>
                      </a:r>
                      <a:endParaRPr lang="en-GB" sz="1800" kern="1200" noProof="0">
                        <a:ln>
                          <a:solidFill>
                            <a:srgbClr val="00B050"/>
                          </a:solidFill>
                        </a:ln>
                        <a:solidFill>
                          <a:srgbClr val="00B050"/>
                        </a:solidFill>
                        <a:latin typeface="+mj-lt"/>
                        <a:ea typeface="+mn-ea"/>
                        <a:cs typeface="+mn-cs"/>
                      </a:endParaRPr>
                    </a:p>
                  </a:txBody>
                  <a:tcPr marL="99060" marR="99060" anchor="ctr">
                    <a:lnL w="12700" cap="flat" cmpd="sng" algn="ctr">
                      <a:solidFill>
                        <a:srgbClr val="000000">
                          <a:lumMod val="75000"/>
                          <a:lumOff val="25000"/>
                        </a:srgbClr>
                      </a:solidFill>
                      <a:prstDash val="sysDot"/>
                      <a:round/>
                      <a:headEnd type="none" w="med" len="med"/>
                      <a:tailEnd type="none" w="med" len="med"/>
                    </a:lnL>
                    <a:lnR w="12700" cap="flat" cmpd="sng" algn="ctr">
                      <a:solidFill>
                        <a:srgbClr val="000000">
                          <a:lumMod val="75000"/>
                          <a:lumOff val="25000"/>
                        </a:srgbClr>
                      </a:solidFill>
                      <a:prstDash val="sysDot"/>
                      <a:round/>
                      <a:headEnd type="none" w="med" len="med"/>
                      <a:tailEnd type="none" w="med" len="med"/>
                    </a:lnR>
                    <a:lnT w="12700" cap="flat" cmpd="sng" algn="ctr">
                      <a:solidFill>
                        <a:srgbClr val="000000">
                          <a:lumMod val="75000"/>
                          <a:lumOff val="25000"/>
                        </a:srgbClr>
                      </a:solidFill>
                      <a:prstDash val="sysDot"/>
                      <a:round/>
                      <a:headEnd type="none" w="med" len="med"/>
                      <a:tailEnd type="none" w="med" len="med"/>
                    </a:lnT>
                    <a:lnB w="12700" cap="flat" cmpd="sng" algn="ctr">
                      <a:solidFill>
                        <a:srgbClr val="000000">
                          <a:lumMod val="75000"/>
                          <a:lumOff val="25000"/>
                        </a:srgbClr>
                      </a:solidFill>
                      <a:prstDash val="sysDot"/>
                      <a:round/>
                      <a:headEnd type="none" w="med" len="med"/>
                      <a:tailEnd type="none" w="med" len="med"/>
                    </a:lnB>
                    <a:lnTlToBr w="12700" cmpd="sng">
                      <a:noFill/>
                      <a:prstDash val="solid"/>
                    </a:lnTlToBr>
                    <a:lnBlToTr w="12700" cmpd="sng">
                      <a:noFill/>
                      <a:prstDash val="solid"/>
                    </a:lnBlToTr>
                    <a:solidFill>
                      <a:srgbClr val="FFFFFF">
                        <a:lumMod val="95000"/>
                      </a:srgbClr>
                    </a:solidFill>
                  </a:tcPr>
                </a:tc>
                <a:extLst>
                  <a:ext uri="{0D108BD9-81ED-4DB2-BD59-A6C34878D82A}">
                    <a16:rowId xmlns:a16="http://schemas.microsoft.com/office/drawing/2014/main" val="2736328153"/>
                  </a:ext>
                </a:extLst>
              </a:tr>
              <a:tr h="355607">
                <a:tc>
                  <a:txBody>
                    <a:bodyPr/>
                    <a:lstStyle>
                      <a:lvl1pPr marL="0" algn="l" defTabSz="914400" rtl="0" eaLnBrk="1" latinLnBrk="0" hangingPunct="1">
                        <a:defRPr sz="1800" b="1" kern="1200">
                          <a:solidFill>
                            <a:schemeClr val="tx1"/>
                          </a:solidFill>
                          <a:latin typeface="Arial"/>
                        </a:defRPr>
                      </a:lvl1pPr>
                      <a:lvl2pPr marL="457200" algn="l" defTabSz="914400" rtl="0" eaLnBrk="1" latinLnBrk="0" hangingPunct="1">
                        <a:defRPr sz="1800" b="1" kern="1200">
                          <a:solidFill>
                            <a:schemeClr val="tx1"/>
                          </a:solidFill>
                          <a:latin typeface="Arial"/>
                        </a:defRPr>
                      </a:lvl2pPr>
                      <a:lvl3pPr marL="914400" algn="l" defTabSz="914400" rtl="0" eaLnBrk="1" latinLnBrk="0" hangingPunct="1">
                        <a:defRPr sz="1800" b="1" kern="1200">
                          <a:solidFill>
                            <a:schemeClr val="tx1"/>
                          </a:solidFill>
                          <a:latin typeface="Arial"/>
                        </a:defRPr>
                      </a:lvl3pPr>
                      <a:lvl4pPr marL="1371600" algn="l" defTabSz="914400" rtl="0" eaLnBrk="1" latinLnBrk="0" hangingPunct="1">
                        <a:defRPr sz="1800" b="1" kern="1200">
                          <a:solidFill>
                            <a:schemeClr val="tx1"/>
                          </a:solidFill>
                          <a:latin typeface="Arial"/>
                        </a:defRPr>
                      </a:lvl4pPr>
                      <a:lvl5pPr marL="1828800" algn="l" defTabSz="914400" rtl="0" eaLnBrk="1" latinLnBrk="0" hangingPunct="1">
                        <a:defRPr sz="1800" b="1" kern="1200">
                          <a:solidFill>
                            <a:schemeClr val="tx1"/>
                          </a:solidFill>
                          <a:latin typeface="Arial"/>
                        </a:defRPr>
                      </a:lvl5pPr>
                      <a:lvl6pPr marL="2286000" algn="l" defTabSz="914400" rtl="0" eaLnBrk="1" latinLnBrk="0" hangingPunct="1">
                        <a:defRPr sz="1800" b="1" kern="1200">
                          <a:solidFill>
                            <a:schemeClr val="tx1"/>
                          </a:solidFill>
                          <a:latin typeface="Arial"/>
                        </a:defRPr>
                      </a:lvl6pPr>
                      <a:lvl7pPr marL="2743200" algn="l" defTabSz="914400" rtl="0" eaLnBrk="1" latinLnBrk="0" hangingPunct="1">
                        <a:defRPr sz="1800" b="1" kern="1200">
                          <a:solidFill>
                            <a:schemeClr val="tx1"/>
                          </a:solidFill>
                          <a:latin typeface="Arial"/>
                        </a:defRPr>
                      </a:lvl7pPr>
                      <a:lvl8pPr marL="3200400" algn="l" defTabSz="914400" rtl="0" eaLnBrk="1" latinLnBrk="0" hangingPunct="1">
                        <a:defRPr sz="1800" b="1" kern="1200">
                          <a:solidFill>
                            <a:schemeClr val="tx1"/>
                          </a:solidFill>
                          <a:latin typeface="Arial"/>
                        </a:defRPr>
                      </a:lvl8pPr>
                      <a:lvl9pPr marL="3657600" algn="l" defTabSz="914400" rtl="0" eaLnBrk="1" latinLnBrk="0" hangingPunct="1">
                        <a:defRPr sz="1800" b="1" kern="1200">
                          <a:solidFill>
                            <a:schemeClr val="tx1"/>
                          </a:solidFill>
                          <a:latin typeface="Aria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900" b="0" kern="1200" baseline="0" noProof="0">
                          <a:solidFill>
                            <a:sysClr val="windowText" lastClr="000000"/>
                          </a:solidFill>
                          <a:latin typeface="+mj-lt"/>
                          <a:ea typeface="+mn-ea"/>
                          <a:cs typeface="+mn-cs"/>
                        </a:rPr>
                        <a:t>KT deliverables signed off by LN SMEs</a:t>
                      </a:r>
                    </a:p>
                  </a:txBody>
                  <a:tcPr marL="99060" marR="99060" anchor="ctr">
                    <a:lnL w="12700" cap="flat" cmpd="sng" algn="ctr">
                      <a:solidFill>
                        <a:srgbClr val="000000">
                          <a:lumMod val="75000"/>
                          <a:lumOff val="25000"/>
                        </a:srgbClr>
                      </a:solidFill>
                      <a:prstDash val="sysDot"/>
                      <a:round/>
                      <a:headEnd type="none" w="med" len="med"/>
                      <a:tailEnd type="none" w="med" len="med"/>
                    </a:lnL>
                    <a:lnR w="12700" cap="flat" cmpd="sng" algn="ctr">
                      <a:solidFill>
                        <a:srgbClr val="000000">
                          <a:lumMod val="75000"/>
                          <a:lumOff val="25000"/>
                        </a:srgbClr>
                      </a:solidFill>
                      <a:prstDash val="sysDot"/>
                      <a:round/>
                      <a:headEnd type="none" w="med" len="med"/>
                      <a:tailEnd type="none" w="med" len="med"/>
                    </a:lnR>
                    <a:lnT w="12700" cap="flat" cmpd="sng" algn="ctr">
                      <a:solidFill>
                        <a:srgbClr val="000000">
                          <a:lumMod val="75000"/>
                          <a:lumOff val="25000"/>
                        </a:srgbClr>
                      </a:solidFill>
                      <a:prstDash val="sysDot"/>
                      <a:round/>
                      <a:headEnd type="none" w="med" len="med"/>
                      <a:tailEnd type="none" w="med" len="med"/>
                    </a:lnT>
                    <a:lnB w="12700" cap="flat" cmpd="sng" algn="ctr">
                      <a:solidFill>
                        <a:srgbClr val="000000">
                          <a:lumMod val="75000"/>
                          <a:lumOff val="25000"/>
                        </a:srgbClr>
                      </a:solidFill>
                      <a:prstDash val="sysDot"/>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defTabSz="914400" rtl="0" eaLnBrk="1" fontAlgn="auto" latinLnBrk="0" hangingPunct="1">
                        <a:lnSpc>
                          <a:spcPct val="100000"/>
                        </a:lnSpc>
                        <a:spcBef>
                          <a:spcPts val="0"/>
                        </a:spcBef>
                        <a:spcAft>
                          <a:spcPts val="0"/>
                        </a:spcAft>
                        <a:buClrTx/>
                        <a:buSzTx/>
                        <a:buFont typeface="Wingdings" pitchFamily="2" charset="2"/>
                        <a:buNone/>
                        <a:tabLst/>
                        <a:defRPr/>
                      </a:pPr>
                      <a:r>
                        <a:rPr lang="en-GB" sz="1800" kern="1200" noProof="0">
                          <a:ln>
                            <a:solidFill>
                              <a:srgbClr val="00B050"/>
                            </a:solidFill>
                          </a:ln>
                          <a:solidFill>
                            <a:srgbClr val="00B050"/>
                          </a:solidFill>
                          <a:latin typeface="+mj-lt"/>
                          <a:ea typeface="+mn-ea"/>
                          <a:cs typeface="+mn-cs"/>
                          <a:sym typeface="Wingdings" panose="05000000000000000000" pitchFamily="2" charset="2"/>
                        </a:rPr>
                        <a:t></a:t>
                      </a:r>
                      <a:endParaRPr lang="en-GB" sz="1800" kern="1200" noProof="0">
                        <a:ln>
                          <a:solidFill>
                            <a:srgbClr val="00B050"/>
                          </a:solidFill>
                        </a:ln>
                        <a:solidFill>
                          <a:srgbClr val="00B050"/>
                        </a:solidFill>
                        <a:latin typeface="+mj-lt"/>
                        <a:ea typeface="+mn-ea"/>
                        <a:cs typeface="+mn-cs"/>
                      </a:endParaRPr>
                    </a:p>
                  </a:txBody>
                  <a:tcPr marL="99060" marR="99060" anchor="ctr">
                    <a:lnL w="12700" cap="flat" cmpd="sng" algn="ctr">
                      <a:solidFill>
                        <a:srgbClr val="000000">
                          <a:lumMod val="75000"/>
                          <a:lumOff val="25000"/>
                        </a:srgbClr>
                      </a:solidFill>
                      <a:prstDash val="sysDot"/>
                      <a:round/>
                      <a:headEnd type="none" w="med" len="med"/>
                      <a:tailEnd type="none" w="med" len="med"/>
                    </a:lnL>
                    <a:lnR w="12700" cap="flat" cmpd="sng" algn="ctr">
                      <a:solidFill>
                        <a:srgbClr val="000000">
                          <a:lumMod val="75000"/>
                          <a:lumOff val="25000"/>
                        </a:srgbClr>
                      </a:solidFill>
                      <a:prstDash val="sysDot"/>
                      <a:round/>
                      <a:headEnd type="none" w="med" len="med"/>
                      <a:tailEnd type="none" w="med" len="med"/>
                    </a:lnR>
                    <a:lnT w="12700" cap="flat" cmpd="sng" algn="ctr">
                      <a:solidFill>
                        <a:srgbClr val="000000">
                          <a:lumMod val="75000"/>
                          <a:lumOff val="25000"/>
                        </a:srgbClr>
                      </a:solidFill>
                      <a:prstDash val="sysDot"/>
                      <a:round/>
                      <a:headEnd type="none" w="med" len="med"/>
                      <a:tailEnd type="none" w="med" len="med"/>
                    </a:lnT>
                    <a:lnB w="12700" cap="flat" cmpd="sng" algn="ctr">
                      <a:solidFill>
                        <a:srgbClr val="000000">
                          <a:lumMod val="75000"/>
                          <a:lumOff val="25000"/>
                        </a:srgbClr>
                      </a:solidFill>
                      <a:prstDash val="sysDot"/>
                      <a:round/>
                      <a:headEnd type="none" w="med" len="med"/>
                      <a:tailEnd type="none" w="med" len="med"/>
                    </a:lnB>
                    <a:lnTlToBr w="12700" cmpd="sng">
                      <a:noFill/>
                      <a:prstDash val="solid"/>
                    </a:lnTlToBr>
                    <a:lnBlToTr w="12700" cmpd="sng">
                      <a:noFill/>
                      <a:prstDash val="solid"/>
                    </a:lnBlToTr>
                    <a:solidFill>
                      <a:srgbClr val="FFFFFF">
                        <a:lumMod val="95000"/>
                      </a:srgbClr>
                    </a:solidFill>
                  </a:tcPr>
                </a:tc>
                <a:extLst>
                  <a:ext uri="{0D108BD9-81ED-4DB2-BD59-A6C34878D82A}">
                    <a16:rowId xmlns:a16="http://schemas.microsoft.com/office/drawing/2014/main" val="1130451136"/>
                  </a:ext>
                </a:extLst>
              </a:tr>
              <a:tr h="488960">
                <a:tc>
                  <a:txBody>
                    <a:bodyPr/>
                    <a:lstStyle>
                      <a:lvl1pPr marL="0" algn="l" defTabSz="914400" rtl="0" eaLnBrk="1" latinLnBrk="0" hangingPunct="1">
                        <a:defRPr sz="1800" b="1" kern="1200">
                          <a:solidFill>
                            <a:schemeClr val="tx1"/>
                          </a:solidFill>
                          <a:latin typeface="Arial"/>
                        </a:defRPr>
                      </a:lvl1pPr>
                      <a:lvl2pPr marL="457200" algn="l" defTabSz="914400" rtl="0" eaLnBrk="1" latinLnBrk="0" hangingPunct="1">
                        <a:defRPr sz="1800" b="1" kern="1200">
                          <a:solidFill>
                            <a:schemeClr val="tx1"/>
                          </a:solidFill>
                          <a:latin typeface="Arial"/>
                        </a:defRPr>
                      </a:lvl2pPr>
                      <a:lvl3pPr marL="914400" algn="l" defTabSz="914400" rtl="0" eaLnBrk="1" latinLnBrk="0" hangingPunct="1">
                        <a:defRPr sz="1800" b="1" kern="1200">
                          <a:solidFill>
                            <a:schemeClr val="tx1"/>
                          </a:solidFill>
                          <a:latin typeface="Arial"/>
                        </a:defRPr>
                      </a:lvl3pPr>
                      <a:lvl4pPr marL="1371600" algn="l" defTabSz="914400" rtl="0" eaLnBrk="1" latinLnBrk="0" hangingPunct="1">
                        <a:defRPr sz="1800" b="1" kern="1200">
                          <a:solidFill>
                            <a:schemeClr val="tx1"/>
                          </a:solidFill>
                          <a:latin typeface="Arial"/>
                        </a:defRPr>
                      </a:lvl4pPr>
                      <a:lvl5pPr marL="1828800" algn="l" defTabSz="914400" rtl="0" eaLnBrk="1" latinLnBrk="0" hangingPunct="1">
                        <a:defRPr sz="1800" b="1" kern="1200">
                          <a:solidFill>
                            <a:schemeClr val="tx1"/>
                          </a:solidFill>
                          <a:latin typeface="Arial"/>
                        </a:defRPr>
                      </a:lvl5pPr>
                      <a:lvl6pPr marL="2286000" algn="l" defTabSz="914400" rtl="0" eaLnBrk="1" latinLnBrk="0" hangingPunct="1">
                        <a:defRPr sz="1800" b="1" kern="1200">
                          <a:solidFill>
                            <a:schemeClr val="tx1"/>
                          </a:solidFill>
                          <a:latin typeface="Arial"/>
                        </a:defRPr>
                      </a:lvl6pPr>
                      <a:lvl7pPr marL="2743200" algn="l" defTabSz="914400" rtl="0" eaLnBrk="1" latinLnBrk="0" hangingPunct="1">
                        <a:defRPr sz="1800" b="1" kern="1200">
                          <a:solidFill>
                            <a:schemeClr val="tx1"/>
                          </a:solidFill>
                          <a:latin typeface="Arial"/>
                        </a:defRPr>
                      </a:lvl7pPr>
                      <a:lvl8pPr marL="3200400" algn="l" defTabSz="914400" rtl="0" eaLnBrk="1" latinLnBrk="0" hangingPunct="1">
                        <a:defRPr sz="1800" b="1" kern="1200">
                          <a:solidFill>
                            <a:schemeClr val="tx1"/>
                          </a:solidFill>
                          <a:latin typeface="Arial"/>
                        </a:defRPr>
                      </a:lvl8pPr>
                      <a:lvl9pPr marL="3657600" algn="l" defTabSz="914400" rtl="0" eaLnBrk="1" latinLnBrk="0" hangingPunct="1">
                        <a:defRPr sz="1800" b="1" kern="1200">
                          <a:solidFill>
                            <a:schemeClr val="tx1"/>
                          </a:solidFill>
                          <a:latin typeface="Aria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900" b="0" kern="1200" baseline="0" noProof="0">
                          <a:solidFill>
                            <a:sysClr val="windowText" lastClr="000000"/>
                          </a:solidFill>
                          <a:latin typeface="+mj-lt"/>
                          <a:ea typeface="+mn-ea"/>
                          <a:cs typeface="+mn-cs"/>
                        </a:rPr>
                        <a:t>KT Success criteria for each role signed off by LN</a:t>
                      </a:r>
                    </a:p>
                    <a:p>
                      <a:pPr marL="0" marR="0" indent="0" algn="l" defTabSz="914400" rtl="0" eaLnBrk="1" fontAlgn="auto" latinLnBrk="0" hangingPunct="1">
                        <a:lnSpc>
                          <a:spcPct val="100000"/>
                        </a:lnSpc>
                        <a:spcBef>
                          <a:spcPts val="0"/>
                        </a:spcBef>
                        <a:spcAft>
                          <a:spcPts val="0"/>
                        </a:spcAft>
                        <a:buClrTx/>
                        <a:buSzTx/>
                        <a:buFontTx/>
                        <a:buNone/>
                        <a:tabLst/>
                        <a:defRPr/>
                      </a:pPr>
                      <a:endParaRPr lang="en-GB" sz="900" b="0" kern="1200" baseline="0" noProof="0">
                        <a:solidFill>
                          <a:sysClr val="windowText" lastClr="000000"/>
                        </a:solidFill>
                        <a:latin typeface="+mj-lt"/>
                        <a:ea typeface="+mn-ea"/>
                        <a:cs typeface="+mn-cs"/>
                      </a:endParaRPr>
                    </a:p>
                  </a:txBody>
                  <a:tcPr marL="99060" marR="99060" anchor="ctr">
                    <a:lnL w="12700" cap="flat" cmpd="sng" algn="ctr">
                      <a:solidFill>
                        <a:srgbClr val="000000">
                          <a:lumMod val="75000"/>
                          <a:lumOff val="25000"/>
                        </a:srgbClr>
                      </a:solidFill>
                      <a:prstDash val="sysDot"/>
                      <a:round/>
                      <a:headEnd type="none" w="med" len="med"/>
                      <a:tailEnd type="none" w="med" len="med"/>
                    </a:lnL>
                    <a:lnR w="12700" cap="flat" cmpd="sng" algn="ctr">
                      <a:solidFill>
                        <a:srgbClr val="000000">
                          <a:lumMod val="75000"/>
                          <a:lumOff val="25000"/>
                        </a:srgbClr>
                      </a:solidFill>
                      <a:prstDash val="sysDot"/>
                      <a:round/>
                      <a:headEnd type="none" w="med" len="med"/>
                      <a:tailEnd type="none" w="med" len="med"/>
                    </a:lnR>
                    <a:lnT w="12700" cap="flat" cmpd="sng" algn="ctr">
                      <a:solidFill>
                        <a:srgbClr val="000000">
                          <a:lumMod val="75000"/>
                          <a:lumOff val="25000"/>
                        </a:srgbClr>
                      </a:solidFill>
                      <a:prstDash val="sysDot"/>
                      <a:round/>
                      <a:headEnd type="none" w="med" len="med"/>
                      <a:tailEnd type="none" w="med" len="med"/>
                    </a:lnT>
                    <a:lnB w="12700" cap="flat" cmpd="sng" algn="ctr">
                      <a:solidFill>
                        <a:srgbClr val="000000">
                          <a:lumMod val="75000"/>
                          <a:lumOff val="25000"/>
                        </a:srgbClr>
                      </a:solidFill>
                      <a:prstDash val="sysDot"/>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defTabSz="914400" rtl="0" eaLnBrk="1" fontAlgn="auto" latinLnBrk="0" hangingPunct="1">
                        <a:lnSpc>
                          <a:spcPct val="100000"/>
                        </a:lnSpc>
                        <a:spcBef>
                          <a:spcPts val="0"/>
                        </a:spcBef>
                        <a:spcAft>
                          <a:spcPts val="0"/>
                        </a:spcAft>
                        <a:buClrTx/>
                        <a:buSzTx/>
                        <a:buFont typeface="Wingdings" pitchFamily="2" charset="2"/>
                        <a:buNone/>
                        <a:tabLst/>
                        <a:defRPr/>
                      </a:pPr>
                      <a:r>
                        <a:rPr lang="en-GB" sz="1800" kern="1200" noProof="0">
                          <a:ln>
                            <a:solidFill>
                              <a:srgbClr val="00B050"/>
                            </a:solidFill>
                          </a:ln>
                          <a:solidFill>
                            <a:srgbClr val="00B050"/>
                          </a:solidFill>
                          <a:latin typeface="+mj-lt"/>
                          <a:ea typeface="+mn-ea"/>
                          <a:cs typeface="+mn-cs"/>
                          <a:sym typeface="Wingdings" panose="05000000000000000000" pitchFamily="2" charset="2"/>
                        </a:rPr>
                        <a:t></a:t>
                      </a:r>
                      <a:endParaRPr lang="en-GB" sz="1800" kern="1200" noProof="0">
                        <a:ln>
                          <a:solidFill>
                            <a:srgbClr val="00B050"/>
                          </a:solidFill>
                        </a:ln>
                        <a:solidFill>
                          <a:srgbClr val="00B050"/>
                        </a:solidFill>
                        <a:latin typeface="+mj-lt"/>
                        <a:ea typeface="+mn-ea"/>
                        <a:cs typeface="+mn-cs"/>
                      </a:endParaRPr>
                    </a:p>
                  </a:txBody>
                  <a:tcPr marL="99060" marR="99060" anchor="ctr">
                    <a:lnL w="12700" cap="flat" cmpd="sng" algn="ctr">
                      <a:solidFill>
                        <a:srgbClr val="000000">
                          <a:lumMod val="75000"/>
                          <a:lumOff val="25000"/>
                        </a:srgbClr>
                      </a:solidFill>
                      <a:prstDash val="sysDot"/>
                      <a:round/>
                      <a:headEnd type="none" w="med" len="med"/>
                      <a:tailEnd type="none" w="med" len="med"/>
                    </a:lnL>
                    <a:lnR w="12700" cap="flat" cmpd="sng" algn="ctr">
                      <a:solidFill>
                        <a:srgbClr val="000000">
                          <a:lumMod val="75000"/>
                          <a:lumOff val="25000"/>
                        </a:srgbClr>
                      </a:solidFill>
                      <a:prstDash val="sysDot"/>
                      <a:round/>
                      <a:headEnd type="none" w="med" len="med"/>
                      <a:tailEnd type="none" w="med" len="med"/>
                    </a:lnR>
                    <a:lnT w="12700" cap="flat" cmpd="sng" algn="ctr">
                      <a:solidFill>
                        <a:srgbClr val="000000">
                          <a:lumMod val="75000"/>
                          <a:lumOff val="25000"/>
                        </a:srgbClr>
                      </a:solidFill>
                      <a:prstDash val="sysDot"/>
                      <a:round/>
                      <a:headEnd type="none" w="med" len="med"/>
                      <a:tailEnd type="none" w="med" len="med"/>
                    </a:lnT>
                    <a:lnB w="12700" cap="flat" cmpd="sng" algn="ctr">
                      <a:solidFill>
                        <a:srgbClr val="000000">
                          <a:lumMod val="75000"/>
                          <a:lumOff val="25000"/>
                        </a:srgbClr>
                      </a:solidFill>
                      <a:prstDash val="sysDot"/>
                      <a:round/>
                      <a:headEnd type="none" w="med" len="med"/>
                      <a:tailEnd type="none" w="med" len="med"/>
                    </a:lnB>
                    <a:lnTlToBr w="12700" cmpd="sng">
                      <a:noFill/>
                      <a:prstDash val="solid"/>
                    </a:lnTlToBr>
                    <a:lnBlToTr w="12700" cmpd="sng">
                      <a:noFill/>
                      <a:prstDash val="solid"/>
                    </a:lnBlToTr>
                    <a:solidFill>
                      <a:srgbClr val="FFFFFF">
                        <a:lumMod val="95000"/>
                      </a:srgbClr>
                    </a:solidFill>
                  </a:tcPr>
                </a:tc>
                <a:extLst>
                  <a:ext uri="{0D108BD9-81ED-4DB2-BD59-A6C34878D82A}">
                    <a16:rowId xmlns:a16="http://schemas.microsoft.com/office/drawing/2014/main" val="2662066231"/>
                  </a:ext>
                </a:extLst>
              </a:tr>
              <a:tr h="355607">
                <a:tc>
                  <a:txBody>
                    <a:bodyPr/>
                    <a:lstStyle>
                      <a:lvl1pPr marL="0" algn="l" defTabSz="914400" rtl="0" eaLnBrk="1" latinLnBrk="0" hangingPunct="1">
                        <a:defRPr sz="1800" kern="1200">
                          <a:solidFill>
                            <a:schemeClr val="tx1"/>
                          </a:solidFill>
                          <a:latin typeface="Ubuntu"/>
                        </a:defRPr>
                      </a:lvl1pPr>
                      <a:lvl2pPr marL="457200" algn="l" defTabSz="914400" rtl="0" eaLnBrk="1" latinLnBrk="0" hangingPunct="1">
                        <a:defRPr sz="1800" kern="1200">
                          <a:solidFill>
                            <a:schemeClr val="tx1"/>
                          </a:solidFill>
                          <a:latin typeface="Ubuntu"/>
                        </a:defRPr>
                      </a:lvl2pPr>
                      <a:lvl3pPr marL="914400" algn="l" defTabSz="914400" rtl="0" eaLnBrk="1" latinLnBrk="0" hangingPunct="1">
                        <a:defRPr sz="1800" kern="1200">
                          <a:solidFill>
                            <a:schemeClr val="tx1"/>
                          </a:solidFill>
                          <a:latin typeface="Ubuntu"/>
                        </a:defRPr>
                      </a:lvl3pPr>
                      <a:lvl4pPr marL="1371600" algn="l" defTabSz="914400" rtl="0" eaLnBrk="1" latinLnBrk="0" hangingPunct="1">
                        <a:defRPr sz="1800" kern="1200">
                          <a:solidFill>
                            <a:schemeClr val="tx1"/>
                          </a:solidFill>
                          <a:latin typeface="Ubuntu"/>
                        </a:defRPr>
                      </a:lvl4pPr>
                      <a:lvl5pPr marL="1828800" algn="l" defTabSz="914400" rtl="0" eaLnBrk="1" latinLnBrk="0" hangingPunct="1">
                        <a:defRPr sz="1800" kern="1200">
                          <a:solidFill>
                            <a:schemeClr val="tx1"/>
                          </a:solidFill>
                          <a:latin typeface="Ubuntu"/>
                        </a:defRPr>
                      </a:lvl5pPr>
                      <a:lvl6pPr marL="2286000" algn="l" defTabSz="914400" rtl="0" eaLnBrk="1" latinLnBrk="0" hangingPunct="1">
                        <a:defRPr sz="1800" kern="1200">
                          <a:solidFill>
                            <a:schemeClr val="tx1"/>
                          </a:solidFill>
                          <a:latin typeface="Ubuntu"/>
                        </a:defRPr>
                      </a:lvl6pPr>
                      <a:lvl7pPr marL="2743200" algn="l" defTabSz="914400" rtl="0" eaLnBrk="1" latinLnBrk="0" hangingPunct="1">
                        <a:defRPr sz="1800" kern="1200">
                          <a:solidFill>
                            <a:schemeClr val="tx1"/>
                          </a:solidFill>
                          <a:latin typeface="Ubuntu"/>
                        </a:defRPr>
                      </a:lvl7pPr>
                      <a:lvl8pPr marL="3200400" algn="l" defTabSz="914400" rtl="0" eaLnBrk="1" latinLnBrk="0" hangingPunct="1">
                        <a:defRPr sz="1800" kern="1200">
                          <a:solidFill>
                            <a:schemeClr val="tx1"/>
                          </a:solidFill>
                          <a:latin typeface="Ubuntu"/>
                        </a:defRPr>
                      </a:lvl8pPr>
                      <a:lvl9pPr marL="3657600" algn="l" defTabSz="914400" rtl="0" eaLnBrk="1" latinLnBrk="0" hangingPunct="1">
                        <a:defRPr sz="1800" kern="1200">
                          <a:solidFill>
                            <a:schemeClr val="tx1"/>
                          </a:solidFill>
                          <a:latin typeface="Ubuntu"/>
                        </a:defRPr>
                      </a:lvl9p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900" b="0" kern="1200" baseline="0" noProof="0">
                          <a:solidFill>
                            <a:sysClr val="windowText" lastClr="000000"/>
                          </a:solidFill>
                          <a:latin typeface="+mj-lt"/>
                          <a:ea typeface="+mn-ea"/>
                          <a:cs typeface="+mn-cs"/>
                        </a:rPr>
                        <a:t>KT Gate Signoff by LN</a:t>
                      </a:r>
                    </a:p>
                  </a:txBody>
                  <a:tcPr marL="99060" marR="99060" anchor="ctr">
                    <a:lnL w="12700" cap="flat" cmpd="sng" algn="ctr">
                      <a:solidFill>
                        <a:srgbClr val="000000">
                          <a:lumMod val="75000"/>
                          <a:lumOff val="25000"/>
                        </a:srgbClr>
                      </a:solidFill>
                      <a:prstDash val="sysDot"/>
                      <a:round/>
                      <a:headEnd type="none" w="med" len="med"/>
                      <a:tailEnd type="none" w="med" len="med"/>
                    </a:lnL>
                    <a:lnR w="12700" cap="flat" cmpd="sng" algn="ctr">
                      <a:solidFill>
                        <a:srgbClr val="000000">
                          <a:lumMod val="75000"/>
                          <a:lumOff val="25000"/>
                        </a:srgbClr>
                      </a:solidFill>
                      <a:prstDash val="sysDot"/>
                      <a:round/>
                      <a:headEnd type="none" w="med" len="med"/>
                      <a:tailEnd type="none" w="med" len="med"/>
                    </a:lnR>
                    <a:lnT w="12700" cap="flat" cmpd="sng" algn="ctr">
                      <a:solidFill>
                        <a:srgbClr val="000000">
                          <a:lumMod val="75000"/>
                          <a:lumOff val="25000"/>
                        </a:srgbClr>
                      </a:solidFill>
                      <a:prstDash val="sysDot"/>
                      <a:round/>
                      <a:headEnd type="none" w="med" len="med"/>
                      <a:tailEnd type="none" w="med" len="med"/>
                    </a:lnT>
                    <a:lnB w="12700" cap="flat" cmpd="sng" algn="ctr">
                      <a:solidFill>
                        <a:srgbClr val="000000">
                          <a:lumMod val="75000"/>
                          <a:lumOff val="25000"/>
                        </a:srgbClr>
                      </a:solidFill>
                      <a:prstDash val="sysDot"/>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914400" rtl="0" eaLnBrk="1" latinLnBrk="0" hangingPunct="1">
                        <a:defRPr sz="1800" kern="1200">
                          <a:solidFill>
                            <a:schemeClr val="tx1"/>
                          </a:solidFill>
                          <a:latin typeface="Ubuntu"/>
                        </a:defRPr>
                      </a:lvl1pPr>
                      <a:lvl2pPr marL="457200" algn="l" defTabSz="914400" rtl="0" eaLnBrk="1" latinLnBrk="0" hangingPunct="1">
                        <a:defRPr sz="1800" kern="1200">
                          <a:solidFill>
                            <a:schemeClr val="tx1"/>
                          </a:solidFill>
                          <a:latin typeface="Ubuntu"/>
                        </a:defRPr>
                      </a:lvl2pPr>
                      <a:lvl3pPr marL="914400" algn="l" defTabSz="914400" rtl="0" eaLnBrk="1" latinLnBrk="0" hangingPunct="1">
                        <a:defRPr sz="1800" kern="1200">
                          <a:solidFill>
                            <a:schemeClr val="tx1"/>
                          </a:solidFill>
                          <a:latin typeface="Ubuntu"/>
                        </a:defRPr>
                      </a:lvl3pPr>
                      <a:lvl4pPr marL="1371600" algn="l" defTabSz="914400" rtl="0" eaLnBrk="1" latinLnBrk="0" hangingPunct="1">
                        <a:defRPr sz="1800" kern="1200">
                          <a:solidFill>
                            <a:schemeClr val="tx1"/>
                          </a:solidFill>
                          <a:latin typeface="Ubuntu"/>
                        </a:defRPr>
                      </a:lvl4pPr>
                      <a:lvl5pPr marL="1828800" algn="l" defTabSz="914400" rtl="0" eaLnBrk="1" latinLnBrk="0" hangingPunct="1">
                        <a:defRPr sz="1800" kern="1200">
                          <a:solidFill>
                            <a:schemeClr val="tx1"/>
                          </a:solidFill>
                          <a:latin typeface="Ubuntu"/>
                        </a:defRPr>
                      </a:lvl5pPr>
                      <a:lvl6pPr marL="2286000" algn="l" defTabSz="914400" rtl="0" eaLnBrk="1" latinLnBrk="0" hangingPunct="1">
                        <a:defRPr sz="1800" kern="1200">
                          <a:solidFill>
                            <a:schemeClr val="tx1"/>
                          </a:solidFill>
                          <a:latin typeface="Ubuntu"/>
                        </a:defRPr>
                      </a:lvl6pPr>
                      <a:lvl7pPr marL="2743200" algn="l" defTabSz="914400" rtl="0" eaLnBrk="1" latinLnBrk="0" hangingPunct="1">
                        <a:defRPr sz="1800" kern="1200">
                          <a:solidFill>
                            <a:schemeClr val="tx1"/>
                          </a:solidFill>
                          <a:latin typeface="Ubuntu"/>
                        </a:defRPr>
                      </a:lvl7pPr>
                      <a:lvl8pPr marL="3200400" algn="l" defTabSz="914400" rtl="0" eaLnBrk="1" latinLnBrk="0" hangingPunct="1">
                        <a:defRPr sz="1800" kern="1200">
                          <a:solidFill>
                            <a:schemeClr val="tx1"/>
                          </a:solidFill>
                          <a:latin typeface="Ubuntu"/>
                        </a:defRPr>
                      </a:lvl8pPr>
                      <a:lvl9pPr marL="3657600" algn="l" defTabSz="914400" rtl="0" eaLnBrk="1" latinLnBrk="0" hangingPunct="1">
                        <a:defRPr sz="1800" kern="1200">
                          <a:solidFill>
                            <a:schemeClr val="tx1"/>
                          </a:solidFill>
                          <a:latin typeface="Ubuntu"/>
                        </a:defRPr>
                      </a:lvl9pPr>
                    </a:lstStyle>
                    <a:p>
                      <a:pPr marL="0" marR="0" lvl="0" indent="0" algn="ctr" defTabSz="914400" rtl="0" eaLnBrk="1" fontAlgn="auto" latinLnBrk="0" hangingPunct="1">
                        <a:lnSpc>
                          <a:spcPct val="100000"/>
                        </a:lnSpc>
                        <a:spcBef>
                          <a:spcPts val="0"/>
                        </a:spcBef>
                        <a:spcAft>
                          <a:spcPts val="0"/>
                        </a:spcAft>
                        <a:buClrTx/>
                        <a:buSzTx/>
                        <a:buFont typeface="Wingdings" pitchFamily="2" charset="2"/>
                        <a:buNone/>
                        <a:tabLst/>
                        <a:defRPr/>
                      </a:pPr>
                      <a:r>
                        <a:rPr lang="en-GB" sz="1800" kern="1200" noProof="0">
                          <a:ln>
                            <a:solidFill>
                              <a:srgbClr val="00B050"/>
                            </a:solidFill>
                          </a:ln>
                          <a:solidFill>
                            <a:srgbClr val="00B050"/>
                          </a:solidFill>
                          <a:latin typeface="+mn-lt"/>
                          <a:ea typeface="+mn-ea"/>
                          <a:cs typeface="+mn-cs"/>
                          <a:sym typeface="Wingdings" panose="05000000000000000000" pitchFamily="2" charset="2"/>
                        </a:rPr>
                        <a:t></a:t>
                      </a:r>
                      <a:endParaRPr lang="en-GB" sz="1800" kern="1200" noProof="0">
                        <a:ln>
                          <a:solidFill>
                            <a:srgbClr val="00B050"/>
                          </a:solidFill>
                        </a:ln>
                        <a:solidFill>
                          <a:srgbClr val="00B050"/>
                        </a:solidFill>
                        <a:latin typeface="+mj-lt"/>
                        <a:ea typeface="+mn-ea"/>
                        <a:cs typeface="+mn-cs"/>
                      </a:endParaRPr>
                    </a:p>
                  </a:txBody>
                  <a:tcPr marL="99060" marR="99060" anchor="ctr">
                    <a:lnL w="12700" cap="flat" cmpd="sng" algn="ctr">
                      <a:solidFill>
                        <a:srgbClr val="000000">
                          <a:lumMod val="75000"/>
                          <a:lumOff val="25000"/>
                        </a:srgbClr>
                      </a:solidFill>
                      <a:prstDash val="sysDot"/>
                      <a:round/>
                      <a:headEnd type="none" w="med" len="med"/>
                      <a:tailEnd type="none" w="med" len="med"/>
                    </a:lnL>
                    <a:lnR w="12700" cap="flat" cmpd="sng" algn="ctr">
                      <a:solidFill>
                        <a:srgbClr val="000000">
                          <a:lumMod val="75000"/>
                          <a:lumOff val="25000"/>
                        </a:srgbClr>
                      </a:solidFill>
                      <a:prstDash val="sysDot"/>
                      <a:round/>
                      <a:headEnd type="none" w="med" len="med"/>
                      <a:tailEnd type="none" w="med" len="med"/>
                    </a:lnR>
                    <a:lnT w="12700" cap="flat" cmpd="sng" algn="ctr">
                      <a:solidFill>
                        <a:srgbClr val="000000">
                          <a:lumMod val="75000"/>
                          <a:lumOff val="25000"/>
                        </a:srgbClr>
                      </a:solidFill>
                      <a:prstDash val="sysDot"/>
                      <a:round/>
                      <a:headEnd type="none" w="med" len="med"/>
                      <a:tailEnd type="none" w="med" len="med"/>
                    </a:lnT>
                    <a:lnB w="12700" cap="flat" cmpd="sng" algn="ctr">
                      <a:solidFill>
                        <a:srgbClr val="000000">
                          <a:lumMod val="75000"/>
                          <a:lumOff val="25000"/>
                        </a:srgbClr>
                      </a:solidFill>
                      <a:prstDash val="sysDot"/>
                      <a:round/>
                      <a:headEnd type="none" w="med" len="med"/>
                      <a:tailEnd type="none" w="med" len="med"/>
                    </a:lnB>
                    <a:lnTlToBr w="12700" cmpd="sng">
                      <a:noFill/>
                      <a:prstDash val="solid"/>
                    </a:lnTlToBr>
                    <a:lnBlToTr w="12700" cmpd="sng">
                      <a:noFill/>
                      <a:prstDash val="solid"/>
                    </a:lnBlToTr>
                    <a:solidFill>
                      <a:srgbClr val="FFFFFF">
                        <a:lumMod val="95000"/>
                      </a:srgbClr>
                    </a:solidFill>
                  </a:tcPr>
                </a:tc>
                <a:extLst>
                  <a:ext uri="{0D108BD9-81ED-4DB2-BD59-A6C34878D82A}">
                    <a16:rowId xmlns:a16="http://schemas.microsoft.com/office/drawing/2014/main" val="3005153728"/>
                  </a:ext>
                </a:extLst>
              </a:tr>
              <a:tr h="609262">
                <a:tc>
                  <a:txBody>
                    <a:bodyPr/>
                    <a:lstStyle>
                      <a:lvl1pPr marL="0" algn="l" defTabSz="914400" rtl="0" eaLnBrk="1" latinLnBrk="0" hangingPunct="1">
                        <a:defRPr sz="1800" b="1" kern="1200">
                          <a:solidFill>
                            <a:schemeClr val="tx1"/>
                          </a:solidFill>
                          <a:latin typeface="Arial"/>
                        </a:defRPr>
                      </a:lvl1pPr>
                      <a:lvl2pPr marL="457200" algn="l" defTabSz="914400" rtl="0" eaLnBrk="1" latinLnBrk="0" hangingPunct="1">
                        <a:defRPr sz="1800" b="1" kern="1200">
                          <a:solidFill>
                            <a:schemeClr val="tx1"/>
                          </a:solidFill>
                          <a:latin typeface="Arial"/>
                        </a:defRPr>
                      </a:lvl2pPr>
                      <a:lvl3pPr marL="914400" algn="l" defTabSz="914400" rtl="0" eaLnBrk="1" latinLnBrk="0" hangingPunct="1">
                        <a:defRPr sz="1800" b="1" kern="1200">
                          <a:solidFill>
                            <a:schemeClr val="tx1"/>
                          </a:solidFill>
                          <a:latin typeface="Arial"/>
                        </a:defRPr>
                      </a:lvl3pPr>
                      <a:lvl4pPr marL="1371600" algn="l" defTabSz="914400" rtl="0" eaLnBrk="1" latinLnBrk="0" hangingPunct="1">
                        <a:defRPr sz="1800" b="1" kern="1200">
                          <a:solidFill>
                            <a:schemeClr val="tx1"/>
                          </a:solidFill>
                          <a:latin typeface="Arial"/>
                        </a:defRPr>
                      </a:lvl4pPr>
                      <a:lvl5pPr marL="1828800" algn="l" defTabSz="914400" rtl="0" eaLnBrk="1" latinLnBrk="0" hangingPunct="1">
                        <a:defRPr sz="1800" b="1" kern="1200">
                          <a:solidFill>
                            <a:schemeClr val="tx1"/>
                          </a:solidFill>
                          <a:latin typeface="Arial"/>
                        </a:defRPr>
                      </a:lvl5pPr>
                      <a:lvl6pPr marL="2286000" algn="l" defTabSz="914400" rtl="0" eaLnBrk="1" latinLnBrk="0" hangingPunct="1">
                        <a:defRPr sz="1800" b="1" kern="1200">
                          <a:solidFill>
                            <a:schemeClr val="tx1"/>
                          </a:solidFill>
                          <a:latin typeface="Arial"/>
                        </a:defRPr>
                      </a:lvl6pPr>
                      <a:lvl7pPr marL="2743200" algn="l" defTabSz="914400" rtl="0" eaLnBrk="1" latinLnBrk="0" hangingPunct="1">
                        <a:defRPr sz="1800" b="1" kern="1200">
                          <a:solidFill>
                            <a:schemeClr val="tx1"/>
                          </a:solidFill>
                          <a:latin typeface="Arial"/>
                        </a:defRPr>
                      </a:lvl7pPr>
                      <a:lvl8pPr marL="3200400" algn="l" defTabSz="914400" rtl="0" eaLnBrk="1" latinLnBrk="0" hangingPunct="1">
                        <a:defRPr sz="1800" b="1" kern="1200">
                          <a:solidFill>
                            <a:schemeClr val="tx1"/>
                          </a:solidFill>
                          <a:latin typeface="Arial"/>
                        </a:defRPr>
                      </a:lvl8pPr>
                      <a:lvl9pPr marL="3657600" algn="l" defTabSz="914400" rtl="0" eaLnBrk="1" latinLnBrk="0" hangingPunct="1">
                        <a:defRPr sz="1800" b="1" kern="1200">
                          <a:solidFill>
                            <a:schemeClr val="tx1"/>
                          </a:solidFill>
                          <a:latin typeface="Aria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900" b="0" kern="1200" baseline="0" noProof="0">
                          <a:solidFill>
                            <a:sysClr val="windowText" lastClr="000000"/>
                          </a:solidFill>
                          <a:latin typeface="+mj-lt"/>
                          <a:ea typeface="+mn-ea"/>
                          <a:cs typeface="+mn-cs"/>
                        </a:rPr>
                        <a:t>Knowledge Transfer completion report signed off by LN</a:t>
                      </a:r>
                    </a:p>
                  </a:txBody>
                  <a:tcPr marL="99060" marR="99060" anchor="ctr">
                    <a:lnL w="12700" cap="flat" cmpd="sng" algn="ctr">
                      <a:solidFill>
                        <a:srgbClr val="000000">
                          <a:lumMod val="75000"/>
                          <a:lumOff val="25000"/>
                        </a:srgbClr>
                      </a:solidFill>
                      <a:prstDash val="sysDot"/>
                      <a:round/>
                      <a:headEnd type="none" w="med" len="med"/>
                      <a:tailEnd type="none" w="med" len="med"/>
                    </a:lnL>
                    <a:lnR w="12700" cap="flat" cmpd="sng" algn="ctr">
                      <a:solidFill>
                        <a:srgbClr val="000000">
                          <a:lumMod val="75000"/>
                          <a:lumOff val="25000"/>
                        </a:srgbClr>
                      </a:solidFill>
                      <a:prstDash val="sysDot"/>
                      <a:round/>
                      <a:headEnd type="none" w="med" len="med"/>
                      <a:tailEnd type="none" w="med" len="med"/>
                    </a:lnR>
                    <a:lnT w="12700" cap="flat" cmpd="sng" algn="ctr">
                      <a:solidFill>
                        <a:srgbClr val="000000">
                          <a:lumMod val="75000"/>
                          <a:lumOff val="25000"/>
                        </a:srgbClr>
                      </a:solidFill>
                      <a:prstDash val="sysDot"/>
                      <a:round/>
                      <a:headEnd type="none" w="med" len="med"/>
                      <a:tailEnd type="none" w="med" len="med"/>
                    </a:lnT>
                    <a:lnB w="12700" cap="flat" cmpd="sng" algn="ctr">
                      <a:solidFill>
                        <a:srgbClr val="000000">
                          <a:lumMod val="75000"/>
                          <a:lumOff val="25000"/>
                        </a:srgbClr>
                      </a:solidFill>
                      <a:prstDash val="sysDot"/>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914400" rtl="0" eaLnBrk="1" latinLnBrk="0" hangingPunct="1">
                        <a:defRPr sz="1800" kern="1200">
                          <a:solidFill>
                            <a:schemeClr val="tx1"/>
                          </a:solidFill>
                          <a:latin typeface="Ubuntu"/>
                        </a:defRPr>
                      </a:lvl1pPr>
                      <a:lvl2pPr marL="457200" algn="l" defTabSz="914400" rtl="0" eaLnBrk="1" latinLnBrk="0" hangingPunct="1">
                        <a:defRPr sz="1800" kern="1200">
                          <a:solidFill>
                            <a:schemeClr val="tx1"/>
                          </a:solidFill>
                          <a:latin typeface="Ubuntu"/>
                        </a:defRPr>
                      </a:lvl2pPr>
                      <a:lvl3pPr marL="914400" algn="l" defTabSz="914400" rtl="0" eaLnBrk="1" latinLnBrk="0" hangingPunct="1">
                        <a:defRPr sz="1800" kern="1200">
                          <a:solidFill>
                            <a:schemeClr val="tx1"/>
                          </a:solidFill>
                          <a:latin typeface="Ubuntu"/>
                        </a:defRPr>
                      </a:lvl3pPr>
                      <a:lvl4pPr marL="1371600" algn="l" defTabSz="914400" rtl="0" eaLnBrk="1" latinLnBrk="0" hangingPunct="1">
                        <a:defRPr sz="1800" kern="1200">
                          <a:solidFill>
                            <a:schemeClr val="tx1"/>
                          </a:solidFill>
                          <a:latin typeface="Ubuntu"/>
                        </a:defRPr>
                      </a:lvl4pPr>
                      <a:lvl5pPr marL="1828800" algn="l" defTabSz="914400" rtl="0" eaLnBrk="1" latinLnBrk="0" hangingPunct="1">
                        <a:defRPr sz="1800" kern="1200">
                          <a:solidFill>
                            <a:schemeClr val="tx1"/>
                          </a:solidFill>
                          <a:latin typeface="Ubuntu"/>
                        </a:defRPr>
                      </a:lvl5pPr>
                      <a:lvl6pPr marL="2286000" algn="l" defTabSz="914400" rtl="0" eaLnBrk="1" latinLnBrk="0" hangingPunct="1">
                        <a:defRPr sz="1800" kern="1200">
                          <a:solidFill>
                            <a:schemeClr val="tx1"/>
                          </a:solidFill>
                          <a:latin typeface="Ubuntu"/>
                        </a:defRPr>
                      </a:lvl6pPr>
                      <a:lvl7pPr marL="2743200" algn="l" defTabSz="914400" rtl="0" eaLnBrk="1" latinLnBrk="0" hangingPunct="1">
                        <a:defRPr sz="1800" kern="1200">
                          <a:solidFill>
                            <a:schemeClr val="tx1"/>
                          </a:solidFill>
                          <a:latin typeface="Ubuntu"/>
                        </a:defRPr>
                      </a:lvl7pPr>
                      <a:lvl8pPr marL="3200400" algn="l" defTabSz="914400" rtl="0" eaLnBrk="1" latinLnBrk="0" hangingPunct="1">
                        <a:defRPr sz="1800" kern="1200">
                          <a:solidFill>
                            <a:schemeClr val="tx1"/>
                          </a:solidFill>
                          <a:latin typeface="Ubuntu"/>
                        </a:defRPr>
                      </a:lvl8pPr>
                      <a:lvl9pPr marL="3657600" algn="l" defTabSz="914400" rtl="0" eaLnBrk="1" latinLnBrk="0" hangingPunct="1">
                        <a:defRPr sz="1800" kern="1200">
                          <a:solidFill>
                            <a:schemeClr val="tx1"/>
                          </a:solidFill>
                          <a:latin typeface="Ubuntu"/>
                        </a:defRPr>
                      </a:lvl9pPr>
                    </a:lstStyle>
                    <a:p>
                      <a:pPr marL="0" marR="0" lvl="0" indent="0" algn="ctr" defTabSz="914400" rtl="0" eaLnBrk="1" fontAlgn="auto" latinLnBrk="0" hangingPunct="1">
                        <a:lnSpc>
                          <a:spcPct val="100000"/>
                        </a:lnSpc>
                        <a:spcBef>
                          <a:spcPts val="0"/>
                        </a:spcBef>
                        <a:spcAft>
                          <a:spcPts val="0"/>
                        </a:spcAft>
                        <a:buClrTx/>
                        <a:buSzTx/>
                        <a:buFont typeface="Wingdings" pitchFamily="2" charset="2"/>
                        <a:buNone/>
                        <a:tabLst/>
                        <a:defRPr/>
                      </a:pPr>
                      <a:r>
                        <a:rPr lang="en-GB" sz="1800" kern="1200" noProof="0">
                          <a:ln>
                            <a:solidFill>
                              <a:srgbClr val="00B050"/>
                            </a:solidFill>
                          </a:ln>
                          <a:solidFill>
                            <a:srgbClr val="00B050"/>
                          </a:solidFill>
                          <a:latin typeface="+mj-lt"/>
                          <a:ea typeface="+mn-ea"/>
                          <a:cs typeface="+mn-cs"/>
                          <a:sym typeface="Wingdings" panose="05000000000000000000" pitchFamily="2" charset="2"/>
                        </a:rPr>
                        <a:t></a:t>
                      </a:r>
                      <a:endParaRPr lang="en-GB" sz="1800" kern="1200" noProof="0">
                        <a:ln>
                          <a:solidFill>
                            <a:srgbClr val="00B050"/>
                          </a:solidFill>
                        </a:ln>
                        <a:solidFill>
                          <a:srgbClr val="00B050"/>
                        </a:solidFill>
                        <a:latin typeface="+mj-lt"/>
                        <a:ea typeface="+mn-ea"/>
                        <a:cs typeface="+mn-cs"/>
                      </a:endParaRPr>
                    </a:p>
                  </a:txBody>
                  <a:tcPr marL="99060" marR="99060" anchor="ctr">
                    <a:lnL w="12700" cap="flat" cmpd="sng" algn="ctr">
                      <a:solidFill>
                        <a:srgbClr val="000000">
                          <a:lumMod val="75000"/>
                          <a:lumOff val="25000"/>
                        </a:srgbClr>
                      </a:solidFill>
                      <a:prstDash val="sysDot"/>
                      <a:round/>
                      <a:headEnd type="none" w="med" len="med"/>
                      <a:tailEnd type="none" w="med" len="med"/>
                    </a:lnL>
                    <a:lnR w="12700" cap="flat" cmpd="sng" algn="ctr">
                      <a:solidFill>
                        <a:srgbClr val="000000">
                          <a:lumMod val="75000"/>
                          <a:lumOff val="25000"/>
                        </a:srgbClr>
                      </a:solidFill>
                      <a:prstDash val="sysDot"/>
                      <a:round/>
                      <a:headEnd type="none" w="med" len="med"/>
                      <a:tailEnd type="none" w="med" len="med"/>
                    </a:lnR>
                    <a:lnT w="12700" cap="flat" cmpd="sng" algn="ctr">
                      <a:solidFill>
                        <a:srgbClr val="000000">
                          <a:lumMod val="75000"/>
                          <a:lumOff val="25000"/>
                        </a:srgbClr>
                      </a:solidFill>
                      <a:prstDash val="sysDot"/>
                      <a:round/>
                      <a:headEnd type="none" w="med" len="med"/>
                      <a:tailEnd type="none" w="med" len="med"/>
                    </a:lnT>
                    <a:lnB w="12700" cap="flat" cmpd="sng" algn="ctr">
                      <a:solidFill>
                        <a:srgbClr val="000000">
                          <a:lumMod val="75000"/>
                          <a:lumOff val="25000"/>
                        </a:srgbClr>
                      </a:solidFill>
                      <a:prstDash val="sysDot"/>
                      <a:round/>
                      <a:headEnd type="none" w="med" len="med"/>
                      <a:tailEnd type="none" w="med" len="med"/>
                    </a:lnB>
                    <a:lnTlToBr w="12700" cmpd="sng">
                      <a:noFill/>
                      <a:prstDash val="solid"/>
                    </a:lnTlToBr>
                    <a:lnBlToTr w="12700" cmpd="sng">
                      <a:noFill/>
                      <a:prstDash val="solid"/>
                    </a:lnBlToTr>
                    <a:solidFill>
                      <a:srgbClr val="FFFFFF">
                        <a:lumMod val="95000"/>
                      </a:srgbClr>
                    </a:solidFill>
                  </a:tcPr>
                </a:tc>
                <a:extLst>
                  <a:ext uri="{0D108BD9-81ED-4DB2-BD59-A6C34878D82A}">
                    <a16:rowId xmlns:a16="http://schemas.microsoft.com/office/drawing/2014/main" val="1300029574"/>
                  </a:ext>
                </a:extLst>
              </a:tr>
            </a:tbl>
          </a:graphicData>
        </a:graphic>
      </p:graphicFrame>
      <p:sp>
        <p:nvSpPr>
          <p:cNvPr id="26" name="Rectangle: Top Corners Rounded 25">
            <a:extLst>
              <a:ext uri="{FF2B5EF4-FFF2-40B4-BE49-F238E27FC236}">
                <a16:creationId xmlns:a16="http://schemas.microsoft.com/office/drawing/2014/main" id="{D5BB5C7A-848D-D936-EB67-10590B764200}"/>
              </a:ext>
            </a:extLst>
          </p:cNvPr>
          <p:cNvSpPr/>
          <p:nvPr/>
        </p:nvSpPr>
        <p:spPr>
          <a:xfrm>
            <a:off x="9269904" y="1278372"/>
            <a:ext cx="2484000" cy="304920"/>
          </a:xfrm>
          <a:prstGeom prst="round2SameRect">
            <a:avLst/>
          </a:prstGeom>
          <a:solidFill>
            <a:srgbClr val="0070AD"/>
          </a:solidFill>
          <a:ln w="12700" cap="flat" cmpd="sng" algn="ctr">
            <a:noFill/>
            <a:prstDash val="solid"/>
            <a:miter lim="800000"/>
          </a:ln>
          <a:effectLst/>
        </p:spPr>
        <p:txBody>
          <a:bodyPr lIns="36005" tIns="36005" rIns="36005" bIns="36005"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100" b="1" i="0" u="none" strike="noStrike" kern="0" cap="none" spc="0" normalizeH="0" baseline="0" noProof="0">
                <a:ln>
                  <a:noFill/>
                </a:ln>
                <a:solidFill>
                  <a:srgbClr val="FFFFFF"/>
                </a:solidFill>
                <a:effectLst/>
                <a:uLnTx/>
                <a:uFillTx/>
                <a:latin typeface="Ubuntu"/>
                <a:ea typeface="+mn-ea"/>
                <a:cs typeface="+mn-cs"/>
              </a:rPr>
              <a:t>Handover and Closure</a:t>
            </a:r>
          </a:p>
        </p:txBody>
      </p:sp>
      <p:sp>
        <p:nvSpPr>
          <p:cNvPr id="27" name="Rectangle 26">
            <a:extLst>
              <a:ext uri="{FF2B5EF4-FFF2-40B4-BE49-F238E27FC236}">
                <a16:creationId xmlns:a16="http://schemas.microsoft.com/office/drawing/2014/main" id="{6CB94F77-E64A-9C79-BBB2-52640758B5C8}"/>
              </a:ext>
            </a:extLst>
          </p:cNvPr>
          <p:cNvSpPr/>
          <p:nvPr/>
        </p:nvSpPr>
        <p:spPr>
          <a:xfrm>
            <a:off x="4999326" y="4608226"/>
            <a:ext cx="2191420" cy="246221"/>
          </a:xfrm>
          <a:prstGeom prst="rect">
            <a:avLst/>
          </a:prstGeom>
        </p:spPr>
        <p:txBody>
          <a:bodyPr wrap="square">
            <a:spAutoFit/>
          </a:bodyPr>
          <a:lstStyle/>
          <a:p>
            <a:pPr algn="ctr">
              <a:defRPr/>
            </a:pPr>
            <a:r>
              <a:rPr lang="en-GB" sz="1000" b="1">
                <a:solidFill>
                  <a:schemeClr val="tx2">
                    <a:lumMod val="10000"/>
                    <a:lumOff val="90000"/>
                  </a:schemeClr>
                </a:solidFill>
                <a:latin typeface="Ubuntu"/>
              </a:rPr>
              <a:t>Quality KT parameters</a:t>
            </a:r>
            <a:endParaRPr lang="en-GB" sz="1000">
              <a:solidFill>
                <a:schemeClr val="tx2">
                  <a:lumMod val="10000"/>
                  <a:lumOff val="90000"/>
                </a:schemeClr>
              </a:solidFill>
              <a:latin typeface="Ubuntu"/>
            </a:endParaRPr>
          </a:p>
        </p:txBody>
      </p:sp>
      <p:cxnSp>
        <p:nvCxnSpPr>
          <p:cNvPr id="33" name="Straight Connector 32">
            <a:extLst>
              <a:ext uri="{FF2B5EF4-FFF2-40B4-BE49-F238E27FC236}">
                <a16:creationId xmlns:a16="http://schemas.microsoft.com/office/drawing/2014/main" id="{F9EBFCD8-BCE8-C502-E5F0-E3924C558B79}"/>
              </a:ext>
            </a:extLst>
          </p:cNvPr>
          <p:cNvCxnSpPr/>
          <p:nvPr/>
        </p:nvCxnSpPr>
        <p:spPr>
          <a:xfrm>
            <a:off x="4999326" y="4854447"/>
            <a:ext cx="2191420" cy="0"/>
          </a:xfrm>
          <a:prstGeom prst="line">
            <a:avLst/>
          </a:prstGeom>
          <a:noFill/>
          <a:ln w="12700" cap="flat" cmpd="sng" algn="ctr">
            <a:solidFill>
              <a:srgbClr val="0070AD">
                <a:lumMod val="60000"/>
                <a:lumOff val="40000"/>
              </a:srgbClr>
            </a:solidFill>
            <a:prstDash val="solid"/>
            <a:miter lim="800000"/>
          </a:ln>
          <a:effectLst/>
        </p:spPr>
      </p:cxnSp>
      <p:sp>
        <p:nvSpPr>
          <p:cNvPr id="34" name="Rectangle: Rounded Corners 33">
            <a:extLst>
              <a:ext uri="{FF2B5EF4-FFF2-40B4-BE49-F238E27FC236}">
                <a16:creationId xmlns:a16="http://schemas.microsoft.com/office/drawing/2014/main" id="{DAB57F4A-E4DC-5965-CB6D-9C3FA3F9215F}"/>
              </a:ext>
            </a:extLst>
          </p:cNvPr>
          <p:cNvSpPr/>
          <p:nvPr/>
        </p:nvSpPr>
        <p:spPr>
          <a:xfrm>
            <a:off x="3144463" y="4968353"/>
            <a:ext cx="1883229" cy="264782"/>
          </a:xfrm>
          <a:prstGeom prst="roundRect">
            <a:avLst/>
          </a:prstGeom>
          <a:solidFill>
            <a:srgbClr val="12ABDB"/>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50" b="1" i="0" u="none" strike="noStrike" kern="0" cap="none" spc="0" normalizeH="0" baseline="0" noProof="0">
                <a:ln>
                  <a:noFill/>
                </a:ln>
                <a:solidFill>
                  <a:schemeClr val="tx2">
                    <a:lumMod val="10000"/>
                    <a:lumOff val="90000"/>
                  </a:schemeClr>
                </a:solidFill>
                <a:effectLst/>
                <a:uLnTx/>
                <a:uFillTx/>
                <a:latin typeface="Ubuntu"/>
                <a:ea typeface="+mn-ea"/>
                <a:cs typeface="+mn-cs"/>
              </a:rPr>
              <a:t>Resource Readiness</a:t>
            </a:r>
          </a:p>
        </p:txBody>
      </p:sp>
      <p:sp>
        <p:nvSpPr>
          <p:cNvPr id="38" name="Rectangle: Rounded Corners 37">
            <a:extLst>
              <a:ext uri="{FF2B5EF4-FFF2-40B4-BE49-F238E27FC236}">
                <a16:creationId xmlns:a16="http://schemas.microsoft.com/office/drawing/2014/main" id="{D1758FA5-24DB-70BE-B46A-389878248AC1}"/>
              </a:ext>
            </a:extLst>
          </p:cNvPr>
          <p:cNvSpPr/>
          <p:nvPr/>
        </p:nvSpPr>
        <p:spPr>
          <a:xfrm>
            <a:off x="3144463" y="5701618"/>
            <a:ext cx="1883229" cy="264782"/>
          </a:xfrm>
          <a:prstGeom prst="roundRect">
            <a:avLst/>
          </a:prstGeom>
          <a:solidFill>
            <a:srgbClr val="12ABDB"/>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50" b="1" i="0" u="none" strike="noStrike" kern="0" cap="none" spc="0" normalizeH="0" baseline="0" noProof="0">
                <a:ln>
                  <a:noFill/>
                </a:ln>
                <a:solidFill>
                  <a:schemeClr val="tx2">
                    <a:lumMod val="10000"/>
                    <a:lumOff val="90000"/>
                  </a:schemeClr>
                </a:solidFill>
                <a:effectLst/>
                <a:uLnTx/>
                <a:uFillTx/>
                <a:latin typeface="Ubuntu"/>
                <a:ea typeface="+mn-ea"/>
                <a:cs typeface="+mn-cs"/>
              </a:rPr>
              <a:t>Timeliness &amp; Efficiency</a:t>
            </a:r>
          </a:p>
        </p:txBody>
      </p:sp>
      <p:sp>
        <p:nvSpPr>
          <p:cNvPr id="93" name="Rectangle: Rounded Corners 92">
            <a:extLst>
              <a:ext uri="{FF2B5EF4-FFF2-40B4-BE49-F238E27FC236}">
                <a16:creationId xmlns:a16="http://schemas.microsoft.com/office/drawing/2014/main" id="{9E7F3FAD-D442-B715-451C-EC35E083BEB9}"/>
              </a:ext>
            </a:extLst>
          </p:cNvPr>
          <p:cNvSpPr/>
          <p:nvPr/>
        </p:nvSpPr>
        <p:spPr>
          <a:xfrm>
            <a:off x="6477000" y="4968353"/>
            <a:ext cx="1883229" cy="264782"/>
          </a:xfrm>
          <a:prstGeom prst="roundRect">
            <a:avLst/>
          </a:prstGeom>
          <a:solidFill>
            <a:srgbClr val="12ABDB"/>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50" b="1" i="0" u="none" strike="noStrike" kern="0" cap="none" spc="0" normalizeH="0" baseline="0" noProof="0">
                <a:ln>
                  <a:noFill/>
                </a:ln>
                <a:solidFill>
                  <a:schemeClr val="tx2">
                    <a:lumMod val="10000"/>
                    <a:lumOff val="90000"/>
                  </a:schemeClr>
                </a:solidFill>
                <a:effectLst/>
                <a:uLnTx/>
                <a:uFillTx/>
                <a:latin typeface="Ubuntu"/>
                <a:ea typeface="+mn-ea"/>
                <a:cs typeface="+mn-cs"/>
              </a:rPr>
              <a:t>Documentation Quality</a:t>
            </a:r>
          </a:p>
        </p:txBody>
      </p:sp>
      <p:sp>
        <p:nvSpPr>
          <p:cNvPr id="108" name="Rectangle: Rounded Corners 107">
            <a:extLst>
              <a:ext uri="{FF2B5EF4-FFF2-40B4-BE49-F238E27FC236}">
                <a16:creationId xmlns:a16="http://schemas.microsoft.com/office/drawing/2014/main" id="{910C6620-8C31-8C5A-652D-CBFB2A1DD860}"/>
              </a:ext>
            </a:extLst>
          </p:cNvPr>
          <p:cNvSpPr/>
          <p:nvPr/>
        </p:nvSpPr>
        <p:spPr>
          <a:xfrm>
            <a:off x="6477000" y="5695953"/>
            <a:ext cx="1883229" cy="264782"/>
          </a:xfrm>
          <a:prstGeom prst="roundRect">
            <a:avLst/>
          </a:prstGeom>
          <a:solidFill>
            <a:srgbClr val="12ABDB"/>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50" b="1" i="0" u="none" strike="noStrike" kern="0" cap="none" spc="0" normalizeH="0" baseline="0" noProof="0">
                <a:ln>
                  <a:noFill/>
                </a:ln>
                <a:solidFill>
                  <a:schemeClr val="tx2">
                    <a:lumMod val="10000"/>
                    <a:lumOff val="90000"/>
                  </a:schemeClr>
                </a:solidFill>
                <a:effectLst/>
                <a:uLnTx/>
                <a:uFillTx/>
                <a:latin typeface="Ubuntu"/>
                <a:ea typeface="+mn-ea"/>
                <a:cs typeface="+mn-cs"/>
              </a:rPr>
              <a:t>Maintaining BAU</a:t>
            </a:r>
          </a:p>
        </p:txBody>
      </p:sp>
      <p:sp>
        <p:nvSpPr>
          <p:cNvPr id="109" name="TextBox 108">
            <a:extLst>
              <a:ext uri="{FF2B5EF4-FFF2-40B4-BE49-F238E27FC236}">
                <a16:creationId xmlns:a16="http://schemas.microsoft.com/office/drawing/2014/main" id="{47B7A956-CBC1-218D-91C6-BFA8C49E7932}"/>
              </a:ext>
            </a:extLst>
          </p:cNvPr>
          <p:cNvSpPr txBox="1"/>
          <p:nvPr/>
        </p:nvSpPr>
        <p:spPr>
          <a:xfrm>
            <a:off x="3099895" y="5245686"/>
            <a:ext cx="3358799" cy="400110"/>
          </a:xfrm>
          <a:prstGeom prst="rect">
            <a:avLst/>
          </a:prstGeom>
          <a:noFill/>
        </p:spPr>
        <p:txBody>
          <a:bodyPr wrap="square">
            <a:spAutoFit/>
          </a:bodyPr>
          <a:lstStyle/>
          <a:p>
            <a:pPr marL="228600" indent="-228600">
              <a:buClr>
                <a:srgbClr val="0070AD"/>
              </a:buClr>
              <a:buFont typeface="Wingdings" panose="05000000000000000000" pitchFamily="2" charset="2"/>
              <a:buChar char="§"/>
            </a:pPr>
            <a:r>
              <a:rPr lang="en-GB" sz="1000">
                <a:solidFill>
                  <a:schemeClr val="tx2">
                    <a:lumMod val="10000"/>
                    <a:lumOff val="90000"/>
                  </a:schemeClr>
                </a:solidFill>
                <a:latin typeface="Ubuntu"/>
              </a:rPr>
              <a:t>Enables smooth KT with minimal disruption</a:t>
            </a:r>
          </a:p>
          <a:p>
            <a:pPr marL="228600" indent="-228600">
              <a:buClr>
                <a:srgbClr val="0070AD"/>
              </a:buClr>
              <a:buFont typeface="Wingdings" panose="05000000000000000000" pitchFamily="2" charset="2"/>
              <a:buChar char="§"/>
            </a:pPr>
            <a:r>
              <a:rPr lang="en-GB" sz="1000">
                <a:solidFill>
                  <a:schemeClr val="tx2">
                    <a:lumMod val="10000"/>
                    <a:lumOff val="90000"/>
                  </a:schemeClr>
                </a:solidFill>
                <a:latin typeface="Ubuntu"/>
              </a:rPr>
              <a:t>Well in advance workshops for KT</a:t>
            </a:r>
          </a:p>
        </p:txBody>
      </p:sp>
      <p:sp>
        <p:nvSpPr>
          <p:cNvPr id="110" name="TextBox 109">
            <a:extLst>
              <a:ext uri="{FF2B5EF4-FFF2-40B4-BE49-F238E27FC236}">
                <a16:creationId xmlns:a16="http://schemas.microsoft.com/office/drawing/2014/main" id="{285DC9FB-EFA9-F454-7631-5068CCE7F6A7}"/>
              </a:ext>
            </a:extLst>
          </p:cNvPr>
          <p:cNvSpPr txBox="1"/>
          <p:nvPr/>
        </p:nvSpPr>
        <p:spPr>
          <a:xfrm>
            <a:off x="3099895" y="5987656"/>
            <a:ext cx="3358799" cy="400110"/>
          </a:xfrm>
          <a:prstGeom prst="rect">
            <a:avLst/>
          </a:prstGeom>
          <a:noFill/>
        </p:spPr>
        <p:txBody>
          <a:bodyPr wrap="square">
            <a:spAutoFit/>
          </a:bodyPr>
          <a:lstStyle/>
          <a:p>
            <a:pPr marL="228600" indent="-228600">
              <a:buClr>
                <a:srgbClr val="0070AD"/>
              </a:buClr>
              <a:buFont typeface="Wingdings" panose="05000000000000000000" pitchFamily="2" charset="2"/>
              <a:buChar char="§"/>
            </a:pPr>
            <a:r>
              <a:rPr lang="en-GB" sz="1000">
                <a:solidFill>
                  <a:schemeClr val="tx2">
                    <a:lumMod val="10000"/>
                    <a:lumOff val="90000"/>
                  </a:schemeClr>
                </a:solidFill>
                <a:latin typeface="Ubuntu"/>
              </a:rPr>
              <a:t>Ensures goals are achieved within deadlines</a:t>
            </a:r>
          </a:p>
          <a:p>
            <a:pPr marL="228600" indent="-228600">
              <a:buClr>
                <a:srgbClr val="0070AD"/>
              </a:buClr>
              <a:buFont typeface="Wingdings" panose="05000000000000000000" pitchFamily="2" charset="2"/>
              <a:buChar char="§"/>
            </a:pPr>
            <a:r>
              <a:rPr lang="en-GB" sz="1000">
                <a:solidFill>
                  <a:schemeClr val="tx2">
                    <a:lumMod val="10000"/>
                    <a:lumOff val="90000"/>
                  </a:schemeClr>
                </a:solidFill>
                <a:latin typeface="Ubuntu"/>
              </a:rPr>
              <a:t>Maintains consistent productivity levels</a:t>
            </a:r>
          </a:p>
        </p:txBody>
      </p:sp>
      <p:sp>
        <p:nvSpPr>
          <p:cNvPr id="111" name="TextBox 110">
            <a:extLst>
              <a:ext uri="{FF2B5EF4-FFF2-40B4-BE49-F238E27FC236}">
                <a16:creationId xmlns:a16="http://schemas.microsoft.com/office/drawing/2014/main" id="{5ADA81D7-4E01-AEDA-1A03-6F84AAA37301}"/>
              </a:ext>
            </a:extLst>
          </p:cNvPr>
          <p:cNvSpPr txBox="1"/>
          <p:nvPr/>
        </p:nvSpPr>
        <p:spPr>
          <a:xfrm>
            <a:off x="6392284" y="5237571"/>
            <a:ext cx="3716916" cy="400110"/>
          </a:xfrm>
          <a:prstGeom prst="rect">
            <a:avLst/>
          </a:prstGeom>
          <a:noFill/>
        </p:spPr>
        <p:txBody>
          <a:bodyPr wrap="square">
            <a:spAutoFit/>
          </a:bodyPr>
          <a:lstStyle/>
          <a:p>
            <a:pPr marL="228600" indent="-228600">
              <a:buClr>
                <a:srgbClr val="0070AD"/>
              </a:buClr>
              <a:buFont typeface="Wingdings" panose="05000000000000000000" pitchFamily="2" charset="2"/>
              <a:buChar char="§"/>
            </a:pPr>
            <a:r>
              <a:rPr lang="en-GB" sz="1000">
                <a:solidFill>
                  <a:schemeClr val="tx2">
                    <a:lumMod val="10000"/>
                    <a:lumOff val="90000"/>
                  </a:schemeClr>
                </a:solidFill>
                <a:latin typeface="Ubuntu"/>
              </a:rPr>
              <a:t>Provide future knowledge reference</a:t>
            </a:r>
          </a:p>
          <a:p>
            <a:pPr marL="228600" indent="-228600">
              <a:buClr>
                <a:srgbClr val="0070AD"/>
              </a:buClr>
              <a:buFont typeface="Wingdings" panose="05000000000000000000" pitchFamily="2" charset="2"/>
              <a:buChar char="§"/>
            </a:pPr>
            <a:r>
              <a:rPr lang="en-GB" sz="1000">
                <a:solidFill>
                  <a:schemeClr val="tx2">
                    <a:lumMod val="10000"/>
                    <a:lumOff val="90000"/>
                  </a:schemeClr>
                </a:solidFill>
                <a:latin typeface="Ubuntu"/>
              </a:rPr>
              <a:t>Documentation designed for quicker understanding</a:t>
            </a:r>
          </a:p>
        </p:txBody>
      </p:sp>
      <p:sp>
        <p:nvSpPr>
          <p:cNvPr id="112" name="TextBox 111">
            <a:extLst>
              <a:ext uri="{FF2B5EF4-FFF2-40B4-BE49-F238E27FC236}">
                <a16:creationId xmlns:a16="http://schemas.microsoft.com/office/drawing/2014/main" id="{EB36999C-A1E3-E435-4D1B-15FCBEA144B9}"/>
              </a:ext>
            </a:extLst>
          </p:cNvPr>
          <p:cNvSpPr txBox="1"/>
          <p:nvPr/>
        </p:nvSpPr>
        <p:spPr>
          <a:xfrm>
            <a:off x="6392284" y="5987948"/>
            <a:ext cx="3358799" cy="400110"/>
          </a:xfrm>
          <a:prstGeom prst="rect">
            <a:avLst/>
          </a:prstGeom>
          <a:noFill/>
        </p:spPr>
        <p:txBody>
          <a:bodyPr wrap="square">
            <a:spAutoFit/>
          </a:bodyPr>
          <a:lstStyle/>
          <a:p>
            <a:pPr marL="228600" indent="-228600">
              <a:buClr>
                <a:srgbClr val="0070AD"/>
              </a:buClr>
              <a:buFont typeface="Wingdings" panose="05000000000000000000" pitchFamily="2" charset="2"/>
              <a:buChar char="§"/>
            </a:pPr>
            <a:r>
              <a:rPr lang="en-GB" sz="1000">
                <a:solidFill>
                  <a:schemeClr val="tx2">
                    <a:lumMod val="10000"/>
                    <a:lumOff val="90000"/>
                  </a:schemeClr>
                </a:solidFill>
                <a:latin typeface="Ubuntu"/>
              </a:rPr>
              <a:t>Keeps daily operations running smoothly</a:t>
            </a:r>
          </a:p>
          <a:p>
            <a:pPr marL="228600" indent="-228600">
              <a:buClr>
                <a:srgbClr val="0070AD"/>
              </a:buClr>
              <a:buFont typeface="Wingdings" panose="05000000000000000000" pitchFamily="2" charset="2"/>
              <a:buChar char="§"/>
            </a:pPr>
            <a:r>
              <a:rPr lang="en-GB" sz="1000">
                <a:solidFill>
                  <a:schemeClr val="tx2">
                    <a:lumMod val="10000"/>
                    <a:lumOff val="90000"/>
                  </a:schemeClr>
                </a:solidFill>
                <a:latin typeface="Ubuntu"/>
              </a:rPr>
              <a:t>Preserves service continuity during transitions</a:t>
            </a:r>
          </a:p>
        </p:txBody>
      </p:sp>
      <p:graphicFrame>
        <p:nvGraphicFramePr>
          <p:cNvPr id="2" name="Table 1">
            <a:extLst>
              <a:ext uri="{FF2B5EF4-FFF2-40B4-BE49-F238E27FC236}">
                <a16:creationId xmlns:a16="http://schemas.microsoft.com/office/drawing/2014/main" id="{E948A945-D699-D6FC-C77A-FDEBF22E0A01}"/>
              </a:ext>
            </a:extLst>
          </p:cNvPr>
          <p:cNvGraphicFramePr>
            <a:graphicFrameLocks noGrp="1"/>
          </p:cNvGraphicFramePr>
          <p:nvPr>
            <p:extLst>
              <p:ext uri="{D42A27DB-BD31-4B8C-83A1-F6EECF244321}">
                <p14:modId xmlns:p14="http://schemas.microsoft.com/office/powerpoint/2010/main" val="1037829925"/>
              </p:ext>
            </p:extLst>
          </p:nvPr>
        </p:nvGraphicFramePr>
        <p:xfrm>
          <a:off x="3266945" y="1465837"/>
          <a:ext cx="5347124" cy="2867947"/>
        </p:xfrm>
        <a:graphic>
          <a:graphicData uri="http://schemas.openxmlformats.org/drawingml/2006/table">
            <a:tbl>
              <a:tblPr/>
              <a:tblGrid>
                <a:gridCol w="1336781">
                  <a:extLst>
                    <a:ext uri="{9D8B030D-6E8A-4147-A177-3AD203B41FA5}">
                      <a16:colId xmlns:a16="http://schemas.microsoft.com/office/drawing/2014/main" val="162979747"/>
                    </a:ext>
                  </a:extLst>
                </a:gridCol>
                <a:gridCol w="1336781">
                  <a:extLst>
                    <a:ext uri="{9D8B030D-6E8A-4147-A177-3AD203B41FA5}">
                      <a16:colId xmlns:a16="http://schemas.microsoft.com/office/drawing/2014/main" val="2205894011"/>
                    </a:ext>
                  </a:extLst>
                </a:gridCol>
                <a:gridCol w="1336781">
                  <a:extLst>
                    <a:ext uri="{9D8B030D-6E8A-4147-A177-3AD203B41FA5}">
                      <a16:colId xmlns:a16="http://schemas.microsoft.com/office/drawing/2014/main" val="814311944"/>
                    </a:ext>
                  </a:extLst>
                </a:gridCol>
                <a:gridCol w="1336781">
                  <a:extLst>
                    <a:ext uri="{9D8B030D-6E8A-4147-A177-3AD203B41FA5}">
                      <a16:colId xmlns:a16="http://schemas.microsoft.com/office/drawing/2014/main" val="2260932368"/>
                    </a:ext>
                  </a:extLst>
                </a:gridCol>
              </a:tblGrid>
              <a:tr h="138498">
                <a:tc>
                  <a:txBody>
                    <a:bodyPr/>
                    <a:lstStyle/>
                    <a:p>
                      <a:pPr>
                        <a:buNone/>
                      </a:pPr>
                      <a:r>
                        <a:rPr lang="en-US" sz="800" b="1">
                          <a:effectLst/>
                        </a:rPr>
                        <a:t>Area</a:t>
                      </a:r>
                      <a:endParaRPr lang="en-US" sz="800">
                        <a:effectLst/>
                      </a:endParaRPr>
                    </a:p>
                  </a:txBody>
                  <a:tcPr marL="59857" marR="59857" marT="29928" marB="29928"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chemeClr val="bg1">
                        <a:lumMod val="95000"/>
                        <a:lumOff val="5000"/>
                      </a:schemeClr>
                    </a:solidFill>
                  </a:tcPr>
                </a:tc>
                <a:tc>
                  <a:txBody>
                    <a:bodyPr/>
                    <a:lstStyle/>
                    <a:p>
                      <a:pPr>
                        <a:buNone/>
                      </a:pPr>
                      <a:r>
                        <a:rPr lang="en-US" sz="800" b="1">
                          <a:effectLst/>
                        </a:rPr>
                        <a:t>Metrics</a:t>
                      </a:r>
                      <a:endParaRPr lang="en-US" sz="800">
                        <a:effectLst/>
                      </a:endParaRPr>
                    </a:p>
                  </a:txBody>
                  <a:tcPr marL="59857" marR="59857" marT="29928" marB="29928"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chemeClr val="bg1">
                        <a:lumMod val="95000"/>
                        <a:lumOff val="5000"/>
                      </a:schemeClr>
                    </a:solidFill>
                  </a:tcPr>
                </a:tc>
                <a:tc>
                  <a:txBody>
                    <a:bodyPr/>
                    <a:lstStyle/>
                    <a:p>
                      <a:pPr>
                        <a:buNone/>
                      </a:pPr>
                      <a:r>
                        <a:rPr lang="en-US" sz="800" b="1">
                          <a:effectLst/>
                        </a:rPr>
                        <a:t>Definition</a:t>
                      </a:r>
                      <a:endParaRPr lang="en-US" sz="800">
                        <a:effectLst/>
                      </a:endParaRPr>
                    </a:p>
                  </a:txBody>
                  <a:tcPr marL="59857" marR="59857" marT="29928" marB="29928"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chemeClr val="bg1">
                        <a:lumMod val="95000"/>
                        <a:lumOff val="5000"/>
                      </a:schemeClr>
                    </a:solidFill>
                  </a:tcPr>
                </a:tc>
                <a:tc>
                  <a:txBody>
                    <a:bodyPr/>
                    <a:lstStyle/>
                    <a:p>
                      <a:pPr>
                        <a:buNone/>
                      </a:pPr>
                      <a:r>
                        <a:rPr lang="en-US" sz="800" b="1">
                          <a:effectLst/>
                        </a:rPr>
                        <a:t>How to Measure</a:t>
                      </a:r>
                      <a:endParaRPr lang="en-US" sz="800">
                        <a:effectLst/>
                      </a:endParaRPr>
                    </a:p>
                  </a:txBody>
                  <a:tcPr marL="59857" marR="59857" marT="29928" marB="29928"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chemeClr val="bg1">
                        <a:lumMod val="95000"/>
                        <a:lumOff val="5000"/>
                      </a:schemeClr>
                    </a:solidFill>
                  </a:tcPr>
                </a:tc>
                <a:extLst>
                  <a:ext uri="{0D108BD9-81ED-4DB2-BD59-A6C34878D82A}">
                    <a16:rowId xmlns:a16="http://schemas.microsoft.com/office/drawing/2014/main" val="1037513801"/>
                  </a:ext>
                </a:extLst>
              </a:tr>
              <a:tr h="555883">
                <a:tc>
                  <a:txBody>
                    <a:bodyPr/>
                    <a:lstStyle/>
                    <a:p>
                      <a:pPr>
                        <a:buNone/>
                      </a:pPr>
                      <a:r>
                        <a:rPr lang="en-US" sz="800" b="1">
                          <a:effectLst/>
                        </a:rPr>
                        <a:t>Knowledge</a:t>
                      </a:r>
                      <a:endParaRPr lang="en-US" sz="800">
                        <a:effectLst/>
                      </a:endParaRPr>
                    </a:p>
                  </a:txBody>
                  <a:tcPr marL="59857" marR="59857" marT="29928" marB="29928"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chemeClr val="accent1">
                        <a:lumMod val="75000"/>
                      </a:schemeClr>
                    </a:solidFill>
                  </a:tcPr>
                </a:tc>
                <a:tc>
                  <a:txBody>
                    <a:bodyPr/>
                    <a:lstStyle/>
                    <a:p>
                      <a:pPr>
                        <a:buNone/>
                      </a:pPr>
                      <a:r>
                        <a:rPr lang="en-US" sz="800">
                          <a:effectLst/>
                        </a:rPr>
                        <a:t>Knowledge Transfer Completion Percentage</a:t>
                      </a:r>
                    </a:p>
                  </a:txBody>
                  <a:tcPr marL="59857" marR="59857" marT="29928" marB="29928"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chemeClr val="accent1">
                        <a:lumMod val="75000"/>
                      </a:schemeClr>
                    </a:solidFill>
                  </a:tcPr>
                </a:tc>
                <a:tc>
                  <a:txBody>
                    <a:bodyPr/>
                    <a:lstStyle/>
                    <a:p>
                      <a:pPr>
                        <a:buNone/>
                      </a:pPr>
                      <a:r>
                        <a:rPr lang="en-US" sz="800">
                          <a:effectLst/>
                        </a:rPr>
                        <a:t>% of knowledge transfer completed, Burn Up Charts</a:t>
                      </a:r>
                    </a:p>
                  </a:txBody>
                  <a:tcPr marL="59857" marR="59857" marT="29928" marB="29928"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chemeClr val="accent1">
                        <a:lumMod val="75000"/>
                      </a:schemeClr>
                    </a:solidFill>
                  </a:tcPr>
                </a:tc>
                <a:tc>
                  <a:txBody>
                    <a:bodyPr/>
                    <a:lstStyle/>
                    <a:p>
                      <a:pPr>
                        <a:buNone/>
                      </a:pPr>
                      <a:r>
                        <a:rPr lang="en-US" sz="800">
                          <a:effectLst/>
                        </a:rPr>
                        <a:t>No. of knowledge areas Completed / No. of knowledge areas planned or identified for the KT</a:t>
                      </a:r>
                    </a:p>
                  </a:txBody>
                  <a:tcPr marL="59857" marR="59857" marT="29928" marB="29928"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927553774"/>
                  </a:ext>
                </a:extLst>
              </a:tr>
              <a:tr h="764575">
                <a:tc>
                  <a:txBody>
                    <a:bodyPr/>
                    <a:lstStyle/>
                    <a:p>
                      <a:pPr>
                        <a:buNone/>
                      </a:pPr>
                      <a:r>
                        <a:rPr lang="en-US" sz="800" b="1">
                          <a:effectLst/>
                        </a:rPr>
                        <a:t>Knowledge</a:t>
                      </a:r>
                      <a:endParaRPr lang="en-US" sz="800">
                        <a:effectLst/>
                      </a:endParaRPr>
                    </a:p>
                  </a:txBody>
                  <a:tcPr marL="59857" marR="59857" marT="29928" marB="29928"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chemeClr val="accent1">
                        <a:lumMod val="75000"/>
                      </a:schemeClr>
                    </a:solidFill>
                  </a:tcPr>
                </a:tc>
                <a:tc>
                  <a:txBody>
                    <a:bodyPr/>
                    <a:lstStyle/>
                    <a:p>
                      <a:pPr>
                        <a:buNone/>
                      </a:pPr>
                      <a:r>
                        <a:rPr lang="en-US" sz="800">
                          <a:effectLst/>
                        </a:rPr>
                        <a:t>Knowledge Transfer Success Rate</a:t>
                      </a:r>
                    </a:p>
                  </a:txBody>
                  <a:tcPr marL="59857" marR="59857" marT="29928" marB="29928"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chemeClr val="accent1">
                        <a:lumMod val="75000"/>
                      </a:schemeClr>
                    </a:solidFill>
                  </a:tcPr>
                </a:tc>
                <a:tc>
                  <a:txBody>
                    <a:bodyPr/>
                    <a:lstStyle/>
                    <a:p>
                      <a:pPr>
                        <a:buNone/>
                      </a:pPr>
                      <a:r>
                        <a:rPr lang="en-US" sz="800">
                          <a:effectLst/>
                        </a:rPr>
                        <a:t>% of critical documents &amp; understanding (Application, Function Process &amp; Domain) that are successfully documented before Transfer signoff</a:t>
                      </a:r>
                    </a:p>
                  </a:txBody>
                  <a:tcPr marL="59857" marR="59857" marT="29928" marB="29928"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chemeClr val="accent1">
                        <a:lumMod val="75000"/>
                      </a:schemeClr>
                    </a:solidFill>
                  </a:tcPr>
                </a:tc>
                <a:tc>
                  <a:txBody>
                    <a:bodyPr/>
                    <a:lstStyle/>
                    <a:p>
                      <a:pPr>
                        <a:buNone/>
                      </a:pPr>
                      <a:r>
                        <a:rPr lang="en-US" sz="800">
                          <a:effectLst/>
                        </a:rPr>
                        <a:t>No. of certified critical documents / Total No. of identified critical documents for delivery during Transfer</a:t>
                      </a:r>
                    </a:p>
                  </a:txBody>
                  <a:tcPr marL="59857" marR="59857" marT="29928" marB="29928"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1781414183"/>
                  </a:ext>
                </a:extLst>
              </a:tr>
              <a:tr h="451536">
                <a:tc>
                  <a:txBody>
                    <a:bodyPr/>
                    <a:lstStyle/>
                    <a:p>
                      <a:pPr>
                        <a:buNone/>
                      </a:pPr>
                      <a:r>
                        <a:rPr lang="en-US" sz="800" b="1">
                          <a:effectLst/>
                        </a:rPr>
                        <a:t>People</a:t>
                      </a:r>
                      <a:endParaRPr lang="en-US" sz="800">
                        <a:effectLst/>
                      </a:endParaRPr>
                    </a:p>
                  </a:txBody>
                  <a:tcPr marL="59857" marR="59857" marT="29928" marB="29928"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chemeClr val="bg2">
                        <a:lumMod val="50000"/>
                      </a:schemeClr>
                    </a:solidFill>
                  </a:tcPr>
                </a:tc>
                <a:tc>
                  <a:txBody>
                    <a:bodyPr/>
                    <a:lstStyle/>
                    <a:p>
                      <a:pPr>
                        <a:buNone/>
                      </a:pPr>
                      <a:r>
                        <a:rPr lang="en-US" sz="800">
                          <a:effectLst/>
                        </a:rPr>
                        <a:t>Coverage</a:t>
                      </a:r>
                    </a:p>
                  </a:txBody>
                  <a:tcPr marL="59857" marR="59857" marT="29928" marB="29928"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chemeClr val="bg2">
                        <a:lumMod val="50000"/>
                      </a:schemeClr>
                    </a:solidFill>
                  </a:tcPr>
                </a:tc>
                <a:tc>
                  <a:txBody>
                    <a:bodyPr/>
                    <a:lstStyle/>
                    <a:p>
                      <a:pPr>
                        <a:buNone/>
                      </a:pPr>
                      <a:r>
                        <a:rPr lang="en-US" sz="800">
                          <a:effectLst/>
                        </a:rPr>
                        <a:t>% of resources that are successfully completed Knowledge Transfer / Total identified Number</a:t>
                      </a:r>
                    </a:p>
                  </a:txBody>
                  <a:tcPr marL="59857" marR="59857" marT="29928" marB="29928"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chemeClr val="bg2">
                        <a:lumMod val="50000"/>
                      </a:schemeClr>
                    </a:solidFill>
                  </a:tcPr>
                </a:tc>
                <a:tc>
                  <a:txBody>
                    <a:bodyPr/>
                    <a:lstStyle/>
                    <a:p>
                      <a:pPr>
                        <a:buNone/>
                      </a:pPr>
                      <a:r>
                        <a:rPr lang="en-US" sz="800">
                          <a:effectLst/>
                        </a:rPr>
                        <a:t>No. of resources </a:t>
                      </a:r>
                      <a:r>
                        <a:rPr lang="en-US" sz="800" err="1">
                          <a:effectLst/>
                        </a:rPr>
                        <a:t>KTed</a:t>
                      </a:r>
                      <a:r>
                        <a:rPr lang="en-US" sz="800">
                          <a:effectLst/>
                        </a:rPr>
                        <a:t> completed / Total no. of KT resources</a:t>
                      </a:r>
                    </a:p>
                  </a:txBody>
                  <a:tcPr marL="59857" marR="59857" marT="29928" marB="29928"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1568824500"/>
                  </a:ext>
                </a:extLst>
              </a:tr>
              <a:tr h="660229">
                <a:tc>
                  <a:txBody>
                    <a:bodyPr/>
                    <a:lstStyle/>
                    <a:p>
                      <a:pPr>
                        <a:buNone/>
                      </a:pPr>
                      <a:r>
                        <a:rPr lang="en-US" sz="800" b="1">
                          <a:effectLst/>
                        </a:rPr>
                        <a:t>Service</a:t>
                      </a:r>
                      <a:endParaRPr lang="en-US" sz="800">
                        <a:effectLst/>
                      </a:endParaRPr>
                    </a:p>
                  </a:txBody>
                  <a:tcPr marL="59857" marR="59857" marT="29928" marB="29928"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chemeClr val="accent4">
                        <a:lumMod val="50000"/>
                      </a:schemeClr>
                    </a:solidFill>
                  </a:tcPr>
                </a:tc>
                <a:tc>
                  <a:txBody>
                    <a:bodyPr/>
                    <a:lstStyle/>
                    <a:p>
                      <a:pPr>
                        <a:buNone/>
                      </a:pPr>
                      <a:r>
                        <a:rPr lang="en-US" sz="800">
                          <a:effectLst/>
                        </a:rPr>
                        <a:t>Quality of Deliverables</a:t>
                      </a:r>
                    </a:p>
                  </a:txBody>
                  <a:tcPr marL="59857" marR="59857" marT="29928" marB="29928"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chemeClr val="accent4">
                        <a:lumMod val="50000"/>
                      </a:schemeClr>
                    </a:solidFill>
                  </a:tcPr>
                </a:tc>
                <a:tc>
                  <a:txBody>
                    <a:bodyPr/>
                    <a:lstStyle/>
                    <a:p>
                      <a:pPr>
                        <a:buNone/>
                      </a:pPr>
                      <a:r>
                        <a:rPr lang="en-US" sz="800">
                          <a:effectLst/>
                        </a:rPr>
                        <a:t>% of deliverables KTed that are delivered without Escalation during the reverse shadow phase of Transfer</a:t>
                      </a:r>
                    </a:p>
                  </a:txBody>
                  <a:tcPr marL="59857" marR="59857" marT="29928" marB="29928"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chemeClr val="accent4">
                        <a:lumMod val="50000"/>
                      </a:schemeClr>
                    </a:solidFill>
                  </a:tcPr>
                </a:tc>
                <a:tc>
                  <a:txBody>
                    <a:bodyPr/>
                    <a:lstStyle/>
                    <a:p>
                      <a:pPr>
                        <a:buNone/>
                      </a:pPr>
                      <a:r>
                        <a:rPr lang="en-US" sz="800">
                          <a:effectLst/>
                        </a:rPr>
                        <a:t>No. of deliverables without Quality Issues </a:t>
                      </a:r>
                      <a:r>
                        <a:rPr lang="en-US" sz="800" err="1">
                          <a:effectLst/>
                        </a:rPr>
                        <a:t>KTed</a:t>
                      </a:r>
                      <a:r>
                        <a:rPr lang="en-US" sz="800">
                          <a:effectLst/>
                        </a:rPr>
                        <a:t> / No. of total deliverables Locked for KT</a:t>
                      </a:r>
                    </a:p>
                  </a:txBody>
                  <a:tcPr marL="59857" marR="59857" marT="29928" marB="29928"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chemeClr val="accent4">
                        <a:lumMod val="50000"/>
                      </a:schemeClr>
                    </a:solidFill>
                  </a:tcPr>
                </a:tc>
                <a:extLst>
                  <a:ext uri="{0D108BD9-81ED-4DB2-BD59-A6C34878D82A}">
                    <a16:rowId xmlns:a16="http://schemas.microsoft.com/office/drawing/2014/main" val="2508245503"/>
                  </a:ext>
                </a:extLst>
              </a:tr>
            </a:tbl>
          </a:graphicData>
        </a:graphic>
      </p:graphicFrame>
    </p:spTree>
    <p:extLst>
      <p:ext uri="{BB962C8B-B14F-4D97-AF65-F5344CB8AC3E}">
        <p14:creationId xmlns:p14="http://schemas.microsoft.com/office/powerpoint/2010/main" val="313704318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C35B4F-16E9-9768-AC5E-20907B6E9F6B}"/>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A35D1ADA-62C0-D5BC-BF8A-E5354D3C4FF0}"/>
              </a:ext>
            </a:extLst>
          </p:cNvPr>
          <p:cNvSpPr>
            <a:spLocks noGrp="1"/>
          </p:cNvSpPr>
          <p:nvPr>
            <p:ph type="title"/>
          </p:nvPr>
        </p:nvSpPr>
        <p:spPr>
          <a:xfrm>
            <a:off x="591794" y="1628775"/>
            <a:ext cx="6468226" cy="2961513"/>
          </a:xfrm>
        </p:spPr>
        <p:txBody>
          <a:bodyPr/>
          <a:lstStyle/>
          <a:p>
            <a:r>
              <a:rPr lang="en-US"/>
              <a:t>We bring relevant experiences and best practices from similar cost transformation programs</a:t>
            </a:r>
            <a:endParaRPr lang="en-GB" noProof="0"/>
          </a:p>
        </p:txBody>
      </p:sp>
    </p:spTree>
    <p:extLst>
      <p:ext uri="{BB962C8B-B14F-4D97-AF65-F5344CB8AC3E}">
        <p14:creationId xmlns:p14="http://schemas.microsoft.com/office/powerpoint/2010/main" val="425812485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A02E2D-4FB5-8F55-7A30-77EC223DA4C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0025B456-C327-3B36-F10D-58D4683AB7C6}"/>
              </a:ext>
            </a:extLst>
          </p:cNvPr>
          <p:cNvSpPr>
            <a:spLocks noGrp="1"/>
          </p:cNvSpPr>
          <p:nvPr>
            <p:ph type="title"/>
          </p:nvPr>
        </p:nvSpPr>
        <p:spPr>
          <a:xfrm>
            <a:off x="591794" y="1628775"/>
            <a:ext cx="6468226" cy="2961513"/>
          </a:xfrm>
        </p:spPr>
        <p:txBody>
          <a:bodyPr/>
          <a:lstStyle/>
          <a:p>
            <a:r>
              <a:rPr lang="en-US"/>
              <a:t>Putting together a view of few critical dependencies and assumptions</a:t>
            </a:r>
            <a:endParaRPr lang="en-GB" noProof="0"/>
          </a:p>
        </p:txBody>
      </p:sp>
    </p:spTree>
    <p:extLst>
      <p:ext uri="{BB962C8B-B14F-4D97-AF65-F5344CB8AC3E}">
        <p14:creationId xmlns:p14="http://schemas.microsoft.com/office/powerpoint/2010/main" val="331958566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84AEEE-E474-BB58-B006-49116335B9D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F26F3AE0-981B-F05F-2B6C-630A17E20484}"/>
              </a:ext>
            </a:extLst>
          </p:cNvPr>
          <p:cNvSpPr>
            <a:spLocks noGrp="1"/>
          </p:cNvSpPr>
          <p:nvPr>
            <p:ph type="title"/>
          </p:nvPr>
        </p:nvSpPr>
        <p:spPr/>
        <p:txBody>
          <a:bodyPr anchor="ctr"/>
          <a:lstStyle/>
          <a:p>
            <a:r>
              <a:rPr lang="en-US" sz="2300" dirty="0"/>
              <a:t>RAID (Risks, Assumptions, Interdependencies, Dependencies)</a:t>
            </a:r>
            <a:br>
              <a:rPr lang="en-US" sz="2300"/>
            </a:br>
            <a:br>
              <a:rPr lang="en-US" sz="2300"/>
            </a:br>
            <a:endParaRPr lang="en-IN" sz="2300" dirty="0"/>
          </a:p>
        </p:txBody>
      </p:sp>
      <p:graphicFrame>
        <p:nvGraphicFramePr>
          <p:cNvPr id="5" name="Content Placeholder 4">
            <a:extLst>
              <a:ext uri="{FF2B5EF4-FFF2-40B4-BE49-F238E27FC236}">
                <a16:creationId xmlns:a16="http://schemas.microsoft.com/office/drawing/2014/main" id="{3E0444C0-D6D1-C59D-3174-1683CB0CAA93}"/>
              </a:ext>
            </a:extLst>
          </p:cNvPr>
          <p:cNvGraphicFramePr>
            <a:graphicFrameLocks noGrp="1"/>
          </p:cNvGraphicFramePr>
          <p:nvPr>
            <p:ph sz="quarter" idx="4294967295"/>
            <p:extLst>
              <p:ext uri="{D42A27DB-BD31-4B8C-83A1-F6EECF244321}">
                <p14:modId xmlns:p14="http://schemas.microsoft.com/office/powerpoint/2010/main" val="3634694024"/>
              </p:ext>
            </p:extLst>
          </p:nvPr>
        </p:nvGraphicFramePr>
        <p:xfrm>
          <a:off x="433259" y="1134809"/>
          <a:ext cx="11287826" cy="5339557"/>
        </p:xfrm>
        <a:graphic>
          <a:graphicData uri="http://schemas.openxmlformats.org/drawingml/2006/table">
            <a:tbl>
              <a:tblPr firstRow="1" bandRow="1">
                <a:tableStyleId>{5A111915-BE36-4E01-A7E5-04B1672EAD32}</a:tableStyleId>
              </a:tblPr>
              <a:tblGrid>
                <a:gridCol w="11287826">
                  <a:extLst>
                    <a:ext uri="{9D8B030D-6E8A-4147-A177-3AD203B41FA5}">
                      <a16:colId xmlns:a16="http://schemas.microsoft.com/office/drawing/2014/main" val="1890364493"/>
                    </a:ext>
                  </a:extLst>
                </a:gridCol>
              </a:tblGrid>
              <a:tr h="513557">
                <a:tc>
                  <a:txBody>
                    <a:bodyPr/>
                    <a:lstStyle>
                      <a:lvl1pPr marL="0" algn="l" defTabSz="914400" rtl="0" eaLnBrk="1" latinLnBrk="0" hangingPunct="1">
                        <a:defRPr sz="1800" b="1" kern="1200">
                          <a:solidFill>
                            <a:schemeClr val="bg1"/>
                          </a:solidFill>
                          <a:latin typeface="Forma DJR Micro"/>
                        </a:defRPr>
                      </a:lvl1pPr>
                      <a:lvl2pPr marL="457200" algn="l" defTabSz="914400" rtl="0" eaLnBrk="1" latinLnBrk="0" hangingPunct="1">
                        <a:defRPr sz="1800" b="1" kern="1200">
                          <a:solidFill>
                            <a:schemeClr val="bg1"/>
                          </a:solidFill>
                          <a:latin typeface="Forma DJR Micro"/>
                        </a:defRPr>
                      </a:lvl2pPr>
                      <a:lvl3pPr marL="914400" algn="l" defTabSz="914400" rtl="0" eaLnBrk="1" latinLnBrk="0" hangingPunct="1">
                        <a:defRPr sz="1800" b="1" kern="1200">
                          <a:solidFill>
                            <a:schemeClr val="bg1"/>
                          </a:solidFill>
                          <a:latin typeface="Forma DJR Micro"/>
                        </a:defRPr>
                      </a:lvl3pPr>
                      <a:lvl4pPr marL="1371600" algn="l" defTabSz="914400" rtl="0" eaLnBrk="1" latinLnBrk="0" hangingPunct="1">
                        <a:defRPr sz="1800" b="1" kern="1200">
                          <a:solidFill>
                            <a:schemeClr val="bg1"/>
                          </a:solidFill>
                          <a:latin typeface="Forma DJR Micro"/>
                        </a:defRPr>
                      </a:lvl4pPr>
                      <a:lvl5pPr marL="1828800" algn="l" defTabSz="914400" rtl="0" eaLnBrk="1" latinLnBrk="0" hangingPunct="1">
                        <a:defRPr sz="1800" b="1" kern="1200">
                          <a:solidFill>
                            <a:schemeClr val="bg1"/>
                          </a:solidFill>
                          <a:latin typeface="Forma DJR Micro"/>
                        </a:defRPr>
                      </a:lvl5pPr>
                      <a:lvl6pPr marL="2286000" algn="l" defTabSz="914400" rtl="0" eaLnBrk="1" latinLnBrk="0" hangingPunct="1">
                        <a:defRPr sz="1800" b="1" kern="1200">
                          <a:solidFill>
                            <a:schemeClr val="bg1"/>
                          </a:solidFill>
                          <a:latin typeface="Forma DJR Micro"/>
                        </a:defRPr>
                      </a:lvl6pPr>
                      <a:lvl7pPr marL="2743200" algn="l" defTabSz="914400" rtl="0" eaLnBrk="1" latinLnBrk="0" hangingPunct="1">
                        <a:defRPr sz="1800" b="1" kern="1200">
                          <a:solidFill>
                            <a:schemeClr val="bg1"/>
                          </a:solidFill>
                          <a:latin typeface="Forma DJR Micro"/>
                        </a:defRPr>
                      </a:lvl7pPr>
                      <a:lvl8pPr marL="3200400" algn="l" defTabSz="914400" rtl="0" eaLnBrk="1" latinLnBrk="0" hangingPunct="1">
                        <a:defRPr sz="1800" b="1" kern="1200">
                          <a:solidFill>
                            <a:schemeClr val="bg1"/>
                          </a:solidFill>
                          <a:latin typeface="Forma DJR Micro"/>
                        </a:defRPr>
                      </a:lvl8pPr>
                      <a:lvl9pPr marL="3657600" algn="l" defTabSz="914400" rtl="0" eaLnBrk="1" latinLnBrk="0" hangingPunct="1">
                        <a:defRPr sz="1800" b="1" kern="1200">
                          <a:solidFill>
                            <a:schemeClr val="bg1"/>
                          </a:solidFill>
                          <a:latin typeface="Forma DJR Micro"/>
                        </a:defRPr>
                      </a:lvl9pPr>
                    </a:lstStyle>
                    <a:p>
                      <a:pPr marL="0" indent="0" algn="l">
                        <a:buFont typeface="+mj-lt"/>
                        <a:buNone/>
                      </a:pPr>
                      <a:r>
                        <a:rPr lang="en-US" sz="1400" b="0">
                          <a:solidFill>
                            <a:schemeClr val="tx1"/>
                          </a:solidFill>
                          <a:latin typeface="+mn-lt"/>
                        </a:rPr>
                        <a:t>Key Assumptions</a:t>
                      </a:r>
                      <a:endParaRPr lang="en-IN" sz="1400" b="0">
                        <a:solidFill>
                          <a:schemeClr val="tx1"/>
                        </a:solidFill>
                        <a:latin typeface="+mn-lt"/>
                      </a:endParaRPr>
                    </a:p>
                  </a:txBody>
                  <a:tcPr marL="137160" marR="137160" marT="137160" marB="13716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1868396007"/>
                  </a:ext>
                </a:extLst>
              </a:tr>
              <a:tr h="4781143">
                <a:tc>
                  <a:txBody>
                    <a:bodyPr/>
                    <a:lstStyle/>
                    <a:p>
                      <a:pPr marL="228600" indent="-228600" algn="l" fontAlgn="ctr">
                        <a:lnSpc>
                          <a:spcPct val="100000"/>
                        </a:lnSpc>
                        <a:spcBef>
                          <a:spcPts val="200"/>
                        </a:spcBef>
                        <a:spcAft>
                          <a:spcPts val="200"/>
                        </a:spcAft>
                        <a:buFont typeface="+mj-lt"/>
                        <a:buAutoNum type="arabicPeriod"/>
                      </a:pPr>
                      <a:r>
                        <a:rPr lang="en-IN" sz="1200" b="0" u="none" strike="noStrike">
                          <a:solidFill>
                            <a:schemeClr val="tx1"/>
                          </a:solidFill>
                          <a:effectLst/>
                          <a:latin typeface="+mn-lt"/>
                        </a:rPr>
                        <a:t>The timeline for the activities is subject to timely availability of internal assets and LN stakeholders for sharing the details</a:t>
                      </a:r>
                    </a:p>
                    <a:p>
                      <a:pPr marL="228600" indent="-228600" algn="l" fontAlgn="ctr">
                        <a:lnSpc>
                          <a:spcPct val="100000"/>
                        </a:lnSpc>
                        <a:spcBef>
                          <a:spcPts val="200"/>
                        </a:spcBef>
                        <a:spcAft>
                          <a:spcPts val="200"/>
                        </a:spcAft>
                        <a:buFont typeface="+mj-lt"/>
                        <a:buAutoNum type="arabicPeriod"/>
                      </a:pPr>
                      <a:r>
                        <a:rPr lang="en-IN" sz="1200" b="0" u="none" strike="noStrike">
                          <a:solidFill>
                            <a:schemeClr val="tx1"/>
                          </a:solidFill>
                          <a:effectLst/>
                          <a:latin typeface="+mn-lt"/>
                        </a:rPr>
                        <a:t>LN to provide resources to help co-ordinate and organize key workshops, stakeholder availability and workstream/project/ steer co reporting</a:t>
                      </a:r>
                    </a:p>
                    <a:p>
                      <a:pPr marL="228600" indent="-228600" algn="l" fontAlgn="ctr">
                        <a:lnSpc>
                          <a:spcPct val="100000"/>
                        </a:lnSpc>
                        <a:spcBef>
                          <a:spcPts val="200"/>
                        </a:spcBef>
                        <a:spcAft>
                          <a:spcPts val="200"/>
                        </a:spcAft>
                        <a:buFont typeface="+mj-lt"/>
                        <a:buAutoNum type="arabicPeriod"/>
                      </a:pPr>
                      <a:r>
                        <a:rPr lang="en-IN" sz="1200" b="0" u="none" strike="noStrike">
                          <a:solidFill>
                            <a:schemeClr val="tx1"/>
                          </a:solidFill>
                          <a:effectLst/>
                          <a:latin typeface="+mn-lt"/>
                        </a:rPr>
                        <a:t>All key inputs will be provided in initial stage of engagement with ad hoc information and data requests to be provided within 3 working days of request submission</a:t>
                      </a:r>
                    </a:p>
                    <a:p>
                      <a:pPr marL="228600" indent="-228600" algn="l" fontAlgn="ctr">
                        <a:lnSpc>
                          <a:spcPct val="100000"/>
                        </a:lnSpc>
                        <a:spcBef>
                          <a:spcPts val="200"/>
                        </a:spcBef>
                        <a:spcAft>
                          <a:spcPts val="200"/>
                        </a:spcAft>
                        <a:buFont typeface="+mj-lt"/>
                        <a:buAutoNum type="arabicPeriod"/>
                      </a:pPr>
                      <a:r>
                        <a:rPr lang="en-IN" sz="1200" b="0" u="none" strike="noStrike">
                          <a:solidFill>
                            <a:schemeClr val="tx1"/>
                          </a:solidFill>
                          <a:effectLst/>
                          <a:latin typeface="+mn-lt"/>
                        </a:rPr>
                        <a:t>Deliverable content and format will be agreed as part of kick off (week 1-2)</a:t>
                      </a:r>
                    </a:p>
                    <a:p>
                      <a:pPr marL="228600" indent="-228600" algn="l" fontAlgn="ctr">
                        <a:lnSpc>
                          <a:spcPct val="100000"/>
                        </a:lnSpc>
                        <a:spcBef>
                          <a:spcPts val="200"/>
                        </a:spcBef>
                        <a:spcAft>
                          <a:spcPts val="200"/>
                        </a:spcAft>
                        <a:buFont typeface="+mj-lt"/>
                        <a:buAutoNum type="arabicPeriod"/>
                      </a:pPr>
                      <a:r>
                        <a:rPr lang="en-IN" sz="1200" b="0" u="none" strike="noStrike">
                          <a:solidFill>
                            <a:schemeClr val="tx1"/>
                          </a:solidFill>
                          <a:effectLst/>
                          <a:latin typeface="+mn-lt"/>
                        </a:rPr>
                        <a:t>Contractual deliverables will be submitted for formal review and acceptance on the agreed due date, However deliverables will be provided throughout the process for review and feedback</a:t>
                      </a:r>
                    </a:p>
                    <a:p>
                      <a:pPr marL="228600" indent="-228600" algn="l" fontAlgn="ctr">
                        <a:lnSpc>
                          <a:spcPct val="100000"/>
                        </a:lnSpc>
                        <a:spcBef>
                          <a:spcPts val="200"/>
                        </a:spcBef>
                        <a:spcAft>
                          <a:spcPts val="200"/>
                        </a:spcAft>
                        <a:buFont typeface="+mj-lt"/>
                        <a:buAutoNum type="arabicPeriod"/>
                      </a:pPr>
                      <a:r>
                        <a:rPr lang="en-IN" sz="1200" b="0" u="none" strike="noStrike">
                          <a:solidFill>
                            <a:schemeClr val="tx1"/>
                          </a:solidFill>
                          <a:effectLst/>
                          <a:latin typeface="+mn-lt"/>
                        </a:rPr>
                        <a:t>Deliverable assurance and acceptance processes to be agreed as part of SOW development and sign off</a:t>
                      </a:r>
                    </a:p>
                    <a:p>
                      <a:pPr marL="228600" indent="-228600" algn="l" fontAlgn="ctr">
                        <a:lnSpc>
                          <a:spcPct val="100000"/>
                        </a:lnSpc>
                        <a:spcBef>
                          <a:spcPts val="200"/>
                        </a:spcBef>
                        <a:spcAft>
                          <a:spcPts val="200"/>
                        </a:spcAft>
                        <a:buFont typeface="+mj-lt"/>
                        <a:buAutoNum type="arabicPeriod"/>
                      </a:pPr>
                      <a:r>
                        <a:rPr lang="en-IN" sz="1200" b="0" u="none" strike="noStrike">
                          <a:solidFill>
                            <a:schemeClr val="tx1"/>
                          </a:solidFill>
                          <a:effectLst/>
                          <a:latin typeface="+mn-lt"/>
                        </a:rPr>
                        <a:t>Deliverables will be provided in draft three days prior to finalization. There will be a two-day review and feedback period for LN, followed by 1 day of incorporating feedback and finalization. </a:t>
                      </a:r>
                    </a:p>
                    <a:p>
                      <a:pPr marL="228600" indent="-228600" algn="l" fontAlgn="ctr">
                        <a:lnSpc>
                          <a:spcPct val="100000"/>
                        </a:lnSpc>
                        <a:spcBef>
                          <a:spcPts val="200"/>
                        </a:spcBef>
                        <a:spcAft>
                          <a:spcPts val="200"/>
                        </a:spcAft>
                        <a:buFont typeface="+mj-lt"/>
                        <a:buAutoNum type="arabicPeriod"/>
                      </a:pPr>
                      <a:r>
                        <a:rPr lang="en-IN" sz="1200" b="0" u="none" strike="noStrike">
                          <a:solidFill>
                            <a:schemeClr val="tx1"/>
                          </a:solidFill>
                          <a:effectLst/>
                          <a:latin typeface="+mn-lt"/>
                        </a:rPr>
                        <a:t>LN key stakeholders with the appropriate knowledge and experience will be available to attend workshops and interviews for the outcomes to be achieved</a:t>
                      </a:r>
                    </a:p>
                    <a:p>
                      <a:pPr marL="228600" indent="-228600" algn="l" fontAlgn="ctr">
                        <a:lnSpc>
                          <a:spcPct val="100000"/>
                        </a:lnSpc>
                        <a:spcBef>
                          <a:spcPts val="200"/>
                        </a:spcBef>
                        <a:spcAft>
                          <a:spcPts val="200"/>
                        </a:spcAft>
                        <a:buFont typeface="+mj-lt"/>
                        <a:buAutoNum type="arabicPeriod"/>
                      </a:pPr>
                      <a:r>
                        <a:rPr lang="en-IN" sz="1200" b="0" u="none" strike="noStrike">
                          <a:solidFill>
                            <a:schemeClr val="tx1"/>
                          </a:solidFill>
                          <a:effectLst/>
                          <a:latin typeface="+mn-lt"/>
                        </a:rPr>
                        <a:t>Engagement plan and all workshops, interviews and working sessions to be agreed and scheduled as part of kick off (Week 1 of this workstream).</a:t>
                      </a:r>
                    </a:p>
                    <a:p>
                      <a:pPr marL="228600" indent="-228600" algn="l" fontAlgn="ctr">
                        <a:lnSpc>
                          <a:spcPct val="100000"/>
                        </a:lnSpc>
                        <a:spcBef>
                          <a:spcPts val="200"/>
                        </a:spcBef>
                        <a:spcAft>
                          <a:spcPts val="200"/>
                        </a:spcAft>
                        <a:buFont typeface="+mj-lt"/>
                        <a:buAutoNum type="arabicPeriod"/>
                      </a:pPr>
                      <a:r>
                        <a:rPr lang="en-IN" sz="1200" b="0" u="none" strike="noStrike">
                          <a:solidFill>
                            <a:schemeClr val="tx1"/>
                          </a:solidFill>
                          <a:effectLst/>
                          <a:latin typeface="+mn-lt"/>
                        </a:rPr>
                        <a:t>In addition to attending the workshop we will be engaging with other key stakeholders (Eg: Business, IT leadership) to define the target state and design principles and validate key deliverables</a:t>
                      </a:r>
                    </a:p>
                    <a:p>
                      <a:pPr marL="228600" indent="-228600" algn="l" fontAlgn="ctr">
                        <a:lnSpc>
                          <a:spcPct val="100000"/>
                        </a:lnSpc>
                        <a:spcBef>
                          <a:spcPts val="200"/>
                        </a:spcBef>
                        <a:spcAft>
                          <a:spcPts val="200"/>
                        </a:spcAft>
                        <a:buFont typeface="+mj-lt"/>
                        <a:buAutoNum type="arabicPeriod"/>
                      </a:pPr>
                      <a:r>
                        <a:rPr lang="en-IN" sz="1200" b="0" u="none" strike="noStrike">
                          <a:solidFill>
                            <a:schemeClr val="tx1"/>
                          </a:solidFill>
                          <a:effectLst/>
                          <a:latin typeface="+mn-lt"/>
                        </a:rPr>
                        <a:t>LN to provide access to data/ systems that have information on costs and other operational data (Eg: app catalogue, network inventory, etc)</a:t>
                      </a:r>
                    </a:p>
                    <a:p>
                      <a:pPr marL="228600" indent="-228600" algn="l" fontAlgn="ctr">
                        <a:lnSpc>
                          <a:spcPct val="100000"/>
                        </a:lnSpc>
                        <a:spcBef>
                          <a:spcPts val="200"/>
                        </a:spcBef>
                        <a:spcAft>
                          <a:spcPts val="200"/>
                        </a:spcAft>
                        <a:buFont typeface="+mj-lt"/>
                        <a:buAutoNum type="arabicPeriod"/>
                      </a:pPr>
                      <a:r>
                        <a:rPr lang="en-IN" sz="1200" b="0" u="none" strike="noStrike">
                          <a:solidFill>
                            <a:schemeClr val="tx1"/>
                          </a:solidFill>
                          <a:effectLst/>
                          <a:latin typeface="+mn-lt"/>
                        </a:rPr>
                        <a:t>LN to ensure speedy clearance for any tools or accelerators brought in by Capgemini as part of the engagement</a:t>
                      </a:r>
                    </a:p>
                    <a:p>
                      <a:pPr marL="228600" indent="-228600" algn="l" fontAlgn="ctr">
                        <a:lnSpc>
                          <a:spcPct val="100000"/>
                        </a:lnSpc>
                        <a:spcBef>
                          <a:spcPts val="200"/>
                        </a:spcBef>
                        <a:spcAft>
                          <a:spcPts val="200"/>
                        </a:spcAft>
                        <a:buFont typeface="+mj-lt"/>
                        <a:buAutoNum type="arabicPeriod"/>
                      </a:pPr>
                      <a:r>
                        <a:rPr lang="en-IN" sz="1200" b="0" u="none" strike="noStrike">
                          <a:solidFill>
                            <a:schemeClr val="tx1"/>
                          </a:solidFill>
                          <a:effectLst/>
                          <a:latin typeface="+mn-lt"/>
                        </a:rPr>
                        <a:t>The cost-benefit assessment assumes data availability for the in-scope initiatives</a:t>
                      </a:r>
                    </a:p>
                    <a:p>
                      <a:pPr marL="228600" marR="0" lvl="0" indent="-228600" algn="l" defTabSz="914400" rtl="0" eaLnBrk="1" fontAlgn="ctr" latinLnBrk="0" hangingPunct="1">
                        <a:lnSpc>
                          <a:spcPct val="100000"/>
                        </a:lnSpc>
                        <a:spcBef>
                          <a:spcPts val="200"/>
                        </a:spcBef>
                        <a:spcAft>
                          <a:spcPts val="200"/>
                        </a:spcAft>
                        <a:buClrTx/>
                        <a:buSzTx/>
                        <a:buFont typeface="+mj-lt"/>
                        <a:buAutoNum type="arabicPeriod"/>
                        <a:tabLst/>
                        <a:defRPr/>
                      </a:pPr>
                      <a:r>
                        <a:rPr lang="en-IN" sz="1200" b="0" u="none" strike="noStrike">
                          <a:solidFill>
                            <a:schemeClr val="tx1"/>
                          </a:solidFill>
                          <a:effectLst/>
                          <a:latin typeface="+mn-lt"/>
                        </a:rPr>
                        <a:t>The Business Case development and Value Realization Office (VRO) setup will include MS Excel and Powerpoint based template. Any recommended tool/third-party tool development is out of scope.</a:t>
                      </a:r>
                    </a:p>
                    <a:p>
                      <a:pPr marL="228600" marR="0" lvl="0" indent="-228600" algn="l" defTabSz="914400" rtl="0" eaLnBrk="1" fontAlgn="ctr" latinLnBrk="0" hangingPunct="1">
                        <a:lnSpc>
                          <a:spcPct val="100000"/>
                        </a:lnSpc>
                        <a:spcBef>
                          <a:spcPts val="200"/>
                        </a:spcBef>
                        <a:spcAft>
                          <a:spcPts val="200"/>
                        </a:spcAft>
                        <a:buClrTx/>
                        <a:buSzTx/>
                        <a:buFont typeface="+mj-lt"/>
                        <a:buAutoNum type="arabicPeriod"/>
                        <a:tabLst/>
                        <a:defRPr/>
                      </a:pPr>
                      <a:r>
                        <a:rPr lang="en-IN" sz="1200" b="0" u="none" strike="noStrike">
                          <a:solidFill>
                            <a:schemeClr val="tx1"/>
                          </a:solidFill>
                          <a:effectLst/>
                          <a:latin typeface="+mn-lt"/>
                        </a:rPr>
                        <a:t>Any comparative benchmarks used will be based on Industry standard practices &amp; Capgemini experience and are subjected to Liberty Network’s internal processes and operations</a:t>
                      </a:r>
                    </a:p>
                  </a:txBody>
                  <a:tcPr marL="137160" marR="137160" marT="137160" marB="13716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3995321"/>
                  </a:ext>
                </a:extLst>
              </a:tr>
            </a:tbl>
          </a:graphicData>
        </a:graphic>
      </p:graphicFrame>
    </p:spTree>
    <p:extLst>
      <p:ext uri="{BB962C8B-B14F-4D97-AF65-F5344CB8AC3E}">
        <p14:creationId xmlns:p14="http://schemas.microsoft.com/office/powerpoint/2010/main" val="399960555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C034D5-C2F9-017F-D04E-9BB2F6FFFFC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DE5FC60D-4723-F860-83F0-93D0D68A9377}"/>
              </a:ext>
            </a:extLst>
          </p:cNvPr>
          <p:cNvSpPr>
            <a:spLocks noGrp="1"/>
          </p:cNvSpPr>
          <p:nvPr>
            <p:ph type="title"/>
          </p:nvPr>
        </p:nvSpPr>
        <p:spPr>
          <a:xfrm>
            <a:off x="591794" y="1628775"/>
            <a:ext cx="6468226" cy="2961513"/>
          </a:xfrm>
        </p:spPr>
        <p:txBody>
          <a:bodyPr/>
          <a:lstStyle/>
          <a:p>
            <a:r>
              <a:rPr lang="en-US"/>
              <a:t>We will have the right set of expertise at the right location, ready for the job </a:t>
            </a:r>
            <a:endParaRPr lang="en-GB" noProof="0"/>
          </a:p>
        </p:txBody>
      </p:sp>
    </p:spTree>
    <p:extLst>
      <p:ext uri="{BB962C8B-B14F-4D97-AF65-F5344CB8AC3E}">
        <p14:creationId xmlns:p14="http://schemas.microsoft.com/office/powerpoint/2010/main" val="268295680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58808215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 name="EE4P_AGENDAWIZARD" val="&lt;ee4p&gt;&lt;layouts&gt;&lt;layout name=&quot;Capgemini invent Line Grey&quot; id=&quot;435_2&quot;&gt;&lt;standard&gt;&lt;textframe horizontalAnchor=&quot;1&quot; marginBottom=&quot;0&quot; marginLeft=&quot;0&quot; marginRight=&quot;0&quot; marginTop=&quot;0&quot; orientation=&quot;1&quot; verticalAnchor=&quot;1&quot; /&gt;&lt;font name=&quot;Ubuntu&quot; bold=&quot;0&quot; italic=&quot;0&quot; color=&quot;#ffffff&quot; /&gt;&lt;paragraphformat firstLineIndent=&quot;0&quot; leftIndent=&quot;0&quot; rightIndent=&quot;0&quot; lineRuleBefore=&quot;&quot; lineRuleWithin=&quot;&quot; lineRuleAfter=&quot;&quot; spaceBefore=&quot;&quot; spaceWithin=&quot;&quot; spaceAfter=&quot;&quot; /&gt;&lt;fill visible=&quot;0&quot; /&gt;&lt;line visible=&quot;0&quot; /&gt;&lt;bulletformat visible=&quot;0&quot; /&gt;&lt;shadow visible=&quot;0&quot; /&gt;&lt;/standard&gt;&lt;agenda name=&quot;New Agenda&quot; title=&quot;Agenda&quot; subtitle=&quot;&quot; sizingModeId=&quot;2&quot; fontSize=&quot;24&quot; fontSizeAuto=&quot;1&quot; startTime=&quot;540&quot; timeFormatId=&quot;2&quot; startItemNo=&quot;1&quot; createSingleAgendaSlide=&quot;1&quot; createSeparatingSlides=&quot;1&quot; createBackupSlide=&quot;1&quot; /&gt;&lt;columns&gt;&lt;column field=&quot;itemno&quot; label=&quot;No.&quot; checked=&quot;1&quot; leftSpacing=&quot;0&quot; rightSpacing=&quot;0&quot; dock=&quot;1&quot; fixedWidth=&quot;52&quot; /&gt;&lt;column field=&quot;topic&quot; label=&quot;Topic&quot; leftSpacing=&quot;10&quot; rightDistribute=&quot;1&quot; dock=&quot;1&quot; /&gt;&lt;column field=&quot;responsible&quot; label=&quot;Responsible&quot; visible=&quot;1&quot; checked=&quot;1&quot; leftSpacing=&quot;10&quot; rightDistribute=&quot;1&quot; dock=&quot;1&quot; /&gt;&lt;column field=&quot;freecolumn&quot; label=&quot;&quot; visible=&quot;1&quot; checked=&quot;0&quot; leftSpacing=&quot;10&quot; rightDistribute=&quot;1&quot; dock=&quot;1&quot; /&gt;&lt;column field=&quot;timeslot&quot; label=&quot;Time Slot&quot; visible=&quot;1&quot; checked=&quot;1&quot; leftSpacing=&quot;10&quot; rightSpacing=&quot;6&quot; dock=&quot;2&quot; /&gt;&lt;column field=&quot;pageno&quot; label=&quot;Page No.&quot; visible=&quot;1&quot; checked=&quot;0&quot; leftSpacing=&quot;10&quot; rightSpacing=&quot;6&quot; dock=&quot;2&quot; /&gt;&lt;/columns&gt;&lt;position left=&quot;84.31764&quot; top=&quot;128.4218&quot; width=&quot;611.1824&quot; height=&quot;379.8731&quot; /&gt;&lt;settings allowedSizingModeIds=&quot;1|2&quot; allowedFontSizes=&quot;8|9|10|10.5|11|12|14|16|18&quot; allowedTimeFormatIds=&quot;1|2|3&quot; slideLayout=&quot;11&quot; customLayoutName=&quot;1_Agenda&quot; customLayoutNameBackup=&quot;1_Agenda&quot; customLayoutIndex=&quot;&quot; showBreak=&quot;1&quot; singleAgendaSlideSelected=&quot;0&quot; backupSlideTitle=&quot;Backup: %agendaName%&quot; topMargin=&quot;0&quot; leftMargin=&quot;0&quot; allowedLevels=&quot;4&quot; itemNoFormats=&quot;{1:2}¦{1:2}.{2}¦{3:alphaLC}¦{3:alphaLC}.{4:alphaLC}&quot; /&gt;&lt;!-- Agenda item formats --&gt;&lt;cases&gt;&lt;case level=&quot;1&quot; selected=&quot;0&quot; break=&quot;0&quot; topMinSpacing=&quot;15&quot; topMaxSpacing=&quot;15&quot; bottomMinSpacing=&quot;0&quot; bottomMaxSpacing=&quot;0&quot;&gt;&lt;element field=&quot;itemno&quot; type=&quot;autoshape&quot; autoShapeType=&quot;1&quot;&gt;&lt;textframe marginLeft=&quot;0&quot; marginRight=&quot;0&quot; /&gt;&lt;paragraphformat alignment=&quot;1&quot; /&gt;&lt;font bold=&quot;1&quot; color=&quot;6&quot; /&gt;&lt;/element&gt;&lt;element field=&quot;topic&quot; type=&quot;autoshape&quot; autoShapeType=&quot;1&quot;&gt;&lt;paragraphformat alignment=&quot;1&quot; /&gt;&lt;textframe marginLeft=&quot;0&quot; /&gt;&lt;/element&gt;&lt;element field=&quot;responsible&quot; type=&quot;autoshape&quot; autoShapeType=&quot;1&quot;&gt;&lt;paragraphformat alignment=&quot;1&quot; /&gt;&lt;/element&gt;&lt;element field=&quot;freecolumn&quot; type=&quot;autoshape&quot; autoShapeType=&quot;1&quot;&gt;&lt;paragraphformat alignment=&quot;1&quot; /&gt;&lt;/element&gt;&lt;element field=&quot;timeslot&quot; type=&quot;autoshape&quot; autoShapeType=&quot;1&quot;&gt;&lt;paragraphformat alignment=&quot;3&quot; /&gt;&lt;/element&gt;&lt;element field=&quot;pageno&quot; type=&quot;autoshape&quot; autoShapeType=&quot;1&quot;&gt;&lt;paragraphformat alignment=&quot;3&quot; /&gt;&lt;/element&gt;&lt;/case&gt;&lt;case level=&quot;1&quot; selected=&quot;1&quot; break=&quot;0&quot; topMinSpacing=&quot;15&quot; topMaxSpacing=&quot;15&quot; bottomMinSpacing=&quot;0&quot; bottomMaxSpacing=&quot;0&quot;&gt;&lt;element type=&quot;line&quot; value=&quot;&quot;&gt;&lt;position left=&quot;0&quot; top=&quot;itemHeight+3*scale*fontScale&quot; width=&quot;agendaWidth&quot; height=&quot;0&quot; /&gt;&lt;line style=&quot;1&quot; dashStyle=&quot;1&quot; foreColor=&quot;6&quot; transparency=&quot;0&quot; visible=&quot;1&quot; weight=&quot;1&quot; /&gt;&lt;/element&gt;&lt;element type=&quot;line&quot; value=&quot;&quot;&gt;&lt;position left=&quot;0&quot; top=&quot;0&quot; width=&quot;agendaWidth&quot; height=&quot;0&quot; /&gt;&lt;line style=&quot;1&quot; dashStyle=&quot;1&quot; foreColor=&quot;6&quot; transparency=&quot;0&quot; visible=&quot;1&quot; weight=&quot;1&quot; /&gt;&lt;/element&gt;&lt;element field=&quot;itemno&quot; type=&quot;autoshape&quot; autoShapeType=&quot;1&quot;&gt;&lt;textframe marginLeft=&quot;0&quot; marginRight=&quot;0&quot; /&gt;&lt;paragraphformat alignment=&quot;1&quot; /&gt;&lt;font bold=&quot;1&quot; color=&quot;6&quot; /&gt;&lt;/element&gt;&lt;element field=&quot;topic&quot; type=&quot;autoshape&quot; autoShapeType=&quot;1&quot;&gt;&lt;paragraphformat alignment=&quot;1&quot; /&gt;&lt;textframe marginLeft=&quot;0&quot; /&gt;&lt;/element&gt;&lt;element field=&quot;responsible&quot; type=&quot;autoshape&quot; autoShapeType=&quot;1&quot;&gt;&lt;paragraphformat alignment=&quot;1&quot; /&gt;&lt;/element&gt;&lt;element field=&quot;freecolumn&quot; type=&quot;autoshape&quot; autoShapeType=&quot;1&quot;&gt;&lt;paragraphformat alignment=&quot;1&quot; /&gt;&lt;/element&gt;&lt;element field=&quot;timeslot&quot; type=&quot;autoshape&quot; autoShapeType=&quot;1&quot;&gt;&lt;paragraphformat alignment=&quot;3&quot; /&gt;&lt;/element&gt;&lt;element field=&quot;pageno&quot; type=&quot;autoshape&quot; autoShapeType=&quot;1&quot;&gt;&lt;paragraphformat alignment=&quot;3&quot; /&gt;&lt;/element&gt;&lt;/case&gt;&lt;case level=&quot;2&quot; selected=&quot;0&quot; break=&quot;0&quot; topMinSpacing=&quot;15&quot; topMaxSpacing=&quot;15&quot; bottomMinSpacing=&quot;0&quot; bottomMaxSpacing=&quot;0&quot;&gt;&lt;element field=&quot;itemno&quot; type=&quot;autoshape&quot; autoShapeType=&quot;1&quot; indent=&quot;(level-1)*(itemNoWidth+topicLeftSpacing) &quot; indentType=&quot;1&quot;&gt;&lt;textframe marginLeft=&quot;0&quot; marginRight=&quot;0&quot; /&gt;&lt;paragraphformat alignment=&quot;1&quot; /&gt;&lt;font bold=&quot;1&quot; color=&quot;6&quot; /&gt;&lt;/element&gt;&lt;element field=&quot;topic&quot; type=&quot;autoshape&quot; autoShapeType=&quot;1&quot; indent=&quot;(level-1)*(itemNoWidth+topicLeftSpacing) &quot; indentType=&quot;2&quot;&gt;&lt;paragraphformat alignment=&quot;1&quot; /&gt;&lt;textframe marginLeft=&quot;0&quot; /&gt;&lt;/element&gt;&lt;element field=&quot;responsible&quot; type=&quot;autoshape&quot; autoShapeType=&quot;1&quot; indent=&quot;(level-1)*(itemNoWidth+topicLeftSpacing) &quot; indentType=&quot;1&quot;&gt;&lt;paragraphformat alignment=&quot;1&quot; /&gt;&lt;/element&gt;&lt;element field=&quot;freecolumn&quot; type=&quot;autoshape&quot; autoShapeType=&quot;1&quot; indent=&quot;(level-1)*(itemNoWidth+topicLeftSpacing) &quot; indentType=&quot;1&quot;&gt;&lt;paragraphformat alignment=&quot;1&quot; /&gt;&lt;/element&gt;&lt;element field=&quot;timeslot&quot; type=&quot;autoshape&quot; autoShapeType=&quot;1&quot;&gt;&lt;paragraphformat alignment=&quot;3&quot; /&gt;&lt;/element&gt;&lt;element field=&quot;pageno&quot; type=&quot;autoshape&quot; autoShapeType=&quot;1&quot;&gt;&lt;paragraphformat alignment=&quot;3&quot; /&gt;&lt;/element&gt;&lt;/case&gt;&lt;case level=&quot;2&quot; selected=&quot;1&quot; break=&quot;0&quot; topMinSpacing=&quot;15&quot; topMaxSpacing=&quot;15&quot; bottomMinSpacing=&quot;0&quot; bottomMaxSpacing=&quot;0&quot;&gt;&lt;element type=&quot;line&quot; value=&quot;&quot;&gt;&lt;position left=&quot;0&quot; top=&quot;itemHeight+3*scale*fontScale&quot; width=&quot;agendaWidth&quot; height=&quot;0&quot; /&gt;&lt;line style=&quot;1&quot; dashStyle=&quot;1&quot; foreColor=&quot;6&quot; transparency=&quot;0&quot; visible=&quot;1&quot; weight=&quot;1&quot; /&gt;&lt;/element&gt;&lt;element type=&quot;line&quot; value=&quot;&quot;&gt;&lt;position left=&quot;0&quot; top=&quot;0&quot; width=&quot;agendaWidth&quot; height=&quot;0&quot; /&gt;&lt;line style=&quot;1&quot; dashStyle=&quot;1&quot; foreColor=&quot;6&quot; transparency=&quot;0&quot; visible=&quot;1&quot; weight=&quot;1&quot; /&gt;&lt;/element&gt;&lt;element field=&quot;itemno&quot; type=&quot;autoshape&quot; autoShapeType=&quot;1&quot; indent=&quot;(level-1)*(itemNoWidth+topicLeftSpacing) &quot; indentType=&quot;1&quot;&gt;&lt;textframe marginLeft=&quot;0&quot; marginRight=&quot;0&quot; /&gt;&lt;paragraphformat alignment=&quot;1&quot; /&gt;&lt;font bold=&quot;1&quot; color=&quot;6&quot; /&gt;&lt;/element&gt;&lt;element field=&quot;topic&quot; type=&quot;autoshape&quot; autoShapeType=&quot;1&quot; indent=&quot;(level-1)*(itemNoWidth+topicLeftSpacing) &quot; indentType=&quot;2&quot;&gt;&lt;paragraphformat alignment=&quot;1&quot; /&gt;&lt;textframe marginLeft=&quot;0&quot; /&gt;&lt;/element&gt;&lt;element field=&quot;responsible&quot; type=&quot;autoshape&quot; autoShapeType=&quot;1&quot; indent=&quot;(level-1)*(itemNoWidth+topicLeftSpacing) &quot; indentType=&quot;1&quot;&gt;&lt;paragraphformat alignment=&quot;1&quot; /&gt;&lt;/element&gt;&lt;element field=&quot;freecolumn&quot; type=&quot;autoshape&quot; autoShapeType=&quot;1&quot; indent=&quot;(level-1)*(itemNoWidth+topicLeftSpacing) &quot; indentType=&quot;1&quot;&gt;&lt;paragraphformat alignment=&quot;1&quot; /&gt;&lt;/element&gt;&lt;element field=&quot;timeslot&quot; type=&quot;autoshape&quot; autoShapeType=&quot;1&quot;&gt;&lt;paragraphformat alignment=&quot;3&quot; /&gt;&lt;/element&gt;&lt;element field=&quot;pageno&quot; type=&quot;autoshape&quot; autoShapeType=&quot;1&quot;&gt;&lt;paragraphformat alignment=&quot;3&quot; /&gt;&lt;/element&gt;&lt;/case&gt;&lt;case level=&quot;1&quot; selected=&quot;0&quot; break=&quot;1&quot; topMinSpacing=&quot;15&quot; topMaxSpacing=&quot;15&quot; bottomMinSpacing=&quot;0&quot; bottomMaxSpacing=&quot;0&quot;&gt;&lt;element field=&quot;topic&quot; type=&quot;autoshape&quot; autoShapeType=&quot;1&quot; indent=&quot;(level-1)*(itemNoWidth+topicLeftSpacing) &quot; indentType=&quot;2&quot;&gt;&lt;paragraphformat alignment=&quot;1&quot; /&gt;&lt;font italic=&quot;1&quot; /&gt;&lt;/element&gt;&lt;element field=&quot;responsible&quot; type=&quot;autoshape&quot; autoShapeType=&quot;1&quot; indent=&quot;(level-1)*(itemNoWidth+topicLeftSpacing) &quot; indentType=&quot;1&quot;&gt;&lt;paragraphformat alignment=&quot;1&quot; /&gt;&lt;font italic=&quot;1&quot; /&gt;&lt;/element&gt;&lt;element field=&quot;freecolumn&quot; type=&quot;autoshape&quot; autoShapeType=&quot;1&quot; indent=&quot;(level-1)*(itemNoWidth+topicLeftSpacing) &quot; indentType=&quot;1&quot;&gt;&lt;paragraphformat alignment=&quot;1&quot; /&gt;&lt;font italic=&quot;1&quot; /&gt;&lt;/element&gt;&lt;element field=&quot;timeslot&quot; type=&quot;autoshape&quot; autoShapeType=&quot;1&quot;&gt;&lt;paragraphformat alignment=&quot;3&quot; /&gt;&lt;font italic=&quot;1&quot; /&gt;&lt;/element&gt;&lt;element field=&quot;pageno&quot; type=&quot;autoshape&quot; autoShapeType=&quot;1&quot;&gt;&lt;paragraphformat alignment=&quot;3&quot; /&gt;&lt;font italic=&quot;1&quot; /&gt;&lt;/element&gt;&lt;/case&gt;&lt;case level=&quot;1&quot; selected=&quot;1&quot; break=&quot;1&quot; topMinSpacing=&quot;15&quot; topMaxSpacing=&quot;15&quot; bottomMinSpacing=&quot;0&quot; bottomMaxSpacing=&quot;0&quot;&gt;&lt;element type=&quot;line&quot; value=&quot;&quot;&gt;&lt;position left=&quot;0&quot; top=&quot;itemHeight+3*scale*fontScale&quot; width=&quot;agendaWidth&quot; height=&quot;0&quot; /&gt;&lt;line style=&quot;1&quot; dashStyle=&quot;1&quot; foreColor=&quot;6&quot; transparency=&quot;0&quot; visible=&quot;1&quot; weight=&quot;1&quot; /&gt;&lt;/element&gt;&lt;element type=&quot;line&quot; value=&quot;&quot;&gt;&lt;position left=&quot;0&quot; top=&quot;0&quot; width=&quot;agendaWidth&quot; height=&quot;0&quot; /&gt;&lt;line style=&quot;1&quot; dashStyle=&quot;1&quot; foreColor=&quot;6&quot; transparency=&quot;0&quot; visible=&quot;1&quot; weight=&quot;1&quot; /&gt;&lt;/element&gt;&lt;element field=&quot;topic&quot; type=&quot;autoshape&quot; autoShapeType=&quot;1&quot; indent=&quot;(level-1)*(itemNoWidth+topicLeftSpacing) &quot; indentType=&quot;2&quot;&gt;&lt;paragraphformat alignment=&quot;1&quot; /&gt;&lt;font italic=&quot;1&quot; /&gt;&lt;/element&gt;&lt;element field=&quot;responsible&quot; type=&quot;autoshape&quot; autoShapeType=&quot;1&quot; indent=&quot;(level-1)*(itemNoWidth+topicLeftSpacing) &quot; indentType=&quot;1&quot;&gt;&lt;paragraphformat alignment=&quot;1&quot; /&gt;&lt;font italic=&quot;1&quot; /&gt;&lt;/element&gt;&lt;element field=&quot;freecolumn&quot; type=&quot;autoshape&quot; autoShapeType=&quot;1&quot; indent=&quot;(level-1)*(itemNoWidth+topicLeftSpacing) &quot; indentType=&quot;1&quot;&gt;&lt;paragraphformat alignment=&quot;1&quot; /&gt;&lt;font italic=&quot;1&quot; /&gt;&lt;/element&gt;&lt;element field=&quot;timeslot&quot; type=&quot;autoshape&quot; autoShapeType=&quot;1&quot;&gt;&lt;paragraphformat alignment=&quot;3&quot; /&gt;&lt;font italic=&quot;1&quot; /&gt;&lt;/element&gt;&lt;element field=&quot;pageno&quot; type=&quot;autoshape&quot; autoShapeType=&quot;1&quot;&gt;&lt;paragraphformat alignment=&quot;3&quot; /&gt;&lt;font italic=&quot;1&quot; /&gt;&lt;/element&gt;&lt;/case&gt;&lt;/cases&gt;&lt;!-- Elements on slide independent of items --&gt;&lt;elements&gt;&lt;!--   &lt;element type=&quot;picture&quot; picture=&quot;image.png&quot; value=&quot;asdf&quot;  &gt;&#10;          &lt;position left=&quot;-278.9405&quot; top=&quot;-142.375&quot; width=&quot;457.6407&quot; height=&quot;540.0002&quot;/&gt;        &#10;        &lt;/element&gt;&#10;&#10;        &lt;element type=&quot;picture&quot; picture=&quot;BG_blue.png&quot; value=&quot;asdf&quot;  &gt;&#10;          &lt;position left=&quot;-278.9405&quot; top=&quot;-142.375&quot; width=&quot;960&quot; height=&quot;540&quot;/&gt;        &#10;        &lt;/element&gt; --&gt;&lt;/elements&gt;&lt;/layout&gt;&lt;/layouts&gt;&lt;contents&gt;&lt;agenda name=&quot;New Agenda&quot; title=&quot;Agenda&quot; subtitle=&quot;&quot; sizingModeId=&quot;2&quot; fontSize=&quot;24&quot; fontSizeAuto=&quot;1&quot; startTime=&quot;540&quot; timeFormatId=&quot;2&quot; startItemNo=&quot;1&quot; createSingleAgendaSlide=&quot;1&quot; createSeparatingSlides=&quot;1&quot; createBackupSlide=&quot;1&quot; layoutId=&quot;435_2&quot; hideSeparatingSlides=&quot;0&quot; createSections=&quot;0&quot; singleSlideId=&quot;4a985bb3-9c0f-4d30-bab0-e861f6c1f7d9&quot; backupSlideId=&quot;59f12b8f-bcfa-4c72-806d-af721da5741a&quot;&gt;&lt;columns leftSpacing=&quot;0&quot; rightSpacing=&quot;0&quot;&gt;&lt;column field=&quot;itemno&quot; label=&quot;No.&quot; checked=&quot;1&quot; leftSpacing=&quot;0&quot; rightSpacing=&quot;0&quot; dock=&quot;1&quot; fixedWidth=&quot;52&quot; /&gt;&lt;column field=&quot;topic&quot; label=&quot;Topic&quot; leftSpacing=&quot;10&quot; rightDistribute=&quot;1&quot; dock=&quot;1&quot; rightSpacing=&quot;114.0997&quot; /&gt;&lt;column field=&quot;responsible&quot; label=&quot;Responsible&quot; visible=&quot;1&quot; checked=&quot;1&quot; leftSpacing=&quot;10&quot; rightDistribute=&quot;1&quot; dock=&quot;1&quot; rightSpacing=&quot;114.0997&quot; /&gt;&lt;column field=&quot;freecolumn&quot; label=&quot;&quot; visible=&quot;1&quot; checked=&quot;0&quot; leftSpacing=&quot;10&quot; rightDistribute=&quot;1&quot; dock=&quot;1&quot; /&gt;&lt;column field=&quot;timeslot&quot; label=&quot;Time Slot&quot; visible=&quot;1&quot; checked=&quot;1&quot; leftSpacing=&quot;10&quot; rightSpacing=&quot;6&quot; dock=&quot;2&quot; /&gt;&lt;column field=&quot;pageno&quot; label=&quot;Page No.&quot; visible=&quot;1&quot; checked=&quot;0&quot; leftSpacing=&quot;10&quot; rightSpacing=&quot;6&quot; dock=&quot;2&quot; /&gt;&lt;/columns&gt;&lt;items&gt;&lt;item duration=&quot;30&quot; id=&quot;f30ff3b2-059e-47be-bfce-20f89c801ddd&quot; parentId=&quot;&quot; level=&quot;1&quot; generateAgendaSlide=&quot;1&quot; showAgendaItem=&quot;1&quot; isBreak=&quot;0&quot; topic=&quot;Part 1&quot; agendaSlideId=&quot;af0b860f-cd42-4a9e-9c99-a53635a9e083&quot; /&gt;&lt;item duration=&quot;30&quot; id=&quot;7f2c9adb-5359-438f-8174-f3799807dfb9&quot; parentId=&quot;&quot; level=&quot;1&quot; generateAgendaSlide=&quot;1&quot; showAgendaItem=&quot;1&quot; isBreak=&quot;0&quot; topic=&quot;Part 2&quot; agendaSlideId=&quot;07e6bc76-8a2b-48ad-97c4-1f85e540bbd5&quot; /&gt;&lt;item duration=&quot;30&quot; id=&quot;00ba97b5-5509-49fc-95b8-9afe1f8e54cf&quot; parentId=&quot;&quot; level=&quot;1&quot; generateAgendaSlide=&quot;1&quot; showAgendaItem=&quot;1&quot; isBreak=&quot;0&quot; topic=&quot;Part 3&quot; agendaSlideId=&quot;4d6dfe7c-00a3-4d20-aa7f-6447da594e0a&quot; /&gt;&lt;item duration=&quot;30&quot; id=&quot;d6c20a75-a816-4fd9-9cac-9e1eb824eb5f&quot; parentId=&quot;&quot; level=&quot;1&quot; generateAgendaSlide=&quot;1&quot; showAgendaItem=&quot;1&quot; isBreak=&quot;0&quot; topic=&quot;Part 4&quot; agendaSlideId=&quot;d29762e6-a410-4070-9806-5d73acff4eaf&quot; /&gt;&lt;/items&gt;&lt;/agenda&gt;&lt;/contents&gt;&lt;/ee4p&gt;"/>
  <p:tag name="EE4P_STYLE_ID" val="08bc1277-26f5-4dd6-837a-f94eda4f32c4"/>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EE4P_MASTERWIZARD" val="Generic_Confidentiality"/>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cPGFw_NVS422W_v2S7n6Bg"/>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39.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40.xml><?xml version="1.0" encoding="utf-8"?>
<p:tagLst xmlns:a="http://schemas.openxmlformats.org/drawingml/2006/main" xmlns:r="http://schemas.openxmlformats.org/officeDocument/2006/relationships" xmlns:p="http://schemas.openxmlformats.org/presentationml/2006/main">
  <p:tag name="THINKCELLSHAPEDONOTDELETE" val="pAImAeAEOTkK.5j0PeK1HPA"/>
</p:tagLst>
</file>

<file path=ppt/tags/tag41.xml><?xml version="1.0" encoding="utf-8"?>
<p:tagLst xmlns:a="http://schemas.openxmlformats.org/drawingml/2006/main" xmlns:r="http://schemas.openxmlformats.org/officeDocument/2006/relationships" xmlns:p="http://schemas.openxmlformats.org/presentationml/2006/main">
  <p:tag name="THINKCELLSHAPEDONOTDELETE" val="pU20e324SR0yqjWn3Hod8_w"/>
</p:tagLst>
</file>

<file path=ppt/tags/tag42.xml><?xml version="1.0" encoding="utf-8"?>
<p:tagLst xmlns:a="http://schemas.openxmlformats.org/drawingml/2006/main" xmlns:r="http://schemas.openxmlformats.org/officeDocument/2006/relationships" xmlns:p="http://schemas.openxmlformats.org/presentationml/2006/main">
  <p:tag name="THINKCELLSHAPEDONOTDELETE" val="pU20e324SR0yqjWn3Hod8_w"/>
</p:tagLst>
</file>

<file path=ppt/theme/theme1.xml><?xml version="1.0" encoding="utf-8"?>
<a:theme xmlns:a="http://schemas.openxmlformats.org/drawingml/2006/main" name="Capgemini BU Germany March 2024">
  <a:themeElements>
    <a:clrScheme name="Capgemini 2024">
      <a:dk1>
        <a:sysClr val="windowText" lastClr="000000"/>
      </a:dk1>
      <a:lt1>
        <a:srgbClr val="FFFFFF"/>
      </a:lt1>
      <a:dk2>
        <a:srgbClr val="000000"/>
      </a:dk2>
      <a:lt2>
        <a:srgbClr val="F6F6F6"/>
      </a:lt2>
      <a:accent1>
        <a:srgbClr val="0070AD"/>
      </a:accent1>
      <a:accent2>
        <a:srgbClr val="12ABDB"/>
      </a:accent2>
      <a:accent3>
        <a:srgbClr val="14596B"/>
      </a:accent3>
      <a:accent4>
        <a:srgbClr val="272936"/>
      </a:accent4>
      <a:accent5>
        <a:srgbClr val="0F878A"/>
      </a:accent5>
      <a:accent6>
        <a:srgbClr val="00BFBF"/>
      </a:accent6>
      <a:hlink>
        <a:srgbClr val="00929B"/>
      </a:hlink>
      <a:folHlink>
        <a:srgbClr val="00BFBF"/>
      </a:folHlink>
    </a:clrScheme>
    <a:fontScheme name="Capgemini 2021">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lumMod val="95000"/>
          </a:schemeClr>
        </a:solidFill>
        <a:ln w="9525">
          <a:noFill/>
          <a:prstDash val="solid"/>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400" dirty="0" err="1">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bg1">
              <a:lumMod val="65000"/>
            </a:schemeClr>
          </a:solidFill>
        </a:ln>
      </a:spPr>
      <a:bodyPr/>
      <a:lstStyle/>
      <a:style>
        <a:lnRef idx="1">
          <a:schemeClr val="accent1"/>
        </a:lnRef>
        <a:fillRef idx="0">
          <a:schemeClr val="accent1"/>
        </a:fillRef>
        <a:effectRef idx="0">
          <a:schemeClr val="accent1"/>
        </a:effectRef>
        <a:fontRef idx="minor">
          <a:schemeClr val="tx1"/>
        </a:fontRef>
      </a:style>
    </a:lnDef>
    <a:txDef>
      <a:spPr>
        <a:noFill/>
      </a:spPr>
      <a:bodyPr vert="horz" wrap="square" lIns="90000" tIns="46800" rIns="90000" bIns="46800" rtlCol="0" anchor="ctr">
        <a:spAutoFit/>
      </a:bodyPr>
      <a:lstStyle>
        <a:defPPr algn="l">
          <a:spcBef>
            <a:spcPct val="0"/>
          </a:spcBef>
          <a:defRPr sz="1400" dirty="0" err="1" smtClean="0"/>
        </a:defPPr>
      </a:lstStyle>
    </a:txDef>
  </a:objectDefaults>
  <a:extraClrSchemeLst/>
  <a:custClrLst>
    <a:custClr name="Green A">
      <a:srgbClr val="57CF80"/>
    </a:custClr>
    <a:custClr name="Green B">
      <a:srgbClr val="33B569"/>
    </a:custClr>
    <a:custClr name="Green C">
      <a:srgbClr val="2EA657"/>
    </a:custClr>
    <a:custClr name="Green D">
      <a:srgbClr val="178C3D"/>
    </a:custClr>
    <a:custClr name="Green E">
      <a:srgbClr val="176036"/>
    </a:custClr>
    <a:custClr name="Teal A">
      <a:srgbClr val="00E6E3"/>
    </a:custClr>
    <a:custClr name="Teal B">
      <a:srgbClr val="00D5D0"/>
    </a:custClr>
    <a:custClr name="Teal C">
      <a:srgbClr val="00BFBF"/>
    </a:custClr>
    <a:custClr name="Teal D">
      <a:srgbClr val="00929B"/>
    </a:custClr>
    <a:custClr name="Teal E">
      <a:srgbClr val="007D74"/>
    </a:custClr>
    <a:custClr name="Peacock A">
      <a:srgbClr val="00E0CB"/>
    </a:custClr>
    <a:custClr name="Peacock B">
      <a:srgbClr val="00B2A2"/>
    </a:custClr>
    <a:custClr name="Peacock C">
      <a:srgbClr val="0F878A"/>
    </a:custClr>
    <a:custClr name="Peacock D">
      <a:srgbClr val="0F6A73"/>
    </a:custClr>
    <a:custClr name="Peacock E">
      <a:srgbClr val="0F434A"/>
    </a:custClr>
    <a:custClr name="Sapphire A">
      <a:srgbClr val="338091"/>
    </a:custClr>
    <a:custClr name="Sapphire B">
      <a:srgbClr val="336B7D"/>
    </a:custClr>
    <a:custClr name="Sapphire C">
      <a:srgbClr val="14596B"/>
    </a:custClr>
    <a:custClr name="Sapphire D">
      <a:srgbClr val="214554"/>
    </a:custClr>
    <a:custClr name="Sapphire E">
      <a:srgbClr val="173340"/>
    </a:custClr>
    <a:custClr name="Violet A">
      <a:srgbClr val="E557AD"/>
    </a:custClr>
    <a:custClr name="Violet B">
      <a:srgbClr val="D13A8C"/>
    </a:custClr>
    <a:custClr name="Violet C">
      <a:srgbClr val="BA2980"/>
    </a:custClr>
    <a:custClr name="Violet D">
      <a:srgbClr val="A12980"/>
    </a:custClr>
    <a:custClr name="Violet E">
      <a:srgbClr val="811B6F"/>
    </a:custClr>
    <a:custClr name="Yellow A">
      <a:srgbClr val="FFDA80"/>
    </a:custClr>
    <a:custClr name="Yellow B">
      <a:srgbClr val="FFD068"/>
    </a:custClr>
    <a:custClr name="Yellow C">
      <a:srgbClr val="FFB24A"/>
    </a:custClr>
    <a:custClr name="Yellow D">
      <a:srgbClr val="FF9C29"/>
    </a:custClr>
    <a:custClr name="Yellow E">
      <a:srgbClr val="FF8E12"/>
    </a:custClr>
    <a:custClr name="Velvet A">
      <a:srgbClr val="9E4780"/>
    </a:custClr>
    <a:custClr name="Velvet B">
      <a:srgbClr val="802B73"/>
    </a:custClr>
    <a:custClr name="Velvet C">
      <a:srgbClr val="750D5C"/>
    </a:custClr>
    <a:custClr name="Velvet D">
      <a:srgbClr val="590A42"/>
    </a:custClr>
    <a:custClr name="Velvet E">
      <a:srgbClr val="42142E"/>
    </a:custClr>
    <a:custClr name="Red A">
      <a:srgbClr val="FF5770"/>
    </a:custClr>
    <a:custClr name="Red B">
      <a:srgbClr val="FF455E"/>
    </a:custClr>
    <a:custClr name="Red C">
      <a:srgbClr val="FF304D"/>
    </a:custClr>
    <a:custClr name="Red D">
      <a:srgbClr val="E30021"/>
    </a:custClr>
    <a:custClr name="Red E">
      <a:srgbClr val="A6001A"/>
    </a:custClr>
  </a:custClrLst>
  <a:extLst>
    <a:ext uri="{05A4C25C-085E-4340-85A3-A5531E510DB2}">
      <thm15:themeFamily xmlns:thm15="http://schemas.microsoft.com/office/thememl/2012/main" name="Blank.potx" id="{222CE814-6AC1-4BC9-AB31-E4D7BD1311BF}" vid="{A2F0EE45-0BB1-4783-9FD9-76CBA5D1C235}"/>
    </a:ext>
  </a:extLst>
</a:theme>
</file>

<file path=ppt/theme/theme2.xml><?xml version="1.0" encoding="utf-8"?>
<a:theme xmlns:a="http://schemas.openxmlformats.org/drawingml/2006/main" name="Capgemini Master 2021">
  <a:themeElements>
    <a:clrScheme name="Capgemini 2021">
      <a:dk1>
        <a:sysClr val="windowText" lastClr="000000"/>
      </a:dk1>
      <a:lt1>
        <a:srgbClr val="FFFFFF"/>
      </a:lt1>
      <a:dk2>
        <a:srgbClr val="000000"/>
      </a:dk2>
      <a:lt2>
        <a:srgbClr val="ECECEC"/>
      </a:lt2>
      <a:accent1>
        <a:srgbClr val="0070AD"/>
      </a:accent1>
      <a:accent2>
        <a:srgbClr val="12ABDB"/>
      </a:accent2>
      <a:accent3>
        <a:srgbClr val="2B0A3D"/>
      </a:accent3>
      <a:accent4>
        <a:srgbClr val="272936"/>
      </a:accent4>
      <a:accent5>
        <a:srgbClr val="0F878A"/>
      </a:accent5>
      <a:accent6>
        <a:srgbClr val="14596B"/>
      </a:accent6>
      <a:hlink>
        <a:srgbClr val="00929B"/>
      </a:hlink>
      <a:folHlink>
        <a:srgbClr val="00E6E3"/>
      </a:folHlink>
    </a:clrScheme>
    <a:fontScheme name="Capgemini 2021">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sz="1600" dirty="0" err="1"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ésentation9" id="{8B87859F-8882-4D58-BBE6-26B003739F00}" vid="{23D1FD3C-F867-41B0-98CF-F6DF99F4D09F}"/>
    </a:ext>
  </a:extLst>
</a:theme>
</file>

<file path=ppt/theme/theme3.xml><?xml version="1.0" encoding="utf-8"?>
<a:theme xmlns:a="http://schemas.openxmlformats.org/drawingml/2006/main" name="1_Capgemini_2024">
  <a:themeElements>
    <a:clrScheme name="Capgemini 2024">
      <a:dk1>
        <a:sysClr val="windowText" lastClr="000000"/>
      </a:dk1>
      <a:lt1>
        <a:srgbClr val="FFFFFF"/>
      </a:lt1>
      <a:dk2>
        <a:srgbClr val="000000"/>
      </a:dk2>
      <a:lt2>
        <a:srgbClr val="F6F6F6"/>
      </a:lt2>
      <a:accent1>
        <a:srgbClr val="0070AD"/>
      </a:accent1>
      <a:accent2>
        <a:srgbClr val="12ABDB"/>
      </a:accent2>
      <a:accent3>
        <a:srgbClr val="14596B"/>
      </a:accent3>
      <a:accent4>
        <a:srgbClr val="272936"/>
      </a:accent4>
      <a:accent5>
        <a:srgbClr val="0F878A"/>
      </a:accent5>
      <a:accent6>
        <a:srgbClr val="00BFBF"/>
      </a:accent6>
      <a:hlink>
        <a:srgbClr val="00929B"/>
      </a:hlink>
      <a:folHlink>
        <a:srgbClr val="00BFBF"/>
      </a:folHlink>
    </a:clrScheme>
    <a:fontScheme name="Capgemini 2021">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lumMod val="95000"/>
          </a:schemeClr>
        </a:solidFill>
        <a:ln w="9525">
          <a:noFill/>
          <a:prstDash val="solid"/>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400" dirty="0" err="1">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bg1">
              <a:lumMod val="65000"/>
            </a:schemeClr>
          </a:solidFill>
        </a:ln>
      </a:spPr>
      <a:bodyPr/>
      <a:lstStyle/>
      <a:style>
        <a:lnRef idx="1">
          <a:schemeClr val="accent1"/>
        </a:lnRef>
        <a:fillRef idx="0">
          <a:schemeClr val="accent1"/>
        </a:fillRef>
        <a:effectRef idx="0">
          <a:schemeClr val="accent1"/>
        </a:effectRef>
        <a:fontRef idx="minor">
          <a:schemeClr val="tx1"/>
        </a:fontRef>
      </a:style>
    </a:lnDef>
    <a:txDef>
      <a:spPr>
        <a:noFill/>
      </a:spPr>
      <a:bodyPr vert="horz" wrap="square" lIns="90000" tIns="46800" rIns="90000" bIns="46800" rtlCol="0" anchor="ctr">
        <a:spAutoFit/>
      </a:bodyPr>
      <a:lstStyle>
        <a:defPPr algn="l">
          <a:spcBef>
            <a:spcPct val="0"/>
          </a:spcBef>
          <a:defRPr sz="1400" dirty="0" err="1" smtClean="0"/>
        </a:defPPr>
      </a:lstStyle>
    </a:txDef>
  </a:objectDefaults>
  <a:extraClrSchemeLst/>
  <a:custClrLst>
    <a:custClr name="Green A">
      <a:srgbClr val="57CF80"/>
    </a:custClr>
    <a:custClr name="Green B">
      <a:srgbClr val="33B569"/>
    </a:custClr>
    <a:custClr name="Green C">
      <a:srgbClr val="2EA657"/>
    </a:custClr>
    <a:custClr name="Green D">
      <a:srgbClr val="178C3D"/>
    </a:custClr>
    <a:custClr name="Green E">
      <a:srgbClr val="176036"/>
    </a:custClr>
    <a:custClr name="Teal A">
      <a:srgbClr val="00E6E3"/>
    </a:custClr>
    <a:custClr name="Teal B">
      <a:srgbClr val="00D5D0"/>
    </a:custClr>
    <a:custClr name="Teal C">
      <a:srgbClr val="00BFBF"/>
    </a:custClr>
    <a:custClr name="Teal D">
      <a:srgbClr val="00929B"/>
    </a:custClr>
    <a:custClr name="Teal E">
      <a:srgbClr val="007D74"/>
    </a:custClr>
    <a:custClr name="Peacock A">
      <a:srgbClr val="00E0CB"/>
    </a:custClr>
    <a:custClr name="Peacock B">
      <a:srgbClr val="00B2A2"/>
    </a:custClr>
    <a:custClr name="Peacock C">
      <a:srgbClr val="0F878A"/>
    </a:custClr>
    <a:custClr name="Peacock D">
      <a:srgbClr val="0F6A73"/>
    </a:custClr>
    <a:custClr name="Peacock E">
      <a:srgbClr val="0F434A"/>
    </a:custClr>
    <a:custClr name="Sapphire A">
      <a:srgbClr val="338091"/>
    </a:custClr>
    <a:custClr name="Sapphire B">
      <a:srgbClr val="336B7D"/>
    </a:custClr>
    <a:custClr name="Sapphire C">
      <a:srgbClr val="14596B"/>
    </a:custClr>
    <a:custClr name="Sapphire D">
      <a:srgbClr val="214554"/>
    </a:custClr>
    <a:custClr name="Sapphire E">
      <a:srgbClr val="173340"/>
    </a:custClr>
    <a:custClr name="Violet A">
      <a:srgbClr val="E557AD"/>
    </a:custClr>
    <a:custClr name="Violet B">
      <a:srgbClr val="D13A8C"/>
    </a:custClr>
    <a:custClr name="Violet C">
      <a:srgbClr val="BA2980"/>
    </a:custClr>
    <a:custClr name="Violet D">
      <a:srgbClr val="A12980"/>
    </a:custClr>
    <a:custClr name="Violet E">
      <a:srgbClr val="811B6F"/>
    </a:custClr>
    <a:custClr name="Yellow A">
      <a:srgbClr val="FFDA80"/>
    </a:custClr>
    <a:custClr name="Yellow B">
      <a:srgbClr val="FFD068"/>
    </a:custClr>
    <a:custClr name="Yellow C">
      <a:srgbClr val="FFB24A"/>
    </a:custClr>
    <a:custClr name="Yellow D">
      <a:srgbClr val="FF9C29"/>
    </a:custClr>
    <a:custClr name="Yellow E">
      <a:srgbClr val="FF8E12"/>
    </a:custClr>
    <a:custClr name="Velvet A">
      <a:srgbClr val="9E4780"/>
    </a:custClr>
    <a:custClr name="Velvet B">
      <a:srgbClr val="802B73"/>
    </a:custClr>
    <a:custClr name="Velvet C">
      <a:srgbClr val="750D5C"/>
    </a:custClr>
    <a:custClr name="Velvet D">
      <a:srgbClr val="590A42"/>
    </a:custClr>
    <a:custClr name="Velvet E">
      <a:srgbClr val="42142E"/>
    </a:custClr>
    <a:custClr name="Red A">
      <a:srgbClr val="FF5770"/>
    </a:custClr>
    <a:custClr name="Red B">
      <a:srgbClr val="FF455E"/>
    </a:custClr>
    <a:custClr name="Red C">
      <a:srgbClr val="FF304D"/>
    </a:custClr>
    <a:custClr name="Red D">
      <a:srgbClr val="E30021"/>
    </a:custClr>
    <a:custClr name="Red E">
      <a:srgbClr val="A6001A"/>
    </a:custClr>
  </a:custClrLst>
  <a:extLst>
    <a:ext uri="{05A4C25C-085E-4340-85A3-A5531E510DB2}">
      <thm15:themeFamily xmlns:thm15="http://schemas.microsoft.com/office/thememl/2012/main" name="GlobalGroup_V3.potx" id="{B261526D-0EC9-441A-90CA-285DAAE4B035}" vid="{63F816C4-3394-4A76-B8C7-355A6B6A183F}"/>
    </a:ext>
  </a:extLst>
</a:theme>
</file>

<file path=ppt/theme/theme4.xml><?xml version="1.0" encoding="utf-8"?>
<a:theme xmlns:a="http://schemas.openxmlformats.org/drawingml/2006/main" name="2_Capgemini Master 2021">
  <a:themeElements>
    <a:clrScheme name="Capgemini 2021">
      <a:dk1>
        <a:sysClr val="windowText" lastClr="000000"/>
      </a:dk1>
      <a:lt1>
        <a:srgbClr val="FFFFFF"/>
      </a:lt1>
      <a:dk2>
        <a:srgbClr val="000000"/>
      </a:dk2>
      <a:lt2>
        <a:srgbClr val="ECECEC"/>
      </a:lt2>
      <a:accent1>
        <a:srgbClr val="0070AD"/>
      </a:accent1>
      <a:accent2>
        <a:srgbClr val="12ABDB"/>
      </a:accent2>
      <a:accent3>
        <a:srgbClr val="2B0A3D"/>
      </a:accent3>
      <a:accent4>
        <a:srgbClr val="272936"/>
      </a:accent4>
      <a:accent5>
        <a:srgbClr val="0F878A"/>
      </a:accent5>
      <a:accent6>
        <a:srgbClr val="14596B"/>
      </a:accent6>
      <a:hlink>
        <a:srgbClr val="00929B"/>
      </a:hlink>
      <a:folHlink>
        <a:srgbClr val="00E6E3"/>
      </a:folHlink>
    </a:clrScheme>
    <a:fontScheme name="Capgemini 2021">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sz="1600" dirty="0" err="1"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pt-Capgemini_MasterTemplate.potx  -  Read-Only" id="{158A7A1A-561A-4E14-A668-DCF04BFBC47E}" vid="{8EFEF2A1-4E5F-40B7-A7DA-8494B7B12229}"/>
    </a:ext>
  </a:extLst>
</a:theme>
</file>

<file path=ppt/theme/theme5.xml><?xml version="1.0" encoding="utf-8"?>
<a:theme xmlns:a="http://schemas.openxmlformats.org/drawingml/2006/main" name="2_Capgemini_Blue_2025">
  <a:themeElements>
    <a:clrScheme name="Capgemini Dark Blue 2026">
      <a:dk1>
        <a:srgbClr val="000000"/>
      </a:dk1>
      <a:lt1>
        <a:srgbClr val="FFFFFF"/>
      </a:lt1>
      <a:dk2>
        <a:srgbClr val="0057AB"/>
      </a:dk2>
      <a:lt2>
        <a:srgbClr val="FFFFFF"/>
      </a:lt2>
      <a:accent1>
        <a:srgbClr val="1DB6F3"/>
      </a:accent1>
      <a:accent2>
        <a:srgbClr val="111937"/>
      </a:accent2>
      <a:accent3>
        <a:srgbClr val="00D5D0"/>
      </a:accent3>
      <a:accent4>
        <a:srgbClr val="FEB100"/>
      </a:accent4>
      <a:accent5>
        <a:srgbClr val="FF816E"/>
      </a:accent5>
      <a:accent6>
        <a:srgbClr val="D4D5F2"/>
      </a:accent6>
      <a:hlink>
        <a:srgbClr val="1DB7F3"/>
      </a:hlink>
      <a:folHlink>
        <a:srgbClr val="77D3F7"/>
      </a:folHlink>
    </a:clrScheme>
    <a:fontScheme name="Capgemini 2024">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lumMod val="95000"/>
          </a:schemeClr>
        </a:solidFill>
        <a:ln w="9525">
          <a:noFill/>
          <a:prstDash val="solid"/>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400" dirty="0" err="1">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bg1">
              <a:lumMod val="65000"/>
            </a:schemeClr>
          </a:solidFill>
        </a:ln>
      </a:spPr>
      <a:bodyPr/>
      <a:lstStyle/>
      <a:style>
        <a:lnRef idx="1">
          <a:schemeClr val="accent1"/>
        </a:lnRef>
        <a:fillRef idx="0">
          <a:schemeClr val="accent1"/>
        </a:fillRef>
        <a:effectRef idx="0">
          <a:schemeClr val="accent1"/>
        </a:effectRef>
        <a:fontRef idx="minor">
          <a:schemeClr val="tx1"/>
        </a:fontRef>
      </a:style>
    </a:lnDef>
    <a:txDef>
      <a:spPr>
        <a:noFill/>
      </a:spPr>
      <a:bodyPr vert="horz" wrap="square" lIns="90000" tIns="46800" rIns="90000" bIns="46800" rtlCol="0" anchor="ctr">
        <a:spAutoFit/>
      </a:bodyPr>
      <a:lstStyle>
        <a:defPPr algn="l">
          <a:spcBef>
            <a:spcPct val="0"/>
          </a:spcBef>
          <a:defRPr sz="1400" dirty="0" err="1" smtClean="0"/>
        </a:defPPr>
      </a:lstStyle>
    </a:txDef>
  </a:objectDefaults>
  <a:extraClrSchemeLst/>
  <a:custClrLst>
    <a:custClr name="Turquoise on Dark">
      <a:srgbClr val="00D5D0"/>
    </a:custClr>
    <a:custClr name="Amber on Dark">
      <a:srgbClr val="FEB100"/>
    </a:custClr>
    <a:custClr name="Coral on Dark">
      <a:srgbClr val="FF816E"/>
    </a:custClr>
    <a:custClr name="Lilac on Dark">
      <a:srgbClr val="D4D5F2"/>
    </a:custClr>
    <a:custClr name="Teal on Light">
      <a:srgbClr val="00828E"/>
    </a:custClr>
    <a:custClr name="Burnt Orange on Light">
      <a:srgbClr val="BE4D01"/>
    </a:custClr>
    <a:custClr name="Maroon on Light">
      <a:srgbClr val="903137"/>
    </a:custClr>
    <a:custClr name="Mauve on Light">
      <a:srgbClr val="725F9F"/>
    </a:custClr>
  </a:custClrLst>
  <a:extLst>
    <a:ext uri="{05A4C25C-085E-4340-85A3-A5531E510DB2}">
      <thm15:themeFamily xmlns:thm15="http://schemas.microsoft.com/office/thememl/2012/main" name="2025-10-06_PPT-template_October-2025.potx" id="{24D5EDE7-C969-4730-A5D2-92E47FAA1D0D}" vid="{3088D112-427F-4064-96D4-2395B567C3F2}"/>
    </a:ext>
  </a:extLst>
</a:theme>
</file>

<file path=ppt/theme/theme6.xml><?xml version="1.0" encoding="utf-8"?>
<a:theme xmlns:a="http://schemas.openxmlformats.org/drawingml/2006/main" name="Capgemini_Bright_2025">
  <a:themeElements>
    <a:clrScheme name="Capgemini Bright 2026">
      <a:dk1>
        <a:srgbClr val="000000"/>
      </a:dk1>
      <a:lt1>
        <a:srgbClr val="FFFFFF"/>
      </a:lt1>
      <a:dk2>
        <a:srgbClr val="0058AB"/>
      </a:dk2>
      <a:lt2>
        <a:srgbClr val="FFFFFF"/>
      </a:lt2>
      <a:accent1>
        <a:srgbClr val="0058AB"/>
      </a:accent1>
      <a:accent2>
        <a:srgbClr val="1DB8F2"/>
      </a:accent2>
      <a:accent3>
        <a:srgbClr val="121A38"/>
      </a:accent3>
      <a:accent4>
        <a:srgbClr val="00828E"/>
      </a:accent4>
      <a:accent5>
        <a:srgbClr val="BE4D00"/>
      </a:accent5>
      <a:accent6>
        <a:srgbClr val="8F3237"/>
      </a:accent6>
      <a:hlink>
        <a:srgbClr val="0058AB"/>
      </a:hlink>
      <a:folHlink>
        <a:srgbClr val="1DB8F2"/>
      </a:folHlink>
    </a:clrScheme>
    <a:fontScheme name="Capgemini 2024">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lumMod val="95000"/>
          </a:schemeClr>
        </a:solidFill>
        <a:ln w="9525">
          <a:noFill/>
          <a:prstDash val="solid"/>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400" dirty="0" err="1">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bg1">
              <a:lumMod val="65000"/>
            </a:schemeClr>
          </a:solidFill>
        </a:ln>
      </a:spPr>
      <a:bodyPr/>
      <a:lstStyle/>
      <a:style>
        <a:lnRef idx="1">
          <a:schemeClr val="accent1"/>
        </a:lnRef>
        <a:fillRef idx="0">
          <a:schemeClr val="accent1"/>
        </a:fillRef>
        <a:effectRef idx="0">
          <a:schemeClr val="accent1"/>
        </a:effectRef>
        <a:fontRef idx="minor">
          <a:schemeClr val="tx1"/>
        </a:fontRef>
      </a:style>
    </a:lnDef>
    <a:txDef>
      <a:spPr>
        <a:noFill/>
      </a:spPr>
      <a:bodyPr vert="horz" wrap="square" lIns="90000" tIns="46800" rIns="90000" bIns="46800" rtlCol="0" anchor="ctr">
        <a:spAutoFit/>
      </a:bodyPr>
      <a:lstStyle>
        <a:defPPr algn="l">
          <a:spcBef>
            <a:spcPct val="0"/>
          </a:spcBef>
          <a:defRPr sz="1400" dirty="0" err="1" smtClean="0"/>
        </a:defPPr>
      </a:lstStyle>
    </a:txDef>
  </a:objectDefaults>
  <a:extraClrSchemeLst/>
  <a:custClrLst>
    <a:custClr name="Turquoise">
      <a:srgbClr val="00D5D0"/>
    </a:custClr>
    <a:custClr name="Yellow">
      <a:srgbClr val="FEB100"/>
    </a:custClr>
    <a:custClr name="Orange">
      <a:srgbClr val="FF816E"/>
    </a:custClr>
    <a:custClr name="Lilac">
      <a:srgbClr val="D4D3F1"/>
    </a:custClr>
    <a:custClr name="Teal">
      <a:srgbClr val="00828E"/>
    </a:custClr>
    <a:custClr name="Terracotta">
      <a:srgbClr val="BE4D00"/>
    </a:custClr>
    <a:custClr name="Deep Red">
      <a:srgbClr val="8F3237"/>
    </a:custClr>
    <a:custClr name="Purple">
      <a:srgbClr val="71609E"/>
    </a:custClr>
  </a:custClrLst>
  <a:extLst>
    <a:ext uri="{05A4C25C-085E-4340-85A3-A5531E510DB2}">
      <thm15:themeFamily xmlns:thm15="http://schemas.microsoft.com/office/thememl/2012/main" name="Capgemini_PPT-template_Master_November-3-2025" id="{B28FD86B-E578-8545-82C4-F462A45D5984}" vid="{6C394B1A-876D-CB40-BC40-3094E7ACAE5C}"/>
    </a:ext>
  </a:extLst>
</a:theme>
</file>

<file path=ppt/theme/theme7.xml><?xml version="1.0" encoding="utf-8"?>
<a:theme xmlns:a="http://schemas.openxmlformats.org/drawingml/2006/main" name="Capgemini_Blue_2025">
  <a:themeElements>
    <a:clrScheme name="Custom 1">
      <a:dk1>
        <a:sysClr val="windowText" lastClr="000000"/>
      </a:dk1>
      <a:lt1>
        <a:srgbClr val="FFFFFF"/>
      </a:lt1>
      <a:dk2>
        <a:srgbClr val="0058AB"/>
      </a:dk2>
      <a:lt2>
        <a:srgbClr val="FFFFFF"/>
      </a:lt2>
      <a:accent1>
        <a:srgbClr val="121A38"/>
      </a:accent1>
      <a:accent2>
        <a:srgbClr val="1DB8F2"/>
      </a:accent2>
      <a:accent3>
        <a:srgbClr val="D4D3F1"/>
      </a:accent3>
      <a:accent4>
        <a:srgbClr val="00D5D0"/>
      </a:accent4>
      <a:accent5>
        <a:srgbClr val="FEB100"/>
      </a:accent5>
      <a:accent6>
        <a:srgbClr val="FF816E"/>
      </a:accent6>
      <a:hlink>
        <a:srgbClr val="1DB8F2"/>
      </a:hlink>
      <a:folHlink>
        <a:srgbClr val="77D3F7"/>
      </a:folHlink>
    </a:clrScheme>
    <a:fontScheme name="Capgemini 2024">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lumMod val="95000"/>
          </a:schemeClr>
        </a:solidFill>
        <a:ln w="9525">
          <a:noFill/>
          <a:prstDash val="solid"/>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400" dirty="0" err="1">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bg1">
              <a:lumMod val="65000"/>
            </a:schemeClr>
          </a:solidFill>
        </a:ln>
      </a:spPr>
      <a:bodyPr/>
      <a:lstStyle/>
      <a:style>
        <a:lnRef idx="1">
          <a:schemeClr val="accent1"/>
        </a:lnRef>
        <a:fillRef idx="0">
          <a:schemeClr val="accent1"/>
        </a:fillRef>
        <a:effectRef idx="0">
          <a:schemeClr val="accent1"/>
        </a:effectRef>
        <a:fontRef idx="minor">
          <a:schemeClr val="tx1"/>
        </a:fontRef>
      </a:style>
    </a:lnDef>
    <a:txDef>
      <a:spPr>
        <a:noFill/>
      </a:spPr>
      <a:bodyPr vert="horz" wrap="square" lIns="90000" tIns="46800" rIns="90000" bIns="46800" rtlCol="0" anchor="ctr">
        <a:spAutoFit/>
      </a:bodyPr>
      <a:lstStyle>
        <a:defPPr algn="l">
          <a:spcBef>
            <a:spcPct val="0"/>
          </a:spcBef>
          <a:defRPr sz="1400" dirty="0" err="1" smtClean="0">
            <a:solidFill>
              <a:schemeClr val="bg1"/>
            </a:solidFill>
          </a:defRPr>
        </a:defPPr>
      </a:lstStyle>
    </a:txDef>
  </a:objectDefaults>
  <a:extraClrSchemeLst/>
  <a:custClrLst>
    <a:custClr name="Turquoise">
      <a:srgbClr val="00D5D0"/>
    </a:custClr>
    <a:custClr name="Yellow">
      <a:srgbClr val="FEB100"/>
    </a:custClr>
    <a:custClr name="Orange">
      <a:srgbClr val="FF816E"/>
    </a:custClr>
    <a:custClr name="Lilac">
      <a:srgbClr val="D4D3F1"/>
    </a:custClr>
    <a:custClr name="Teal">
      <a:srgbClr val="00828E"/>
    </a:custClr>
    <a:custClr name="Terracotta">
      <a:srgbClr val="BE4D00"/>
    </a:custClr>
    <a:custClr name="Deep Red">
      <a:srgbClr val="8F3237"/>
    </a:custClr>
    <a:custClr name="Purple">
      <a:srgbClr val="71609E"/>
    </a:custClr>
  </a:custClrLst>
  <a:extLst>
    <a:ext uri="{05A4C25C-085E-4340-85A3-A5531E510DB2}">
      <thm15:themeFamily xmlns:thm15="http://schemas.microsoft.com/office/thememl/2012/main" name="Capgemini_PPT-template_Master_November-3-2025" id="{B28FD86B-E578-8545-82C4-F462A45D5984}" vid="{30E26D2B-2C2C-204E-945F-AD4E7E2421B8}"/>
    </a:ext>
  </a:extLst>
</a:theme>
</file>

<file path=ppt/theme/theme8.xml><?xml version="1.0" encoding="utf-8"?>
<a:theme xmlns:a="http://schemas.openxmlformats.org/drawingml/2006/main" name="Capgemini_Dark_2025">
  <a:themeElements>
    <a:clrScheme name="Capgemini Dark 2026">
      <a:dk1>
        <a:sysClr val="windowText" lastClr="000000"/>
      </a:dk1>
      <a:lt1>
        <a:srgbClr val="FFFFFF"/>
      </a:lt1>
      <a:dk2>
        <a:srgbClr val="121A38"/>
      </a:dk2>
      <a:lt2>
        <a:srgbClr val="FFFFFF"/>
      </a:lt2>
      <a:accent1>
        <a:srgbClr val="0058AB"/>
      </a:accent1>
      <a:accent2>
        <a:srgbClr val="1DB8F2"/>
      </a:accent2>
      <a:accent3>
        <a:srgbClr val="D4D3F1"/>
      </a:accent3>
      <a:accent4>
        <a:srgbClr val="00D5D0"/>
      </a:accent4>
      <a:accent5>
        <a:srgbClr val="FEB100"/>
      </a:accent5>
      <a:accent6>
        <a:srgbClr val="FF816E"/>
      </a:accent6>
      <a:hlink>
        <a:srgbClr val="1DB8F2"/>
      </a:hlink>
      <a:folHlink>
        <a:srgbClr val="77D3F7"/>
      </a:folHlink>
    </a:clrScheme>
    <a:fontScheme name="Capgemini 2024">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lumMod val="95000"/>
          </a:schemeClr>
        </a:solidFill>
        <a:ln w="9525">
          <a:noFill/>
          <a:prstDash val="solid"/>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400" dirty="0" err="1">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bg1">
              <a:lumMod val="65000"/>
            </a:schemeClr>
          </a:solidFill>
        </a:ln>
      </a:spPr>
      <a:bodyPr/>
      <a:lstStyle/>
      <a:style>
        <a:lnRef idx="1">
          <a:schemeClr val="accent1"/>
        </a:lnRef>
        <a:fillRef idx="0">
          <a:schemeClr val="accent1"/>
        </a:fillRef>
        <a:effectRef idx="0">
          <a:schemeClr val="accent1"/>
        </a:effectRef>
        <a:fontRef idx="minor">
          <a:schemeClr val="tx1"/>
        </a:fontRef>
      </a:style>
    </a:lnDef>
    <a:txDef>
      <a:spPr>
        <a:noFill/>
      </a:spPr>
      <a:bodyPr vert="horz" wrap="square" lIns="90000" tIns="46800" rIns="90000" bIns="46800" rtlCol="0" anchor="ctr">
        <a:spAutoFit/>
      </a:bodyPr>
      <a:lstStyle>
        <a:defPPr algn="l">
          <a:spcBef>
            <a:spcPct val="0"/>
          </a:spcBef>
          <a:defRPr sz="1400" dirty="0" err="1" smtClean="0">
            <a:solidFill>
              <a:schemeClr val="bg1"/>
            </a:solidFill>
          </a:defRPr>
        </a:defPPr>
      </a:lstStyle>
    </a:txDef>
  </a:objectDefaults>
  <a:extraClrSchemeLst/>
  <a:custClrLst>
    <a:custClr name="Turquoise">
      <a:srgbClr val="00D5D0"/>
    </a:custClr>
    <a:custClr name="Yellow">
      <a:srgbClr val="FEB100"/>
    </a:custClr>
    <a:custClr name="Orange">
      <a:srgbClr val="FF816E"/>
    </a:custClr>
    <a:custClr name="Lilac">
      <a:srgbClr val="D4D3F1"/>
    </a:custClr>
    <a:custClr name="Teal">
      <a:srgbClr val="00828E"/>
    </a:custClr>
    <a:custClr name="Terracotta">
      <a:srgbClr val="BE4D00"/>
    </a:custClr>
    <a:custClr name="Deep Red">
      <a:srgbClr val="8F3237"/>
    </a:custClr>
    <a:custClr name="Purple">
      <a:srgbClr val="71609E"/>
    </a:custClr>
  </a:custClrLst>
  <a:extLst>
    <a:ext uri="{05A4C25C-085E-4340-85A3-A5531E510DB2}">
      <thm15:themeFamily xmlns:thm15="http://schemas.microsoft.com/office/thememl/2012/main" name="Capgemini_PPT-template_Master_November-3-2025" id="{B28FD86B-E578-8545-82C4-F462A45D5984}" vid="{AB4B70C9-0EB9-9E4F-B9DD-F7ECF5978BF0}"/>
    </a:ext>
  </a:extLst>
</a:theme>
</file>

<file path=ppt/theme/theme9.xml><?xml version="1.0" encoding="utf-8"?>
<a:theme xmlns:a="http://schemas.openxmlformats.org/drawingml/2006/main" name="Tema do Office">
  <a:themeElements>
    <a:clrScheme name="Capgemini Invent">
      <a:dk1>
        <a:sysClr val="windowText" lastClr="000000"/>
      </a:dk1>
      <a:lt1>
        <a:srgbClr val="FFFFFF"/>
      </a:lt1>
      <a:dk2>
        <a:srgbClr val="2B143D"/>
      </a:dk2>
      <a:lt2>
        <a:srgbClr val="ECECEC"/>
      </a:lt2>
      <a:accent1>
        <a:srgbClr val="0070AD"/>
      </a:accent1>
      <a:accent2>
        <a:srgbClr val="12ABDB"/>
      </a:accent2>
      <a:accent3>
        <a:srgbClr val="2B143D"/>
      </a:accent3>
      <a:accent4>
        <a:srgbClr val="FF304C"/>
      </a:accent4>
      <a:accent5>
        <a:srgbClr val="95E616"/>
      </a:accent5>
      <a:accent6>
        <a:srgbClr val="00C37B"/>
      </a:accent6>
      <a:hlink>
        <a:srgbClr val="0070AD"/>
      </a:hlink>
      <a:folHlink>
        <a:srgbClr val="7E39BA"/>
      </a:folHlink>
    </a:clrScheme>
    <a:fontScheme name="Capgemini font">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Office Theme">
  <a:themeElements>
    <a:clrScheme name="Capgemini Invent">
      <a:dk1>
        <a:sysClr val="windowText" lastClr="000000"/>
      </a:dk1>
      <a:lt1>
        <a:srgbClr val="FFFFFF"/>
      </a:lt1>
      <a:dk2>
        <a:srgbClr val="2B143D"/>
      </a:dk2>
      <a:lt2>
        <a:srgbClr val="ECECEC"/>
      </a:lt2>
      <a:accent1>
        <a:srgbClr val="0070AD"/>
      </a:accent1>
      <a:accent2>
        <a:srgbClr val="12ABDB"/>
      </a:accent2>
      <a:accent3>
        <a:srgbClr val="2B143D"/>
      </a:accent3>
      <a:accent4>
        <a:srgbClr val="FF304C"/>
      </a:accent4>
      <a:accent5>
        <a:srgbClr val="95E616"/>
      </a:accent5>
      <a:accent6>
        <a:srgbClr val="00C37B"/>
      </a:accent6>
      <a:hlink>
        <a:srgbClr val="0070AD"/>
      </a:hlink>
      <a:folHlink>
        <a:srgbClr val="7E39BA"/>
      </a:folHlink>
    </a:clrScheme>
    <a:fontScheme name="Capgemini font">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3">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46D005C7-03E4-4069-A4FB-9A9D17E8A0A1}">
  <we:reference id="wa200000729" version="3.19.222.0" store="en-US" storeType="OMEX"/>
  <we:alternateReferences>
    <we:reference id="wa200000729" version="3.19.222.0" store="WA200000729"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6a00c37a-6f72-4698-9b02-81ff9fa7b20d">
      <Terms xmlns="http://schemas.microsoft.com/office/infopath/2007/PartnerControls"/>
    </lcf76f155ced4ddcb4097134ff3c332f>
    <Date xmlns="6a00c37a-6f72-4698-9b02-81ff9fa7b20d" xsi:nil="true"/>
    <ReuseCount xmlns="6a00c37a-6f72-4698-9b02-81ff9fa7b20d">0</ReuseCount>
    <FolderDescription xmlns="6a00c37a-6f72-4698-9b02-81ff9fa7b20d" xsi:nil="true"/>
    <TaxCatchAll xmlns="17de28ac-b190-4cd4-a606-47e679de9d2c"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32993BBBD560C845A787DDE997A41243" ma:contentTypeVersion="21" ma:contentTypeDescription="Create a new document." ma:contentTypeScope="" ma:versionID="7774313bbbd3cc6bca78dc11c77e4d3d">
  <xsd:schema xmlns:xsd="http://www.w3.org/2001/XMLSchema" xmlns:xs="http://www.w3.org/2001/XMLSchema" xmlns:p="http://schemas.microsoft.com/office/2006/metadata/properties" xmlns:ns2="6a00c37a-6f72-4698-9b02-81ff9fa7b20d" xmlns:ns3="17de28ac-b190-4cd4-a606-47e679de9d2c" targetNamespace="http://schemas.microsoft.com/office/2006/metadata/properties" ma:root="true" ma:fieldsID="98f59f16fa9c36c0d2125b1fb9868cbf" ns2:_="" ns3:_="">
    <xsd:import namespace="6a00c37a-6f72-4698-9b02-81ff9fa7b20d"/>
    <xsd:import namespace="17de28ac-b190-4cd4-a606-47e679de9d2c"/>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AutoTags" minOccurs="0"/>
                <xsd:element ref="ns2:MediaServiceGenerationTime" minOccurs="0"/>
                <xsd:element ref="ns2:MediaServiceEventHashCode" minOccurs="0"/>
                <xsd:element ref="ns2:MediaServiceOCR" minOccurs="0"/>
                <xsd:element ref="ns2:MediaServiceDateTaken" minOccurs="0"/>
                <xsd:element ref="ns2:MediaLengthInSeconds" minOccurs="0"/>
                <xsd:element ref="ns2:lcf76f155ced4ddcb4097134ff3c332f" minOccurs="0"/>
                <xsd:element ref="ns3:TaxCatchAll" minOccurs="0"/>
                <xsd:element ref="ns2:FolderDescription" minOccurs="0"/>
                <xsd:element ref="ns2:MediaServiceObjectDetectorVersions" minOccurs="0"/>
                <xsd:element ref="ns2:ReuseCount" minOccurs="0"/>
                <xsd:element ref="ns2:MediaServiceSearchProperties" minOccurs="0"/>
                <xsd:element ref="ns2:MediaServiceBillingMetadata" minOccurs="0"/>
                <xsd:element ref="ns2:Dat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a00c37a-6f72-4698-9b02-81ff9fa7b20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4" nillable="true" ma:displayName="Tags" ma:internalName="MediaServiceAutoTags"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b3623ea3-be23-4189-a25b-bcadb097ef14" ma:termSetId="09814cd3-568e-fe90-9814-8d621ff8fb84" ma:anchorId="fba54fb3-c3e1-fe81-a776-ca4b69148c4d" ma:open="true" ma:isKeyword="false">
      <xsd:complexType>
        <xsd:sequence>
          <xsd:element ref="pc:Terms" minOccurs="0" maxOccurs="1"/>
        </xsd:sequence>
      </xsd:complexType>
    </xsd:element>
    <xsd:element name="FolderDescription" ma:index="23" nillable="true" ma:displayName="Folder Description" ma:description="Brief description of each folder contents" ma:format="Dropdown" ma:internalName="FolderDescription">
      <xsd:simpleType>
        <xsd:restriction base="dms:Text">
          <xsd:maxLength value="255"/>
        </xsd:restriction>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ReuseCount" ma:index="25" nillable="true" ma:displayName="Reuse Count" ma:default="0" ma:description="Increase the count by 1 if you have re-used this artifact into your deliverables" ma:format="Dropdown" ma:internalName="ReuseCount" ma:percentage="FALSE">
      <xsd:simpleType>
        <xsd:restriction base="dms:Number"/>
      </xsd:simpleType>
    </xsd:element>
    <xsd:element name="MediaServiceSearchProperties" ma:index="26" nillable="true" ma:displayName="MediaServiceSearchProperties" ma:hidden="true" ma:internalName="MediaServiceSearchProperties" ma:readOnly="true">
      <xsd:simpleType>
        <xsd:restriction base="dms:Note"/>
      </xsd:simpleType>
    </xsd:element>
    <xsd:element name="MediaServiceBillingMetadata" ma:index="27" nillable="true" ma:displayName="MediaServiceBillingMetadata" ma:hidden="true" ma:internalName="MediaServiceBillingMetadata" ma:readOnly="true">
      <xsd:simpleType>
        <xsd:restriction base="dms:Note"/>
      </xsd:simpleType>
    </xsd:element>
    <xsd:element name="Date" ma:index="28" nillable="true" ma:displayName="Date" ma:format="DateOnly" ma:internalName="Date">
      <xsd:simpleType>
        <xsd:restriction base="dms:DateTime"/>
      </xsd:simpleType>
    </xsd:element>
  </xsd:schema>
  <xsd:schema xmlns:xsd="http://www.w3.org/2001/XMLSchema" xmlns:xs="http://www.w3.org/2001/XMLSchema" xmlns:dms="http://schemas.microsoft.com/office/2006/documentManagement/types" xmlns:pc="http://schemas.microsoft.com/office/infopath/2007/PartnerControls" targetNamespace="17de28ac-b190-4cd4-a606-47e679de9d2c"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ae8bb8a3-01a0-48c5-9974-15bafd10c127}" ma:internalName="TaxCatchAll" ma:showField="CatchAllData" ma:web="17de28ac-b190-4cd4-a606-47e679de9d2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C57DD9D-2A3F-472F-BB73-B4816CEE1FCA}">
  <ds:schemaRefs>
    <ds:schemaRef ds:uri="http://purl.org/dc/terms/"/>
    <ds:schemaRef ds:uri="http://www.w3.org/XML/1998/namespace"/>
    <ds:schemaRef ds:uri="http://schemas.microsoft.com/office/2006/metadata/properties"/>
    <ds:schemaRef ds:uri="http://schemas.openxmlformats.org/package/2006/metadata/core-properties"/>
    <ds:schemaRef ds:uri="http://purl.org/dc/elements/1.1/"/>
    <ds:schemaRef ds:uri="http://schemas.microsoft.com/office/2006/documentManagement/types"/>
    <ds:schemaRef ds:uri="http://purl.org/dc/dcmitype/"/>
    <ds:schemaRef ds:uri="http://schemas.microsoft.com/office/infopath/2007/PartnerControls"/>
    <ds:schemaRef ds:uri="b5ff55be-3bc1-4765-a71f-a41344807116"/>
  </ds:schemaRefs>
</ds:datastoreItem>
</file>

<file path=customXml/itemProps2.xml><?xml version="1.0" encoding="utf-8"?>
<ds:datastoreItem xmlns:ds="http://schemas.openxmlformats.org/officeDocument/2006/customXml" ds:itemID="{16756CF9-9CC6-4D44-8CC6-18B9FDB6A5D4}">
  <ds:schemaRefs>
    <ds:schemaRef ds:uri="http://schemas.microsoft.com/sharepoint/v3/contenttype/forms"/>
  </ds:schemaRefs>
</ds:datastoreItem>
</file>

<file path=customXml/itemProps3.xml><?xml version="1.0" encoding="utf-8"?>
<ds:datastoreItem xmlns:ds="http://schemas.openxmlformats.org/officeDocument/2006/customXml" ds:itemID="{2C8E70E3-535F-441E-87F0-2780BC1F5727}"/>
</file>

<file path=docMetadata/LabelInfo.xml><?xml version="1.0" encoding="utf-8"?>
<clbl:labelList xmlns:clbl="http://schemas.microsoft.com/office/2020/mipLabelMetadata">
  <clbl:label id="{bb5d96ea-ab39-44a0-a6d6-b6f0aac5958b}" enabled="1" method="Privileged" siteId="{76a2ae5a-9f00-4f6b-95ed-5d33d77c4d61}" removed="0"/>
</clbl:labelList>
</file>

<file path=docProps/app.xml><?xml version="1.0" encoding="utf-8"?>
<Properties xmlns="http://schemas.openxmlformats.org/officeDocument/2006/extended-properties" xmlns:vt="http://schemas.openxmlformats.org/officeDocument/2006/docPropsVTypes">
  <Template>blank</Template>
  <TotalTime>9</TotalTime>
  <Words>4523</Words>
  <Application>Microsoft Office PowerPoint</Application>
  <PresentationFormat>Widescreen</PresentationFormat>
  <Paragraphs>631</Paragraphs>
  <Slides>29</Slides>
  <Notes>7</Notes>
  <HiddenSlides>0</HiddenSlides>
  <MMClips>0</MMClips>
  <ScaleCrop>false</ScaleCrop>
  <HeadingPairs>
    <vt:vector size="8" baseType="variant">
      <vt:variant>
        <vt:lpstr>Fonts Used</vt:lpstr>
      </vt:variant>
      <vt:variant>
        <vt:i4>15</vt:i4>
      </vt:variant>
      <vt:variant>
        <vt:lpstr>Theme</vt:lpstr>
      </vt:variant>
      <vt:variant>
        <vt:i4>8</vt:i4>
      </vt:variant>
      <vt:variant>
        <vt:lpstr>Embedded OLE Servers</vt:lpstr>
      </vt:variant>
      <vt:variant>
        <vt:i4>2</vt:i4>
      </vt:variant>
      <vt:variant>
        <vt:lpstr>Slide Titles</vt:lpstr>
      </vt:variant>
      <vt:variant>
        <vt:i4>29</vt:i4>
      </vt:variant>
    </vt:vector>
  </HeadingPairs>
  <TitlesOfParts>
    <vt:vector size="54" baseType="lpstr">
      <vt:lpstr>微软雅黑</vt:lpstr>
      <vt:lpstr>Aptos</vt:lpstr>
      <vt:lpstr>Arial</vt:lpstr>
      <vt:lpstr>Calibri</vt:lpstr>
      <vt:lpstr>Graphik Black</vt:lpstr>
      <vt:lpstr>HP Simplified</vt:lpstr>
      <vt:lpstr>Open Sans</vt:lpstr>
      <vt:lpstr>System Font Regular</vt:lpstr>
      <vt:lpstr>Times New Roman</vt:lpstr>
      <vt:lpstr>Ubuntu</vt:lpstr>
      <vt:lpstr>Ubuntu Light</vt:lpstr>
      <vt:lpstr>Ubuntu Medium</vt:lpstr>
      <vt:lpstr>Verdana</vt:lpstr>
      <vt:lpstr>Wingdings</vt:lpstr>
      <vt:lpstr>Wingdings 3</vt:lpstr>
      <vt:lpstr>Capgemini BU Germany March 2024</vt:lpstr>
      <vt:lpstr>Capgemini Master 2021</vt:lpstr>
      <vt:lpstr>1_Capgemini_2024</vt:lpstr>
      <vt:lpstr>2_Capgemini Master 2021</vt:lpstr>
      <vt:lpstr>2_Capgemini_Blue_2025</vt:lpstr>
      <vt:lpstr>Capgemini_Bright_2025</vt:lpstr>
      <vt:lpstr>Capgemini_Blue_2025</vt:lpstr>
      <vt:lpstr>Capgemini_Dark_2025</vt:lpstr>
      <vt:lpstr>think-cell Slide</vt:lpstr>
      <vt:lpstr>Diapositive think-cell</vt:lpstr>
      <vt:lpstr>Capgemini response to  Liberty Networks’ RFP for  Cost Transformation Initiative </vt:lpstr>
      <vt:lpstr>Disclaimer</vt:lpstr>
      <vt:lpstr>Statement of Purpose </vt:lpstr>
      <vt:lpstr>Our long-standing relationship with  Liberty ecosystem</vt:lpstr>
      <vt:lpstr>PowerPoint Presentation</vt:lpstr>
      <vt:lpstr>Our understanding of the RFP and Value Proposition</vt:lpstr>
      <vt:lpstr>Business Objectives</vt:lpstr>
      <vt:lpstr>Executive Summary – program on a page</vt:lpstr>
      <vt:lpstr>PowerPoint Presentation</vt:lpstr>
      <vt:lpstr>Why Capgemini is the right partner for Liberty Networks’ cost transformation </vt:lpstr>
      <vt:lpstr>Our approach and methodology to enable  this transformation</vt:lpstr>
      <vt:lpstr>Illustrative Network Assessment Approach </vt:lpstr>
      <vt:lpstr>Building data-driven business cases from stage 2 diagnostic and opportunity assessment</vt:lpstr>
      <vt:lpstr>Translating implementation plans from stage 3 into the value realization model with collaborative inputs &amp; in-depth assessment</vt:lpstr>
      <vt:lpstr>Proposed engagement timeline for stage 3</vt:lpstr>
      <vt:lpstr>Illustrative view of how we track and measure ‘Value Realization’ (1/2) </vt:lpstr>
      <vt:lpstr>We will pick and deploy the relevant accelerator toolkit (1/2</vt:lpstr>
      <vt:lpstr>We will pick and deploy the relevant accelerator toolkit (2/2) </vt:lpstr>
      <vt:lpstr>We will focus on enterprise‑wide cost transformation levers to deliver measurable, sustainable savings</vt:lpstr>
      <vt:lpstr>We will prioritize Liberty Networks’ transformation domains based on savings potential, ease of implementation, and impact on critical network and operating capabilities</vt:lpstr>
      <vt:lpstr>We are proposing a curated team construct for this engagement, comprising of global experts’ advice, subject matter experts and right-shoring location criteria</vt:lpstr>
      <vt:lpstr>As part of the collaboration model, we propose a contextualized framework of how we will embed with the LN internal team and approach knowledge transfer</vt:lpstr>
      <vt:lpstr>Capgemini collaboration &amp; Knowledge Transfer approach</vt:lpstr>
      <vt:lpstr>Capgemini will align the KT success criteria &amp; associated KPIs in line with LN Requirements to ensure a smooth transition</vt:lpstr>
      <vt:lpstr>We bring relevant experiences and best practices from similar cost transformation programs</vt:lpstr>
      <vt:lpstr>Putting together a view of few critical dependencies and assumptions</vt:lpstr>
      <vt:lpstr>RAID (Risks, Assumptions, Interdependencies, Dependencies)  </vt:lpstr>
      <vt:lpstr>We will have the right set of expertise at the right location, ready for the job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FiberCop - Automomous Network Workshop</dc:title>
  <dc:subject/>
  <dc:creator>Atulkumar, Shah Parth</dc:creator>
  <cp:keywords>AN</cp:keywords>
  <cp:lastModifiedBy>Gaimukhe, Riya</cp:lastModifiedBy>
  <cp:revision>2</cp:revision>
  <cp:lastPrinted>2024-08-27T06:25:22Z</cp:lastPrinted>
  <dcterms:created xsi:type="dcterms:W3CDTF">2024-04-18T10:50:23Z</dcterms:created>
  <dcterms:modified xsi:type="dcterms:W3CDTF">2026-04-23T06:43:12Z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0x01010032993BBBD560C845A787DDE997A41243</vt:lpwstr>
  </property>
</Properties>
</file>